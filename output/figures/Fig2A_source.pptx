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605882" y="1495425"/>
            <a:ext cx="5486400" cy="4572000"/>
            <a:chOff x="2605882" y="1495425"/>
            <a:chExt cx="5486400" cy="4572000"/>
          </a:xfrm>
        </p:grpSpPr>
        <p:sp>
          <p:nvSpPr>
            <p:cNvPr id="3" name="rc3"/>
            <p:cNvSpPr/>
            <p:nvPr/>
          </p:nvSpPr>
          <p:spPr>
            <a:xfrm>
              <a:off x="2605881" y="1495425"/>
              <a:ext cx="54864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605881" y="1495425"/>
              <a:ext cx="5486400" cy="4572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071542" y="1571340"/>
              <a:ext cx="4210277" cy="40260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3770566" y="3578337"/>
              <a:ext cx="1826054" cy="22626"/>
            </a:xfrm>
            <a:custGeom>
              <a:avLst/>
              <a:pathLst>
                <a:path w="1826054" h="22626">
                  <a:moveTo>
                    <a:pt x="0" y="0"/>
                  </a:moveTo>
                  <a:lnTo>
                    <a:pt x="9176" y="36"/>
                  </a:lnTo>
                  <a:lnTo>
                    <a:pt x="18352" y="73"/>
                  </a:lnTo>
                  <a:lnTo>
                    <a:pt x="27528" y="109"/>
                  </a:lnTo>
                  <a:lnTo>
                    <a:pt x="36704" y="146"/>
                  </a:lnTo>
                  <a:lnTo>
                    <a:pt x="45880" y="182"/>
                  </a:lnTo>
                  <a:lnTo>
                    <a:pt x="55056" y="219"/>
                  </a:lnTo>
                  <a:lnTo>
                    <a:pt x="64233" y="255"/>
                  </a:lnTo>
                  <a:lnTo>
                    <a:pt x="73409" y="292"/>
                  </a:lnTo>
                  <a:lnTo>
                    <a:pt x="82585" y="328"/>
                  </a:lnTo>
                  <a:lnTo>
                    <a:pt x="91761" y="365"/>
                  </a:lnTo>
                  <a:lnTo>
                    <a:pt x="100937" y="402"/>
                  </a:lnTo>
                  <a:lnTo>
                    <a:pt x="110113" y="438"/>
                  </a:lnTo>
                  <a:lnTo>
                    <a:pt x="119289" y="475"/>
                  </a:lnTo>
                  <a:lnTo>
                    <a:pt x="128466" y="511"/>
                  </a:lnTo>
                  <a:lnTo>
                    <a:pt x="137642" y="548"/>
                  </a:lnTo>
                  <a:lnTo>
                    <a:pt x="146818" y="584"/>
                  </a:lnTo>
                  <a:lnTo>
                    <a:pt x="155994" y="621"/>
                  </a:lnTo>
                  <a:lnTo>
                    <a:pt x="165170" y="657"/>
                  </a:lnTo>
                  <a:lnTo>
                    <a:pt x="174346" y="694"/>
                  </a:lnTo>
                  <a:lnTo>
                    <a:pt x="183523" y="730"/>
                  </a:lnTo>
                  <a:lnTo>
                    <a:pt x="192699" y="767"/>
                  </a:lnTo>
                  <a:lnTo>
                    <a:pt x="201875" y="803"/>
                  </a:lnTo>
                  <a:lnTo>
                    <a:pt x="211051" y="840"/>
                  </a:lnTo>
                  <a:lnTo>
                    <a:pt x="220227" y="876"/>
                  </a:lnTo>
                  <a:lnTo>
                    <a:pt x="229403" y="913"/>
                  </a:lnTo>
                  <a:lnTo>
                    <a:pt x="238579" y="949"/>
                  </a:lnTo>
                  <a:lnTo>
                    <a:pt x="247756" y="986"/>
                  </a:lnTo>
                  <a:lnTo>
                    <a:pt x="256932" y="1022"/>
                  </a:lnTo>
                  <a:lnTo>
                    <a:pt x="266108" y="1059"/>
                  </a:lnTo>
                  <a:lnTo>
                    <a:pt x="275284" y="1095"/>
                  </a:lnTo>
                  <a:lnTo>
                    <a:pt x="284460" y="1132"/>
                  </a:lnTo>
                  <a:lnTo>
                    <a:pt x="293636" y="1168"/>
                  </a:lnTo>
                  <a:lnTo>
                    <a:pt x="302812" y="1205"/>
                  </a:lnTo>
                  <a:lnTo>
                    <a:pt x="311989" y="1241"/>
                  </a:lnTo>
                  <a:lnTo>
                    <a:pt x="321165" y="1278"/>
                  </a:lnTo>
                  <a:lnTo>
                    <a:pt x="330341" y="1314"/>
                  </a:lnTo>
                  <a:lnTo>
                    <a:pt x="339517" y="1351"/>
                  </a:lnTo>
                  <a:lnTo>
                    <a:pt x="348693" y="1387"/>
                  </a:lnTo>
                  <a:lnTo>
                    <a:pt x="357869" y="1424"/>
                  </a:lnTo>
                  <a:lnTo>
                    <a:pt x="367046" y="1460"/>
                  </a:lnTo>
                  <a:lnTo>
                    <a:pt x="376222" y="1497"/>
                  </a:lnTo>
                  <a:lnTo>
                    <a:pt x="385398" y="1533"/>
                  </a:lnTo>
                  <a:lnTo>
                    <a:pt x="394574" y="1570"/>
                  </a:lnTo>
                  <a:lnTo>
                    <a:pt x="403750" y="1606"/>
                  </a:lnTo>
                  <a:lnTo>
                    <a:pt x="412926" y="1643"/>
                  </a:lnTo>
                  <a:lnTo>
                    <a:pt x="422102" y="1679"/>
                  </a:lnTo>
                  <a:lnTo>
                    <a:pt x="431279" y="1715"/>
                  </a:lnTo>
                  <a:lnTo>
                    <a:pt x="440455" y="1752"/>
                  </a:lnTo>
                  <a:lnTo>
                    <a:pt x="449631" y="1788"/>
                  </a:lnTo>
                  <a:lnTo>
                    <a:pt x="458807" y="1825"/>
                  </a:lnTo>
                  <a:lnTo>
                    <a:pt x="467983" y="1861"/>
                  </a:lnTo>
                  <a:lnTo>
                    <a:pt x="477159" y="1898"/>
                  </a:lnTo>
                  <a:lnTo>
                    <a:pt x="486336" y="1934"/>
                  </a:lnTo>
                  <a:lnTo>
                    <a:pt x="495512" y="1971"/>
                  </a:lnTo>
                  <a:lnTo>
                    <a:pt x="504688" y="2007"/>
                  </a:lnTo>
                  <a:lnTo>
                    <a:pt x="513864" y="2043"/>
                  </a:lnTo>
                  <a:lnTo>
                    <a:pt x="523040" y="2080"/>
                  </a:lnTo>
                  <a:lnTo>
                    <a:pt x="532216" y="2116"/>
                  </a:lnTo>
                  <a:lnTo>
                    <a:pt x="541392" y="2153"/>
                  </a:lnTo>
                  <a:lnTo>
                    <a:pt x="550569" y="2189"/>
                  </a:lnTo>
                  <a:lnTo>
                    <a:pt x="559745" y="2225"/>
                  </a:lnTo>
                  <a:lnTo>
                    <a:pt x="568921" y="2262"/>
                  </a:lnTo>
                  <a:lnTo>
                    <a:pt x="578097" y="2298"/>
                  </a:lnTo>
                  <a:lnTo>
                    <a:pt x="587273" y="2334"/>
                  </a:lnTo>
                  <a:lnTo>
                    <a:pt x="596449" y="2371"/>
                  </a:lnTo>
                  <a:lnTo>
                    <a:pt x="605625" y="2407"/>
                  </a:lnTo>
                  <a:lnTo>
                    <a:pt x="614802" y="2444"/>
                  </a:lnTo>
                  <a:lnTo>
                    <a:pt x="623978" y="2480"/>
                  </a:lnTo>
                  <a:lnTo>
                    <a:pt x="633154" y="2516"/>
                  </a:lnTo>
                  <a:lnTo>
                    <a:pt x="642330" y="2553"/>
                  </a:lnTo>
                  <a:lnTo>
                    <a:pt x="651506" y="2589"/>
                  </a:lnTo>
                  <a:lnTo>
                    <a:pt x="660682" y="2625"/>
                  </a:lnTo>
                  <a:lnTo>
                    <a:pt x="669859" y="2661"/>
                  </a:lnTo>
                  <a:lnTo>
                    <a:pt x="679035" y="2698"/>
                  </a:lnTo>
                  <a:lnTo>
                    <a:pt x="688211" y="2734"/>
                  </a:lnTo>
                  <a:lnTo>
                    <a:pt x="697387" y="2770"/>
                  </a:lnTo>
                  <a:lnTo>
                    <a:pt x="706563" y="2807"/>
                  </a:lnTo>
                  <a:lnTo>
                    <a:pt x="715739" y="2843"/>
                  </a:lnTo>
                  <a:lnTo>
                    <a:pt x="724915" y="2879"/>
                  </a:lnTo>
                  <a:lnTo>
                    <a:pt x="734092" y="2915"/>
                  </a:lnTo>
                  <a:lnTo>
                    <a:pt x="743268" y="2952"/>
                  </a:lnTo>
                  <a:lnTo>
                    <a:pt x="752444" y="2988"/>
                  </a:lnTo>
                  <a:lnTo>
                    <a:pt x="761620" y="3024"/>
                  </a:lnTo>
                  <a:lnTo>
                    <a:pt x="770796" y="3060"/>
                  </a:lnTo>
                  <a:lnTo>
                    <a:pt x="779972" y="3096"/>
                  </a:lnTo>
                  <a:lnTo>
                    <a:pt x="789148" y="3132"/>
                  </a:lnTo>
                  <a:lnTo>
                    <a:pt x="798325" y="3169"/>
                  </a:lnTo>
                  <a:lnTo>
                    <a:pt x="807501" y="3205"/>
                  </a:lnTo>
                  <a:lnTo>
                    <a:pt x="816677" y="3241"/>
                  </a:lnTo>
                  <a:lnTo>
                    <a:pt x="825853" y="3277"/>
                  </a:lnTo>
                  <a:lnTo>
                    <a:pt x="835029" y="3313"/>
                  </a:lnTo>
                  <a:lnTo>
                    <a:pt x="844205" y="3349"/>
                  </a:lnTo>
                  <a:lnTo>
                    <a:pt x="853382" y="3385"/>
                  </a:lnTo>
                  <a:lnTo>
                    <a:pt x="862558" y="3421"/>
                  </a:lnTo>
                  <a:lnTo>
                    <a:pt x="871734" y="3457"/>
                  </a:lnTo>
                  <a:lnTo>
                    <a:pt x="880910" y="3493"/>
                  </a:lnTo>
                  <a:lnTo>
                    <a:pt x="890086" y="3529"/>
                  </a:lnTo>
                  <a:lnTo>
                    <a:pt x="899262" y="3565"/>
                  </a:lnTo>
                  <a:lnTo>
                    <a:pt x="908438" y="3601"/>
                  </a:lnTo>
                  <a:lnTo>
                    <a:pt x="917615" y="3637"/>
                  </a:lnTo>
                  <a:lnTo>
                    <a:pt x="926791" y="3673"/>
                  </a:lnTo>
                  <a:lnTo>
                    <a:pt x="935967" y="3708"/>
                  </a:lnTo>
                  <a:lnTo>
                    <a:pt x="945143" y="3744"/>
                  </a:lnTo>
                  <a:lnTo>
                    <a:pt x="954319" y="3780"/>
                  </a:lnTo>
                  <a:lnTo>
                    <a:pt x="963495" y="3816"/>
                  </a:lnTo>
                  <a:lnTo>
                    <a:pt x="972672" y="3851"/>
                  </a:lnTo>
                  <a:lnTo>
                    <a:pt x="981848" y="3887"/>
                  </a:lnTo>
                  <a:lnTo>
                    <a:pt x="991024" y="3923"/>
                  </a:lnTo>
                  <a:lnTo>
                    <a:pt x="1000200" y="3958"/>
                  </a:lnTo>
                  <a:lnTo>
                    <a:pt x="1009376" y="3994"/>
                  </a:lnTo>
                  <a:lnTo>
                    <a:pt x="1018552" y="4029"/>
                  </a:lnTo>
                  <a:lnTo>
                    <a:pt x="1027728" y="4064"/>
                  </a:lnTo>
                  <a:lnTo>
                    <a:pt x="1036905" y="4100"/>
                  </a:lnTo>
                  <a:lnTo>
                    <a:pt x="1046081" y="4135"/>
                  </a:lnTo>
                  <a:lnTo>
                    <a:pt x="1055257" y="4170"/>
                  </a:lnTo>
                  <a:lnTo>
                    <a:pt x="1064433" y="4205"/>
                  </a:lnTo>
                  <a:lnTo>
                    <a:pt x="1073609" y="4240"/>
                  </a:lnTo>
                  <a:lnTo>
                    <a:pt x="1082785" y="4275"/>
                  </a:lnTo>
                  <a:lnTo>
                    <a:pt x="1091961" y="4310"/>
                  </a:lnTo>
                  <a:lnTo>
                    <a:pt x="1101138" y="4345"/>
                  </a:lnTo>
                  <a:lnTo>
                    <a:pt x="1110314" y="4380"/>
                  </a:lnTo>
                  <a:lnTo>
                    <a:pt x="1119490" y="4414"/>
                  </a:lnTo>
                  <a:lnTo>
                    <a:pt x="1128666" y="4448"/>
                  </a:lnTo>
                  <a:lnTo>
                    <a:pt x="1137842" y="4483"/>
                  </a:lnTo>
                  <a:lnTo>
                    <a:pt x="1147018" y="4517"/>
                  </a:lnTo>
                  <a:lnTo>
                    <a:pt x="1156195" y="4551"/>
                  </a:lnTo>
                  <a:lnTo>
                    <a:pt x="1165371" y="4584"/>
                  </a:lnTo>
                  <a:lnTo>
                    <a:pt x="1174547" y="4618"/>
                  </a:lnTo>
                  <a:lnTo>
                    <a:pt x="1183723" y="4651"/>
                  </a:lnTo>
                  <a:lnTo>
                    <a:pt x="1192899" y="4684"/>
                  </a:lnTo>
                  <a:lnTo>
                    <a:pt x="1202075" y="4717"/>
                  </a:lnTo>
                  <a:lnTo>
                    <a:pt x="1211251" y="4749"/>
                  </a:lnTo>
                  <a:lnTo>
                    <a:pt x="1220428" y="4781"/>
                  </a:lnTo>
                  <a:lnTo>
                    <a:pt x="1229604" y="4813"/>
                  </a:lnTo>
                  <a:lnTo>
                    <a:pt x="1238780" y="4844"/>
                  </a:lnTo>
                  <a:lnTo>
                    <a:pt x="1247956" y="4874"/>
                  </a:lnTo>
                  <a:lnTo>
                    <a:pt x="1257132" y="4904"/>
                  </a:lnTo>
                  <a:lnTo>
                    <a:pt x="1266308" y="4933"/>
                  </a:lnTo>
                  <a:lnTo>
                    <a:pt x="1275485" y="4962"/>
                  </a:lnTo>
                  <a:lnTo>
                    <a:pt x="1284661" y="4989"/>
                  </a:lnTo>
                  <a:lnTo>
                    <a:pt x="1293837" y="5015"/>
                  </a:lnTo>
                  <a:lnTo>
                    <a:pt x="1303013" y="5040"/>
                  </a:lnTo>
                  <a:lnTo>
                    <a:pt x="1312189" y="5063"/>
                  </a:lnTo>
                  <a:lnTo>
                    <a:pt x="1321365" y="5084"/>
                  </a:lnTo>
                  <a:lnTo>
                    <a:pt x="1330541" y="5103"/>
                  </a:lnTo>
                  <a:lnTo>
                    <a:pt x="1339718" y="5119"/>
                  </a:lnTo>
                  <a:lnTo>
                    <a:pt x="1348894" y="5131"/>
                  </a:lnTo>
                  <a:lnTo>
                    <a:pt x="1358070" y="5140"/>
                  </a:lnTo>
                  <a:lnTo>
                    <a:pt x="1367246" y="5143"/>
                  </a:lnTo>
                  <a:lnTo>
                    <a:pt x="1376422" y="5141"/>
                  </a:lnTo>
                  <a:lnTo>
                    <a:pt x="1385598" y="5131"/>
                  </a:lnTo>
                  <a:lnTo>
                    <a:pt x="1394774" y="5114"/>
                  </a:lnTo>
                  <a:lnTo>
                    <a:pt x="1403951" y="5089"/>
                  </a:lnTo>
                  <a:lnTo>
                    <a:pt x="1413127" y="5054"/>
                  </a:lnTo>
                  <a:lnTo>
                    <a:pt x="1422303" y="5009"/>
                  </a:lnTo>
                  <a:lnTo>
                    <a:pt x="1431479" y="4956"/>
                  </a:lnTo>
                  <a:lnTo>
                    <a:pt x="1440655" y="4895"/>
                  </a:lnTo>
                  <a:lnTo>
                    <a:pt x="1449831" y="4827"/>
                  </a:lnTo>
                  <a:lnTo>
                    <a:pt x="1459008" y="4752"/>
                  </a:lnTo>
                  <a:lnTo>
                    <a:pt x="1468184" y="4672"/>
                  </a:lnTo>
                  <a:lnTo>
                    <a:pt x="1477360" y="4587"/>
                  </a:lnTo>
                  <a:lnTo>
                    <a:pt x="1486536" y="4499"/>
                  </a:lnTo>
                  <a:lnTo>
                    <a:pt x="1495712" y="4408"/>
                  </a:lnTo>
                  <a:lnTo>
                    <a:pt x="1504888" y="4314"/>
                  </a:lnTo>
                  <a:lnTo>
                    <a:pt x="1514064" y="4218"/>
                  </a:lnTo>
                  <a:lnTo>
                    <a:pt x="1523241" y="4120"/>
                  </a:lnTo>
                  <a:lnTo>
                    <a:pt x="1532417" y="4021"/>
                  </a:lnTo>
                  <a:lnTo>
                    <a:pt x="1541593" y="3920"/>
                  </a:lnTo>
                  <a:lnTo>
                    <a:pt x="1550769" y="3818"/>
                  </a:lnTo>
                  <a:lnTo>
                    <a:pt x="1559945" y="3716"/>
                  </a:lnTo>
                  <a:lnTo>
                    <a:pt x="1569121" y="3613"/>
                  </a:lnTo>
                  <a:lnTo>
                    <a:pt x="1578297" y="3509"/>
                  </a:lnTo>
                  <a:lnTo>
                    <a:pt x="1587474" y="3404"/>
                  </a:lnTo>
                  <a:lnTo>
                    <a:pt x="1596650" y="3299"/>
                  </a:lnTo>
                  <a:lnTo>
                    <a:pt x="1605826" y="3193"/>
                  </a:lnTo>
                  <a:lnTo>
                    <a:pt x="1615002" y="3088"/>
                  </a:lnTo>
                  <a:lnTo>
                    <a:pt x="1624178" y="2981"/>
                  </a:lnTo>
                  <a:lnTo>
                    <a:pt x="1633354" y="2875"/>
                  </a:lnTo>
                  <a:lnTo>
                    <a:pt x="1642531" y="2768"/>
                  </a:lnTo>
                  <a:lnTo>
                    <a:pt x="1651707" y="2661"/>
                  </a:lnTo>
                  <a:lnTo>
                    <a:pt x="1660883" y="2553"/>
                  </a:lnTo>
                  <a:lnTo>
                    <a:pt x="1670059" y="2446"/>
                  </a:lnTo>
                  <a:lnTo>
                    <a:pt x="1679235" y="2338"/>
                  </a:lnTo>
                  <a:lnTo>
                    <a:pt x="1688411" y="2230"/>
                  </a:lnTo>
                  <a:lnTo>
                    <a:pt x="1697587" y="2122"/>
                  </a:lnTo>
                  <a:lnTo>
                    <a:pt x="1706764" y="2014"/>
                  </a:lnTo>
                  <a:lnTo>
                    <a:pt x="1715940" y="1906"/>
                  </a:lnTo>
                  <a:lnTo>
                    <a:pt x="1725116" y="1797"/>
                  </a:lnTo>
                  <a:lnTo>
                    <a:pt x="1734292" y="1689"/>
                  </a:lnTo>
                  <a:lnTo>
                    <a:pt x="1743468" y="1580"/>
                  </a:lnTo>
                  <a:lnTo>
                    <a:pt x="1752644" y="1472"/>
                  </a:lnTo>
                  <a:lnTo>
                    <a:pt x="1761821" y="1363"/>
                  </a:lnTo>
                  <a:lnTo>
                    <a:pt x="1770997" y="1254"/>
                  </a:lnTo>
                  <a:lnTo>
                    <a:pt x="1780173" y="1145"/>
                  </a:lnTo>
                  <a:lnTo>
                    <a:pt x="1789349" y="1036"/>
                  </a:lnTo>
                  <a:lnTo>
                    <a:pt x="1798525" y="927"/>
                  </a:lnTo>
                  <a:lnTo>
                    <a:pt x="1807701" y="818"/>
                  </a:lnTo>
                  <a:lnTo>
                    <a:pt x="1816877" y="709"/>
                  </a:lnTo>
                  <a:lnTo>
                    <a:pt x="1826054" y="599"/>
                  </a:lnTo>
                  <a:lnTo>
                    <a:pt x="1826054" y="7359"/>
                  </a:lnTo>
                  <a:lnTo>
                    <a:pt x="1816877" y="7323"/>
                  </a:lnTo>
                  <a:lnTo>
                    <a:pt x="1807701" y="7288"/>
                  </a:lnTo>
                  <a:lnTo>
                    <a:pt x="1798525" y="7253"/>
                  </a:lnTo>
                  <a:lnTo>
                    <a:pt x="1789349" y="7217"/>
                  </a:lnTo>
                  <a:lnTo>
                    <a:pt x="1780173" y="7182"/>
                  </a:lnTo>
                  <a:lnTo>
                    <a:pt x="1770997" y="7147"/>
                  </a:lnTo>
                  <a:lnTo>
                    <a:pt x="1761821" y="7111"/>
                  </a:lnTo>
                  <a:lnTo>
                    <a:pt x="1752644" y="7076"/>
                  </a:lnTo>
                  <a:lnTo>
                    <a:pt x="1743468" y="7041"/>
                  </a:lnTo>
                  <a:lnTo>
                    <a:pt x="1734292" y="7006"/>
                  </a:lnTo>
                  <a:lnTo>
                    <a:pt x="1725116" y="6972"/>
                  </a:lnTo>
                  <a:lnTo>
                    <a:pt x="1715940" y="6937"/>
                  </a:lnTo>
                  <a:lnTo>
                    <a:pt x="1706764" y="6902"/>
                  </a:lnTo>
                  <a:lnTo>
                    <a:pt x="1697587" y="6868"/>
                  </a:lnTo>
                  <a:lnTo>
                    <a:pt x="1688411" y="6834"/>
                  </a:lnTo>
                  <a:lnTo>
                    <a:pt x="1679235" y="6799"/>
                  </a:lnTo>
                  <a:lnTo>
                    <a:pt x="1670059" y="6765"/>
                  </a:lnTo>
                  <a:lnTo>
                    <a:pt x="1660883" y="6732"/>
                  </a:lnTo>
                  <a:lnTo>
                    <a:pt x="1651707" y="6698"/>
                  </a:lnTo>
                  <a:lnTo>
                    <a:pt x="1642531" y="6665"/>
                  </a:lnTo>
                  <a:lnTo>
                    <a:pt x="1633354" y="6631"/>
                  </a:lnTo>
                  <a:lnTo>
                    <a:pt x="1624178" y="6599"/>
                  </a:lnTo>
                  <a:lnTo>
                    <a:pt x="1615002" y="6566"/>
                  </a:lnTo>
                  <a:lnTo>
                    <a:pt x="1605826" y="6534"/>
                  </a:lnTo>
                  <a:lnTo>
                    <a:pt x="1596650" y="6502"/>
                  </a:lnTo>
                  <a:lnTo>
                    <a:pt x="1587474" y="6471"/>
                  </a:lnTo>
                  <a:lnTo>
                    <a:pt x="1578297" y="6440"/>
                  </a:lnTo>
                  <a:lnTo>
                    <a:pt x="1569121" y="6410"/>
                  </a:lnTo>
                  <a:lnTo>
                    <a:pt x="1559945" y="6380"/>
                  </a:lnTo>
                  <a:lnTo>
                    <a:pt x="1550769" y="6351"/>
                  </a:lnTo>
                  <a:lnTo>
                    <a:pt x="1541593" y="6323"/>
                  </a:lnTo>
                  <a:lnTo>
                    <a:pt x="1532417" y="6296"/>
                  </a:lnTo>
                  <a:lnTo>
                    <a:pt x="1523241" y="6271"/>
                  </a:lnTo>
                  <a:lnTo>
                    <a:pt x="1514064" y="6247"/>
                  </a:lnTo>
                  <a:lnTo>
                    <a:pt x="1504888" y="6224"/>
                  </a:lnTo>
                  <a:lnTo>
                    <a:pt x="1495712" y="6204"/>
                  </a:lnTo>
                  <a:lnTo>
                    <a:pt x="1486536" y="6186"/>
                  </a:lnTo>
                  <a:lnTo>
                    <a:pt x="1477360" y="6172"/>
                  </a:lnTo>
                  <a:lnTo>
                    <a:pt x="1468184" y="6161"/>
                  </a:lnTo>
                  <a:lnTo>
                    <a:pt x="1459008" y="6155"/>
                  </a:lnTo>
                  <a:lnTo>
                    <a:pt x="1449831" y="6153"/>
                  </a:lnTo>
                  <a:lnTo>
                    <a:pt x="1440655" y="6159"/>
                  </a:lnTo>
                  <a:lnTo>
                    <a:pt x="1431479" y="6171"/>
                  </a:lnTo>
                  <a:lnTo>
                    <a:pt x="1422303" y="6192"/>
                  </a:lnTo>
                  <a:lnTo>
                    <a:pt x="1413127" y="6222"/>
                  </a:lnTo>
                  <a:lnTo>
                    <a:pt x="1403951" y="6260"/>
                  </a:lnTo>
                  <a:lnTo>
                    <a:pt x="1394774" y="6308"/>
                  </a:lnTo>
                  <a:lnTo>
                    <a:pt x="1385598" y="6365"/>
                  </a:lnTo>
                  <a:lnTo>
                    <a:pt x="1376422" y="6429"/>
                  </a:lnTo>
                  <a:lnTo>
                    <a:pt x="1367246" y="6500"/>
                  </a:lnTo>
                  <a:lnTo>
                    <a:pt x="1358070" y="6577"/>
                  </a:lnTo>
                  <a:lnTo>
                    <a:pt x="1348894" y="6660"/>
                  </a:lnTo>
                  <a:lnTo>
                    <a:pt x="1339718" y="6746"/>
                  </a:lnTo>
                  <a:lnTo>
                    <a:pt x="1330541" y="6836"/>
                  </a:lnTo>
                  <a:lnTo>
                    <a:pt x="1321365" y="6928"/>
                  </a:lnTo>
                  <a:lnTo>
                    <a:pt x="1312189" y="7023"/>
                  </a:lnTo>
                  <a:lnTo>
                    <a:pt x="1303013" y="7120"/>
                  </a:lnTo>
                  <a:lnTo>
                    <a:pt x="1293837" y="7218"/>
                  </a:lnTo>
                  <a:lnTo>
                    <a:pt x="1284661" y="7318"/>
                  </a:lnTo>
                  <a:lnTo>
                    <a:pt x="1275485" y="7419"/>
                  </a:lnTo>
                  <a:lnTo>
                    <a:pt x="1266308" y="7521"/>
                  </a:lnTo>
                  <a:lnTo>
                    <a:pt x="1257132" y="7624"/>
                  </a:lnTo>
                  <a:lnTo>
                    <a:pt x="1247956" y="7727"/>
                  </a:lnTo>
                  <a:lnTo>
                    <a:pt x="1238780" y="7832"/>
                  </a:lnTo>
                  <a:lnTo>
                    <a:pt x="1229604" y="7936"/>
                  </a:lnTo>
                  <a:lnTo>
                    <a:pt x="1220428" y="8042"/>
                  </a:lnTo>
                  <a:lnTo>
                    <a:pt x="1211251" y="8147"/>
                  </a:lnTo>
                  <a:lnTo>
                    <a:pt x="1202075" y="8254"/>
                  </a:lnTo>
                  <a:lnTo>
                    <a:pt x="1192899" y="8360"/>
                  </a:lnTo>
                  <a:lnTo>
                    <a:pt x="1183723" y="8467"/>
                  </a:lnTo>
                  <a:lnTo>
                    <a:pt x="1174547" y="8574"/>
                  </a:lnTo>
                  <a:lnTo>
                    <a:pt x="1165371" y="8681"/>
                  </a:lnTo>
                  <a:lnTo>
                    <a:pt x="1156195" y="8788"/>
                  </a:lnTo>
                  <a:lnTo>
                    <a:pt x="1147018" y="8896"/>
                  </a:lnTo>
                  <a:lnTo>
                    <a:pt x="1137842" y="9004"/>
                  </a:lnTo>
                  <a:lnTo>
                    <a:pt x="1128666" y="9112"/>
                  </a:lnTo>
                  <a:lnTo>
                    <a:pt x="1119490" y="9220"/>
                  </a:lnTo>
                  <a:lnTo>
                    <a:pt x="1110314" y="9328"/>
                  </a:lnTo>
                  <a:lnTo>
                    <a:pt x="1101138" y="9436"/>
                  </a:lnTo>
                  <a:lnTo>
                    <a:pt x="1091961" y="9545"/>
                  </a:lnTo>
                  <a:lnTo>
                    <a:pt x="1082785" y="9653"/>
                  </a:lnTo>
                  <a:lnTo>
                    <a:pt x="1073609" y="9762"/>
                  </a:lnTo>
                  <a:lnTo>
                    <a:pt x="1064433" y="9871"/>
                  </a:lnTo>
                  <a:lnTo>
                    <a:pt x="1055257" y="9979"/>
                  </a:lnTo>
                  <a:lnTo>
                    <a:pt x="1046081" y="10088"/>
                  </a:lnTo>
                  <a:lnTo>
                    <a:pt x="1036905" y="10197"/>
                  </a:lnTo>
                  <a:lnTo>
                    <a:pt x="1027728" y="10306"/>
                  </a:lnTo>
                  <a:lnTo>
                    <a:pt x="1018552" y="10415"/>
                  </a:lnTo>
                  <a:lnTo>
                    <a:pt x="1009376" y="10525"/>
                  </a:lnTo>
                  <a:lnTo>
                    <a:pt x="1000200" y="10634"/>
                  </a:lnTo>
                  <a:lnTo>
                    <a:pt x="991024" y="10743"/>
                  </a:lnTo>
                  <a:lnTo>
                    <a:pt x="981848" y="10852"/>
                  </a:lnTo>
                  <a:lnTo>
                    <a:pt x="972672" y="10962"/>
                  </a:lnTo>
                  <a:lnTo>
                    <a:pt x="963495" y="11071"/>
                  </a:lnTo>
                  <a:lnTo>
                    <a:pt x="954319" y="11180"/>
                  </a:lnTo>
                  <a:lnTo>
                    <a:pt x="945143" y="11290"/>
                  </a:lnTo>
                  <a:lnTo>
                    <a:pt x="935967" y="11399"/>
                  </a:lnTo>
                  <a:lnTo>
                    <a:pt x="926791" y="11509"/>
                  </a:lnTo>
                  <a:lnTo>
                    <a:pt x="917615" y="11618"/>
                  </a:lnTo>
                  <a:lnTo>
                    <a:pt x="908438" y="11728"/>
                  </a:lnTo>
                  <a:lnTo>
                    <a:pt x="899262" y="11838"/>
                  </a:lnTo>
                  <a:lnTo>
                    <a:pt x="890086" y="11947"/>
                  </a:lnTo>
                  <a:lnTo>
                    <a:pt x="880910" y="12057"/>
                  </a:lnTo>
                  <a:lnTo>
                    <a:pt x="871734" y="12167"/>
                  </a:lnTo>
                  <a:lnTo>
                    <a:pt x="862558" y="12276"/>
                  </a:lnTo>
                  <a:lnTo>
                    <a:pt x="853382" y="12386"/>
                  </a:lnTo>
                  <a:lnTo>
                    <a:pt x="844205" y="12496"/>
                  </a:lnTo>
                  <a:lnTo>
                    <a:pt x="835029" y="12606"/>
                  </a:lnTo>
                  <a:lnTo>
                    <a:pt x="825853" y="12715"/>
                  </a:lnTo>
                  <a:lnTo>
                    <a:pt x="816677" y="12825"/>
                  </a:lnTo>
                  <a:lnTo>
                    <a:pt x="807501" y="12935"/>
                  </a:lnTo>
                  <a:lnTo>
                    <a:pt x="798325" y="13045"/>
                  </a:lnTo>
                  <a:lnTo>
                    <a:pt x="789148" y="13155"/>
                  </a:lnTo>
                  <a:lnTo>
                    <a:pt x="779972" y="13264"/>
                  </a:lnTo>
                  <a:lnTo>
                    <a:pt x="770796" y="13374"/>
                  </a:lnTo>
                  <a:lnTo>
                    <a:pt x="761620" y="13484"/>
                  </a:lnTo>
                  <a:lnTo>
                    <a:pt x="752444" y="13594"/>
                  </a:lnTo>
                  <a:lnTo>
                    <a:pt x="743268" y="13704"/>
                  </a:lnTo>
                  <a:lnTo>
                    <a:pt x="734092" y="13814"/>
                  </a:lnTo>
                  <a:lnTo>
                    <a:pt x="724915" y="13924"/>
                  </a:lnTo>
                  <a:lnTo>
                    <a:pt x="715739" y="14034"/>
                  </a:lnTo>
                  <a:lnTo>
                    <a:pt x="706563" y="14144"/>
                  </a:lnTo>
                  <a:lnTo>
                    <a:pt x="697387" y="14254"/>
                  </a:lnTo>
                  <a:lnTo>
                    <a:pt x="688211" y="14364"/>
                  </a:lnTo>
                  <a:lnTo>
                    <a:pt x="679035" y="14474"/>
                  </a:lnTo>
                  <a:lnTo>
                    <a:pt x="669859" y="14584"/>
                  </a:lnTo>
                  <a:lnTo>
                    <a:pt x="660682" y="14694"/>
                  </a:lnTo>
                  <a:lnTo>
                    <a:pt x="651506" y="14804"/>
                  </a:lnTo>
                  <a:lnTo>
                    <a:pt x="642330" y="14914"/>
                  </a:lnTo>
                  <a:lnTo>
                    <a:pt x="633154" y="15024"/>
                  </a:lnTo>
                  <a:lnTo>
                    <a:pt x="623978" y="15134"/>
                  </a:lnTo>
                  <a:lnTo>
                    <a:pt x="614802" y="15244"/>
                  </a:lnTo>
                  <a:lnTo>
                    <a:pt x="605625" y="15354"/>
                  </a:lnTo>
                  <a:lnTo>
                    <a:pt x="596449" y="15464"/>
                  </a:lnTo>
                  <a:lnTo>
                    <a:pt x="587273" y="15574"/>
                  </a:lnTo>
                  <a:lnTo>
                    <a:pt x="578097" y="15684"/>
                  </a:lnTo>
                  <a:lnTo>
                    <a:pt x="568921" y="15794"/>
                  </a:lnTo>
                  <a:lnTo>
                    <a:pt x="559745" y="15904"/>
                  </a:lnTo>
                  <a:lnTo>
                    <a:pt x="550569" y="16014"/>
                  </a:lnTo>
                  <a:lnTo>
                    <a:pt x="541392" y="16125"/>
                  </a:lnTo>
                  <a:lnTo>
                    <a:pt x="532216" y="16235"/>
                  </a:lnTo>
                  <a:lnTo>
                    <a:pt x="523040" y="16345"/>
                  </a:lnTo>
                  <a:lnTo>
                    <a:pt x="513864" y="16455"/>
                  </a:lnTo>
                  <a:lnTo>
                    <a:pt x="504688" y="16565"/>
                  </a:lnTo>
                  <a:lnTo>
                    <a:pt x="495512" y="16675"/>
                  </a:lnTo>
                  <a:lnTo>
                    <a:pt x="486336" y="16785"/>
                  </a:lnTo>
                  <a:lnTo>
                    <a:pt x="477159" y="16895"/>
                  </a:lnTo>
                  <a:lnTo>
                    <a:pt x="467983" y="17005"/>
                  </a:lnTo>
                  <a:lnTo>
                    <a:pt x="458807" y="17116"/>
                  </a:lnTo>
                  <a:lnTo>
                    <a:pt x="449631" y="17226"/>
                  </a:lnTo>
                  <a:lnTo>
                    <a:pt x="440455" y="17336"/>
                  </a:lnTo>
                  <a:lnTo>
                    <a:pt x="431279" y="17446"/>
                  </a:lnTo>
                  <a:lnTo>
                    <a:pt x="422102" y="17556"/>
                  </a:lnTo>
                  <a:lnTo>
                    <a:pt x="412926" y="17666"/>
                  </a:lnTo>
                  <a:lnTo>
                    <a:pt x="403750" y="17777"/>
                  </a:lnTo>
                  <a:lnTo>
                    <a:pt x="394574" y="17887"/>
                  </a:lnTo>
                  <a:lnTo>
                    <a:pt x="385398" y="17997"/>
                  </a:lnTo>
                  <a:lnTo>
                    <a:pt x="376222" y="18107"/>
                  </a:lnTo>
                  <a:lnTo>
                    <a:pt x="367046" y="18217"/>
                  </a:lnTo>
                  <a:lnTo>
                    <a:pt x="357869" y="18327"/>
                  </a:lnTo>
                  <a:lnTo>
                    <a:pt x="348693" y="18438"/>
                  </a:lnTo>
                  <a:lnTo>
                    <a:pt x="339517" y="18548"/>
                  </a:lnTo>
                  <a:lnTo>
                    <a:pt x="330341" y="18658"/>
                  </a:lnTo>
                  <a:lnTo>
                    <a:pt x="321165" y="18768"/>
                  </a:lnTo>
                  <a:lnTo>
                    <a:pt x="311989" y="18878"/>
                  </a:lnTo>
                  <a:lnTo>
                    <a:pt x="302812" y="18989"/>
                  </a:lnTo>
                  <a:lnTo>
                    <a:pt x="293636" y="19099"/>
                  </a:lnTo>
                  <a:lnTo>
                    <a:pt x="284460" y="19209"/>
                  </a:lnTo>
                  <a:lnTo>
                    <a:pt x="275284" y="19319"/>
                  </a:lnTo>
                  <a:lnTo>
                    <a:pt x="266108" y="19429"/>
                  </a:lnTo>
                  <a:lnTo>
                    <a:pt x="256932" y="19540"/>
                  </a:lnTo>
                  <a:lnTo>
                    <a:pt x="247756" y="19650"/>
                  </a:lnTo>
                  <a:lnTo>
                    <a:pt x="238579" y="19760"/>
                  </a:lnTo>
                  <a:lnTo>
                    <a:pt x="229403" y="19870"/>
                  </a:lnTo>
                  <a:lnTo>
                    <a:pt x="220227" y="19980"/>
                  </a:lnTo>
                  <a:lnTo>
                    <a:pt x="211051" y="20091"/>
                  </a:lnTo>
                  <a:lnTo>
                    <a:pt x="201875" y="20201"/>
                  </a:lnTo>
                  <a:lnTo>
                    <a:pt x="192699" y="20311"/>
                  </a:lnTo>
                  <a:lnTo>
                    <a:pt x="183523" y="20421"/>
                  </a:lnTo>
                  <a:lnTo>
                    <a:pt x="174346" y="20532"/>
                  </a:lnTo>
                  <a:lnTo>
                    <a:pt x="165170" y="20642"/>
                  </a:lnTo>
                  <a:lnTo>
                    <a:pt x="155994" y="20752"/>
                  </a:lnTo>
                  <a:lnTo>
                    <a:pt x="146818" y="20862"/>
                  </a:lnTo>
                  <a:lnTo>
                    <a:pt x="137642" y="20973"/>
                  </a:lnTo>
                  <a:lnTo>
                    <a:pt x="128466" y="21083"/>
                  </a:lnTo>
                  <a:lnTo>
                    <a:pt x="119289" y="21193"/>
                  </a:lnTo>
                  <a:lnTo>
                    <a:pt x="110113" y="21303"/>
                  </a:lnTo>
                  <a:lnTo>
                    <a:pt x="100937" y="21413"/>
                  </a:lnTo>
                  <a:lnTo>
                    <a:pt x="91761" y="21524"/>
                  </a:lnTo>
                  <a:lnTo>
                    <a:pt x="82585" y="21634"/>
                  </a:lnTo>
                  <a:lnTo>
                    <a:pt x="73409" y="21744"/>
                  </a:lnTo>
                  <a:lnTo>
                    <a:pt x="64233" y="21854"/>
                  </a:lnTo>
                  <a:lnTo>
                    <a:pt x="55056" y="21965"/>
                  </a:lnTo>
                  <a:lnTo>
                    <a:pt x="45880" y="22075"/>
                  </a:lnTo>
                  <a:lnTo>
                    <a:pt x="36704" y="22185"/>
                  </a:lnTo>
                  <a:lnTo>
                    <a:pt x="27528" y="22295"/>
                  </a:lnTo>
                  <a:lnTo>
                    <a:pt x="18352" y="22406"/>
                  </a:lnTo>
                  <a:lnTo>
                    <a:pt x="9176" y="22516"/>
                  </a:lnTo>
                  <a:lnTo>
                    <a:pt x="0" y="22626"/>
                  </a:lnTo>
                  <a:close/>
                </a:path>
              </a:pathLst>
            </a:custGeom>
            <a:solidFill>
              <a:srgbClr val="3288B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70566" y="3578337"/>
              <a:ext cx="1826054" cy="5143"/>
            </a:xfrm>
            <a:custGeom>
              <a:avLst/>
              <a:pathLst>
                <a:path w="1826054" h="5143">
                  <a:moveTo>
                    <a:pt x="0" y="0"/>
                  </a:moveTo>
                  <a:lnTo>
                    <a:pt x="9176" y="36"/>
                  </a:lnTo>
                  <a:lnTo>
                    <a:pt x="18352" y="73"/>
                  </a:lnTo>
                  <a:lnTo>
                    <a:pt x="27528" y="109"/>
                  </a:lnTo>
                  <a:lnTo>
                    <a:pt x="36704" y="146"/>
                  </a:lnTo>
                  <a:lnTo>
                    <a:pt x="45880" y="182"/>
                  </a:lnTo>
                  <a:lnTo>
                    <a:pt x="55056" y="219"/>
                  </a:lnTo>
                  <a:lnTo>
                    <a:pt x="64233" y="255"/>
                  </a:lnTo>
                  <a:lnTo>
                    <a:pt x="73409" y="292"/>
                  </a:lnTo>
                  <a:lnTo>
                    <a:pt x="82585" y="328"/>
                  </a:lnTo>
                  <a:lnTo>
                    <a:pt x="91761" y="365"/>
                  </a:lnTo>
                  <a:lnTo>
                    <a:pt x="100937" y="402"/>
                  </a:lnTo>
                  <a:lnTo>
                    <a:pt x="110113" y="438"/>
                  </a:lnTo>
                  <a:lnTo>
                    <a:pt x="119289" y="475"/>
                  </a:lnTo>
                  <a:lnTo>
                    <a:pt x="128466" y="511"/>
                  </a:lnTo>
                  <a:lnTo>
                    <a:pt x="137642" y="548"/>
                  </a:lnTo>
                  <a:lnTo>
                    <a:pt x="146818" y="584"/>
                  </a:lnTo>
                  <a:lnTo>
                    <a:pt x="155994" y="621"/>
                  </a:lnTo>
                  <a:lnTo>
                    <a:pt x="165170" y="657"/>
                  </a:lnTo>
                  <a:lnTo>
                    <a:pt x="174346" y="694"/>
                  </a:lnTo>
                  <a:lnTo>
                    <a:pt x="183523" y="730"/>
                  </a:lnTo>
                  <a:lnTo>
                    <a:pt x="192699" y="767"/>
                  </a:lnTo>
                  <a:lnTo>
                    <a:pt x="201875" y="803"/>
                  </a:lnTo>
                  <a:lnTo>
                    <a:pt x="211051" y="840"/>
                  </a:lnTo>
                  <a:lnTo>
                    <a:pt x="220227" y="876"/>
                  </a:lnTo>
                  <a:lnTo>
                    <a:pt x="229403" y="913"/>
                  </a:lnTo>
                  <a:lnTo>
                    <a:pt x="238579" y="949"/>
                  </a:lnTo>
                  <a:lnTo>
                    <a:pt x="247756" y="986"/>
                  </a:lnTo>
                  <a:lnTo>
                    <a:pt x="256932" y="1022"/>
                  </a:lnTo>
                  <a:lnTo>
                    <a:pt x="266108" y="1059"/>
                  </a:lnTo>
                  <a:lnTo>
                    <a:pt x="275284" y="1095"/>
                  </a:lnTo>
                  <a:lnTo>
                    <a:pt x="284460" y="1132"/>
                  </a:lnTo>
                  <a:lnTo>
                    <a:pt x="293636" y="1168"/>
                  </a:lnTo>
                  <a:lnTo>
                    <a:pt x="302812" y="1205"/>
                  </a:lnTo>
                  <a:lnTo>
                    <a:pt x="311989" y="1241"/>
                  </a:lnTo>
                  <a:lnTo>
                    <a:pt x="321165" y="1278"/>
                  </a:lnTo>
                  <a:lnTo>
                    <a:pt x="330341" y="1314"/>
                  </a:lnTo>
                  <a:lnTo>
                    <a:pt x="339517" y="1351"/>
                  </a:lnTo>
                  <a:lnTo>
                    <a:pt x="348693" y="1387"/>
                  </a:lnTo>
                  <a:lnTo>
                    <a:pt x="357869" y="1424"/>
                  </a:lnTo>
                  <a:lnTo>
                    <a:pt x="367046" y="1460"/>
                  </a:lnTo>
                  <a:lnTo>
                    <a:pt x="376222" y="1497"/>
                  </a:lnTo>
                  <a:lnTo>
                    <a:pt x="385398" y="1533"/>
                  </a:lnTo>
                  <a:lnTo>
                    <a:pt x="394574" y="1570"/>
                  </a:lnTo>
                  <a:lnTo>
                    <a:pt x="403750" y="1606"/>
                  </a:lnTo>
                  <a:lnTo>
                    <a:pt x="412926" y="1643"/>
                  </a:lnTo>
                  <a:lnTo>
                    <a:pt x="422102" y="1679"/>
                  </a:lnTo>
                  <a:lnTo>
                    <a:pt x="431279" y="1715"/>
                  </a:lnTo>
                  <a:lnTo>
                    <a:pt x="440455" y="1752"/>
                  </a:lnTo>
                  <a:lnTo>
                    <a:pt x="449631" y="1788"/>
                  </a:lnTo>
                  <a:lnTo>
                    <a:pt x="458807" y="1825"/>
                  </a:lnTo>
                  <a:lnTo>
                    <a:pt x="467983" y="1861"/>
                  </a:lnTo>
                  <a:lnTo>
                    <a:pt x="477159" y="1898"/>
                  </a:lnTo>
                  <a:lnTo>
                    <a:pt x="486336" y="1934"/>
                  </a:lnTo>
                  <a:lnTo>
                    <a:pt x="495512" y="1971"/>
                  </a:lnTo>
                  <a:lnTo>
                    <a:pt x="504688" y="2007"/>
                  </a:lnTo>
                  <a:lnTo>
                    <a:pt x="513864" y="2043"/>
                  </a:lnTo>
                  <a:lnTo>
                    <a:pt x="523040" y="2080"/>
                  </a:lnTo>
                  <a:lnTo>
                    <a:pt x="532216" y="2116"/>
                  </a:lnTo>
                  <a:lnTo>
                    <a:pt x="541392" y="2153"/>
                  </a:lnTo>
                  <a:lnTo>
                    <a:pt x="550569" y="2189"/>
                  </a:lnTo>
                  <a:lnTo>
                    <a:pt x="559745" y="2225"/>
                  </a:lnTo>
                  <a:lnTo>
                    <a:pt x="568921" y="2262"/>
                  </a:lnTo>
                  <a:lnTo>
                    <a:pt x="578097" y="2298"/>
                  </a:lnTo>
                  <a:lnTo>
                    <a:pt x="587273" y="2334"/>
                  </a:lnTo>
                  <a:lnTo>
                    <a:pt x="596449" y="2371"/>
                  </a:lnTo>
                  <a:lnTo>
                    <a:pt x="605625" y="2407"/>
                  </a:lnTo>
                  <a:lnTo>
                    <a:pt x="614802" y="2444"/>
                  </a:lnTo>
                  <a:lnTo>
                    <a:pt x="623978" y="2480"/>
                  </a:lnTo>
                  <a:lnTo>
                    <a:pt x="633154" y="2516"/>
                  </a:lnTo>
                  <a:lnTo>
                    <a:pt x="642330" y="2553"/>
                  </a:lnTo>
                  <a:lnTo>
                    <a:pt x="651506" y="2589"/>
                  </a:lnTo>
                  <a:lnTo>
                    <a:pt x="660682" y="2625"/>
                  </a:lnTo>
                  <a:lnTo>
                    <a:pt x="669859" y="2661"/>
                  </a:lnTo>
                  <a:lnTo>
                    <a:pt x="679035" y="2698"/>
                  </a:lnTo>
                  <a:lnTo>
                    <a:pt x="688211" y="2734"/>
                  </a:lnTo>
                  <a:lnTo>
                    <a:pt x="697387" y="2770"/>
                  </a:lnTo>
                  <a:lnTo>
                    <a:pt x="706563" y="2807"/>
                  </a:lnTo>
                  <a:lnTo>
                    <a:pt x="715739" y="2843"/>
                  </a:lnTo>
                  <a:lnTo>
                    <a:pt x="724915" y="2879"/>
                  </a:lnTo>
                  <a:lnTo>
                    <a:pt x="734092" y="2915"/>
                  </a:lnTo>
                  <a:lnTo>
                    <a:pt x="743268" y="2952"/>
                  </a:lnTo>
                  <a:lnTo>
                    <a:pt x="752444" y="2988"/>
                  </a:lnTo>
                  <a:lnTo>
                    <a:pt x="761620" y="3024"/>
                  </a:lnTo>
                  <a:lnTo>
                    <a:pt x="770796" y="3060"/>
                  </a:lnTo>
                  <a:lnTo>
                    <a:pt x="779972" y="3096"/>
                  </a:lnTo>
                  <a:lnTo>
                    <a:pt x="789148" y="3132"/>
                  </a:lnTo>
                  <a:lnTo>
                    <a:pt x="798325" y="3169"/>
                  </a:lnTo>
                  <a:lnTo>
                    <a:pt x="807501" y="3205"/>
                  </a:lnTo>
                  <a:lnTo>
                    <a:pt x="816677" y="3241"/>
                  </a:lnTo>
                  <a:lnTo>
                    <a:pt x="825853" y="3277"/>
                  </a:lnTo>
                  <a:lnTo>
                    <a:pt x="835029" y="3313"/>
                  </a:lnTo>
                  <a:lnTo>
                    <a:pt x="844205" y="3349"/>
                  </a:lnTo>
                  <a:lnTo>
                    <a:pt x="853382" y="3385"/>
                  </a:lnTo>
                  <a:lnTo>
                    <a:pt x="862558" y="3421"/>
                  </a:lnTo>
                  <a:lnTo>
                    <a:pt x="871734" y="3457"/>
                  </a:lnTo>
                  <a:lnTo>
                    <a:pt x="880910" y="3493"/>
                  </a:lnTo>
                  <a:lnTo>
                    <a:pt x="890086" y="3529"/>
                  </a:lnTo>
                  <a:lnTo>
                    <a:pt x="899262" y="3565"/>
                  </a:lnTo>
                  <a:lnTo>
                    <a:pt x="908438" y="3601"/>
                  </a:lnTo>
                  <a:lnTo>
                    <a:pt x="917615" y="3637"/>
                  </a:lnTo>
                  <a:lnTo>
                    <a:pt x="926791" y="3673"/>
                  </a:lnTo>
                  <a:lnTo>
                    <a:pt x="935967" y="3708"/>
                  </a:lnTo>
                  <a:lnTo>
                    <a:pt x="945143" y="3744"/>
                  </a:lnTo>
                  <a:lnTo>
                    <a:pt x="954319" y="3780"/>
                  </a:lnTo>
                  <a:lnTo>
                    <a:pt x="963495" y="3816"/>
                  </a:lnTo>
                  <a:lnTo>
                    <a:pt x="972672" y="3851"/>
                  </a:lnTo>
                  <a:lnTo>
                    <a:pt x="981848" y="3887"/>
                  </a:lnTo>
                  <a:lnTo>
                    <a:pt x="991024" y="3923"/>
                  </a:lnTo>
                  <a:lnTo>
                    <a:pt x="1000200" y="3958"/>
                  </a:lnTo>
                  <a:lnTo>
                    <a:pt x="1009376" y="3994"/>
                  </a:lnTo>
                  <a:lnTo>
                    <a:pt x="1018552" y="4029"/>
                  </a:lnTo>
                  <a:lnTo>
                    <a:pt x="1027728" y="4064"/>
                  </a:lnTo>
                  <a:lnTo>
                    <a:pt x="1036905" y="4100"/>
                  </a:lnTo>
                  <a:lnTo>
                    <a:pt x="1046081" y="4135"/>
                  </a:lnTo>
                  <a:lnTo>
                    <a:pt x="1055257" y="4170"/>
                  </a:lnTo>
                  <a:lnTo>
                    <a:pt x="1064433" y="4205"/>
                  </a:lnTo>
                  <a:lnTo>
                    <a:pt x="1073609" y="4240"/>
                  </a:lnTo>
                  <a:lnTo>
                    <a:pt x="1082785" y="4275"/>
                  </a:lnTo>
                  <a:lnTo>
                    <a:pt x="1091961" y="4310"/>
                  </a:lnTo>
                  <a:lnTo>
                    <a:pt x="1101138" y="4345"/>
                  </a:lnTo>
                  <a:lnTo>
                    <a:pt x="1110314" y="4380"/>
                  </a:lnTo>
                  <a:lnTo>
                    <a:pt x="1119490" y="4414"/>
                  </a:lnTo>
                  <a:lnTo>
                    <a:pt x="1128666" y="4448"/>
                  </a:lnTo>
                  <a:lnTo>
                    <a:pt x="1137842" y="4483"/>
                  </a:lnTo>
                  <a:lnTo>
                    <a:pt x="1147018" y="4517"/>
                  </a:lnTo>
                  <a:lnTo>
                    <a:pt x="1156195" y="4551"/>
                  </a:lnTo>
                  <a:lnTo>
                    <a:pt x="1165371" y="4584"/>
                  </a:lnTo>
                  <a:lnTo>
                    <a:pt x="1174547" y="4618"/>
                  </a:lnTo>
                  <a:lnTo>
                    <a:pt x="1183723" y="4651"/>
                  </a:lnTo>
                  <a:lnTo>
                    <a:pt x="1192899" y="4684"/>
                  </a:lnTo>
                  <a:lnTo>
                    <a:pt x="1202075" y="4717"/>
                  </a:lnTo>
                  <a:lnTo>
                    <a:pt x="1211251" y="4749"/>
                  </a:lnTo>
                  <a:lnTo>
                    <a:pt x="1220428" y="4781"/>
                  </a:lnTo>
                  <a:lnTo>
                    <a:pt x="1229604" y="4813"/>
                  </a:lnTo>
                  <a:lnTo>
                    <a:pt x="1238780" y="4844"/>
                  </a:lnTo>
                  <a:lnTo>
                    <a:pt x="1247956" y="4874"/>
                  </a:lnTo>
                  <a:lnTo>
                    <a:pt x="1257132" y="4904"/>
                  </a:lnTo>
                  <a:lnTo>
                    <a:pt x="1266308" y="4933"/>
                  </a:lnTo>
                  <a:lnTo>
                    <a:pt x="1275485" y="4962"/>
                  </a:lnTo>
                  <a:lnTo>
                    <a:pt x="1284661" y="4989"/>
                  </a:lnTo>
                  <a:lnTo>
                    <a:pt x="1293837" y="5015"/>
                  </a:lnTo>
                  <a:lnTo>
                    <a:pt x="1303013" y="5040"/>
                  </a:lnTo>
                  <a:lnTo>
                    <a:pt x="1312189" y="5063"/>
                  </a:lnTo>
                  <a:lnTo>
                    <a:pt x="1321365" y="5084"/>
                  </a:lnTo>
                  <a:lnTo>
                    <a:pt x="1330541" y="5103"/>
                  </a:lnTo>
                  <a:lnTo>
                    <a:pt x="1339718" y="5119"/>
                  </a:lnTo>
                  <a:lnTo>
                    <a:pt x="1348894" y="5131"/>
                  </a:lnTo>
                  <a:lnTo>
                    <a:pt x="1358070" y="5140"/>
                  </a:lnTo>
                  <a:lnTo>
                    <a:pt x="1367246" y="5143"/>
                  </a:lnTo>
                  <a:lnTo>
                    <a:pt x="1376422" y="5141"/>
                  </a:lnTo>
                  <a:lnTo>
                    <a:pt x="1385598" y="5131"/>
                  </a:lnTo>
                  <a:lnTo>
                    <a:pt x="1394774" y="5114"/>
                  </a:lnTo>
                  <a:lnTo>
                    <a:pt x="1403951" y="5089"/>
                  </a:lnTo>
                  <a:lnTo>
                    <a:pt x="1413127" y="5054"/>
                  </a:lnTo>
                  <a:lnTo>
                    <a:pt x="1422303" y="5009"/>
                  </a:lnTo>
                  <a:lnTo>
                    <a:pt x="1431479" y="4956"/>
                  </a:lnTo>
                  <a:lnTo>
                    <a:pt x="1440655" y="4895"/>
                  </a:lnTo>
                  <a:lnTo>
                    <a:pt x="1449831" y="4827"/>
                  </a:lnTo>
                  <a:lnTo>
                    <a:pt x="1459008" y="4752"/>
                  </a:lnTo>
                  <a:lnTo>
                    <a:pt x="1468184" y="4672"/>
                  </a:lnTo>
                  <a:lnTo>
                    <a:pt x="1477360" y="4587"/>
                  </a:lnTo>
                  <a:lnTo>
                    <a:pt x="1486536" y="4499"/>
                  </a:lnTo>
                  <a:lnTo>
                    <a:pt x="1495712" y="4408"/>
                  </a:lnTo>
                  <a:lnTo>
                    <a:pt x="1504888" y="4314"/>
                  </a:lnTo>
                  <a:lnTo>
                    <a:pt x="1514064" y="4218"/>
                  </a:lnTo>
                  <a:lnTo>
                    <a:pt x="1523241" y="4120"/>
                  </a:lnTo>
                  <a:lnTo>
                    <a:pt x="1532417" y="4021"/>
                  </a:lnTo>
                  <a:lnTo>
                    <a:pt x="1541593" y="3920"/>
                  </a:lnTo>
                  <a:lnTo>
                    <a:pt x="1550769" y="3818"/>
                  </a:lnTo>
                  <a:lnTo>
                    <a:pt x="1559945" y="3716"/>
                  </a:lnTo>
                  <a:lnTo>
                    <a:pt x="1569121" y="3613"/>
                  </a:lnTo>
                  <a:lnTo>
                    <a:pt x="1578297" y="3509"/>
                  </a:lnTo>
                  <a:lnTo>
                    <a:pt x="1587474" y="3404"/>
                  </a:lnTo>
                  <a:lnTo>
                    <a:pt x="1596650" y="3299"/>
                  </a:lnTo>
                  <a:lnTo>
                    <a:pt x="1605826" y="3193"/>
                  </a:lnTo>
                  <a:lnTo>
                    <a:pt x="1615002" y="3088"/>
                  </a:lnTo>
                  <a:lnTo>
                    <a:pt x="1624178" y="2981"/>
                  </a:lnTo>
                  <a:lnTo>
                    <a:pt x="1633354" y="2875"/>
                  </a:lnTo>
                  <a:lnTo>
                    <a:pt x="1642531" y="2768"/>
                  </a:lnTo>
                  <a:lnTo>
                    <a:pt x="1651707" y="2661"/>
                  </a:lnTo>
                  <a:lnTo>
                    <a:pt x="1660883" y="2553"/>
                  </a:lnTo>
                  <a:lnTo>
                    <a:pt x="1670059" y="2446"/>
                  </a:lnTo>
                  <a:lnTo>
                    <a:pt x="1679235" y="2338"/>
                  </a:lnTo>
                  <a:lnTo>
                    <a:pt x="1688411" y="2230"/>
                  </a:lnTo>
                  <a:lnTo>
                    <a:pt x="1697587" y="2122"/>
                  </a:lnTo>
                  <a:lnTo>
                    <a:pt x="1706764" y="2014"/>
                  </a:lnTo>
                  <a:lnTo>
                    <a:pt x="1715940" y="1906"/>
                  </a:lnTo>
                  <a:lnTo>
                    <a:pt x="1725116" y="1797"/>
                  </a:lnTo>
                  <a:lnTo>
                    <a:pt x="1734292" y="1689"/>
                  </a:lnTo>
                  <a:lnTo>
                    <a:pt x="1743468" y="1580"/>
                  </a:lnTo>
                  <a:lnTo>
                    <a:pt x="1752644" y="1472"/>
                  </a:lnTo>
                  <a:lnTo>
                    <a:pt x="1761821" y="1363"/>
                  </a:lnTo>
                  <a:lnTo>
                    <a:pt x="1770997" y="1254"/>
                  </a:lnTo>
                  <a:lnTo>
                    <a:pt x="1780173" y="1145"/>
                  </a:lnTo>
                  <a:lnTo>
                    <a:pt x="1789349" y="1036"/>
                  </a:lnTo>
                  <a:lnTo>
                    <a:pt x="1798525" y="927"/>
                  </a:lnTo>
                  <a:lnTo>
                    <a:pt x="1807701" y="818"/>
                  </a:lnTo>
                  <a:lnTo>
                    <a:pt x="1816877" y="709"/>
                  </a:lnTo>
                  <a:lnTo>
                    <a:pt x="1826054" y="5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70566" y="3584491"/>
              <a:ext cx="1826054" cy="16472"/>
            </a:xfrm>
            <a:custGeom>
              <a:avLst/>
              <a:pathLst>
                <a:path w="1826054" h="16472">
                  <a:moveTo>
                    <a:pt x="1826054" y="1205"/>
                  </a:moveTo>
                  <a:lnTo>
                    <a:pt x="1816877" y="1169"/>
                  </a:lnTo>
                  <a:lnTo>
                    <a:pt x="1807701" y="1134"/>
                  </a:lnTo>
                  <a:lnTo>
                    <a:pt x="1798525" y="1099"/>
                  </a:lnTo>
                  <a:lnTo>
                    <a:pt x="1789349" y="1063"/>
                  </a:lnTo>
                  <a:lnTo>
                    <a:pt x="1780173" y="1028"/>
                  </a:lnTo>
                  <a:lnTo>
                    <a:pt x="1770997" y="993"/>
                  </a:lnTo>
                  <a:lnTo>
                    <a:pt x="1761821" y="958"/>
                  </a:lnTo>
                  <a:lnTo>
                    <a:pt x="1752644" y="922"/>
                  </a:lnTo>
                  <a:lnTo>
                    <a:pt x="1743468" y="887"/>
                  </a:lnTo>
                  <a:lnTo>
                    <a:pt x="1734292" y="853"/>
                  </a:lnTo>
                  <a:lnTo>
                    <a:pt x="1725116" y="818"/>
                  </a:lnTo>
                  <a:lnTo>
                    <a:pt x="1715940" y="783"/>
                  </a:lnTo>
                  <a:lnTo>
                    <a:pt x="1706764" y="748"/>
                  </a:lnTo>
                  <a:lnTo>
                    <a:pt x="1697587" y="714"/>
                  </a:lnTo>
                  <a:lnTo>
                    <a:pt x="1688411" y="680"/>
                  </a:lnTo>
                  <a:lnTo>
                    <a:pt x="1679235" y="645"/>
                  </a:lnTo>
                  <a:lnTo>
                    <a:pt x="1670059" y="611"/>
                  </a:lnTo>
                  <a:lnTo>
                    <a:pt x="1660883" y="578"/>
                  </a:lnTo>
                  <a:lnTo>
                    <a:pt x="1651707" y="544"/>
                  </a:lnTo>
                  <a:lnTo>
                    <a:pt x="1642531" y="511"/>
                  </a:lnTo>
                  <a:lnTo>
                    <a:pt x="1633354" y="477"/>
                  </a:lnTo>
                  <a:lnTo>
                    <a:pt x="1624178" y="445"/>
                  </a:lnTo>
                  <a:lnTo>
                    <a:pt x="1615002" y="412"/>
                  </a:lnTo>
                  <a:lnTo>
                    <a:pt x="1605826" y="380"/>
                  </a:lnTo>
                  <a:lnTo>
                    <a:pt x="1596650" y="348"/>
                  </a:lnTo>
                  <a:lnTo>
                    <a:pt x="1587474" y="317"/>
                  </a:lnTo>
                  <a:lnTo>
                    <a:pt x="1578297" y="286"/>
                  </a:lnTo>
                  <a:lnTo>
                    <a:pt x="1569121" y="256"/>
                  </a:lnTo>
                  <a:lnTo>
                    <a:pt x="1559945" y="226"/>
                  </a:lnTo>
                  <a:lnTo>
                    <a:pt x="1550769" y="197"/>
                  </a:lnTo>
                  <a:lnTo>
                    <a:pt x="1541593" y="169"/>
                  </a:lnTo>
                  <a:lnTo>
                    <a:pt x="1532417" y="142"/>
                  </a:lnTo>
                  <a:lnTo>
                    <a:pt x="1523241" y="117"/>
                  </a:lnTo>
                  <a:lnTo>
                    <a:pt x="1514064" y="93"/>
                  </a:lnTo>
                  <a:lnTo>
                    <a:pt x="1504888" y="70"/>
                  </a:lnTo>
                  <a:lnTo>
                    <a:pt x="1495712" y="50"/>
                  </a:lnTo>
                  <a:lnTo>
                    <a:pt x="1486536" y="32"/>
                  </a:lnTo>
                  <a:lnTo>
                    <a:pt x="1477360" y="18"/>
                  </a:lnTo>
                  <a:lnTo>
                    <a:pt x="1468184" y="7"/>
                  </a:lnTo>
                  <a:lnTo>
                    <a:pt x="1459008" y="1"/>
                  </a:lnTo>
                  <a:lnTo>
                    <a:pt x="1449831" y="0"/>
                  </a:lnTo>
                  <a:lnTo>
                    <a:pt x="1440655" y="5"/>
                  </a:lnTo>
                  <a:lnTo>
                    <a:pt x="1431479" y="17"/>
                  </a:lnTo>
                  <a:lnTo>
                    <a:pt x="1422303" y="38"/>
                  </a:lnTo>
                  <a:lnTo>
                    <a:pt x="1413127" y="68"/>
                  </a:lnTo>
                  <a:lnTo>
                    <a:pt x="1403951" y="106"/>
                  </a:lnTo>
                  <a:lnTo>
                    <a:pt x="1394774" y="154"/>
                  </a:lnTo>
                  <a:lnTo>
                    <a:pt x="1385598" y="211"/>
                  </a:lnTo>
                  <a:lnTo>
                    <a:pt x="1376422" y="275"/>
                  </a:lnTo>
                  <a:lnTo>
                    <a:pt x="1367246" y="346"/>
                  </a:lnTo>
                  <a:lnTo>
                    <a:pt x="1358070" y="424"/>
                  </a:lnTo>
                  <a:lnTo>
                    <a:pt x="1348894" y="506"/>
                  </a:lnTo>
                  <a:lnTo>
                    <a:pt x="1339718" y="592"/>
                  </a:lnTo>
                  <a:lnTo>
                    <a:pt x="1330541" y="682"/>
                  </a:lnTo>
                  <a:lnTo>
                    <a:pt x="1321365" y="774"/>
                  </a:lnTo>
                  <a:lnTo>
                    <a:pt x="1312189" y="869"/>
                  </a:lnTo>
                  <a:lnTo>
                    <a:pt x="1303013" y="966"/>
                  </a:lnTo>
                  <a:lnTo>
                    <a:pt x="1293837" y="1064"/>
                  </a:lnTo>
                  <a:lnTo>
                    <a:pt x="1284661" y="1164"/>
                  </a:lnTo>
                  <a:lnTo>
                    <a:pt x="1275485" y="1265"/>
                  </a:lnTo>
                  <a:lnTo>
                    <a:pt x="1266308" y="1367"/>
                  </a:lnTo>
                  <a:lnTo>
                    <a:pt x="1257132" y="1470"/>
                  </a:lnTo>
                  <a:lnTo>
                    <a:pt x="1247956" y="1574"/>
                  </a:lnTo>
                  <a:lnTo>
                    <a:pt x="1238780" y="1678"/>
                  </a:lnTo>
                  <a:lnTo>
                    <a:pt x="1229604" y="1783"/>
                  </a:lnTo>
                  <a:lnTo>
                    <a:pt x="1220428" y="1888"/>
                  </a:lnTo>
                  <a:lnTo>
                    <a:pt x="1211251" y="1994"/>
                  </a:lnTo>
                  <a:lnTo>
                    <a:pt x="1202075" y="2100"/>
                  </a:lnTo>
                  <a:lnTo>
                    <a:pt x="1192899" y="2206"/>
                  </a:lnTo>
                  <a:lnTo>
                    <a:pt x="1183723" y="2313"/>
                  </a:lnTo>
                  <a:lnTo>
                    <a:pt x="1174547" y="2420"/>
                  </a:lnTo>
                  <a:lnTo>
                    <a:pt x="1165371" y="2527"/>
                  </a:lnTo>
                  <a:lnTo>
                    <a:pt x="1156195" y="2634"/>
                  </a:lnTo>
                  <a:lnTo>
                    <a:pt x="1147018" y="2742"/>
                  </a:lnTo>
                  <a:lnTo>
                    <a:pt x="1137842" y="2850"/>
                  </a:lnTo>
                  <a:lnTo>
                    <a:pt x="1128666" y="2958"/>
                  </a:lnTo>
                  <a:lnTo>
                    <a:pt x="1119490" y="3066"/>
                  </a:lnTo>
                  <a:lnTo>
                    <a:pt x="1110314" y="3174"/>
                  </a:lnTo>
                  <a:lnTo>
                    <a:pt x="1101138" y="3282"/>
                  </a:lnTo>
                  <a:lnTo>
                    <a:pt x="1091961" y="3391"/>
                  </a:lnTo>
                  <a:lnTo>
                    <a:pt x="1082785" y="3499"/>
                  </a:lnTo>
                  <a:lnTo>
                    <a:pt x="1073609" y="3608"/>
                  </a:lnTo>
                  <a:lnTo>
                    <a:pt x="1064433" y="3717"/>
                  </a:lnTo>
                  <a:lnTo>
                    <a:pt x="1055257" y="3825"/>
                  </a:lnTo>
                  <a:lnTo>
                    <a:pt x="1046081" y="3934"/>
                  </a:lnTo>
                  <a:lnTo>
                    <a:pt x="1036905" y="4043"/>
                  </a:lnTo>
                  <a:lnTo>
                    <a:pt x="1027728" y="4152"/>
                  </a:lnTo>
                  <a:lnTo>
                    <a:pt x="1018552" y="4261"/>
                  </a:lnTo>
                  <a:lnTo>
                    <a:pt x="1009376" y="4371"/>
                  </a:lnTo>
                  <a:lnTo>
                    <a:pt x="1000200" y="4480"/>
                  </a:lnTo>
                  <a:lnTo>
                    <a:pt x="991024" y="4589"/>
                  </a:lnTo>
                  <a:lnTo>
                    <a:pt x="981848" y="4698"/>
                  </a:lnTo>
                  <a:lnTo>
                    <a:pt x="972672" y="4808"/>
                  </a:lnTo>
                  <a:lnTo>
                    <a:pt x="963495" y="4917"/>
                  </a:lnTo>
                  <a:lnTo>
                    <a:pt x="954319" y="5026"/>
                  </a:lnTo>
                  <a:lnTo>
                    <a:pt x="945143" y="5136"/>
                  </a:lnTo>
                  <a:lnTo>
                    <a:pt x="935967" y="5245"/>
                  </a:lnTo>
                  <a:lnTo>
                    <a:pt x="926791" y="5355"/>
                  </a:lnTo>
                  <a:lnTo>
                    <a:pt x="917615" y="5464"/>
                  </a:lnTo>
                  <a:lnTo>
                    <a:pt x="908438" y="5574"/>
                  </a:lnTo>
                  <a:lnTo>
                    <a:pt x="899262" y="5684"/>
                  </a:lnTo>
                  <a:lnTo>
                    <a:pt x="890086" y="5793"/>
                  </a:lnTo>
                  <a:lnTo>
                    <a:pt x="880910" y="5903"/>
                  </a:lnTo>
                  <a:lnTo>
                    <a:pt x="871734" y="6013"/>
                  </a:lnTo>
                  <a:lnTo>
                    <a:pt x="862558" y="6122"/>
                  </a:lnTo>
                  <a:lnTo>
                    <a:pt x="853382" y="6232"/>
                  </a:lnTo>
                  <a:lnTo>
                    <a:pt x="844205" y="6342"/>
                  </a:lnTo>
                  <a:lnTo>
                    <a:pt x="835029" y="6452"/>
                  </a:lnTo>
                  <a:lnTo>
                    <a:pt x="825853" y="6561"/>
                  </a:lnTo>
                  <a:lnTo>
                    <a:pt x="816677" y="6671"/>
                  </a:lnTo>
                  <a:lnTo>
                    <a:pt x="807501" y="6781"/>
                  </a:lnTo>
                  <a:lnTo>
                    <a:pt x="798325" y="6891"/>
                  </a:lnTo>
                  <a:lnTo>
                    <a:pt x="789148" y="7001"/>
                  </a:lnTo>
                  <a:lnTo>
                    <a:pt x="779972" y="7111"/>
                  </a:lnTo>
                  <a:lnTo>
                    <a:pt x="770796" y="7220"/>
                  </a:lnTo>
                  <a:lnTo>
                    <a:pt x="761620" y="7330"/>
                  </a:lnTo>
                  <a:lnTo>
                    <a:pt x="752444" y="7440"/>
                  </a:lnTo>
                  <a:lnTo>
                    <a:pt x="743268" y="7550"/>
                  </a:lnTo>
                  <a:lnTo>
                    <a:pt x="734092" y="7660"/>
                  </a:lnTo>
                  <a:lnTo>
                    <a:pt x="724915" y="7770"/>
                  </a:lnTo>
                  <a:lnTo>
                    <a:pt x="715739" y="7880"/>
                  </a:lnTo>
                  <a:lnTo>
                    <a:pt x="706563" y="7990"/>
                  </a:lnTo>
                  <a:lnTo>
                    <a:pt x="697387" y="8100"/>
                  </a:lnTo>
                  <a:lnTo>
                    <a:pt x="688211" y="8210"/>
                  </a:lnTo>
                  <a:lnTo>
                    <a:pt x="679035" y="8320"/>
                  </a:lnTo>
                  <a:lnTo>
                    <a:pt x="669859" y="8430"/>
                  </a:lnTo>
                  <a:lnTo>
                    <a:pt x="660682" y="8540"/>
                  </a:lnTo>
                  <a:lnTo>
                    <a:pt x="651506" y="8650"/>
                  </a:lnTo>
                  <a:lnTo>
                    <a:pt x="642330" y="8760"/>
                  </a:lnTo>
                  <a:lnTo>
                    <a:pt x="633154" y="8870"/>
                  </a:lnTo>
                  <a:lnTo>
                    <a:pt x="623978" y="8980"/>
                  </a:lnTo>
                  <a:lnTo>
                    <a:pt x="614802" y="9090"/>
                  </a:lnTo>
                  <a:lnTo>
                    <a:pt x="605625" y="9200"/>
                  </a:lnTo>
                  <a:lnTo>
                    <a:pt x="596449" y="9310"/>
                  </a:lnTo>
                  <a:lnTo>
                    <a:pt x="587273" y="9420"/>
                  </a:lnTo>
                  <a:lnTo>
                    <a:pt x="578097" y="9530"/>
                  </a:lnTo>
                  <a:lnTo>
                    <a:pt x="568921" y="9640"/>
                  </a:lnTo>
                  <a:lnTo>
                    <a:pt x="559745" y="9750"/>
                  </a:lnTo>
                  <a:lnTo>
                    <a:pt x="550569" y="9861"/>
                  </a:lnTo>
                  <a:lnTo>
                    <a:pt x="541392" y="9971"/>
                  </a:lnTo>
                  <a:lnTo>
                    <a:pt x="532216" y="10081"/>
                  </a:lnTo>
                  <a:lnTo>
                    <a:pt x="523040" y="10191"/>
                  </a:lnTo>
                  <a:lnTo>
                    <a:pt x="513864" y="10301"/>
                  </a:lnTo>
                  <a:lnTo>
                    <a:pt x="504688" y="10411"/>
                  </a:lnTo>
                  <a:lnTo>
                    <a:pt x="495512" y="10521"/>
                  </a:lnTo>
                  <a:lnTo>
                    <a:pt x="486336" y="10631"/>
                  </a:lnTo>
                  <a:lnTo>
                    <a:pt x="477159" y="10741"/>
                  </a:lnTo>
                  <a:lnTo>
                    <a:pt x="467983" y="10852"/>
                  </a:lnTo>
                  <a:lnTo>
                    <a:pt x="458807" y="10962"/>
                  </a:lnTo>
                  <a:lnTo>
                    <a:pt x="449631" y="11072"/>
                  </a:lnTo>
                  <a:lnTo>
                    <a:pt x="440455" y="11182"/>
                  </a:lnTo>
                  <a:lnTo>
                    <a:pt x="431279" y="11292"/>
                  </a:lnTo>
                  <a:lnTo>
                    <a:pt x="422102" y="11402"/>
                  </a:lnTo>
                  <a:lnTo>
                    <a:pt x="412926" y="11512"/>
                  </a:lnTo>
                  <a:lnTo>
                    <a:pt x="403750" y="11623"/>
                  </a:lnTo>
                  <a:lnTo>
                    <a:pt x="394574" y="11733"/>
                  </a:lnTo>
                  <a:lnTo>
                    <a:pt x="385398" y="11843"/>
                  </a:lnTo>
                  <a:lnTo>
                    <a:pt x="376222" y="11953"/>
                  </a:lnTo>
                  <a:lnTo>
                    <a:pt x="367046" y="12063"/>
                  </a:lnTo>
                  <a:lnTo>
                    <a:pt x="357869" y="12173"/>
                  </a:lnTo>
                  <a:lnTo>
                    <a:pt x="348693" y="12284"/>
                  </a:lnTo>
                  <a:lnTo>
                    <a:pt x="339517" y="12394"/>
                  </a:lnTo>
                  <a:lnTo>
                    <a:pt x="330341" y="12504"/>
                  </a:lnTo>
                  <a:lnTo>
                    <a:pt x="321165" y="12614"/>
                  </a:lnTo>
                  <a:lnTo>
                    <a:pt x="311989" y="12724"/>
                  </a:lnTo>
                  <a:lnTo>
                    <a:pt x="302812" y="12835"/>
                  </a:lnTo>
                  <a:lnTo>
                    <a:pt x="293636" y="12945"/>
                  </a:lnTo>
                  <a:lnTo>
                    <a:pt x="284460" y="13055"/>
                  </a:lnTo>
                  <a:lnTo>
                    <a:pt x="275284" y="13165"/>
                  </a:lnTo>
                  <a:lnTo>
                    <a:pt x="266108" y="13275"/>
                  </a:lnTo>
                  <a:lnTo>
                    <a:pt x="256932" y="13386"/>
                  </a:lnTo>
                  <a:lnTo>
                    <a:pt x="247756" y="13496"/>
                  </a:lnTo>
                  <a:lnTo>
                    <a:pt x="238579" y="13606"/>
                  </a:lnTo>
                  <a:lnTo>
                    <a:pt x="229403" y="13716"/>
                  </a:lnTo>
                  <a:lnTo>
                    <a:pt x="220227" y="13827"/>
                  </a:lnTo>
                  <a:lnTo>
                    <a:pt x="211051" y="13937"/>
                  </a:lnTo>
                  <a:lnTo>
                    <a:pt x="201875" y="14047"/>
                  </a:lnTo>
                  <a:lnTo>
                    <a:pt x="192699" y="14157"/>
                  </a:lnTo>
                  <a:lnTo>
                    <a:pt x="183523" y="14267"/>
                  </a:lnTo>
                  <a:lnTo>
                    <a:pt x="174346" y="14378"/>
                  </a:lnTo>
                  <a:lnTo>
                    <a:pt x="165170" y="14488"/>
                  </a:lnTo>
                  <a:lnTo>
                    <a:pt x="155994" y="14598"/>
                  </a:lnTo>
                  <a:lnTo>
                    <a:pt x="146818" y="14708"/>
                  </a:lnTo>
                  <a:lnTo>
                    <a:pt x="137642" y="14819"/>
                  </a:lnTo>
                  <a:lnTo>
                    <a:pt x="128466" y="14929"/>
                  </a:lnTo>
                  <a:lnTo>
                    <a:pt x="119289" y="15039"/>
                  </a:lnTo>
                  <a:lnTo>
                    <a:pt x="110113" y="15149"/>
                  </a:lnTo>
                  <a:lnTo>
                    <a:pt x="100937" y="15260"/>
                  </a:lnTo>
                  <a:lnTo>
                    <a:pt x="91761" y="15370"/>
                  </a:lnTo>
                  <a:lnTo>
                    <a:pt x="82585" y="15480"/>
                  </a:lnTo>
                  <a:lnTo>
                    <a:pt x="73409" y="15590"/>
                  </a:lnTo>
                  <a:lnTo>
                    <a:pt x="64233" y="15701"/>
                  </a:lnTo>
                  <a:lnTo>
                    <a:pt x="55056" y="15811"/>
                  </a:lnTo>
                  <a:lnTo>
                    <a:pt x="45880" y="15921"/>
                  </a:lnTo>
                  <a:lnTo>
                    <a:pt x="36704" y="16031"/>
                  </a:lnTo>
                  <a:lnTo>
                    <a:pt x="27528" y="16142"/>
                  </a:lnTo>
                  <a:lnTo>
                    <a:pt x="18352" y="16252"/>
                  </a:lnTo>
                  <a:lnTo>
                    <a:pt x="9176" y="16362"/>
                  </a:lnTo>
                  <a:lnTo>
                    <a:pt x="0" y="164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961688" y="3218275"/>
              <a:ext cx="2779280" cy="648443"/>
            </a:xfrm>
            <a:custGeom>
              <a:avLst/>
              <a:pathLst>
                <a:path w="2779280" h="648443">
                  <a:moveTo>
                    <a:pt x="0" y="583637"/>
                  </a:moveTo>
                  <a:lnTo>
                    <a:pt x="13966" y="581122"/>
                  </a:lnTo>
                  <a:lnTo>
                    <a:pt x="27932" y="578607"/>
                  </a:lnTo>
                  <a:lnTo>
                    <a:pt x="41898" y="576092"/>
                  </a:lnTo>
                  <a:lnTo>
                    <a:pt x="55864" y="573576"/>
                  </a:lnTo>
                  <a:lnTo>
                    <a:pt x="69831" y="571061"/>
                  </a:lnTo>
                  <a:lnTo>
                    <a:pt x="83797" y="568546"/>
                  </a:lnTo>
                  <a:lnTo>
                    <a:pt x="97763" y="566030"/>
                  </a:lnTo>
                  <a:lnTo>
                    <a:pt x="111729" y="563515"/>
                  </a:lnTo>
                  <a:lnTo>
                    <a:pt x="125696" y="561000"/>
                  </a:lnTo>
                  <a:lnTo>
                    <a:pt x="139662" y="558484"/>
                  </a:lnTo>
                  <a:lnTo>
                    <a:pt x="153628" y="555969"/>
                  </a:lnTo>
                  <a:lnTo>
                    <a:pt x="167594" y="553454"/>
                  </a:lnTo>
                  <a:lnTo>
                    <a:pt x="181561" y="550938"/>
                  </a:lnTo>
                  <a:lnTo>
                    <a:pt x="195527" y="548423"/>
                  </a:lnTo>
                  <a:lnTo>
                    <a:pt x="209493" y="545908"/>
                  </a:lnTo>
                  <a:lnTo>
                    <a:pt x="223459" y="543392"/>
                  </a:lnTo>
                  <a:lnTo>
                    <a:pt x="237425" y="540877"/>
                  </a:lnTo>
                  <a:lnTo>
                    <a:pt x="251392" y="538361"/>
                  </a:lnTo>
                  <a:lnTo>
                    <a:pt x="265358" y="535846"/>
                  </a:lnTo>
                  <a:lnTo>
                    <a:pt x="279324" y="533330"/>
                  </a:lnTo>
                  <a:lnTo>
                    <a:pt x="293290" y="530815"/>
                  </a:lnTo>
                  <a:lnTo>
                    <a:pt x="307257" y="528299"/>
                  </a:lnTo>
                  <a:lnTo>
                    <a:pt x="321223" y="525784"/>
                  </a:lnTo>
                  <a:lnTo>
                    <a:pt x="335189" y="523268"/>
                  </a:lnTo>
                  <a:lnTo>
                    <a:pt x="349155" y="520753"/>
                  </a:lnTo>
                  <a:lnTo>
                    <a:pt x="363122" y="518237"/>
                  </a:lnTo>
                  <a:lnTo>
                    <a:pt x="377088" y="515722"/>
                  </a:lnTo>
                  <a:lnTo>
                    <a:pt x="391054" y="513206"/>
                  </a:lnTo>
                  <a:lnTo>
                    <a:pt x="405020" y="510690"/>
                  </a:lnTo>
                  <a:lnTo>
                    <a:pt x="418986" y="508175"/>
                  </a:lnTo>
                  <a:lnTo>
                    <a:pt x="432953" y="505659"/>
                  </a:lnTo>
                  <a:lnTo>
                    <a:pt x="446919" y="503143"/>
                  </a:lnTo>
                  <a:lnTo>
                    <a:pt x="460885" y="500628"/>
                  </a:lnTo>
                  <a:lnTo>
                    <a:pt x="474851" y="498112"/>
                  </a:lnTo>
                  <a:lnTo>
                    <a:pt x="488818" y="495596"/>
                  </a:lnTo>
                  <a:lnTo>
                    <a:pt x="502784" y="493080"/>
                  </a:lnTo>
                  <a:lnTo>
                    <a:pt x="516750" y="490565"/>
                  </a:lnTo>
                  <a:lnTo>
                    <a:pt x="530716" y="488049"/>
                  </a:lnTo>
                  <a:lnTo>
                    <a:pt x="544683" y="485533"/>
                  </a:lnTo>
                  <a:lnTo>
                    <a:pt x="558649" y="483017"/>
                  </a:lnTo>
                  <a:lnTo>
                    <a:pt x="572615" y="480501"/>
                  </a:lnTo>
                  <a:lnTo>
                    <a:pt x="586581" y="477985"/>
                  </a:lnTo>
                  <a:lnTo>
                    <a:pt x="600548" y="475469"/>
                  </a:lnTo>
                  <a:lnTo>
                    <a:pt x="614514" y="472953"/>
                  </a:lnTo>
                  <a:lnTo>
                    <a:pt x="628480" y="470436"/>
                  </a:lnTo>
                  <a:lnTo>
                    <a:pt x="642446" y="467920"/>
                  </a:lnTo>
                  <a:lnTo>
                    <a:pt x="656412" y="465404"/>
                  </a:lnTo>
                  <a:lnTo>
                    <a:pt x="670379" y="462887"/>
                  </a:lnTo>
                  <a:lnTo>
                    <a:pt x="684345" y="460371"/>
                  </a:lnTo>
                  <a:lnTo>
                    <a:pt x="698311" y="457854"/>
                  </a:lnTo>
                  <a:lnTo>
                    <a:pt x="712277" y="455338"/>
                  </a:lnTo>
                  <a:lnTo>
                    <a:pt x="726244" y="452821"/>
                  </a:lnTo>
                  <a:lnTo>
                    <a:pt x="740210" y="450304"/>
                  </a:lnTo>
                  <a:lnTo>
                    <a:pt x="754176" y="447787"/>
                  </a:lnTo>
                  <a:lnTo>
                    <a:pt x="768142" y="445270"/>
                  </a:lnTo>
                  <a:lnTo>
                    <a:pt x="782109" y="442753"/>
                  </a:lnTo>
                  <a:lnTo>
                    <a:pt x="796075" y="440236"/>
                  </a:lnTo>
                  <a:lnTo>
                    <a:pt x="810041" y="437718"/>
                  </a:lnTo>
                  <a:lnTo>
                    <a:pt x="824007" y="435201"/>
                  </a:lnTo>
                  <a:lnTo>
                    <a:pt x="837973" y="432683"/>
                  </a:lnTo>
                  <a:lnTo>
                    <a:pt x="851940" y="430165"/>
                  </a:lnTo>
                  <a:lnTo>
                    <a:pt x="865906" y="427647"/>
                  </a:lnTo>
                  <a:lnTo>
                    <a:pt x="879872" y="425128"/>
                  </a:lnTo>
                  <a:lnTo>
                    <a:pt x="893838" y="422609"/>
                  </a:lnTo>
                  <a:lnTo>
                    <a:pt x="907805" y="420090"/>
                  </a:lnTo>
                  <a:lnTo>
                    <a:pt x="921771" y="417570"/>
                  </a:lnTo>
                  <a:lnTo>
                    <a:pt x="935737" y="415050"/>
                  </a:lnTo>
                  <a:lnTo>
                    <a:pt x="949703" y="412530"/>
                  </a:lnTo>
                  <a:lnTo>
                    <a:pt x="963670" y="410009"/>
                  </a:lnTo>
                  <a:lnTo>
                    <a:pt x="977636" y="407487"/>
                  </a:lnTo>
                  <a:lnTo>
                    <a:pt x="991602" y="404964"/>
                  </a:lnTo>
                  <a:lnTo>
                    <a:pt x="1005568" y="402440"/>
                  </a:lnTo>
                  <a:lnTo>
                    <a:pt x="1019534" y="399915"/>
                  </a:lnTo>
                  <a:lnTo>
                    <a:pt x="1033501" y="397389"/>
                  </a:lnTo>
                  <a:lnTo>
                    <a:pt x="1047467" y="394861"/>
                  </a:lnTo>
                  <a:lnTo>
                    <a:pt x="1061433" y="392331"/>
                  </a:lnTo>
                  <a:lnTo>
                    <a:pt x="1075399" y="389798"/>
                  </a:lnTo>
                  <a:lnTo>
                    <a:pt x="1089366" y="387261"/>
                  </a:lnTo>
                  <a:lnTo>
                    <a:pt x="1103332" y="384719"/>
                  </a:lnTo>
                  <a:lnTo>
                    <a:pt x="1117298" y="382171"/>
                  </a:lnTo>
                  <a:lnTo>
                    <a:pt x="1131264" y="379614"/>
                  </a:lnTo>
                  <a:lnTo>
                    <a:pt x="1145231" y="377044"/>
                  </a:lnTo>
                  <a:lnTo>
                    <a:pt x="1159197" y="374455"/>
                  </a:lnTo>
                  <a:lnTo>
                    <a:pt x="1173163" y="371837"/>
                  </a:lnTo>
                  <a:lnTo>
                    <a:pt x="1187129" y="369174"/>
                  </a:lnTo>
                  <a:lnTo>
                    <a:pt x="1201096" y="366445"/>
                  </a:lnTo>
                  <a:lnTo>
                    <a:pt x="1215062" y="363623"/>
                  </a:lnTo>
                  <a:lnTo>
                    <a:pt x="1229028" y="360696"/>
                  </a:lnTo>
                  <a:lnTo>
                    <a:pt x="1242994" y="357672"/>
                  </a:lnTo>
                  <a:lnTo>
                    <a:pt x="1256960" y="354575"/>
                  </a:lnTo>
                  <a:lnTo>
                    <a:pt x="1270927" y="351428"/>
                  </a:lnTo>
                  <a:lnTo>
                    <a:pt x="1284893" y="348250"/>
                  </a:lnTo>
                  <a:lnTo>
                    <a:pt x="1298859" y="345050"/>
                  </a:lnTo>
                  <a:lnTo>
                    <a:pt x="1312825" y="341837"/>
                  </a:lnTo>
                  <a:lnTo>
                    <a:pt x="1326792" y="338613"/>
                  </a:lnTo>
                  <a:lnTo>
                    <a:pt x="1340758" y="335383"/>
                  </a:lnTo>
                  <a:lnTo>
                    <a:pt x="1354724" y="332148"/>
                  </a:lnTo>
                  <a:lnTo>
                    <a:pt x="1368690" y="328908"/>
                  </a:lnTo>
                  <a:lnTo>
                    <a:pt x="1382657" y="325666"/>
                  </a:lnTo>
                  <a:lnTo>
                    <a:pt x="1396623" y="322421"/>
                  </a:lnTo>
                  <a:lnTo>
                    <a:pt x="1410589" y="319175"/>
                  </a:lnTo>
                  <a:lnTo>
                    <a:pt x="1424555" y="315927"/>
                  </a:lnTo>
                  <a:lnTo>
                    <a:pt x="1438521" y="312677"/>
                  </a:lnTo>
                  <a:lnTo>
                    <a:pt x="1452488" y="309427"/>
                  </a:lnTo>
                  <a:lnTo>
                    <a:pt x="1466454" y="306176"/>
                  </a:lnTo>
                  <a:lnTo>
                    <a:pt x="1480420" y="302924"/>
                  </a:lnTo>
                  <a:lnTo>
                    <a:pt x="1494386" y="299671"/>
                  </a:lnTo>
                  <a:lnTo>
                    <a:pt x="1508353" y="296418"/>
                  </a:lnTo>
                  <a:lnTo>
                    <a:pt x="1522319" y="293165"/>
                  </a:lnTo>
                  <a:lnTo>
                    <a:pt x="1536285" y="289911"/>
                  </a:lnTo>
                  <a:lnTo>
                    <a:pt x="1550251" y="286656"/>
                  </a:lnTo>
                  <a:lnTo>
                    <a:pt x="1564218" y="283402"/>
                  </a:lnTo>
                  <a:lnTo>
                    <a:pt x="1578184" y="280147"/>
                  </a:lnTo>
                  <a:lnTo>
                    <a:pt x="1592150" y="276892"/>
                  </a:lnTo>
                  <a:lnTo>
                    <a:pt x="1606116" y="273636"/>
                  </a:lnTo>
                  <a:lnTo>
                    <a:pt x="1620082" y="270381"/>
                  </a:lnTo>
                  <a:lnTo>
                    <a:pt x="1634049" y="267125"/>
                  </a:lnTo>
                  <a:lnTo>
                    <a:pt x="1648015" y="263869"/>
                  </a:lnTo>
                  <a:lnTo>
                    <a:pt x="1661981" y="260613"/>
                  </a:lnTo>
                  <a:lnTo>
                    <a:pt x="1675947" y="257357"/>
                  </a:lnTo>
                  <a:lnTo>
                    <a:pt x="1689914" y="254100"/>
                  </a:lnTo>
                  <a:lnTo>
                    <a:pt x="1703880" y="250844"/>
                  </a:lnTo>
                  <a:lnTo>
                    <a:pt x="1717846" y="247587"/>
                  </a:lnTo>
                  <a:lnTo>
                    <a:pt x="1731812" y="244331"/>
                  </a:lnTo>
                  <a:lnTo>
                    <a:pt x="1745779" y="241074"/>
                  </a:lnTo>
                  <a:lnTo>
                    <a:pt x="1759745" y="237817"/>
                  </a:lnTo>
                  <a:lnTo>
                    <a:pt x="1773711" y="234560"/>
                  </a:lnTo>
                  <a:lnTo>
                    <a:pt x="1787677" y="231303"/>
                  </a:lnTo>
                  <a:lnTo>
                    <a:pt x="1801644" y="228046"/>
                  </a:lnTo>
                  <a:lnTo>
                    <a:pt x="1815610" y="224789"/>
                  </a:lnTo>
                  <a:lnTo>
                    <a:pt x="1829576" y="221532"/>
                  </a:lnTo>
                  <a:lnTo>
                    <a:pt x="1843542" y="218275"/>
                  </a:lnTo>
                  <a:lnTo>
                    <a:pt x="1857508" y="215018"/>
                  </a:lnTo>
                  <a:lnTo>
                    <a:pt x="1871475" y="211761"/>
                  </a:lnTo>
                  <a:lnTo>
                    <a:pt x="1885441" y="208503"/>
                  </a:lnTo>
                  <a:lnTo>
                    <a:pt x="1899407" y="205246"/>
                  </a:lnTo>
                  <a:lnTo>
                    <a:pt x="1913373" y="201989"/>
                  </a:lnTo>
                  <a:lnTo>
                    <a:pt x="1927340" y="198731"/>
                  </a:lnTo>
                  <a:lnTo>
                    <a:pt x="1941306" y="195474"/>
                  </a:lnTo>
                  <a:lnTo>
                    <a:pt x="1955272" y="192216"/>
                  </a:lnTo>
                  <a:lnTo>
                    <a:pt x="1969238" y="188959"/>
                  </a:lnTo>
                  <a:lnTo>
                    <a:pt x="1983205" y="185701"/>
                  </a:lnTo>
                  <a:lnTo>
                    <a:pt x="1997171" y="182444"/>
                  </a:lnTo>
                  <a:lnTo>
                    <a:pt x="2011137" y="179186"/>
                  </a:lnTo>
                  <a:lnTo>
                    <a:pt x="2025103" y="175928"/>
                  </a:lnTo>
                  <a:lnTo>
                    <a:pt x="2039069" y="172671"/>
                  </a:lnTo>
                  <a:lnTo>
                    <a:pt x="2053036" y="169413"/>
                  </a:lnTo>
                  <a:lnTo>
                    <a:pt x="2067002" y="166155"/>
                  </a:lnTo>
                  <a:lnTo>
                    <a:pt x="2080968" y="162898"/>
                  </a:lnTo>
                  <a:lnTo>
                    <a:pt x="2094934" y="159640"/>
                  </a:lnTo>
                  <a:lnTo>
                    <a:pt x="2108901" y="156382"/>
                  </a:lnTo>
                  <a:lnTo>
                    <a:pt x="2122867" y="153125"/>
                  </a:lnTo>
                  <a:lnTo>
                    <a:pt x="2136833" y="149867"/>
                  </a:lnTo>
                  <a:lnTo>
                    <a:pt x="2150799" y="146609"/>
                  </a:lnTo>
                  <a:lnTo>
                    <a:pt x="2164766" y="143351"/>
                  </a:lnTo>
                  <a:lnTo>
                    <a:pt x="2178732" y="140093"/>
                  </a:lnTo>
                  <a:lnTo>
                    <a:pt x="2192698" y="136836"/>
                  </a:lnTo>
                  <a:lnTo>
                    <a:pt x="2206664" y="133578"/>
                  </a:lnTo>
                  <a:lnTo>
                    <a:pt x="2220631" y="130320"/>
                  </a:lnTo>
                  <a:lnTo>
                    <a:pt x="2234597" y="127062"/>
                  </a:lnTo>
                  <a:lnTo>
                    <a:pt x="2248563" y="123804"/>
                  </a:lnTo>
                  <a:lnTo>
                    <a:pt x="2262529" y="120546"/>
                  </a:lnTo>
                  <a:lnTo>
                    <a:pt x="2276495" y="117288"/>
                  </a:lnTo>
                  <a:lnTo>
                    <a:pt x="2290462" y="114030"/>
                  </a:lnTo>
                  <a:lnTo>
                    <a:pt x="2304428" y="110773"/>
                  </a:lnTo>
                  <a:lnTo>
                    <a:pt x="2318394" y="107515"/>
                  </a:lnTo>
                  <a:lnTo>
                    <a:pt x="2332360" y="104257"/>
                  </a:lnTo>
                  <a:lnTo>
                    <a:pt x="2346327" y="100999"/>
                  </a:lnTo>
                  <a:lnTo>
                    <a:pt x="2360293" y="97741"/>
                  </a:lnTo>
                  <a:lnTo>
                    <a:pt x="2374259" y="94483"/>
                  </a:lnTo>
                  <a:lnTo>
                    <a:pt x="2388225" y="91225"/>
                  </a:lnTo>
                  <a:lnTo>
                    <a:pt x="2402192" y="87967"/>
                  </a:lnTo>
                  <a:lnTo>
                    <a:pt x="2416158" y="84709"/>
                  </a:lnTo>
                  <a:lnTo>
                    <a:pt x="2430124" y="81451"/>
                  </a:lnTo>
                  <a:lnTo>
                    <a:pt x="2444090" y="78193"/>
                  </a:lnTo>
                  <a:lnTo>
                    <a:pt x="2458056" y="74935"/>
                  </a:lnTo>
                  <a:lnTo>
                    <a:pt x="2472023" y="71677"/>
                  </a:lnTo>
                  <a:lnTo>
                    <a:pt x="2485989" y="68419"/>
                  </a:lnTo>
                  <a:lnTo>
                    <a:pt x="2499955" y="65161"/>
                  </a:lnTo>
                  <a:lnTo>
                    <a:pt x="2513921" y="61903"/>
                  </a:lnTo>
                  <a:lnTo>
                    <a:pt x="2527888" y="58645"/>
                  </a:lnTo>
                  <a:lnTo>
                    <a:pt x="2541854" y="55387"/>
                  </a:lnTo>
                  <a:lnTo>
                    <a:pt x="2555820" y="52129"/>
                  </a:lnTo>
                  <a:lnTo>
                    <a:pt x="2569786" y="48871"/>
                  </a:lnTo>
                  <a:lnTo>
                    <a:pt x="2583753" y="45613"/>
                  </a:lnTo>
                  <a:lnTo>
                    <a:pt x="2597719" y="42355"/>
                  </a:lnTo>
                  <a:lnTo>
                    <a:pt x="2611685" y="39097"/>
                  </a:lnTo>
                  <a:lnTo>
                    <a:pt x="2625651" y="35838"/>
                  </a:lnTo>
                  <a:lnTo>
                    <a:pt x="2639617" y="32580"/>
                  </a:lnTo>
                  <a:lnTo>
                    <a:pt x="2653584" y="29322"/>
                  </a:lnTo>
                  <a:lnTo>
                    <a:pt x="2667550" y="26064"/>
                  </a:lnTo>
                  <a:lnTo>
                    <a:pt x="2681516" y="22806"/>
                  </a:lnTo>
                  <a:lnTo>
                    <a:pt x="2695482" y="19548"/>
                  </a:lnTo>
                  <a:lnTo>
                    <a:pt x="2709449" y="16290"/>
                  </a:lnTo>
                  <a:lnTo>
                    <a:pt x="2723415" y="13032"/>
                  </a:lnTo>
                  <a:lnTo>
                    <a:pt x="2737381" y="9774"/>
                  </a:lnTo>
                  <a:lnTo>
                    <a:pt x="2751347" y="6516"/>
                  </a:lnTo>
                  <a:lnTo>
                    <a:pt x="2765314" y="3258"/>
                  </a:lnTo>
                  <a:lnTo>
                    <a:pt x="2779280" y="0"/>
                  </a:lnTo>
                  <a:lnTo>
                    <a:pt x="2779280" y="83201"/>
                  </a:lnTo>
                  <a:lnTo>
                    <a:pt x="2765314" y="85716"/>
                  </a:lnTo>
                  <a:lnTo>
                    <a:pt x="2751347" y="88231"/>
                  </a:lnTo>
                  <a:lnTo>
                    <a:pt x="2737381" y="90747"/>
                  </a:lnTo>
                  <a:lnTo>
                    <a:pt x="2723415" y="93262"/>
                  </a:lnTo>
                  <a:lnTo>
                    <a:pt x="2709449" y="95777"/>
                  </a:lnTo>
                  <a:lnTo>
                    <a:pt x="2695482" y="98292"/>
                  </a:lnTo>
                  <a:lnTo>
                    <a:pt x="2681516" y="100807"/>
                  </a:lnTo>
                  <a:lnTo>
                    <a:pt x="2667550" y="103322"/>
                  </a:lnTo>
                  <a:lnTo>
                    <a:pt x="2653584" y="105838"/>
                  </a:lnTo>
                  <a:lnTo>
                    <a:pt x="2639617" y="108353"/>
                  </a:lnTo>
                  <a:lnTo>
                    <a:pt x="2625651" y="110868"/>
                  </a:lnTo>
                  <a:lnTo>
                    <a:pt x="2611685" y="113383"/>
                  </a:lnTo>
                  <a:lnTo>
                    <a:pt x="2597719" y="115898"/>
                  </a:lnTo>
                  <a:lnTo>
                    <a:pt x="2583753" y="118414"/>
                  </a:lnTo>
                  <a:lnTo>
                    <a:pt x="2569786" y="120929"/>
                  </a:lnTo>
                  <a:lnTo>
                    <a:pt x="2555820" y="123444"/>
                  </a:lnTo>
                  <a:lnTo>
                    <a:pt x="2541854" y="125959"/>
                  </a:lnTo>
                  <a:lnTo>
                    <a:pt x="2527888" y="128474"/>
                  </a:lnTo>
                  <a:lnTo>
                    <a:pt x="2513921" y="130990"/>
                  </a:lnTo>
                  <a:lnTo>
                    <a:pt x="2499955" y="133505"/>
                  </a:lnTo>
                  <a:lnTo>
                    <a:pt x="2485989" y="136020"/>
                  </a:lnTo>
                  <a:lnTo>
                    <a:pt x="2472023" y="138535"/>
                  </a:lnTo>
                  <a:lnTo>
                    <a:pt x="2458056" y="141051"/>
                  </a:lnTo>
                  <a:lnTo>
                    <a:pt x="2444090" y="143566"/>
                  </a:lnTo>
                  <a:lnTo>
                    <a:pt x="2430124" y="146081"/>
                  </a:lnTo>
                  <a:lnTo>
                    <a:pt x="2416158" y="148597"/>
                  </a:lnTo>
                  <a:lnTo>
                    <a:pt x="2402192" y="151112"/>
                  </a:lnTo>
                  <a:lnTo>
                    <a:pt x="2388225" y="153627"/>
                  </a:lnTo>
                  <a:lnTo>
                    <a:pt x="2374259" y="156142"/>
                  </a:lnTo>
                  <a:lnTo>
                    <a:pt x="2360293" y="158658"/>
                  </a:lnTo>
                  <a:lnTo>
                    <a:pt x="2346327" y="161173"/>
                  </a:lnTo>
                  <a:lnTo>
                    <a:pt x="2332360" y="163688"/>
                  </a:lnTo>
                  <a:lnTo>
                    <a:pt x="2318394" y="166204"/>
                  </a:lnTo>
                  <a:lnTo>
                    <a:pt x="2304428" y="168719"/>
                  </a:lnTo>
                  <a:lnTo>
                    <a:pt x="2290462" y="171234"/>
                  </a:lnTo>
                  <a:lnTo>
                    <a:pt x="2276495" y="173750"/>
                  </a:lnTo>
                  <a:lnTo>
                    <a:pt x="2262529" y="176265"/>
                  </a:lnTo>
                  <a:lnTo>
                    <a:pt x="2248563" y="178780"/>
                  </a:lnTo>
                  <a:lnTo>
                    <a:pt x="2234597" y="181296"/>
                  </a:lnTo>
                  <a:lnTo>
                    <a:pt x="2220631" y="183811"/>
                  </a:lnTo>
                  <a:lnTo>
                    <a:pt x="2206664" y="186327"/>
                  </a:lnTo>
                  <a:lnTo>
                    <a:pt x="2192698" y="188842"/>
                  </a:lnTo>
                  <a:lnTo>
                    <a:pt x="2178732" y="191358"/>
                  </a:lnTo>
                  <a:lnTo>
                    <a:pt x="2164766" y="193873"/>
                  </a:lnTo>
                  <a:lnTo>
                    <a:pt x="2150799" y="196388"/>
                  </a:lnTo>
                  <a:lnTo>
                    <a:pt x="2136833" y="198904"/>
                  </a:lnTo>
                  <a:lnTo>
                    <a:pt x="2122867" y="201419"/>
                  </a:lnTo>
                  <a:lnTo>
                    <a:pt x="2108901" y="203935"/>
                  </a:lnTo>
                  <a:lnTo>
                    <a:pt x="2094934" y="206450"/>
                  </a:lnTo>
                  <a:lnTo>
                    <a:pt x="2080968" y="208966"/>
                  </a:lnTo>
                  <a:lnTo>
                    <a:pt x="2067002" y="211482"/>
                  </a:lnTo>
                  <a:lnTo>
                    <a:pt x="2053036" y="213997"/>
                  </a:lnTo>
                  <a:lnTo>
                    <a:pt x="2039069" y="216513"/>
                  </a:lnTo>
                  <a:lnTo>
                    <a:pt x="2025103" y="219028"/>
                  </a:lnTo>
                  <a:lnTo>
                    <a:pt x="2011137" y="221544"/>
                  </a:lnTo>
                  <a:lnTo>
                    <a:pt x="1997171" y="224060"/>
                  </a:lnTo>
                  <a:lnTo>
                    <a:pt x="1983205" y="226575"/>
                  </a:lnTo>
                  <a:lnTo>
                    <a:pt x="1969238" y="229091"/>
                  </a:lnTo>
                  <a:lnTo>
                    <a:pt x="1955272" y="231607"/>
                  </a:lnTo>
                  <a:lnTo>
                    <a:pt x="1941306" y="234123"/>
                  </a:lnTo>
                  <a:lnTo>
                    <a:pt x="1927340" y="236638"/>
                  </a:lnTo>
                  <a:lnTo>
                    <a:pt x="1913373" y="239154"/>
                  </a:lnTo>
                  <a:lnTo>
                    <a:pt x="1899407" y="241670"/>
                  </a:lnTo>
                  <a:lnTo>
                    <a:pt x="1885441" y="244186"/>
                  </a:lnTo>
                  <a:lnTo>
                    <a:pt x="1871475" y="246702"/>
                  </a:lnTo>
                  <a:lnTo>
                    <a:pt x="1857508" y="249218"/>
                  </a:lnTo>
                  <a:lnTo>
                    <a:pt x="1843542" y="251734"/>
                  </a:lnTo>
                  <a:lnTo>
                    <a:pt x="1829576" y="254250"/>
                  </a:lnTo>
                  <a:lnTo>
                    <a:pt x="1815610" y="256766"/>
                  </a:lnTo>
                  <a:lnTo>
                    <a:pt x="1801644" y="259283"/>
                  </a:lnTo>
                  <a:lnTo>
                    <a:pt x="1787677" y="261799"/>
                  </a:lnTo>
                  <a:lnTo>
                    <a:pt x="1773711" y="264315"/>
                  </a:lnTo>
                  <a:lnTo>
                    <a:pt x="1759745" y="266832"/>
                  </a:lnTo>
                  <a:lnTo>
                    <a:pt x="1745779" y="269348"/>
                  </a:lnTo>
                  <a:lnTo>
                    <a:pt x="1731812" y="271865"/>
                  </a:lnTo>
                  <a:lnTo>
                    <a:pt x="1717846" y="274381"/>
                  </a:lnTo>
                  <a:lnTo>
                    <a:pt x="1703880" y="276898"/>
                  </a:lnTo>
                  <a:lnTo>
                    <a:pt x="1689914" y="279415"/>
                  </a:lnTo>
                  <a:lnTo>
                    <a:pt x="1675947" y="281932"/>
                  </a:lnTo>
                  <a:lnTo>
                    <a:pt x="1661981" y="284449"/>
                  </a:lnTo>
                  <a:lnTo>
                    <a:pt x="1648015" y="286966"/>
                  </a:lnTo>
                  <a:lnTo>
                    <a:pt x="1634049" y="289483"/>
                  </a:lnTo>
                  <a:lnTo>
                    <a:pt x="1620082" y="292001"/>
                  </a:lnTo>
                  <a:lnTo>
                    <a:pt x="1606116" y="294519"/>
                  </a:lnTo>
                  <a:lnTo>
                    <a:pt x="1592150" y="297036"/>
                  </a:lnTo>
                  <a:lnTo>
                    <a:pt x="1578184" y="299555"/>
                  </a:lnTo>
                  <a:lnTo>
                    <a:pt x="1564218" y="302073"/>
                  </a:lnTo>
                  <a:lnTo>
                    <a:pt x="1550251" y="304591"/>
                  </a:lnTo>
                  <a:lnTo>
                    <a:pt x="1536285" y="307110"/>
                  </a:lnTo>
                  <a:lnTo>
                    <a:pt x="1522319" y="309630"/>
                  </a:lnTo>
                  <a:lnTo>
                    <a:pt x="1508353" y="312149"/>
                  </a:lnTo>
                  <a:lnTo>
                    <a:pt x="1494386" y="314670"/>
                  </a:lnTo>
                  <a:lnTo>
                    <a:pt x="1480420" y="317190"/>
                  </a:lnTo>
                  <a:lnTo>
                    <a:pt x="1466454" y="319712"/>
                  </a:lnTo>
                  <a:lnTo>
                    <a:pt x="1452488" y="322234"/>
                  </a:lnTo>
                  <a:lnTo>
                    <a:pt x="1438521" y="324757"/>
                  </a:lnTo>
                  <a:lnTo>
                    <a:pt x="1424555" y="327281"/>
                  </a:lnTo>
                  <a:lnTo>
                    <a:pt x="1410589" y="329806"/>
                  </a:lnTo>
                  <a:lnTo>
                    <a:pt x="1396623" y="332333"/>
                  </a:lnTo>
                  <a:lnTo>
                    <a:pt x="1382657" y="334861"/>
                  </a:lnTo>
                  <a:lnTo>
                    <a:pt x="1368690" y="337392"/>
                  </a:lnTo>
                  <a:lnTo>
                    <a:pt x="1354724" y="339926"/>
                  </a:lnTo>
                  <a:lnTo>
                    <a:pt x="1340758" y="342464"/>
                  </a:lnTo>
                  <a:lnTo>
                    <a:pt x="1326792" y="345007"/>
                  </a:lnTo>
                  <a:lnTo>
                    <a:pt x="1312825" y="347557"/>
                  </a:lnTo>
                  <a:lnTo>
                    <a:pt x="1298859" y="350116"/>
                  </a:lnTo>
                  <a:lnTo>
                    <a:pt x="1284893" y="352690"/>
                  </a:lnTo>
                  <a:lnTo>
                    <a:pt x="1270927" y="355285"/>
                  </a:lnTo>
                  <a:lnTo>
                    <a:pt x="1256960" y="357912"/>
                  </a:lnTo>
                  <a:lnTo>
                    <a:pt x="1242994" y="360588"/>
                  </a:lnTo>
                  <a:lnTo>
                    <a:pt x="1229028" y="363337"/>
                  </a:lnTo>
                  <a:lnTo>
                    <a:pt x="1215062" y="366183"/>
                  </a:lnTo>
                  <a:lnTo>
                    <a:pt x="1201096" y="369135"/>
                  </a:lnTo>
                  <a:lnTo>
                    <a:pt x="1187129" y="372178"/>
                  </a:lnTo>
                  <a:lnTo>
                    <a:pt x="1173163" y="375289"/>
                  </a:lnTo>
                  <a:lnTo>
                    <a:pt x="1159197" y="378444"/>
                  </a:lnTo>
                  <a:lnTo>
                    <a:pt x="1145231" y="381628"/>
                  </a:lnTo>
                  <a:lnTo>
                    <a:pt x="1131264" y="384832"/>
                  </a:lnTo>
                  <a:lnTo>
                    <a:pt x="1117298" y="388048"/>
                  </a:lnTo>
                  <a:lnTo>
                    <a:pt x="1103332" y="391273"/>
                  </a:lnTo>
                  <a:lnTo>
                    <a:pt x="1089366" y="394505"/>
                  </a:lnTo>
                  <a:lnTo>
                    <a:pt x="1075399" y="397741"/>
                  </a:lnTo>
                  <a:lnTo>
                    <a:pt x="1061433" y="400981"/>
                  </a:lnTo>
                  <a:lnTo>
                    <a:pt x="1047467" y="404224"/>
                  </a:lnTo>
                  <a:lnTo>
                    <a:pt x="1033501" y="407470"/>
                  </a:lnTo>
                  <a:lnTo>
                    <a:pt x="1019534" y="410717"/>
                  </a:lnTo>
                  <a:lnTo>
                    <a:pt x="1005568" y="413965"/>
                  </a:lnTo>
                  <a:lnTo>
                    <a:pt x="991602" y="417214"/>
                  </a:lnTo>
                  <a:lnTo>
                    <a:pt x="977636" y="420465"/>
                  </a:lnTo>
                  <a:lnTo>
                    <a:pt x="963670" y="423716"/>
                  </a:lnTo>
                  <a:lnTo>
                    <a:pt x="949703" y="426968"/>
                  </a:lnTo>
                  <a:lnTo>
                    <a:pt x="935737" y="430221"/>
                  </a:lnTo>
                  <a:lnTo>
                    <a:pt x="921771" y="433474"/>
                  </a:lnTo>
                  <a:lnTo>
                    <a:pt x="907805" y="436728"/>
                  </a:lnTo>
                  <a:lnTo>
                    <a:pt x="893838" y="439982"/>
                  </a:lnTo>
                  <a:lnTo>
                    <a:pt x="879872" y="443236"/>
                  </a:lnTo>
                  <a:lnTo>
                    <a:pt x="865906" y="446491"/>
                  </a:lnTo>
                  <a:lnTo>
                    <a:pt x="851940" y="449746"/>
                  </a:lnTo>
                  <a:lnTo>
                    <a:pt x="837973" y="453001"/>
                  </a:lnTo>
                  <a:lnTo>
                    <a:pt x="824007" y="456257"/>
                  </a:lnTo>
                  <a:lnTo>
                    <a:pt x="810041" y="459512"/>
                  </a:lnTo>
                  <a:lnTo>
                    <a:pt x="796075" y="462768"/>
                  </a:lnTo>
                  <a:lnTo>
                    <a:pt x="782109" y="466024"/>
                  </a:lnTo>
                  <a:lnTo>
                    <a:pt x="768142" y="469280"/>
                  </a:lnTo>
                  <a:lnTo>
                    <a:pt x="754176" y="472536"/>
                  </a:lnTo>
                  <a:lnTo>
                    <a:pt x="740210" y="475793"/>
                  </a:lnTo>
                  <a:lnTo>
                    <a:pt x="726244" y="479049"/>
                  </a:lnTo>
                  <a:lnTo>
                    <a:pt x="712277" y="482306"/>
                  </a:lnTo>
                  <a:lnTo>
                    <a:pt x="698311" y="485563"/>
                  </a:lnTo>
                  <a:lnTo>
                    <a:pt x="684345" y="488819"/>
                  </a:lnTo>
                  <a:lnTo>
                    <a:pt x="670379" y="492076"/>
                  </a:lnTo>
                  <a:lnTo>
                    <a:pt x="656412" y="495333"/>
                  </a:lnTo>
                  <a:lnTo>
                    <a:pt x="642446" y="498590"/>
                  </a:lnTo>
                  <a:lnTo>
                    <a:pt x="628480" y="501847"/>
                  </a:lnTo>
                  <a:lnTo>
                    <a:pt x="614514" y="505104"/>
                  </a:lnTo>
                  <a:lnTo>
                    <a:pt x="600548" y="508361"/>
                  </a:lnTo>
                  <a:lnTo>
                    <a:pt x="586581" y="511618"/>
                  </a:lnTo>
                  <a:lnTo>
                    <a:pt x="572615" y="514876"/>
                  </a:lnTo>
                  <a:lnTo>
                    <a:pt x="558649" y="518133"/>
                  </a:lnTo>
                  <a:lnTo>
                    <a:pt x="544683" y="521390"/>
                  </a:lnTo>
                  <a:lnTo>
                    <a:pt x="530716" y="524647"/>
                  </a:lnTo>
                  <a:lnTo>
                    <a:pt x="516750" y="527905"/>
                  </a:lnTo>
                  <a:lnTo>
                    <a:pt x="502784" y="531162"/>
                  </a:lnTo>
                  <a:lnTo>
                    <a:pt x="488818" y="534420"/>
                  </a:lnTo>
                  <a:lnTo>
                    <a:pt x="474851" y="537677"/>
                  </a:lnTo>
                  <a:lnTo>
                    <a:pt x="460885" y="540935"/>
                  </a:lnTo>
                  <a:lnTo>
                    <a:pt x="446919" y="544192"/>
                  </a:lnTo>
                  <a:lnTo>
                    <a:pt x="432953" y="547450"/>
                  </a:lnTo>
                  <a:lnTo>
                    <a:pt x="418986" y="550707"/>
                  </a:lnTo>
                  <a:lnTo>
                    <a:pt x="405020" y="553965"/>
                  </a:lnTo>
                  <a:lnTo>
                    <a:pt x="391054" y="557223"/>
                  </a:lnTo>
                  <a:lnTo>
                    <a:pt x="377088" y="560480"/>
                  </a:lnTo>
                  <a:lnTo>
                    <a:pt x="363122" y="563738"/>
                  </a:lnTo>
                  <a:lnTo>
                    <a:pt x="349155" y="566996"/>
                  </a:lnTo>
                  <a:lnTo>
                    <a:pt x="335189" y="570254"/>
                  </a:lnTo>
                  <a:lnTo>
                    <a:pt x="321223" y="573511"/>
                  </a:lnTo>
                  <a:lnTo>
                    <a:pt x="307257" y="576769"/>
                  </a:lnTo>
                  <a:lnTo>
                    <a:pt x="293290" y="580027"/>
                  </a:lnTo>
                  <a:lnTo>
                    <a:pt x="279324" y="583285"/>
                  </a:lnTo>
                  <a:lnTo>
                    <a:pt x="265358" y="586542"/>
                  </a:lnTo>
                  <a:lnTo>
                    <a:pt x="251392" y="589800"/>
                  </a:lnTo>
                  <a:lnTo>
                    <a:pt x="237425" y="593058"/>
                  </a:lnTo>
                  <a:lnTo>
                    <a:pt x="223459" y="596316"/>
                  </a:lnTo>
                  <a:lnTo>
                    <a:pt x="209493" y="599574"/>
                  </a:lnTo>
                  <a:lnTo>
                    <a:pt x="195527" y="602832"/>
                  </a:lnTo>
                  <a:lnTo>
                    <a:pt x="181561" y="606089"/>
                  </a:lnTo>
                  <a:lnTo>
                    <a:pt x="167594" y="609347"/>
                  </a:lnTo>
                  <a:lnTo>
                    <a:pt x="153628" y="612605"/>
                  </a:lnTo>
                  <a:lnTo>
                    <a:pt x="139662" y="615863"/>
                  </a:lnTo>
                  <a:lnTo>
                    <a:pt x="125696" y="619121"/>
                  </a:lnTo>
                  <a:lnTo>
                    <a:pt x="111729" y="622379"/>
                  </a:lnTo>
                  <a:lnTo>
                    <a:pt x="97763" y="625637"/>
                  </a:lnTo>
                  <a:lnTo>
                    <a:pt x="83797" y="628895"/>
                  </a:lnTo>
                  <a:lnTo>
                    <a:pt x="69831" y="632153"/>
                  </a:lnTo>
                  <a:lnTo>
                    <a:pt x="55864" y="635411"/>
                  </a:lnTo>
                  <a:lnTo>
                    <a:pt x="41898" y="638669"/>
                  </a:lnTo>
                  <a:lnTo>
                    <a:pt x="27932" y="641927"/>
                  </a:lnTo>
                  <a:lnTo>
                    <a:pt x="13966" y="645185"/>
                  </a:lnTo>
                  <a:lnTo>
                    <a:pt x="0" y="648443"/>
                  </a:lnTo>
                  <a:close/>
                </a:path>
              </a:pathLst>
            </a:custGeom>
            <a:solidFill>
              <a:srgbClr val="99D59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61688" y="3218275"/>
              <a:ext cx="2779280" cy="583637"/>
            </a:xfrm>
            <a:custGeom>
              <a:avLst/>
              <a:pathLst>
                <a:path w="2779280" h="583637">
                  <a:moveTo>
                    <a:pt x="0" y="583637"/>
                  </a:moveTo>
                  <a:lnTo>
                    <a:pt x="13966" y="581122"/>
                  </a:lnTo>
                  <a:lnTo>
                    <a:pt x="27932" y="578607"/>
                  </a:lnTo>
                  <a:lnTo>
                    <a:pt x="41898" y="576092"/>
                  </a:lnTo>
                  <a:lnTo>
                    <a:pt x="55864" y="573576"/>
                  </a:lnTo>
                  <a:lnTo>
                    <a:pt x="69831" y="571061"/>
                  </a:lnTo>
                  <a:lnTo>
                    <a:pt x="83797" y="568546"/>
                  </a:lnTo>
                  <a:lnTo>
                    <a:pt x="97763" y="566030"/>
                  </a:lnTo>
                  <a:lnTo>
                    <a:pt x="111729" y="563515"/>
                  </a:lnTo>
                  <a:lnTo>
                    <a:pt x="125696" y="561000"/>
                  </a:lnTo>
                  <a:lnTo>
                    <a:pt x="139662" y="558484"/>
                  </a:lnTo>
                  <a:lnTo>
                    <a:pt x="153628" y="555969"/>
                  </a:lnTo>
                  <a:lnTo>
                    <a:pt x="167594" y="553454"/>
                  </a:lnTo>
                  <a:lnTo>
                    <a:pt x="181561" y="550938"/>
                  </a:lnTo>
                  <a:lnTo>
                    <a:pt x="195527" y="548423"/>
                  </a:lnTo>
                  <a:lnTo>
                    <a:pt x="209493" y="545908"/>
                  </a:lnTo>
                  <a:lnTo>
                    <a:pt x="223459" y="543392"/>
                  </a:lnTo>
                  <a:lnTo>
                    <a:pt x="237425" y="540877"/>
                  </a:lnTo>
                  <a:lnTo>
                    <a:pt x="251392" y="538361"/>
                  </a:lnTo>
                  <a:lnTo>
                    <a:pt x="265358" y="535846"/>
                  </a:lnTo>
                  <a:lnTo>
                    <a:pt x="279324" y="533330"/>
                  </a:lnTo>
                  <a:lnTo>
                    <a:pt x="293290" y="530815"/>
                  </a:lnTo>
                  <a:lnTo>
                    <a:pt x="307257" y="528299"/>
                  </a:lnTo>
                  <a:lnTo>
                    <a:pt x="321223" y="525784"/>
                  </a:lnTo>
                  <a:lnTo>
                    <a:pt x="335189" y="523268"/>
                  </a:lnTo>
                  <a:lnTo>
                    <a:pt x="349155" y="520753"/>
                  </a:lnTo>
                  <a:lnTo>
                    <a:pt x="363122" y="518237"/>
                  </a:lnTo>
                  <a:lnTo>
                    <a:pt x="377088" y="515722"/>
                  </a:lnTo>
                  <a:lnTo>
                    <a:pt x="391054" y="513206"/>
                  </a:lnTo>
                  <a:lnTo>
                    <a:pt x="405020" y="510690"/>
                  </a:lnTo>
                  <a:lnTo>
                    <a:pt x="418986" y="508175"/>
                  </a:lnTo>
                  <a:lnTo>
                    <a:pt x="432953" y="505659"/>
                  </a:lnTo>
                  <a:lnTo>
                    <a:pt x="446919" y="503143"/>
                  </a:lnTo>
                  <a:lnTo>
                    <a:pt x="460885" y="500628"/>
                  </a:lnTo>
                  <a:lnTo>
                    <a:pt x="474851" y="498112"/>
                  </a:lnTo>
                  <a:lnTo>
                    <a:pt x="488818" y="495596"/>
                  </a:lnTo>
                  <a:lnTo>
                    <a:pt x="502784" y="493080"/>
                  </a:lnTo>
                  <a:lnTo>
                    <a:pt x="516750" y="490565"/>
                  </a:lnTo>
                  <a:lnTo>
                    <a:pt x="530716" y="488049"/>
                  </a:lnTo>
                  <a:lnTo>
                    <a:pt x="544683" y="485533"/>
                  </a:lnTo>
                  <a:lnTo>
                    <a:pt x="558649" y="483017"/>
                  </a:lnTo>
                  <a:lnTo>
                    <a:pt x="572615" y="480501"/>
                  </a:lnTo>
                  <a:lnTo>
                    <a:pt x="586581" y="477985"/>
                  </a:lnTo>
                  <a:lnTo>
                    <a:pt x="600548" y="475469"/>
                  </a:lnTo>
                  <a:lnTo>
                    <a:pt x="614514" y="472953"/>
                  </a:lnTo>
                  <a:lnTo>
                    <a:pt x="628480" y="470436"/>
                  </a:lnTo>
                  <a:lnTo>
                    <a:pt x="642446" y="467920"/>
                  </a:lnTo>
                  <a:lnTo>
                    <a:pt x="656412" y="465404"/>
                  </a:lnTo>
                  <a:lnTo>
                    <a:pt x="670379" y="462887"/>
                  </a:lnTo>
                  <a:lnTo>
                    <a:pt x="684345" y="460371"/>
                  </a:lnTo>
                  <a:lnTo>
                    <a:pt x="698311" y="457854"/>
                  </a:lnTo>
                  <a:lnTo>
                    <a:pt x="712277" y="455338"/>
                  </a:lnTo>
                  <a:lnTo>
                    <a:pt x="726244" y="452821"/>
                  </a:lnTo>
                  <a:lnTo>
                    <a:pt x="740210" y="450304"/>
                  </a:lnTo>
                  <a:lnTo>
                    <a:pt x="754176" y="447787"/>
                  </a:lnTo>
                  <a:lnTo>
                    <a:pt x="768142" y="445270"/>
                  </a:lnTo>
                  <a:lnTo>
                    <a:pt x="782109" y="442753"/>
                  </a:lnTo>
                  <a:lnTo>
                    <a:pt x="796075" y="440236"/>
                  </a:lnTo>
                  <a:lnTo>
                    <a:pt x="810041" y="437718"/>
                  </a:lnTo>
                  <a:lnTo>
                    <a:pt x="824007" y="435201"/>
                  </a:lnTo>
                  <a:lnTo>
                    <a:pt x="837973" y="432683"/>
                  </a:lnTo>
                  <a:lnTo>
                    <a:pt x="851940" y="430165"/>
                  </a:lnTo>
                  <a:lnTo>
                    <a:pt x="865906" y="427647"/>
                  </a:lnTo>
                  <a:lnTo>
                    <a:pt x="879872" y="425128"/>
                  </a:lnTo>
                  <a:lnTo>
                    <a:pt x="893838" y="422609"/>
                  </a:lnTo>
                  <a:lnTo>
                    <a:pt x="907805" y="420090"/>
                  </a:lnTo>
                  <a:lnTo>
                    <a:pt x="921771" y="417570"/>
                  </a:lnTo>
                  <a:lnTo>
                    <a:pt x="935737" y="415050"/>
                  </a:lnTo>
                  <a:lnTo>
                    <a:pt x="949703" y="412530"/>
                  </a:lnTo>
                  <a:lnTo>
                    <a:pt x="963670" y="410009"/>
                  </a:lnTo>
                  <a:lnTo>
                    <a:pt x="977636" y="407487"/>
                  </a:lnTo>
                  <a:lnTo>
                    <a:pt x="991602" y="404964"/>
                  </a:lnTo>
                  <a:lnTo>
                    <a:pt x="1005568" y="402440"/>
                  </a:lnTo>
                  <a:lnTo>
                    <a:pt x="1019534" y="399915"/>
                  </a:lnTo>
                  <a:lnTo>
                    <a:pt x="1033501" y="397389"/>
                  </a:lnTo>
                  <a:lnTo>
                    <a:pt x="1047467" y="394861"/>
                  </a:lnTo>
                  <a:lnTo>
                    <a:pt x="1061433" y="392331"/>
                  </a:lnTo>
                  <a:lnTo>
                    <a:pt x="1075399" y="389798"/>
                  </a:lnTo>
                  <a:lnTo>
                    <a:pt x="1089366" y="387261"/>
                  </a:lnTo>
                  <a:lnTo>
                    <a:pt x="1103332" y="384719"/>
                  </a:lnTo>
                  <a:lnTo>
                    <a:pt x="1117298" y="382171"/>
                  </a:lnTo>
                  <a:lnTo>
                    <a:pt x="1131264" y="379614"/>
                  </a:lnTo>
                  <a:lnTo>
                    <a:pt x="1145231" y="377044"/>
                  </a:lnTo>
                  <a:lnTo>
                    <a:pt x="1159197" y="374455"/>
                  </a:lnTo>
                  <a:lnTo>
                    <a:pt x="1173163" y="371837"/>
                  </a:lnTo>
                  <a:lnTo>
                    <a:pt x="1187129" y="369174"/>
                  </a:lnTo>
                  <a:lnTo>
                    <a:pt x="1201096" y="366445"/>
                  </a:lnTo>
                  <a:lnTo>
                    <a:pt x="1215062" y="363623"/>
                  </a:lnTo>
                  <a:lnTo>
                    <a:pt x="1229028" y="360696"/>
                  </a:lnTo>
                  <a:lnTo>
                    <a:pt x="1242994" y="357672"/>
                  </a:lnTo>
                  <a:lnTo>
                    <a:pt x="1256960" y="354575"/>
                  </a:lnTo>
                  <a:lnTo>
                    <a:pt x="1270927" y="351428"/>
                  </a:lnTo>
                  <a:lnTo>
                    <a:pt x="1284893" y="348250"/>
                  </a:lnTo>
                  <a:lnTo>
                    <a:pt x="1298859" y="345050"/>
                  </a:lnTo>
                  <a:lnTo>
                    <a:pt x="1312825" y="341837"/>
                  </a:lnTo>
                  <a:lnTo>
                    <a:pt x="1326792" y="338613"/>
                  </a:lnTo>
                  <a:lnTo>
                    <a:pt x="1340758" y="335383"/>
                  </a:lnTo>
                  <a:lnTo>
                    <a:pt x="1354724" y="332148"/>
                  </a:lnTo>
                  <a:lnTo>
                    <a:pt x="1368690" y="328908"/>
                  </a:lnTo>
                  <a:lnTo>
                    <a:pt x="1382657" y="325666"/>
                  </a:lnTo>
                  <a:lnTo>
                    <a:pt x="1396623" y="322421"/>
                  </a:lnTo>
                  <a:lnTo>
                    <a:pt x="1410589" y="319175"/>
                  </a:lnTo>
                  <a:lnTo>
                    <a:pt x="1424555" y="315927"/>
                  </a:lnTo>
                  <a:lnTo>
                    <a:pt x="1438521" y="312677"/>
                  </a:lnTo>
                  <a:lnTo>
                    <a:pt x="1452488" y="309427"/>
                  </a:lnTo>
                  <a:lnTo>
                    <a:pt x="1466454" y="306176"/>
                  </a:lnTo>
                  <a:lnTo>
                    <a:pt x="1480420" y="302924"/>
                  </a:lnTo>
                  <a:lnTo>
                    <a:pt x="1494386" y="299671"/>
                  </a:lnTo>
                  <a:lnTo>
                    <a:pt x="1508353" y="296418"/>
                  </a:lnTo>
                  <a:lnTo>
                    <a:pt x="1522319" y="293165"/>
                  </a:lnTo>
                  <a:lnTo>
                    <a:pt x="1536285" y="289911"/>
                  </a:lnTo>
                  <a:lnTo>
                    <a:pt x="1550251" y="286656"/>
                  </a:lnTo>
                  <a:lnTo>
                    <a:pt x="1564218" y="283402"/>
                  </a:lnTo>
                  <a:lnTo>
                    <a:pt x="1578184" y="280147"/>
                  </a:lnTo>
                  <a:lnTo>
                    <a:pt x="1592150" y="276892"/>
                  </a:lnTo>
                  <a:lnTo>
                    <a:pt x="1606116" y="273636"/>
                  </a:lnTo>
                  <a:lnTo>
                    <a:pt x="1620082" y="270381"/>
                  </a:lnTo>
                  <a:lnTo>
                    <a:pt x="1634049" y="267125"/>
                  </a:lnTo>
                  <a:lnTo>
                    <a:pt x="1648015" y="263869"/>
                  </a:lnTo>
                  <a:lnTo>
                    <a:pt x="1661981" y="260613"/>
                  </a:lnTo>
                  <a:lnTo>
                    <a:pt x="1675947" y="257357"/>
                  </a:lnTo>
                  <a:lnTo>
                    <a:pt x="1689914" y="254100"/>
                  </a:lnTo>
                  <a:lnTo>
                    <a:pt x="1703880" y="250844"/>
                  </a:lnTo>
                  <a:lnTo>
                    <a:pt x="1717846" y="247587"/>
                  </a:lnTo>
                  <a:lnTo>
                    <a:pt x="1731812" y="244331"/>
                  </a:lnTo>
                  <a:lnTo>
                    <a:pt x="1745779" y="241074"/>
                  </a:lnTo>
                  <a:lnTo>
                    <a:pt x="1759745" y="237817"/>
                  </a:lnTo>
                  <a:lnTo>
                    <a:pt x="1773711" y="234560"/>
                  </a:lnTo>
                  <a:lnTo>
                    <a:pt x="1787677" y="231303"/>
                  </a:lnTo>
                  <a:lnTo>
                    <a:pt x="1801644" y="228046"/>
                  </a:lnTo>
                  <a:lnTo>
                    <a:pt x="1815610" y="224789"/>
                  </a:lnTo>
                  <a:lnTo>
                    <a:pt x="1829576" y="221532"/>
                  </a:lnTo>
                  <a:lnTo>
                    <a:pt x="1843542" y="218275"/>
                  </a:lnTo>
                  <a:lnTo>
                    <a:pt x="1857508" y="215018"/>
                  </a:lnTo>
                  <a:lnTo>
                    <a:pt x="1871475" y="211761"/>
                  </a:lnTo>
                  <a:lnTo>
                    <a:pt x="1885441" y="208503"/>
                  </a:lnTo>
                  <a:lnTo>
                    <a:pt x="1899407" y="205246"/>
                  </a:lnTo>
                  <a:lnTo>
                    <a:pt x="1913373" y="201989"/>
                  </a:lnTo>
                  <a:lnTo>
                    <a:pt x="1927340" y="198731"/>
                  </a:lnTo>
                  <a:lnTo>
                    <a:pt x="1941306" y="195474"/>
                  </a:lnTo>
                  <a:lnTo>
                    <a:pt x="1955272" y="192216"/>
                  </a:lnTo>
                  <a:lnTo>
                    <a:pt x="1969238" y="188959"/>
                  </a:lnTo>
                  <a:lnTo>
                    <a:pt x="1983205" y="185701"/>
                  </a:lnTo>
                  <a:lnTo>
                    <a:pt x="1997171" y="182444"/>
                  </a:lnTo>
                  <a:lnTo>
                    <a:pt x="2011137" y="179186"/>
                  </a:lnTo>
                  <a:lnTo>
                    <a:pt x="2025103" y="175928"/>
                  </a:lnTo>
                  <a:lnTo>
                    <a:pt x="2039069" y="172671"/>
                  </a:lnTo>
                  <a:lnTo>
                    <a:pt x="2053036" y="169413"/>
                  </a:lnTo>
                  <a:lnTo>
                    <a:pt x="2067002" y="166155"/>
                  </a:lnTo>
                  <a:lnTo>
                    <a:pt x="2080968" y="162898"/>
                  </a:lnTo>
                  <a:lnTo>
                    <a:pt x="2094934" y="159640"/>
                  </a:lnTo>
                  <a:lnTo>
                    <a:pt x="2108901" y="156382"/>
                  </a:lnTo>
                  <a:lnTo>
                    <a:pt x="2122867" y="153125"/>
                  </a:lnTo>
                  <a:lnTo>
                    <a:pt x="2136833" y="149867"/>
                  </a:lnTo>
                  <a:lnTo>
                    <a:pt x="2150799" y="146609"/>
                  </a:lnTo>
                  <a:lnTo>
                    <a:pt x="2164766" y="143351"/>
                  </a:lnTo>
                  <a:lnTo>
                    <a:pt x="2178732" y="140093"/>
                  </a:lnTo>
                  <a:lnTo>
                    <a:pt x="2192698" y="136836"/>
                  </a:lnTo>
                  <a:lnTo>
                    <a:pt x="2206664" y="133578"/>
                  </a:lnTo>
                  <a:lnTo>
                    <a:pt x="2220631" y="130320"/>
                  </a:lnTo>
                  <a:lnTo>
                    <a:pt x="2234597" y="127062"/>
                  </a:lnTo>
                  <a:lnTo>
                    <a:pt x="2248563" y="123804"/>
                  </a:lnTo>
                  <a:lnTo>
                    <a:pt x="2262529" y="120546"/>
                  </a:lnTo>
                  <a:lnTo>
                    <a:pt x="2276495" y="117288"/>
                  </a:lnTo>
                  <a:lnTo>
                    <a:pt x="2290462" y="114030"/>
                  </a:lnTo>
                  <a:lnTo>
                    <a:pt x="2304428" y="110773"/>
                  </a:lnTo>
                  <a:lnTo>
                    <a:pt x="2318394" y="107515"/>
                  </a:lnTo>
                  <a:lnTo>
                    <a:pt x="2332360" y="104257"/>
                  </a:lnTo>
                  <a:lnTo>
                    <a:pt x="2346327" y="100999"/>
                  </a:lnTo>
                  <a:lnTo>
                    <a:pt x="2360293" y="97741"/>
                  </a:lnTo>
                  <a:lnTo>
                    <a:pt x="2374259" y="94483"/>
                  </a:lnTo>
                  <a:lnTo>
                    <a:pt x="2388225" y="91225"/>
                  </a:lnTo>
                  <a:lnTo>
                    <a:pt x="2402192" y="87967"/>
                  </a:lnTo>
                  <a:lnTo>
                    <a:pt x="2416158" y="84709"/>
                  </a:lnTo>
                  <a:lnTo>
                    <a:pt x="2430124" y="81451"/>
                  </a:lnTo>
                  <a:lnTo>
                    <a:pt x="2444090" y="78193"/>
                  </a:lnTo>
                  <a:lnTo>
                    <a:pt x="2458056" y="74935"/>
                  </a:lnTo>
                  <a:lnTo>
                    <a:pt x="2472023" y="71677"/>
                  </a:lnTo>
                  <a:lnTo>
                    <a:pt x="2485989" y="68419"/>
                  </a:lnTo>
                  <a:lnTo>
                    <a:pt x="2499955" y="65161"/>
                  </a:lnTo>
                  <a:lnTo>
                    <a:pt x="2513921" y="61903"/>
                  </a:lnTo>
                  <a:lnTo>
                    <a:pt x="2527888" y="58645"/>
                  </a:lnTo>
                  <a:lnTo>
                    <a:pt x="2541854" y="55387"/>
                  </a:lnTo>
                  <a:lnTo>
                    <a:pt x="2555820" y="52129"/>
                  </a:lnTo>
                  <a:lnTo>
                    <a:pt x="2569786" y="48871"/>
                  </a:lnTo>
                  <a:lnTo>
                    <a:pt x="2583753" y="45613"/>
                  </a:lnTo>
                  <a:lnTo>
                    <a:pt x="2597719" y="42355"/>
                  </a:lnTo>
                  <a:lnTo>
                    <a:pt x="2611685" y="39097"/>
                  </a:lnTo>
                  <a:lnTo>
                    <a:pt x="2625651" y="35838"/>
                  </a:lnTo>
                  <a:lnTo>
                    <a:pt x="2639617" y="32580"/>
                  </a:lnTo>
                  <a:lnTo>
                    <a:pt x="2653584" y="29322"/>
                  </a:lnTo>
                  <a:lnTo>
                    <a:pt x="2667550" y="26064"/>
                  </a:lnTo>
                  <a:lnTo>
                    <a:pt x="2681516" y="22806"/>
                  </a:lnTo>
                  <a:lnTo>
                    <a:pt x="2695482" y="19548"/>
                  </a:lnTo>
                  <a:lnTo>
                    <a:pt x="2709449" y="16290"/>
                  </a:lnTo>
                  <a:lnTo>
                    <a:pt x="2723415" y="13032"/>
                  </a:lnTo>
                  <a:lnTo>
                    <a:pt x="2737381" y="9774"/>
                  </a:lnTo>
                  <a:lnTo>
                    <a:pt x="2751347" y="6516"/>
                  </a:lnTo>
                  <a:lnTo>
                    <a:pt x="2765314" y="3258"/>
                  </a:lnTo>
                  <a:lnTo>
                    <a:pt x="277928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61688" y="3301476"/>
              <a:ext cx="2779280" cy="565241"/>
            </a:xfrm>
            <a:custGeom>
              <a:avLst/>
              <a:pathLst>
                <a:path w="2779280" h="565241">
                  <a:moveTo>
                    <a:pt x="2779280" y="0"/>
                  </a:moveTo>
                  <a:lnTo>
                    <a:pt x="2765314" y="2515"/>
                  </a:lnTo>
                  <a:lnTo>
                    <a:pt x="2751347" y="5030"/>
                  </a:lnTo>
                  <a:lnTo>
                    <a:pt x="2737381" y="7545"/>
                  </a:lnTo>
                  <a:lnTo>
                    <a:pt x="2723415" y="10060"/>
                  </a:lnTo>
                  <a:lnTo>
                    <a:pt x="2709449" y="12575"/>
                  </a:lnTo>
                  <a:lnTo>
                    <a:pt x="2695482" y="15091"/>
                  </a:lnTo>
                  <a:lnTo>
                    <a:pt x="2681516" y="17606"/>
                  </a:lnTo>
                  <a:lnTo>
                    <a:pt x="2667550" y="20121"/>
                  </a:lnTo>
                  <a:lnTo>
                    <a:pt x="2653584" y="22636"/>
                  </a:lnTo>
                  <a:lnTo>
                    <a:pt x="2639617" y="25151"/>
                  </a:lnTo>
                  <a:lnTo>
                    <a:pt x="2625651" y="27666"/>
                  </a:lnTo>
                  <a:lnTo>
                    <a:pt x="2611685" y="30182"/>
                  </a:lnTo>
                  <a:lnTo>
                    <a:pt x="2597719" y="32697"/>
                  </a:lnTo>
                  <a:lnTo>
                    <a:pt x="2583753" y="35212"/>
                  </a:lnTo>
                  <a:lnTo>
                    <a:pt x="2569786" y="37727"/>
                  </a:lnTo>
                  <a:lnTo>
                    <a:pt x="2555820" y="40242"/>
                  </a:lnTo>
                  <a:lnTo>
                    <a:pt x="2541854" y="42758"/>
                  </a:lnTo>
                  <a:lnTo>
                    <a:pt x="2527888" y="45273"/>
                  </a:lnTo>
                  <a:lnTo>
                    <a:pt x="2513921" y="47788"/>
                  </a:lnTo>
                  <a:lnTo>
                    <a:pt x="2499955" y="50303"/>
                  </a:lnTo>
                  <a:lnTo>
                    <a:pt x="2485989" y="52819"/>
                  </a:lnTo>
                  <a:lnTo>
                    <a:pt x="2472023" y="55334"/>
                  </a:lnTo>
                  <a:lnTo>
                    <a:pt x="2458056" y="57849"/>
                  </a:lnTo>
                  <a:lnTo>
                    <a:pt x="2444090" y="60364"/>
                  </a:lnTo>
                  <a:lnTo>
                    <a:pt x="2430124" y="62880"/>
                  </a:lnTo>
                  <a:lnTo>
                    <a:pt x="2416158" y="65395"/>
                  </a:lnTo>
                  <a:lnTo>
                    <a:pt x="2402192" y="67910"/>
                  </a:lnTo>
                  <a:lnTo>
                    <a:pt x="2388225" y="70426"/>
                  </a:lnTo>
                  <a:lnTo>
                    <a:pt x="2374259" y="72941"/>
                  </a:lnTo>
                  <a:lnTo>
                    <a:pt x="2360293" y="75456"/>
                  </a:lnTo>
                  <a:lnTo>
                    <a:pt x="2346327" y="77971"/>
                  </a:lnTo>
                  <a:lnTo>
                    <a:pt x="2332360" y="80487"/>
                  </a:lnTo>
                  <a:lnTo>
                    <a:pt x="2318394" y="83002"/>
                  </a:lnTo>
                  <a:lnTo>
                    <a:pt x="2304428" y="85517"/>
                  </a:lnTo>
                  <a:lnTo>
                    <a:pt x="2290462" y="88033"/>
                  </a:lnTo>
                  <a:lnTo>
                    <a:pt x="2276495" y="90548"/>
                  </a:lnTo>
                  <a:lnTo>
                    <a:pt x="2262529" y="93064"/>
                  </a:lnTo>
                  <a:lnTo>
                    <a:pt x="2248563" y="95579"/>
                  </a:lnTo>
                  <a:lnTo>
                    <a:pt x="2234597" y="98094"/>
                  </a:lnTo>
                  <a:lnTo>
                    <a:pt x="2220631" y="100610"/>
                  </a:lnTo>
                  <a:lnTo>
                    <a:pt x="2206664" y="103125"/>
                  </a:lnTo>
                  <a:lnTo>
                    <a:pt x="2192698" y="105641"/>
                  </a:lnTo>
                  <a:lnTo>
                    <a:pt x="2178732" y="108156"/>
                  </a:lnTo>
                  <a:lnTo>
                    <a:pt x="2164766" y="110671"/>
                  </a:lnTo>
                  <a:lnTo>
                    <a:pt x="2150799" y="113187"/>
                  </a:lnTo>
                  <a:lnTo>
                    <a:pt x="2136833" y="115702"/>
                  </a:lnTo>
                  <a:lnTo>
                    <a:pt x="2122867" y="118218"/>
                  </a:lnTo>
                  <a:lnTo>
                    <a:pt x="2108901" y="120733"/>
                  </a:lnTo>
                  <a:lnTo>
                    <a:pt x="2094934" y="123249"/>
                  </a:lnTo>
                  <a:lnTo>
                    <a:pt x="2080968" y="125764"/>
                  </a:lnTo>
                  <a:lnTo>
                    <a:pt x="2067002" y="128280"/>
                  </a:lnTo>
                  <a:lnTo>
                    <a:pt x="2053036" y="130796"/>
                  </a:lnTo>
                  <a:lnTo>
                    <a:pt x="2039069" y="133311"/>
                  </a:lnTo>
                  <a:lnTo>
                    <a:pt x="2025103" y="135827"/>
                  </a:lnTo>
                  <a:lnTo>
                    <a:pt x="2011137" y="138342"/>
                  </a:lnTo>
                  <a:lnTo>
                    <a:pt x="1997171" y="140858"/>
                  </a:lnTo>
                  <a:lnTo>
                    <a:pt x="1983205" y="143374"/>
                  </a:lnTo>
                  <a:lnTo>
                    <a:pt x="1969238" y="145890"/>
                  </a:lnTo>
                  <a:lnTo>
                    <a:pt x="1955272" y="148405"/>
                  </a:lnTo>
                  <a:lnTo>
                    <a:pt x="1941306" y="150921"/>
                  </a:lnTo>
                  <a:lnTo>
                    <a:pt x="1927340" y="153437"/>
                  </a:lnTo>
                  <a:lnTo>
                    <a:pt x="1913373" y="155953"/>
                  </a:lnTo>
                  <a:lnTo>
                    <a:pt x="1899407" y="158469"/>
                  </a:lnTo>
                  <a:lnTo>
                    <a:pt x="1885441" y="160985"/>
                  </a:lnTo>
                  <a:lnTo>
                    <a:pt x="1871475" y="163501"/>
                  </a:lnTo>
                  <a:lnTo>
                    <a:pt x="1857508" y="166017"/>
                  </a:lnTo>
                  <a:lnTo>
                    <a:pt x="1843542" y="168533"/>
                  </a:lnTo>
                  <a:lnTo>
                    <a:pt x="1829576" y="171049"/>
                  </a:lnTo>
                  <a:lnTo>
                    <a:pt x="1815610" y="173565"/>
                  </a:lnTo>
                  <a:lnTo>
                    <a:pt x="1801644" y="176081"/>
                  </a:lnTo>
                  <a:lnTo>
                    <a:pt x="1787677" y="178597"/>
                  </a:lnTo>
                  <a:lnTo>
                    <a:pt x="1773711" y="181114"/>
                  </a:lnTo>
                  <a:lnTo>
                    <a:pt x="1759745" y="183630"/>
                  </a:lnTo>
                  <a:lnTo>
                    <a:pt x="1745779" y="186146"/>
                  </a:lnTo>
                  <a:lnTo>
                    <a:pt x="1731812" y="188663"/>
                  </a:lnTo>
                  <a:lnTo>
                    <a:pt x="1717846" y="191180"/>
                  </a:lnTo>
                  <a:lnTo>
                    <a:pt x="1703880" y="193696"/>
                  </a:lnTo>
                  <a:lnTo>
                    <a:pt x="1689914" y="196213"/>
                  </a:lnTo>
                  <a:lnTo>
                    <a:pt x="1675947" y="198730"/>
                  </a:lnTo>
                  <a:lnTo>
                    <a:pt x="1661981" y="201247"/>
                  </a:lnTo>
                  <a:lnTo>
                    <a:pt x="1648015" y="203764"/>
                  </a:lnTo>
                  <a:lnTo>
                    <a:pt x="1634049" y="206282"/>
                  </a:lnTo>
                  <a:lnTo>
                    <a:pt x="1620082" y="208799"/>
                  </a:lnTo>
                  <a:lnTo>
                    <a:pt x="1606116" y="211317"/>
                  </a:lnTo>
                  <a:lnTo>
                    <a:pt x="1592150" y="213835"/>
                  </a:lnTo>
                  <a:lnTo>
                    <a:pt x="1578184" y="216353"/>
                  </a:lnTo>
                  <a:lnTo>
                    <a:pt x="1564218" y="218871"/>
                  </a:lnTo>
                  <a:lnTo>
                    <a:pt x="1550251" y="221390"/>
                  </a:lnTo>
                  <a:lnTo>
                    <a:pt x="1536285" y="223909"/>
                  </a:lnTo>
                  <a:lnTo>
                    <a:pt x="1522319" y="226428"/>
                  </a:lnTo>
                  <a:lnTo>
                    <a:pt x="1508353" y="228948"/>
                  </a:lnTo>
                  <a:lnTo>
                    <a:pt x="1494386" y="231468"/>
                  </a:lnTo>
                  <a:lnTo>
                    <a:pt x="1480420" y="233989"/>
                  </a:lnTo>
                  <a:lnTo>
                    <a:pt x="1466454" y="236510"/>
                  </a:lnTo>
                  <a:lnTo>
                    <a:pt x="1452488" y="239032"/>
                  </a:lnTo>
                  <a:lnTo>
                    <a:pt x="1438521" y="241555"/>
                  </a:lnTo>
                  <a:lnTo>
                    <a:pt x="1424555" y="244079"/>
                  </a:lnTo>
                  <a:lnTo>
                    <a:pt x="1410589" y="246604"/>
                  </a:lnTo>
                  <a:lnTo>
                    <a:pt x="1396623" y="249131"/>
                  </a:lnTo>
                  <a:lnTo>
                    <a:pt x="1382657" y="251660"/>
                  </a:lnTo>
                  <a:lnTo>
                    <a:pt x="1368690" y="254190"/>
                  </a:lnTo>
                  <a:lnTo>
                    <a:pt x="1354724" y="256724"/>
                  </a:lnTo>
                  <a:lnTo>
                    <a:pt x="1340758" y="259262"/>
                  </a:lnTo>
                  <a:lnTo>
                    <a:pt x="1326792" y="261805"/>
                  </a:lnTo>
                  <a:lnTo>
                    <a:pt x="1312825" y="264355"/>
                  </a:lnTo>
                  <a:lnTo>
                    <a:pt x="1298859" y="266915"/>
                  </a:lnTo>
                  <a:lnTo>
                    <a:pt x="1284893" y="269489"/>
                  </a:lnTo>
                  <a:lnTo>
                    <a:pt x="1270927" y="272083"/>
                  </a:lnTo>
                  <a:lnTo>
                    <a:pt x="1256960" y="274710"/>
                  </a:lnTo>
                  <a:lnTo>
                    <a:pt x="1242994" y="277386"/>
                  </a:lnTo>
                  <a:lnTo>
                    <a:pt x="1229028" y="280136"/>
                  </a:lnTo>
                  <a:lnTo>
                    <a:pt x="1215062" y="282982"/>
                  </a:lnTo>
                  <a:lnTo>
                    <a:pt x="1201096" y="285933"/>
                  </a:lnTo>
                  <a:lnTo>
                    <a:pt x="1187129" y="288977"/>
                  </a:lnTo>
                  <a:lnTo>
                    <a:pt x="1173163" y="292087"/>
                  </a:lnTo>
                  <a:lnTo>
                    <a:pt x="1159197" y="295243"/>
                  </a:lnTo>
                  <a:lnTo>
                    <a:pt x="1145231" y="298427"/>
                  </a:lnTo>
                  <a:lnTo>
                    <a:pt x="1131264" y="301630"/>
                  </a:lnTo>
                  <a:lnTo>
                    <a:pt x="1117298" y="304846"/>
                  </a:lnTo>
                  <a:lnTo>
                    <a:pt x="1103332" y="308072"/>
                  </a:lnTo>
                  <a:lnTo>
                    <a:pt x="1089366" y="311303"/>
                  </a:lnTo>
                  <a:lnTo>
                    <a:pt x="1075399" y="314540"/>
                  </a:lnTo>
                  <a:lnTo>
                    <a:pt x="1061433" y="317780"/>
                  </a:lnTo>
                  <a:lnTo>
                    <a:pt x="1047467" y="321023"/>
                  </a:lnTo>
                  <a:lnTo>
                    <a:pt x="1033501" y="324268"/>
                  </a:lnTo>
                  <a:lnTo>
                    <a:pt x="1019534" y="327515"/>
                  </a:lnTo>
                  <a:lnTo>
                    <a:pt x="1005568" y="330763"/>
                  </a:lnTo>
                  <a:lnTo>
                    <a:pt x="991602" y="334013"/>
                  </a:lnTo>
                  <a:lnTo>
                    <a:pt x="977636" y="337263"/>
                  </a:lnTo>
                  <a:lnTo>
                    <a:pt x="963670" y="340515"/>
                  </a:lnTo>
                  <a:lnTo>
                    <a:pt x="949703" y="343767"/>
                  </a:lnTo>
                  <a:lnTo>
                    <a:pt x="935737" y="347020"/>
                  </a:lnTo>
                  <a:lnTo>
                    <a:pt x="921771" y="350273"/>
                  </a:lnTo>
                  <a:lnTo>
                    <a:pt x="907805" y="353526"/>
                  </a:lnTo>
                  <a:lnTo>
                    <a:pt x="893838" y="356781"/>
                  </a:lnTo>
                  <a:lnTo>
                    <a:pt x="879872" y="360035"/>
                  </a:lnTo>
                  <a:lnTo>
                    <a:pt x="865906" y="363290"/>
                  </a:lnTo>
                  <a:lnTo>
                    <a:pt x="851940" y="366545"/>
                  </a:lnTo>
                  <a:lnTo>
                    <a:pt x="837973" y="369800"/>
                  </a:lnTo>
                  <a:lnTo>
                    <a:pt x="824007" y="373055"/>
                  </a:lnTo>
                  <a:lnTo>
                    <a:pt x="810041" y="376311"/>
                  </a:lnTo>
                  <a:lnTo>
                    <a:pt x="796075" y="379567"/>
                  </a:lnTo>
                  <a:lnTo>
                    <a:pt x="782109" y="382823"/>
                  </a:lnTo>
                  <a:lnTo>
                    <a:pt x="768142" y="386079"/>
                  </a:lnTo>
                  <a:lnTo>
                    <a:pt x="754176" y="389335"/>
                  </a:lnTo>
                  <a:lnTo>
                    <a:pt x="740210" y="392591"/>
                  </a:lnTo>
                  <a:lnTo>
                    <a:pt x="726244" y="395848"/>
                  </a:lnTo>
                  <a:lnTo>
                    <a:pt x="712277" y="399104"/>
                  </a:lnTo>
                  <a:lnTo>
                    <a:pt x="698311" y="402361"/>
                  </a:lnTo>
                  <a:lnTo>
                    <a:pt x="684345" y="405618"/>
                  </a:lnTo>
                  <a:lnTo>
                    <a:pt x="670379" y="408875"/>
                  </a:lnTo>
                  <a:lnTo>
                    <a:pt x="656412" y="412131"/>
                  </a:lnTo>
                  <a:lnTo>
                    <a:pt x="642446" y="415388"/>
                  </a:lnTo>
                  <a:lnTo>
                    <a:pt x="628480" y="418645"/>
                  </a:lnTo>
                  <a:lnTo>
                    <a:pt x="614514" y="421902"/>
                  </a:lnTo>
                  <a:lnTo>
                    <a:pt x="600548" y="425160"/>
                  </a:lnTo>
                  <a:lnTo>
                    <a:pt x="586581" y="428417"/>
                  </a:lnTo>
                  <a:lnTo>
                    <a:pt x="572615" y="431674"/>
                  </a:lnTo>
                  <a:lnTo>
                    <a:pt x="558649" y="434931"/>
                  </a:lnTo>
                  <a:lnTo>
                    <a:pt x="544683" y="438189"/>
                  </a:lnTo>
                  <a:lnTo>
                    <a:pt x="530716" y="441446"/>
                  </a:lnTo>
                  <a:lnTo>
                    <a:pt x="516750" y="444703"/>
                  </a:lnTo>
                  <a:lnTo>
                    <a:pt x="502784" y="447961"/>
                  </a:lnTo>
                  <a:lnTo>
                    <a:pt x="488818" y="451218"/>
                  </a:lnTo>
                  <a:lnTo>
                    <a:pt x="474851" y="454476"/>
                  </a:lnTo>
                  <a:lnTo>
                    <a:pt x="460885" y="457733"/>
                  </a:lnTo>
                  <a:lnTo>
                    <a:pt x="446919" y="460991"/>
                  </a:lnTo>
                  <a:lnTo>
                    <a:pt x="432953" y="464248"/>
                  </a:lnTo>
                  <a:lnTo>
                    <a:pt x="418986" y="467506"/>
                  </a:lnTo>
                  <a:lnTo>
                    <a:pt x="405020" y="470764"/>
                  </a:lnTo>
                  <a:lnTo>
                    <a:pt x="391054" y="474021"/>
                  </a:lnTo>
                  <a:lnTo>
                    <a:pt x="377088" y="477279"/>
                  </a:lnTo>
                  <a:lnTo>
                    <a:pt x="363122" y="480537"/>
                  </a:lnTo>
                  <a:lnTo>
                    <a:pt x="349155" y="483794"/>
                  </a:lnTo>
                  <a:lnTo>
                    <a:pt x="335189" y="487052"/>
                  </a:lnTo>
                  <a:lnTo>
                    <a:pt x="321223" y="490310"/>
                  </a:lnTo>
                  <a:lnTo>
                    <a:pt x="307257" y="493567"/>
                  </a:lnTo>
                  <a:lnTo>
                    <a:pt x="293290" y="496825"/>
                  </a:lnTo>
                  <a:lnTo>
                    <a:pt x="279324" y="500083"/>
                  </a:lnTo>
                  <a:lnTo>
                    <a:pt x="265358" y="503341"/>
                  </a:lnTo>
                  <a:lnTo>
                    <a:pt x="251392" y="506599"/>
                  </a:lnTo>
                  <a:lnTo>
                    <a:pt x="237425" y="509856"/>
                  </a:lnTo>
                  <a:lnTo>
                    <a:pt x="223459" y="513114"/>
                  </a:lnTo>
                  <a:lnTo>
                    <a:pt x="209493" y="516372"/>
                  </a:lnTo>
                  <a:lnTo>
                    <a:pt x="195527" y="519630"/>
                  </a:lnTo>
                  <a:lnTo>
                    <a:pt x="181561" y="522888"/>
                  </a:lnTo>
                  <a:lnTo>
                    <a:pt x="167594" y="526146"/>
                  </a:lnTo>
                  <a:lnTo>
                    <a:pt x="153628" y="529404"/>
                  </a:lnTo>
                  <a:lnTo>
                    <a:pt x="139662" y="532662"/>
                  </a:lnTo>
                  <a:lnTo>
                    <a:pt x="125696" y="535920"/>
                  </a:lnTo>
                  <a:lnTo>
                    <a:pt x="111729" y="539177"/>
                  </a:lnTo>
                  <a:lnTo>
                    <a:pt x="97763" y="542435"/>
                  </a:lnTo>
                  <a:lnTo>
                    <a:pt x="83797" y="545693"/>
                  </a:lnTo>
                  <a:lnTo>
                    <a:pt x="69831" y="548951"/>
                  </a:lnTo>
                  <a:lnTo>
                    <a:pt x="55864" y="552209"/>
                  </a:lnTo>
                  <a:lnTo>
                    <a:pt x="41898" y="555467"/>
                  </a:lnTo>
                  <a:lnTo>
                    <a:pt x="27932" y="558725"/>
                  </a:lnTo>
                  <a:lnTo>
                    <a:pt x="13966" y="561983"/>
                  </a:lnTo>
                  <a:lnTo>
                    <a:pt x="0" y="5652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4916613" y="3373385"/>
              <a:ext cx="2358606" cy="241336"/>
            </a:xfrm>
            <a:custGeom>
              <a:avLst/>
              <a:pathLst>
                <a:path w="2358606" h="241336">
                  <a:moveTo>
                    <a:pt x="0" y="231610"/>
                  </a:moveTo>
                  <a:lnTo>
                    <a:pt x="11852" y="230838"/>
                  </a:lnTo>
                  <a:lnTo>
                    <a:pt x="23704" y="230066"/>
                  </a:lnTo>
                  <a:lnTo>
                    <a:pt x="35556" y="229293"/>
                  </a:lnTo>
                  <a:lnTo>
                    <a:pt x="47409" y="228519"/>
                  </a:lnTo>
                  <a:lnTo>
                    <a:pt x="59261" y="227746"/>
                  </a:lnTo>
                  <a:lnTo>
                    <a:pt x="71113" y="226971"/>
                  </a:lnTo>
                  <a:lnTo>
                    <a:pt x="82966" y="226196"/>
                  </a:lnTo>
                  <a:lnTo>
                    <a:pt x="94818" y="225420"/>
                  </a:lnTo>
                  <a:lnTo>
                    <a:pt x="106670" y="224643"/>
                  </a:lnTo>
                  <a:lnTo>
                    <a:pt x="118522" y="223865"/>
                  </a:lnTo>
                  <a:lnTo>
                    <a:pt x="130375" y="223086"/>
                  </a:lnTo>
                  <a:lnTo>
                    <a:pt x="142227" y="222304"/>
                  </a:lnTo>
                  <a:lnTo>
                    <a:pt x="154079" y="221520"/>
                  </a:lnTo>
                  <a:lnTo>
                    <a:pt x="165932" y="220732"/>
                  </a:lnTo>
                  <a:lnTo>
                    <a:pt x="177784" y="219940"/>
                  </a:lnTo>
                  <a:lnTo>
                    <a:pt x="189636" y="219141"/>
                  </a:lnTo>
                  <a:lnTo>
                    <a:pt x="201488" y="218332"/>
                  </a:lnTo>
                  <a:lnTo>
                    <a:pt x="213341" y="217510"/>
                  </a:lnTo>
                  <a:lnTo>
                    <a:pt x="225193" y="216666"/>
                  </a:lnTo>
                  <a:lnTo>
                    <a:pt x="237045" y="215789"/>
                  </a:lnTo>
                  <a:lnTo>
                    <a:pt x="248898" y="214866"/>
                  </a:lnTo>
                  <a:lnTo>
                    <a:pt x="260750" y="213885"/>
                  </a:lnTo>
                  <a:lnTo>
                    <a:pt x="272602" y="212844"/>
                  </a:lnTo>
                  <a:lnTo>
                    <a:pt x="284455" y="211751"/>
                  </a:lnTo>
                  <a:lnTo>
                    <a:pt x="296307" y="210622"/>
                  </a:lnTo>
                  <a:lnTo>
                    <a:pt x="308159" y="209469"/>
                  </a:lnTo>
                  <a:lnTo>
                    <a:pt x="320011" y="208300"/>
                  </a:lnTo>
                  <a:lnTo>
                    <a:pt x="331864" y="207120"/>
                  </a:lnTo>
                  <a:lnTo>
                    <a:pt x="343716" y="205932"/>
                  </a:lnTo>
                  <a:lnTo>
                    <a:pt x="355568" y="204740"/>
                  </a:lnTo>
                  <a:lnTo>
                    <a:pt x="367421" y="203543"/>
                  </a:lnTo>
                  <a:lnTo>
                    <a:pt x="379273" y="202344"/>
                  </a:lnTo>
                  <a:lnTo>
                    <a:pt x="391125" y="201143"/>
                  </a:lnTo>
                  <a:lnTo>
                    <a:pt x="402977" y="199940"/>
                  </a:lnTo>
                  <a:lnTo>
                    <a:pt x="414830" y="198735"/>
                  </a:lnTo>
                  <a:lnTo>
                    <a:pt x="426682" y="197530"/>
                  </a:lnTo>
                  <a:lnTo>
                    <a:pt x="438534" y="196324"/>
                  </a:lnTo>
                  <a:lnTo>
                    <a:pt x="450387" y="195117"/>
                  </a:lnTo>
                  <a:lnTo>
                    <a:pt x="462239" y="193909"/>
                  </a:lnTo>
                  <a:lnTo>
                    <a:pt x="474091" y="192701"/>
                  </a:lnTo>
                  <a:lnTo>
                    <a:pt x="485943" y="191492"/>
                  </a:lnTo>
                  <a:lnTo>
                    <a:pt x="497796" y="190283"/>
                  </a:lnTo>
                  <a:lnTo>
                    <a:pt x="509648" y="189074"/>
                  </a:lnTo>
                  <a:lnTo>
                    <a:pt x="521500" y="187865"/>
                  </a:lnTo>
                  <a:lnTo>
                    <a:pt x="533353" y="186655"/>
                  </a:lnTo>
                  <a:lnTo>
                    <a:pt x="545205" y="185445"/>
                  </a:lnTo>
                  <a:lnTo>
                    <a:pt x="557057" y="184235"/>
                  </a:lnTo>
                  <a:lnTo>
                    <a:pt x="568910" y="183025"/>
                  </a:lnTo>
                  <a:lnTo>
                    <a:pt x="580762" y="181814"/>
                  </a:lnTo>
                  <a:lnTo>
                    <a:pt x="592614" y="180603"/>
                  </a:lnTo>
                  <a:lnTo>
                    <a:pt x="604466" y="179393"/>
                  </a:lnTo>
                  <a:lnTo>
                    <a:pt x="616319" y="178182"/>
                  </a:lnTo>
                  <a:lnTo>
                    <a:pt x="628171" y="176971"/>
                  </a:lnTo>
                  <a:lnTo>
                    <a:pt x="640023" y="175760"/>
                  </a:lnTo>
                  <a:lnTo>
                    <a:pt x="651876" y="174549"/>
                  </a:lnTo>
                  <a:lnTo>
                    <a:pt x="663728" y="173338"/>
                  </a:lnTo>
                  <a:lnTo>
                    <a:pt x="675580" y="172126"/>
                  </a:lnTo>
                  <a:lnTo>
                    <a:pt x="687432" y="170915"/>
                  </a:lnTo>
                  <a:lnTo>
                    <a:pt x="699285" y="169704"/>
                  </a:lnTo>
                  <a:lnTo>
                    <a:pt x="711137" y="168492"/>
                  </a:lnTo>
                  <a:lnTo>
                    <a:pt x="722989" y="167281"/>
                  </a:lnTo>
                  <a:lnTo>
                    <a:pt x="734842" y="166069"/>
                  </a:lnTo>
                  <a:lnTo>
                    <a:pt x="746694" y="164858"/>
                  </a:lnTo>
                  <a:lnTo>
                    <a:pt x="758546" y="163646"/>
                  </a:lnTo>
                  <a:lnTo>
                    <a:pt x="770399" y="162435"/>
                  </a:lnTo>
                  <a:lnTo>
                    <a:pt x="782251" y="161223"/>
                  </a:lnTo>
                  <a:lnTo>
                    <a:pt x="794103" y="160011"/>
                  </a:lnTo>
                  <a:lnTo>
                    <a:pt x="805955" y="158800"/>
                  </a:lnTo>
                  <a:lnTo>
                    <a:pt x="817808" y="157588"/>
                  </a:lnTo>
                  <a:lnTo>
                    <a:pt x="829660" y="156376"/>
                  </a:lnTo>
                  <a:lnTo>
                    <a:pt x="841512" y="155164"/>
                  </a:lnTo>
                  <a:lnTo>
                    <a:pt x="853365" y="153952"/>
                  </a:lnTo>
                  <a:lnTo>
                    <a:pt x="865217" y="152741"/>
                  </a:lnTo>
                  <a:lnTo>
                    <a:pt x="877069" y="151529"/>
                  </a:lnTo>
                  <a:lnTo>
                    <a:pt x="888921" y="150317"/>
                  </a:lnTo>
                  <a:lnTo>
                    <a:pt x="900774" y="149105"/>
                  </a:lnTo>
                  <a:lnTo>
                    <a:pt x="912626" y="147893"/>
                  </a:lnTo>
                  <a:lnTo>
                    <a:pt x="924478" y="146681"/>
                  </a:lnTo>
                  <a:lnTo>
                    <a:pt x="936331" y="145469"/>
                  </a:lnTo>
                  <a:lnTo>
                    <a:pt x="948183" y="144257"/>
                  </a:lnTo>
                  <a:lnTo>
                    <a:pt x="960035" y="143045"/>
                  </a:lnTo>
                  <a:lnTo>
                    <a:pt x="971887" y="141833"/>
                  </a:lnTo>
                  <a:lnTo>
                    <a:pt x="983740" y="140621"/>
                  </a:lnTo>
                  <a:lnTo>
                    <a:pt x="995592" y="139409"/>
                  </a:lnTo>
                  <a:lnTo>
                    <a:pt x="1007444" y="138197"/>
                  </a:lnTo>
                  <a:lnTo>
                    <a:pt x="1019297" y="136985"/>
                  </a:lnTo>
                  <a:lnTo>
                    <a:pt x="1031149" y="135773"/>
                  </a:lnTo>
                  <a:lnTo>
                    <a:pt x="1043001" y="134561"/>
                  </a:lnTo>
                  <a:lnTo>
                    <a:pt x="1054854" y="133349"/>
                  </a:lnTo>
                  <a:lnTo>
                    <a:pt x="1066706" y="132137"/>
                  </a:lnTo>
                  <a:lnTo>
                    <a:pt x="1078558" y="130925"/>
                  </a:lnTo>
                  <a:lnTo>
                    <a:pt x="1090410" y="129713"/>
                  </a:lnTo>
                  <a:lnTo>
                    <a:pt x="1102263" y="128501"/>
                  </a:lnTo>
                  <a:lnTo>
                    <a:pt x="1114115" y="127288"/>
                  </a:lnTo>
                  <a:lnTo>
                    <a:pt x="1125967" y="126076"/>
                  </a:lnTo>
                  <a:lnTo>
                    <a:pt x="1137820" y="124864"/>
                  </a:lnTo>
                  <a:lnTo>
                    <a:pt x="1149672" y="123652"/>
                  </a:lnTo>
                  <a:lnTo>
                    <a:pt x="1161524" y="122440"/>
                  </a:lnTo>
                  <a:lnTo>
                    <a:pt x="1173376" y="121228"/>
                  </a:lnTo>
                  <a:lnTo>
                    <a:pt x="1185229" y="120016"/>
                  </a:lnTo>
                  <a:lnTo>
                    <a:pt x="1197081" y="118803"/>
                  </a:lnTo>
                  <a:lnTo>
                    <a:pt x="1208933" y="117591"/>
                  </a:lnTo>
                  <a:lnTo>
                    <a:pt x="1220786" y="116379"/>
                  </a:lnTo>
                  <a:lnTo>
                    <a:pt x="1232638" y="115167"/>
                  </a:lnTo>
                  <a:lnTo>
                    <a:pt x="1244490" y="113955"/>
                  </a:lnTo>
                  <a:lnTo>
                    <a:pt x="1256343" y="112743"/>
                  </a:lnTo>
                  <a:lnTo>
                    <a:pt x="1268195" y="111530"/>
                  </a:lnTo>
                  <a:lnTo>
                    <a:pt x="1280047" y="110318"/>
                  </a:lnTo>
                  <a:lnTo>
                    <a:pt x="1291899" y="109106"/>
                  </a:lnTo>
                  <a:lnTo>
                    <a:pt x="1303752" y="107894"/>
                  </a:lnTo>
                  <a:lnTo>
                    <a:pt x="1315604" y="106682"/>
                  </a:lnTo>
                  <a:lnTo>
                    <a:pt x="1327456" y="105469"/>
                  </a:lnTo>
                  <a:lnTo>
                    <a:pt x="1339309" y="104257"/>
                  </a:lnTo>
                  <a:lnTo>
                    <a:pt x="1351161" y="103045"/>
                  </a:lnTo>
                  <a:lnTo>
                    <a:pt x="1363013" y="101833"/>
                  </a:lnTo>
                  <a:lnTo>
                    <a:pt x="1374865" y="100620"/>
                  </a:lnTo>
                  <a:lnTo>
                    <a:pt x="1386718" y="99408"/>
                  </a:lnTo>
                  <a:lnTo>
                    <a:pt x="1398570" y="98196"/>
                  </a:lnTo>
                  <a:lnTo>
                    <a:pt x="1410422" y="96984"/>
                  </a:lnTo>
                  <a:lnTo>
                    <a:pt x="1422275" y="95772"/>
                  </a:lnTo>
                  <a:lnTo>
                    <a:pt x="1434127" y="94559"/>
                  </a:lnTo>
                  <a:lnTo>
                    <a:pt x="1445979" y="93347"/>
                  </a:lnTo>
                  <a:lnTo>
                    <a:pt x="1457831" y="92135"/>
                  </a:lnTo>
                  <a:lnTo>
                    <a:pt x="1469684" y="90923"/>
                  </a:lnTo>
                  <a:lnTo>
                    <a:pt x="1481536" y="89710"/>
                  </a:lnTo>
                  <a:lnTo>
                    <a:pt x="1493388" y="88498"/>
                  </a:lnTo>
                  <a:lnTo>
                    <a:pt x="1505241" y="87286"/>
                  </a:lnTo>
                  <a:lnTo>
                    <a:pt x="1517093" y="86074"/>
                  </a:lnTo>
                  <a:lnTo>
                    <a:pt x="1528945" y="84861"/>
                  </a:lnTo>
                  <a:lnTo>
                    <a:pt x="1540798" y="83649"/>
                  </a:lnTo>
                  <a:lnTo>
                    <a:pt x="1552650" y="82437"/>
                  </a:lnTo>
                  <a:lnTo>
                    <a:pt x="1564502" y="81224"/>
                  </a:lnTo>
                  <a:lnTo>
                    <a:pt x="1576354" y="80012"/>
                  </a:lnTo>
                  <a:lnTo>
                    <a:pt x="1588207" y="78800"/>
                  </a:lnTo>
                  <a:lnTo>
                    <a:pt x="1600059" y="77588"/>
                  </a:lnTo>
                  <a:lnTo>
                    <a:pt x="1611911" y="76375"/>
                  </a:lnTo>
                  <a:lnTo>
                    <a:pt x="1623764" y="75163"/>
                  </a:lnTo>
                  <a:lnTo>
                    <a:pt x="1635616" y="73951"/>
                  </a:lnTo>
                  <a:lnTo>
                    <a:pt x="1647468" y="72739"/>
                  </a:lnTo>
                  <a:lnTo>
                    <a:pt x="1659320" y="71526"/>
                  </a:lnTo>
                  <a:lnTo>
                    <a:pt x="1671173" y="70314"/>
                  </a:lnTo>
                  <a:lnTo>
                    <a:pt x="1683025" y="69102"/>
                  </a:lnTo>
                  <a:lnTo>
                    <a:pt x="1694877" y="67889"/>
                  </a:lnTo>
                  <a:lnTo>
                    <a:pt x="1706730" y="66677"/>
                  </a:lnTo>
                  <a:lnTo>
                    <a:pt x="1718582" y="65465"/>
                  </a:lnTo>
                  <a:lnTo>
                    <a:pt x="1730434" y="64252"/>
                  </a:lnTo>
                  <a:lnTo>
                    <a:pt x="1742287" y="63040"/>
                  </a:lnTo>
                  <a:lnTo>
                    <a:pt x="1754139" y="61828"/>
                  </a:lnTo>
                  <a:lnTo>
                    <a:pt x="1765991" y="60616"/>
                  </a:lnTo>
                  <a:lnTo>
                    <a:pt x="1777843" y="59403"/>
                  </a:lnTo>
                  <a:lnTo>
                    <a:pt x="1789696" y="58191"/>
                  </a:lnTo>
                  <a:lnTo>
                    <a:pt x="1801548" y="56979"/>
                  </a:lnTo>
                  <a:lnTo>
                    <a:pt x="1813400" y="55766"/>
                  </a:lnTo>
                  <a:lnTo>
                    <a:pt x="1825253" y="54554"/>
                  </a:lnTo>
                  <a:lnTo>
                    <a:pt x="1837105" y="53342"/>
                  </a:lnTo>
                  <a:lnTo>
                    <a:pt x="1848957" y="52129"/>
                  </a:lnTo>
                  <a:lnTo>
                    <a:pt x="1860809" y="50917"/>
                  </a:lnTo>
                  <a:lnTo>
                    <a:pt x="1872662" y="49705"/>
                  </a:lnTo>
                  <a:lnTo>
                    <a:pt x="1884514" y="48493"/>
                  </a:lnTo>
                  <a:lnTo>
                    <a:pt x="1896366" y="47280"/>
                  </a:lnTo>
                  <a:lnTo>
                    <a:pt x="1908219" y="46068"/>
                  </a:lnTo>
                  <a:lnTo>
                    <a:pt x="1920071" y="44856"/>
                  </a:lnTo>
                  <a:lnTo>
                    <a:pt x="1931923" y="43643"/>
                  </a:lnTo>
                  <a:lnTo>
                    <a:pt x="1943775" y="42431"/>
                  </a:lnTo>
                  <a:lnTo>
                    <a:pt x="1955628" y="41219"/>
                  </a:lnTo>
                  <a:lnTo>
                    <a:pt x="1967480" y="40006"/>
                  </a:lnTo>
                  <a:lnTo>
                    <a:pt x="1979332" y="38794"/>
                  </a:lnTo>
                  <a:lnTo>
                    <a:pt x="1991185" y="37582"/>
                  </a:lnTo>
                  <a:lnTo>
                    <a:pt x="2003037" y="36369"/>
                  </a:lnTo>
                  <a:lnTo>
                    <a:pt x="2014889" y="35157"/>
                  </a:lnTo>
                  <a:lnTo>
                    <a:pt x="2026742" y="33945"/>
                  </a:lnTo>
                  <a:lnTo>
                    <a:pt x="2038594" y="32732"/>
                  </a:lnTo>
                  <a:lnTo>
                    <a:pt x="2050446" y="31520"/>
                  </a:lnTo>
                  <a:lnTo>
                    <a:pt x="2062298" y="30308"/>
                  </a:lnTo>
                  <a:lnTo>
                    <a:pt x="2074151" y="29095"/>
                  </a:lnTo>
                  <a:lnTo>
                    <a:pt x="2086003" y="27883"/>
                  </a:lnTo>
                  <a:lnTo>
                    <a:pt x="2097855" y="26671"/>
                  </a:lnTo>
                  <a:lnTo>
                    <a:pt x="2109708" y="25459"/>
                  </a:lnTo>
                  <a:lnTo>
                    <a:pt x="2121560" y="24246"/>
                  </a:lnTo>
                  <a:lnTo>
                    <a:pt x="2133412" y="23034"/>
                  </a:lnTo>
                  <a:lnTo>
                    <a:pt x="2145264" y="21822"/>
                  </a:lnTo>
                  <a:lnTo>
                    <a:pt x="2157117" y="20609"/>
                  </a:lnTo>
                  <a:lnTo>
                    <a:pt x="2168969" y="19397"/>
                  </a:lnTo>
                  <a:lnTo>
                    <a:pt x="2180821" y="18185"/>
                  </a:lnTo>
                  <a:lnTo>
                    <a:pt x="2192674" y="16972"/>
                  </a:lnTo>
                  <a:lnTo>
                    <a:pt x="2204526" y="15760"/>
                  </a:lnTo>
                  <a:lnTo>
                    <a:pt x="2216378" y="14548"/>
                  </a:lnTo>
                  <a:lnTo>
                    <a:pt x="2228231" y="13335"/>
                  </a:lnTo>
                  <a:lnTo>
                    <a:pt x="2240083" y="12123"/>
                  </a:lnTo>
                  <a:lnTo>
                    <a:pt x="2251935" y="10911"/>
                  </a:lnTo>
                  <a:lnTo>
                    <a:pt x="2263787" y="9698"/>
                  </a:lnTo>
                  <a:lnTo>
                    <a:pt x="2275640" y="8486"/>
                  </a:lnTo>
                  <a:lnTo>
                    <a:pt x="2287492" y="7274"/>
                  </a:lnTo>
                  <a:lnTo>
                    <a:pt x="2299344" y="6061"/>
                  </a:lnTo>
                  <a:lnTo>
                    <a:pt x="2311197" y="4849"/>
                  </a:lnTo>
                  <a:lnTo>
                    <a:pt x="2323049" y="3637"/>
                  </a:lnTo>
                  <a:lnTo>
                    <a:pt x="2334901" y="2424"/>
                  </a:lnTo>
                  <a:lnTo>
                    <a:pt x="2346753" y="1212"/>
                  </a:lnTo>
                  <a:lnTo>
                    <a:pt x="2358606" y="0"/>
                  </a:lnTo>
                  <a:lnTo>
                    <a:pt x="2358606" y="78613"/>
                  </a:lnTo>
                  <a:lnTo>
                    <a:pt x="2346753" y="79382"/>
                  </a:lnTo>
                  <a:lnTo>
                    <a:pt x="2334901" y="80151"/>
                  </a:lnTo>
                  <a:lnTo>
                    <a:pt x="2323049" y="80921"/>
                  </a:lnTo>
                  <a:lnTo>
                    <a:pt x="2311197" y="81690"/>
                  </a:lnTo>
                  <a:lnTo>
                    <a:pt x="2299344" y="82459"/>
                  </a:lnTo>
                  <a:lnTo>
                    <a:pt x="2287492" y="83228"/>
                  </a:lnTo>
                  <a:lnTo>
                    <a:pt x="2275640" y="83998"/>
                  </a:lnTo>
                  <a:lnTo>
                    <a:pt x="2263787" y="84767"/>
                  </a:lnTo>
                  <a:lnTo>
                    <a:pt x="2251935" y="85536"/>
                  </a:lnTo>
                  <a:lnTo>
                    <a:pt x="2240083" y="86305"/>
                  </a:lnTo>
                  <a:lnTo>
                    <a:pt x="2228231" y="87075"/>
                  </a:lnTo>
                  <a:lnTo>
                    <a:pt x="2216378" y="87844"/>
                  </a:lnTo>
                  <a:lnTo>
                    <a:pt x="2204526" y="88613"/>
                  </a:lnTo>
                  <a:lnTo>
                    <a:pt x="2192674" y="89382"/>
                  </a:lnTo>
                  <a:lnTo>
                    <a:pt x="2180821" y="90152"/>
                  </a:lnTo>
                  <a:lnTo>
                    <a:pt x="2168969" y="90921"/>
                  </a:lnTo>
                  <a:lnTo>
                    <a:pt x="2157117" y="91690"/>
                  </a:lnTo>
                  <a:lnTo>
                    <a:pt x="2145264" y="92459"/>
                  </a:lnTo>
                  <a:lnTo>
                    <a:pt x="2133412" y="93229"/>
                  </a:lnTo>
                  <a:lnTo>
                    <a:pt x="2121560" y="93998"/>
                  </a:lnTo>
                  <a:lnTo>
                    <a:pt x="2109708" y="94767"/>
                  </a:lnTo>
                  <a:lnTo>
                    <a:pt x="2097855" y="95536"/>
                  </a:lnTo>
                  <a:lnTo>
                    <a:pt x="2086003" y="96306"/>
                  </a:lnTo>
                  <a:lnTo>
                    <a:pt x="2074151" y="97075"/>
                  </a:lnTo>
                  <a:lnTo>
                    <a:pt x="2062298" y="97844"/>
                  </a:lnTo>
                  <a:lnTo>
                    <a:pt x="2050446" y="98613"/>
                  </a:lnTo>
                  <a:lnTo>
                    <a:pt x="2038594" y="99383"/>
                  </a:lnTo>
                  <a:lnTo>
                    <a:pt x="2026742" y="100152"/>
                  </a:lnTo>
                  <a:lnTo>
                    <a:pt x="2014889" y="100921"/>
                  </a:lnTo>
                  <a:lnTo>
                    <a:pt x="2003037" y="101690"/>
                  </a:lnTo>
                  <a:lnTo>
                    <a:pt x="1991185" y="102460"/>
                  </a:lnTo>
                  <a:lnTo>
                    <a:pt x="1979332" y="103229"/>
                  </a:lnTo>
                  <a:lnTo>
                    <a:pt x="1967480" y="103998"/>
                  </a:lnTo>
                  <a:lnTo>
                    <a:pt x="1955628" y="104767"/>
                  </a:lnTo>
                  <a:lnTo>
                    <a:pt x="1943775" y="105537"/>
                  </a:lnTo>
                  <a:lnTo>
                    <a:pt x="1931923" y="106306"/>
                  </a:lnTo>
                  <a:lnTo>
                    <a:pt x="1920071" y="107075"/>
                  </a:lnTo>
                  <a:lnTo>
                    <a:pt x="1908219" y="107844"/>
                  </a:lnTo>
                  <a:lnTo>
                    <a:pt x="1896366" y="108614"/>
                  </a:lnTo>
                  <a:lnTo>
                    <a:pt x="1884514" y="109383"/>
                  </a:lnTo>
                  <a:lnTo>
                    <a:pt x="1872662" y="110152"/>
                  </a:lnTo>
                  <a:lnTo>
                    <a:pt x="1860809" y="110921"/>
                  </a:lnTo>
                  <a:lnTo>
                    <a:pt x="1848957" y="111691"/>
                  </a:lnTo>
                  <a:lnTo>
                    <a:pt x="1837105" y="112460"/>
                  </a:lnTo>
                  <a:lnTo>
                    <a:pt x="1825253" y="113229"/>
                  </a:lnTo>
                  <a:lnTo>
                    <a:pt x="1813400" y="113999"/>
                  </a:lnTo>
                  <a:lnTo>
                    <a:pt x="1801548" y="114768"/>
                  </a:lnTo>
                  <a:lnTo>
                    <a:pt x="1789696" y="115537"/>
                  </a:lnTo>
                  <a:lnTo>
                    <a:pt x="1777843" y="116306"/>
                  </a:lnTo>
                  <a:lnTo>
                    <a:pt x="1765991" y="117076"/>
                  </a:lnTo>
                  <a:lnTo>
                    <a:pt x="1754139" y="117845"/>
                  </a:lnTo>
                  <a:lnTo>
                    <a:pt x="1742287" y="118614"/>
                  </a:lnTo>
                  <a:lnTo>
                    <a:pt x="1730434" y="119384"/>
                  </a:lnTo>
                  <a:lnTo>
                    <a:pt x="1718582" y="120153"/>
                  </a:lnTo>
                  <a:lnTo>
                    <a:pt x="1706730" y="120922"/>
                  </a:lnTo>
                  <a:lnTo>
                    <a:pt x="1694877" y="121691"/>
                  </a:lnTo>
                  <a:lnTo>
                    <a:pt x="1683025" y="122461"/>
                  </a:lnTo>
                  <a:lnTo>
                    <a:pt x="1671173" y="123230"/>
                  </a:lnTo>
                  <a:lnTo>
                    <a:pt x="1659320" y="123999"/>
                  </a:lnTo>
                  <a:lnTo>
                    <a:pt x="1647468" y="124769"/>
                  </a:lnTo>
                  <a:lnTo>
                    <a:pt x="1635616" y="125538"/>
                  </a:lnTo>
                  <a:lnTo>
                    <a:pt x="1623764" y="126307"/>
                  </a:lnTo>
                  <a:lnTo>
                    <a:pt x="1611911" y="127076"/>
                  </a:lnTo>
                  <a:lnTo>
                    <a:pt x="1600059" y="127846"/>
                  </a:lnTo>
                  <a:lnTo>
                    <a:pt x="1588207" y="128615"/>
                  </a:lnTo>
                  <a:lnTo>
                    <a:pt x="1576354" y="129384"/>
                  </a:lnTo>
                  <a:lnTo>
                    <a:pt x="1564502" y="130154"/>
                  </a:lnTo>
                  <a:lnTo>
                    <a:pt x="1552650" y="130923"/>
                  </a:lnTo>
                  <a:lnTo>
                    <a:pt x="1540798" y="131692"/>
                  </a:lnTo>
                  <a:lnTo>
                    <a:pt x="1528945" y="132462"/>
                  </a:lnTo>
                  <a:lnTo>
                    <a:pt x="1517093" y="133231"/>
                  </a:lnTo>
                  <a:lnTo>
                    <a:pt x="1505241" y="134000"/>
                  </a:lnTo>
                  <a:lnTo>
                    <a:pt x="1493388" y="134770"/>
                  </a:lnTo>
                  <a:lnTo>
                    <a:pt x="1481536" y="135539"/>
                  </a:lnTo>
                  <a:lnTo>
                    <a:pt x="1469684" y="136308"/>
                  </a:lnTo>
                  <a:lnTo>
                    <a:pt x="1457831" y="137078"/>
                  </a:lnTo>
                  <a:lnTo>
                    <a:pt x="1445979" y="137847"/>
                  </a:lnTo>
                  <a:lnTo>
                    <a:pt x="1434127" y="138616"/>
                  </a:lnTo>
                  <a:lnTo>
                    <a:pt x="1422275" y="139386"/>
                  </a:lnTo>
                  <a:lnTo>
                    <a:pt x="1410422" y="140155"/>
                  </a:lnTo>
                  <a:lnTo>
                    <a:pt x="1398570" y="140924"/>
                  </a:lnTo>
                  <a:lnTo>
                    <a:pt x="1386718" y="141694"/>
                  </a:lnTo>
                  <a:lnTo>
                    <a:pt x="1374865" y="142463"/>
                  </a:lnTo>
                  <a:lnTo>
                    <a:pt x="1363013" y="143232"/>
                  </a:lnTo>
                  <a:lnTo>
                    <a:pt x="1351161" y="144002"/>
                  </a:lnTo>
                  <a:lnTo>
                    <a:pt x="1339309" y="144771"/>
                  </a:lnTo>
                  <a:lnTo>
                    <a:pt x="1327456" y="145540"/>
                  </a:lnTo>
                  <a:lnTo>
                    <a:pt x="1315604" y="146310"/>
                  </a:lnTo>
                  <a:lnTo>
                    <a:pt x="1303752" y="147079"/>
                  </a:lnTo>
                  <a:lnTo>
                    <a:pt x="1291899" y="147848"/>
                  </a:lnTo>
                  <a:lnTo>
                    <a:pt x="1280047" y="148618"/>
                  </a:lnTo>
                  <a:lnTo>
                    <a:pt x="1268195" y="149387"/>
                  </a:lnTo>
                  <a:lnTo>
                    <a:pt x="1256343" y="150157"/>
                  </a:lnTo>
                  <a:lnTo>
                    <a:pt x="1244490" y="150926"/>
                  </a:lnTo>
                  <a:lnTo>
                    <a:pt x="1232638" y="151695"/>
                  </a:lnTo>
                  <a:lnTo>
                    <a:pt x="1220786" y="152465"/>
                  </a:lnTo>
                  <a:lnTo>
                    <a:pt x="1208933" y="153234"/>
                  </a:lnTo>
                  <a:lnTo>
                    <a:pt x="1197081" y="154004"/>
                  </a:lnTo>
                  <a:lnTo>
                    <a:pt x="1185229" y="154773"/>
                  </a:lnTo>
                  <a:lnTo>
                    <a:pt x="1173376" y="155542"/>
                  </a:lnTo>
                  <a:lnTo>
                    <a:pt x="1161524" y="156312"/>
                  </a:lnTo>
                  <a:lnTo>
                    <a:pt x="1149672" y="157081"/>
                  </a:lnTo>
                  <a:lnTo>
                    <a:pt x="1137820" y="157851"/>
                  </a:lnTo>
                  <a:lnTo>
                    <a:pt x="1125967" y="158620"/>
                  </a:lnTo>
                  <a:lnTo>
                    <a:pt x="1114115" y="159390"/>
                  </a:lnTo>
                  <a:lnTo>
                    <a:pt x="1102263" y="160159"/>
                  </a:lnTo>
                  <a:lnTo>
                    <a:pt x="1090410" y="160929"/>
                  </a:lnTo>
                  <a:lnTo>
                    <a:pt x="1078558" y="161698"/>
                  </a:lnTo>
                  <a:lnTo>
                    <a:pt x="1066706" y="162468"/>
                  </a:lnTo>
                  <a:lnTo>
                    <a:pt x="1054854" y="163237"/>
                  </a:lnTo>
                  <a:lnTo>
                    <a:pt x="1043001" y="164007"/>
                  </a:lnTo>
                  <a:lnTo>
                    <a:pt x="1031149" y="164776"/>
                  </a:lnTo>
                  <a:lnTo>
                    <a:pt x="1019297" y="165546"/>
                  </a:lnTo>
                  <a:lnTo>
                    <a:pt x="1007444" y="166315"/>
                  </a:lnTo>
                  <a:lnTo>
                    <a:pt x="995592" y="167085"/>
                  </a:lnTo>
                  <a:lnTo>
                    <a:pt x="983740" y="167854"/>
                  </a:lnTo>
                  <a:lnTo>
                    <a:pt x="971887" y="168624"/>
                  </a:lnTo>
                  <a:lnTo>
                    <a:pt x="960035" y="169393"/>
                  </a:lnTo>
                  <a:lnTo>
                    <a:pt x="948183" y="170163"/>
                  </a:lnTo>
                  <a:lnTo>
                    <a:pt x="936331" y="170933"/>
                  </a:lnTo>
                  <a:lnTo>
                    <a:pt x="924478" y="171702"/>
                  </a:lnTo>
                  <a:lnTo>
                    <a:pt x="912626" y="172472"/>
                  </a:lnTo>
                  <a:lnTo>
                    <a:pt x="900774" y="173241"/>
                  </a:lnTo>
                  <a:lnTo>
                    <a:pt x="888921" y="174011"/>
                  </a:lnTo>
                  <a:lnTo>
                    <a:pt x="877069" y="174781"/>
                  </a:lnTo>
                  <a:lnTo>
                    <a:pt x="865217" y="175551"/>
                  </a:lnTo>
                  <a:lnTo>
                    <a:pt x="853365" y="176320"/>
                  </a:lnTo>
                  <a:lnTo>
                    <a:pt x="841512" y="177090"/>
                  </a:lnTo>
                  <a:lnTo>
                    <a:pt x="829660" y="177860"/>
                  </a:lnTo>
                  <a:lnTo>
                    <a:pt x="817808" y="178630"/>
                  </a:lnTo>
                  <a:lnTo>
                    <a:pt x="805955" y="179399"/>
                  </a:lnTo>
                  <a:lnTo>
                    <a:pt x="794103" y="180169"/>
                  </a:lnTo>
                  <a:lnTo>
                    <a:pt x="782251" y="180939"/>
                  </a:lnTo>
                  <a:lnTo>
                    <a:pt x="770399" y="181709"/>
                  </a:lnTo>
                  <a:lnTo>
                    <a:pt x="758546" y="182479"/>
                  </a:lnTo>
                  <a:lnTo>
                    <a:pt x="746694" y="183249"/>
                  </a:lnTo>
                  <a:lnTo>
                    <a:pt x="734842" y="184019"/>
                  </a:lnTo>
                  <a:lnTo>
                    <a:pt x="722989" y="184789"/>
                  </a:lnTo>
                  <a:lnTo>
                    <a:pt x="711137" y="185559"/>
                  </a:lnTo>
                  <a:lnTo>
                    <a:pt x="699285" y="186329"/>
                  </a:lnTo>
                  <a:lnTo>
                    <a:pt x="687432" y="187100"/>
                  </a:lnTo>
                  <a:lnTo>
                    <a:pt x="675580" y="187870"/>
                  </a:lnTo>
                  <a:lnTo>
                    <a:pt x="663728" y="188640"/>
                  </a:lnTo>
                  <a:lnTo>
                    <a:pt x="651876" y="189411"/>
                  </a:lnTo>
                  <a:lnTo>
                    <a:pt x="640023" y="190181"/>
                  </a:lnTo>
                  <a:lnTo>
                    <a:pt x="628171" y="190952"/>
                  </a:lnTo>
                  <a:lnTo>
                    <a:pt x="616319" y="191722"/>
                  </a:lnTo>
                  <a:lnTo>
                    <a:pt x="604466" y="192493"/>
                  </a:lnTo>
                  <a:lnTo>
                    <a:pt x="592614" y="193264"/>
                  </a:lnTo>
                  <a:lnTo>
                    <a:pt x="580762" y="194035"/>
                  </a:lnTo>
                  <a:lnTo>
                    <a:pt x="568910" y="194806"/>
                  </a:lnTo>
                  <a:lnTo>
                    <a:pt x="557057" y="195577"/>
                  </a:lnTo>
                  <a:lnTo>
                    <a:pt x="545205" y="196349"/>
                  </a:lnTo>
                  <a:lnTo>
                    <a:pt x="533353" y="197120"/>
                  </a:lnTo>
                  <a:lnTo>
                    <a:pt x="521500" y="197892"/>
                  </a:lnTo>
                  <a:lnTo>
                    <a:pt x="509648" y="198664"/>
                  </a:lnTo>
                  <a:lnTo>
                    <a:pt x="497796" y="199437"/>
                  </a:lnTo>
                  <a:lnTo>
                    <a:pt x="485943" y="200209"/>
                  </a:lnTo>
                  <a:lnTo>
                    <a:pt x="474091" y="200982"/>
                  </a:lnTo>
                  <a:lnTo>
                    <a:pt x="462239" y="201756"/>
                  </a:lnTo>
                  <a:lnTo>
                    <a:pt x="450387" y="202530"/>
                  </a:lnTo>
                  <a:lnTo>
                    <a:pt x="438534" y="203304"/>
                  </a:lnTo>
                  <a:lnTo>
                    <a:pt x="426682" y="204079"/>
                  </a:lnTo>
                  <a:lnTo>
                    <a:pt x="414830" y="204856"/>
                  </a:lnTo>
                  <a:lnTo>
                    <a:pt x="402977" y="205633"/>
                  </a:lnTo>
                  <a:lnTo>
                    <a:pt x="391125" y="206411"/>
                  </a:lnTo>
                  <a:lnTo>
                    <a:pt x="379273" y="207192"/>
                  </a:lnTo>
                  <a:lnTo>
                    <a:pt x="367421" y="207974"/>
                  </a:lnTo>
                  <a:lnTo>
                    <a:pt x="355568" y="208759"/>
                  </a:lnTo>
                  <a:lnTo>
                    <a:pt x="343716" y="209548"/>
                  </a:lnTo>
                  <a:lnTo>
                    <a:pt x="331864" y="210342"/>
                  </a:lnTo>
                  <a:lnTo>
                    <a:pt x="320011" y="211144"/>
                  </a:lnTo>
                  <a:lnTo>
                    <a:pt x="308159" y="211956"/>
                  </a:lnTo>
                  <a:lnTo>
                    <a:pt x="296307" y="212784"/>
                  </a:lnTo>
                  <a:lnTo>
                    <a:pt x="284455" y="213637"/>
                  </a:lnTo>
                  <a:lnTo>
                    <a:pt x="272602" y="214526"/>
                  </a:lnTo>
                  <a:lnTo>
                    <a:pt x="260750" y="215466"/>
                  </a:lnTo>
                  <a:lnTo>
                    <a:pt x="248898" y="216467"/>
                  </a:lnTo>
                  <a:lnTo>
                    <a:pt x="237045" y="217526"/>
                  </a:lnTo>
                  <a:lnTo>
                    <a:pt x="225193" y="218631"/>
                  </a:lnTo>
                  <a:lnTo>
                    <a:pt x="213341" y="219768"/>
                  </a:lnTo>
                  <a:lnTo>
                    <a:pt x="201488" y="220927"/>
                  </a:lnTo>
                  <a:lnTo>
                    <a:pt x="189636" y="222100"/>
                  </a:lnTo>
                  <a:lnTo>
                    <a:pt x="177784" y="223283"/>
                  </a:lnTo>
                  <a:lnTo>
                    <a:pt x="165932" y="224472"/>
                  </a:lnTo>
                  <a:lnTo>
                    <a:pt x="154079" y="225666"/>
                  </a:lnTo>
                  <a:lnTo>
                    <a:pt x="142227" y="226863"/>
                  </a:lnTo>
                  <a:lnTo>
                    <a:pt x="130375" y="228063"/>
                  </a:lnTo>
                  <a:lnTo>
                    <a:pt x="118522" y="229265"/>
                  </a:lnTo>
                  <a:lnTo>
                    <a:pt x="106670" y="230469"/>
                  </a:lnTo>
                  <a:lnTo>
                    <a:pt x="94818" y="231673"/>
                  </a:lnTo>
                  <a:lnTo>
                    <a:pt x="82966" y="232879"/>
                  </a:lnTo>
                  <a:lnTo>
                    <a:pt x="71113" y="234086"/>
                  </a:lnTo>
                  <a:lnTo>
                    <a:pt x="59261" y="235293"/>
                  </a:lnTo>
                  <a:lnTo>
                    <a:pt x="47409" y="236501"/>
                  </a:lnTo>
                  <a:lnTo>
                    <a:pt x="35556" y="237709"/>
                  </a:lnTo>
                  <a:lnTo>
                    <a:pt x="23704" y="238918"/>
                  </a:lnTo>
                  <a:lnTo>
                    <a:pt x="11852" y="240127"/>
                  </a:lnTo>
                  <a:lnTo>
                    <a:pt x="0" y="241336"/>
                  </a:lnTo>
                  <a:close/>
                </a:path>
              </a:pathLst>
            </a:custGeom>
            <a:solidFill>
              <a:srgbClr val="E6F598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16613" y="3373385"/>
              <a:ext cx="2358606" cy="231610"/>
            </a:xfrm>
            <a:custGeom>
              <a:avLst/>
              <a:pathLst>
                <a:path w="2358606" h="231610">
                  <a:moveTo>
                    <a:pt x="0" y="231610"/>
                  </a:moveTo>
                  <a:lnTo>
                    <a:pt x="11852" y="230838"/>
                  </a:lnTo>
                  <a:lnTo>
                    <a:pt x="23704" y="230066"/>
                  </a:lnTo>
                  <a:lnTo>
                    <a:pt x="35556" y="229293"/>
                  </a:lnTo>
                  <a:lnTo>
                    <a:pt x="47409" y="228519"/>
                  </a:lnTo>
                  <a:lnTo>
                    <a:pt x="59261" y="227746"/>
                  </a:lnTo>
                  <a:lnTo>
                    <a:pt x="71113" y="226971"/>
                  </a:lnTo>
                  <a:lnTo>
                    <a:pt x="82966" y="226196"/>
                  </a:lnTo>
                  <a:lnTo>
                    <a:pt x="94818" y="225420"/>
                  </a:lnTo>
                  <a:lnTo>
                    <a:pt x="106670" y="224643"/>
                  </a:lnTo>
                  <a:lnTo>
                    <a:pt x="118522" y="223865"/>
                  </a:lnTo>
                  <a:lnTo>
                    <a:pt x="130375" y="223086"/>
                  </a:lnTo>
                  <a:lnTo>
                    <a:pt x="142227" y="222304"/>
                  </a:lnTo>
                  <a:lnTo>
                    <a:pt x="154079" y="221520"/>
                  </a:lnTo>
                  <a:lnTo>
                    <a:pt x="165932" y="220732"/>
                  </a:lnTo>
                  <a:lnTo>
                    <a:pt x="177784" y="219940"/>
                  </a:lnTo>
                  <a:lnTo>
                    <a:pt x="189636" y="219141"/>
                  </a:lnTo>
                  <a:lnTo>
                    <a:pt x="201488" y="218332"/>
                  </a:lnTo>
                  <a:lnTo>
                    <a:pt x="213341" y="217510"/>
                  </a:lnTo>
                  <a:lnTo>
                    <a:pt x="225193" y="216666"/>
                  </a:lnTo>
                  <a:lnTo>
                    <a:pt x="237045" y="215789"/>
                  </a:lnTo>
                  <a:lnTo>
                    <a:pt x="248898" y="214866"/>
                  </a:lnTo>
                  <a:lnTo>
                    <a:pt x="260750" y="213885"/>
                  </a:lnTo>
                  <a:lnTo>
                    <a:pt x="272602" y="212844"/>
                  </a:lnTo>
                  <a:lnTo>
                    <a:pt x="284455" y="211751"/>
                  </a:lnTo>
                  <a:lnTo>
                    <a:pt x="296307" y="210622"/>
                  </a:lnTo>
                  <a:lnTo>
                    <a:pt x="308159" y="209469"/>
                  </a:lnTo>
                  <a:lnTo>
                    <a:pt x="320011" y="208300"/>
                  </a:lnTo>
                  <a:lnTo>
                    <a:pt x="331864" y="207120"/>
                  </a:lnTo>
                  <a:lnTo>
                    <a:pt x="343716" y="205932"/>
                  </a:lnTo>
                  <a:lnTo>
                    <a:pt x="355568" y="204740"/>
                  </a:lnTo>
                  <a:lnTo>
                    <a:pt x="367421" y="203543"/>
                  </a:lnTo>
                  <a:lnTo>
                    <a:pt x="379273" y="202344"/>
                  </a:lnTo>
                  <a:lnTo>
                    <a:pt x="391125" y="201143"/>
                  </a:lnTo>
                  <a:lnTo>
                    <a:pt x="402977" y="199940"/>
                  </a:lnTo>
                  <a:lnTo>
                    <a:pt x="414830" y="198735"/>
                  </a:lnTo>
                  <a:lnTo>
                    <a:pt x="426682" y="197530"/>
                  </a:lnTo>
                  <a:lnTo>
                    <a:pt x="438534" y="196324"/>
                  </a:lnTo>
                  <a:lnTo>
                    <a:pt x="450387" y="195117"/>
                  </a:lnTo>
                  <a:lnTo>
                    <a:pt x="462239" y="193909"/>
                  </a:lnTo>
                  <a:lnTo>
                    <a:pt x="474091" y="192701"/>
                  </a:lnTo>
                  <a:lnTo>
                    <a:pt x="485943" y="191492"/>
                  </a:lnTo>
                  <a:lnTo>
                    <a:pt x="497796" y="190283"/>
                  </a:lnTo>
                  <a:lnTo>
                    <a:pt x="509648" y="189074"/>
                  </a:lnTo>
                  <a:lnTo>
                    <a:pt x="521500" y="187865"/>
                  </a:lnTo>
                  <a:lnTo>
                    <a:pt x="533353" y="186655"/>
                  </a:lnTo>
                  <a:lnTo>
                    <a:pt x="545205" y="185445"/>
                  </a:lnTo>
                  <a:lnTo>
                    <a:pt x="557057" y="184235"/>
                  </a:lnTo>
                  <a:lnTo>
                    <a:pt x="568910" y="183025"/>
                  </a:lnTo>
                  <a:lnTo>
                    <a:pt x="580762" y="181814"/>
                  </a:lnTo>
                  <a:lnTo>
                    <a:pt x="592614" y="180603"/>
                  </a:lnTo>
                  <a:lnTo>
                    <a:pt x="604466" y="179393"/>
                  </a:lnTo>
                  <a:lnTo>
                    <a:pt x="616319" y="178182"/>
                  </a:lnTo>
                  <a:lnTo>
                    <a:pt x="628171" y="176971"/>
                  </a:lnTo>
                  <a:lnTo>
                    <a:pt x="640023" y="175760"/>
                  </a:lnTo>
                  <a:lnTo>
                    <a:pt x="651876" y="174549"/>
                  </a:lnTo>
                  <a:lnTo>
                    <a:pt x="663728" y="173338"/>
                  </a:lnTo>
                  <a:lnTo>
                    <a:pt x="675580" y="172126"/>
                  </a:lnTo>
                  <a:lnTo>
                    <a:pt x="687432" y="170915"/>
                  </a:lnTo>
                  <a:lnTo>
                    <a:pt x="699285" y="169704"/>
                  </a:lnTo>
                  <a:lnTo>
                    <a:pt x="711137" y="168492"/>
                  </a:lnTo>
                  <a:lnTo>
                    <a:pt x="722989" y="167281"/>
                  </a:lnTo>
                  <a:lnTo>
                    <a:pt x="734842" y="166069"/>
                  </a:lnTo>
                  <a:lnTo>
                    <a:pt x="746694" y="164858"/>
                  </a:lnTo>
                  <a:lnTo>
                    <a:pt x="758546" y="163646"/>
                  </a:lnTo>
                  <a:lnTo>
                    <a:pt x="770399" y="162435"/>
                  </a:lnTo>
                  <a:lnTo>
                    <a:pt x="782251" y="161223"/>
                  </a:lnTo>
                  <a:lnTo>
                    <a:pt x="794103" y="160011"/>
                  </a:lnTo>
                  <a:lnTo>
                    <a:pt x="805955" y="158800"/>
                  </a:lnTo>
                  <a:lnTo>
                    <a:pt x="817808" y="157588"/>
                  </a:lnTo>
                  <a:lnTo>
                    <a:pt x="829660" y="156376"/>
                  </a:lnTo>
                  <a:lnTo>
                    <a:pt x="841512" y="155164"/>
                  </a:lnTo>
                  <a:lnTo>
                    <a:pt x="853365" y="153952"/>
                  </a:lnTo>
                  <a:lnTo>
                    <a:pt x="865217" y="152741"/>
                  </a:lnTo>
                  <a:lnTo>
                    <a:pt x="877069" y="151529"/>
                  </a:lnTo>
                  <a:lnTo>
                    <a:pt x="888921" y="150317"/>
                  </a:lnTo>
                  <a:lnTo>
                    <a:pt x="900774" y="149105"/>
                  </a:lnTo>
                  <a:lnTo>
                    <a:pt x="912626" y="147893"/>
                  </a:lnTo>
                  <a:lnTo>
                    <a:pt x="924478" y="146681"/>
                  </a:lnTo>
                  <a:lnTo>
                    <a:pt x="936331" y="145469"/>
                  </a:lnTo>
                  <a:lnTo>
                    <a:pt x="948183" y="144257"/>
                  </a:lnTo>
                  <a:lnTo>
                    <a:pt x="960035" y="143045"/>
                  </a:lnTo>
                  <a:lnTo>
                    <a:pt x="971887" y="141833"/>
                  </a:lnTo>
                  <a:lnTo>
                    <a:pt x="983740" y="140621"/>
                  </a:lnTo>
                  <a:lnTo>
                    <a:pt x="995592" y="139409"/>
                  </a:lnTo>
                  <a:lnTo>
                    <a:pt x="1007444" y="138197"/>
                  </a:lnTo>
                  <a:lnTo>
                    <a:pt x="1019297" y="136985"/>
                  </a:lnTo>
                  <a:lnTo>
                    <a:pt x="1031149" y="135773"/>
                  </a:lnTo>
                  <a:lnTo>
                    <a:pt x="1043001" y="134561"/>
                  </a:lnTo>
                  <a:lnTo>
                    <a:pt x="1054854" y="133349"/>
                  </a:lnTo>
                  <a:lnTo>
                    <a:pt x="1066706" y="132137"/>
                  </a:lnTo>
                  <a:lnTo>
                    <a:pt x="1078558" y="130925"/>
                  </a:lnTo>
                  <a:lnTo>
                    <a:pt x="1090410" y="129713"/>
                  </a:lnTo>
                  <a:lnTo>
                    <a:pt x="1102263" y="128501"/>
                  </a:lnTo>
                  <a:lnTo>
                    <a:pt x="1114115" y="127288"/>
                  </a:lnTo>
                  <a:lnTo>
                    <a:pt x="1125967" y="126076"/>
                  </a:lnTo>
                  <a:lnTo>
                    <a:pt x="1137820" y="124864"/>
                  </a:lnTo>
                  <a:lnTo>
                    <a:pt x="1149672" y="123652"/>
                  </a:lnTo>
                  <a:lnTo>
                    <a:pt x="1161524" y="122440"/>
                  </a:lnTo>
                  <a:lnTo>
                    <a:pt x="1173376" y="121228"/>
                  </a:lnTo>
                  <a:lnTo>
                    <a:pt x="1185229" y="120016"/>
                  </a:lnTo>
                  <a:lnTo>
                    <a:pt x="1197081" y="118803"/>
                  </a:lnTo>
                  <a:lnTo>
                    <a:pt x="1208933" y="117591"/>
                  </a:lnTo>
                  <a:lnTo>
                    <a:pt x="1220786" y="116379"/>
                  </a:lnTo>
                  <a:lnTo>
                    <a:pt x="1232638" y="115167"/>
                  </a:lnTo>
                  <a:lnTo>
                    <a:pt x="1244490" y="113955"/>
                  </a:lnTo>
                  <a:lnTo>
                    <a:pt x="1256343" y="112743"/>
                  </a:lnTo>
                  <a:lnTo>
                    <a:pt x="1268195" y="111530"/>
                  </a:lnTo>
                  <a:lnTo>
                    <a:pt x="1280047" y="110318"/>
                  </a:lnTo>
                  <a:lnTo>
                    <a:pt x="1291899" y="109106"/>
                  </a:lnTo>
                  <a:lnTo>
                    <a:pt x="1303752" y="107894"/>
                  </a:lnTo>
                  <a:lnTo>
                    <a:pt x="1315604" y="106682"/>
                  </a:lnTo>
                  <a:lnTo>
                    <a:pt x="1327456" y="105469"/>
                  </a:lnTo>
                  <a:lnTo>
                    <a:pt x="1339309" y="104257"/>
                  </a:lnTo>
                  <a:lnTo>
                    <a:pt x="1351161" y="103045"/>
                  </a:lnTo>
                  <a:lnTo>
                    <a:pt x="1363013" y="101833"/>
                  </a:lnTo>
                  <a:lnTo>
                    <a:pt x="1374865" y="100620"/>
                  </a:lnTo>
                  <a:lnTo>
                    <a:pt x="1386718" y="99408"/>
                  </a:lnTo>
                  <a:lnTo>
                    <a:pt x="1398570" y="98196"/>
                  </a:lnTo>
                  <a:lnTo>
                    <a:pt x="1410422" y="96984"/>
                  </a:lnTo>
                  <a:lnTo>
                    <a:pt x="1422275" y="95772"/>
                  </a:lnTo>
                  <a:lnTo>
                    <a:pt x="1434127" y="94559"/>
                  </a:lnTo>
                  <a:lnTo>
                    <a:pt x="1445979" y="93347"/>
                  </a:lnTo>
                  <a:lnTo>
                    <a:pt x="1457831" y="92135"/>
                  </a:lnTo>
                  <a:lnTo>
                    <a:pt x="1469684" y="90923"/>
                  </a:lnTo>
                  <a:lnTo>
                    <a:pt x="1481536" y="89710"/>
                  </a:lnTo>
                  <a:lnTo>
                    <a:pt x="1493388" y="88498"/>
                  </a:lnTo>
                  <a:lnTo>
                    <a:pt x="1505241" y="87286"/>
                  </a:lnTo>
                  <a:lnTo>
                    <a:pt x="1517093" y="86074"/>
                  </a:lnTo>
                  <a:lnTo>
                    <a:pt x="1528945" y="84861"/>
                  </a:lnTo>
                  <a:lnTo>
                    <a:pt x="1540798" y="83649"/>
                  </a:lnTo>
                  <a:lnTo>
                    <a:pt x="1552650" y="82437"/>
                  </a:lnTo>
                  <a:lnTo>
                    <a:pt x="1564502" y="81224"/>
                  </a:lnTo>
                  <a:lnTo>
                    <a:pt x="1576354" y="80012"/>
                  </a:lnTo>
                  <a:lnTo>
                    <a:pt x="1588207" y="78800"/>
                  </a:lnTo>
                  <a:lnTo>
                    <a:pt x="1600059" y="77588"/>
                  </a:lnTo>
                  <a:lnTo>
                    <a:pt x="1611911" y="76375"/>
                  </a:lnTo>
                  <a:lnTo>
                    <a:pt x="1623764" y="75163"/>
                  </a:lnTo>
                  <a:lnTo>
                    <a:pt x="1635616" y="73951"/>
                  </a:lnTo>
                  <a:lnTo>
                    <a:pt x="1647468" y="72739"/>
                  </a:lnTo>
                  <a:lnTo>
                    <a:pt x="1659320" y="71526"/>
                  </a:lnTo>
                  <a:lnTo>
                    <a:pt x="1671173" y="70314"/>
                  </a:lnTo>
                  <a:lnTo>
                    <a:pt x="1683025" y="69102"/>
                  </a:lnTo>
                  <a:lnTo>
                    <a:pt x="1694877" y="67889"/>
                  </a:lnTo>
                  <a:lnTo>
                    <a:pt x="1706730" y="66677"/>
                  </a:lnTo>
                  <a:lnTo>
                    <a:pt x="1718582" y="65465"/>
                  </a:lnTo>
                  <a:lnTo>
                    <a:pt x="1730434" y="64252"/>
                  </a:lnTo>
                  <a:lnTo>
                    <a:pt x="1742287" y="63040"/>
                  </a:lnTo>
                  <a:lnTo>
                    <a:pt x="1754139" y="61828"/>
                  </a:lnTo>
                  <a:lnTo>
                    <a:pt x="1765991" y="60616"/>
                  </a:lnTo>
                  <a:lnTo>
                    <a:pt x="1777843" y="59403"/>
                  </a:lnTo>
                  <a:lnTo>
                    <a:pt x="1789696" y="58191"/>
                  </a:lnTo>
                  <a:lnTo>
                    <a:pt x="1801548" y="56979"/>
                  </a:lnTo>
                  <a:lnTo>
                    <a:pt x="1813400" y="55766"/>
                  </a:lnTo>
                  <a:lnTo>
                    <a:pt x="1825253" y="54554"/>
                  </a:lnTo>
                  <a:lnTo>
                    <a:pt x="1837105" y="53342"/>
                  </a:lnTo>
                  <a:lnTo>
                    <a:pt x="1848957" y="52129"/>
                  </a:lnTo>
                  <a:lnTo>
                    <a:pt x="1860809" y="50917"/>
                  </a:lnTo>
                  <a:lnTo>
                    <a:pt x="1872662" y="49705"/>
                  </a:lnTo>
                  <a:lnTo>
                    <a:pt x="1884514" y="48493"/>
                  </a:lnTo>
                  <a:lnTo>
                    <a:pt x="1896366" y="47280"/>
                  </a:lnTo>
                  <a:lnTo>
                    <a:pt x="1908219" y="46068"/>
                  </a:lnTo>
                  <a:lnTo>
                    <a:pt x="1920071" y="44856"/>
                  </a:lnTo>
                  <a:lnTo>
                    <a:pt x="1931923" y="43643"/>
                  </a:lnTo>
                  <a:lnTo>
                    <a:pt x="1943775" y="42431"/>
                  </a:lnTo>
                  <a:lnTo>
                    <a:pt x="1955628" y="41219"/>
                  </a:lnTo>
                  <a:lnTo>
                    <a:pt x="1967480" y="40006"/>
                  </a:lnTo>
                  <a:lnTo>
                    <a:pt x="1979332" y="38794"/>
                  </a:lnTo>
                  <a:lnTo>
                    <a:pt x="1991185" y="37582"/>
                  </a:lnTo>
                  <a:lnTo>
                    <a:pt x="2003037" y="36369"/>
                  </a:lnTo>
                  <a:lnTo>
                    <a:pt x="2014889" y="35157"/>
                  </a:lnTo>
                  <a:lnTo>
                    <a:pt x="2026742" y="33945"/>
                  </a:lnTo>
                  <a:lnTo>
                    <a:pt x="2038594" y="32732"/>
                  </a:lnTo>
                  <a:lnTo>
                    <a:pt x="2050446" y="31520"/>
                  </a:lnTo>
                  <a:lnTo>
                    <a:pt x="2062298" y="30308"/>
                  </a:lnTo>
                  <a:lnTo>
                    <a:pt x="2074151" y="29095"/>
                  </a:lnTo>
                  <a:lnTo>
                    <a:pt x="2086003" y="27883"/>
                  </a:lnTo>
                  <a:lnTo>
                    <a:pt x="2097855" y="26671"/>
                  </a:lnTo>
                  <a:lnTo>
                    <a:pt x="2109708" y="25459"/>
                  </a:lnTo>
                  <a:lnTo>
                    <a:pt x="2121560" y="24246"/>
                  </a:lnTo>
                  <a:lnTo>
                    <a:pt x="2133412" y="23034"/>
                  </a:lnTo>
                  <a:lnTo>
                    <a:pt x="2145264" y="21822"/>
                  </a:lnTo>
                  <a:lnTo>
                    <a:pt x="2157117" y="20609"/>
                  </a:lnTo>
                  <a:lnTo>
                    <a:pt x="2168969" y="19397"/>
                  </a:lnTo>
                  <a:lnTo>
                    <a:pt x="2180821" y="18185"/>
                  </a:lnTo>
                  <a:lnTo>
                    <a:pt x="2192674" y="16972"/>
                  </a:lnTo>
                  <a:lnTo>
                    <a:pt x="2204526" y="15760"/>
                  </a:lnTo>
                  <a:lnTo>
                    <a:pt x="2216378" y="14548"/>
                  </a:lnTo>
                  <a:lnTo>
                    <a:pt x="2228231" y="13335"/>
                  </a:lnTo>
                  <a:lnTo>
                    <a:pt x="2240083" y="12123"/>
                  </a:lnTo>
                  <a:lnTo>
                    <a:pt x="2251935" y="10911"/>
                  </a:lnTo>
                  <a:lnTo>
                    <a:pt x="2263787" y="9698"/>
                  </a:lnTo>
                  <a:lnTo>
                    <a:pt x="2275640" y="8486"/>
                  </a:lnTo>
                  <a:lnTo>
                    <a:pt x="2287492" y="7274"/>
                  </a:lnTo>
                  <a:lnTo>
                    <a:pt x="2299344" y="6061"/>
                  </a:lnTo>
                  <a:lnTo>
                    <a:pt x="2311197" y="4849"/>
                  </a:lnTo>
                  <a:lnTo>
                    <a:pt x="2323049" y="3637"/>
                  </a:lnTo>
                  <a:lnTo>
                    <a:pt x="2334901" y="2424"/>
                  </a:lnTo>
                  <a:lnTo>
                    <a:pt x="2346753" y="1212"/>
                  </a:lnTo>
                  <a:lnTo>
                    <a:pt x="23586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16613" y="3451998"/>
              <a:ext cx="2358606" cy="162722"/>
            </a:xfrm>
            <a:custGeom>
              <a:avLst/>
              <a:pathLst>
                <a:path w="2358606" h="162722">
                  <a:moveTo>
                    <a:pt x="2358606" y="0"/>
                  </a:moveTo>
                  <a:lnTo>
                    <a:pt x="2346753" y="769"/>
                  </a:lnTo>
                  <a:lnTo>
                    <a:pt x="2334901" y="1538"/>
                  </a:lnTo>
                  <a:lnTo>
                    <a:pt x="2323049" y="2307"/>
                  </a:lnTo>
                  <a:lnTo>
                    <a:pt x="2311197" y="3076"/>
                  </a:lnTo>
                  <a:lnTo>
                    <a:pt x="2299344" y="3846"/>
                  </a:lnTo>
                  <a:lnTo>
                    <a:pt x="2287492" y="4615"/>
                  </a:lnTo>
                  <a:lnTo>
                    <a:pt x="2275640" y="5384"/>
                  </a:lnTo>
                  <a:lnTo>
                    <a:pt x="2263787" y="6153"/>
                  </a:lnTo>
                  <a:lnTo>
                    <a:pt x="2251935" y="6923"/>
                  </a:lnTo>
                  <a:lnTo>
                    <a:pt x="2240083" y="7692"/>
                  </a:lnTo>
                  <a:lnTo>
                    <a:pt x="2228231" y="8461"/>
                  </a:lnTo>
                  <a:lnTo>
                    <a:pt x="2216378" y="9230"/>
                  </a:lnTo>
                  <a:lnTo>
                    <a:pt x="2204526" y="10000"/>
                  </a:lnTo>
                  <a:lnTo>
                    <a:pt x="2192674" y="10769"/>
                  </a:lnTo>
                  <a:lnTo>
                    <a:pt x="2180821" y="11538"/>
                  </a:lnTo>
                  <a:lnTo>
                    <a:pt x="2168969" y="12307"/>
                  </a:lnTo>
                  <a:lnTo>
                    <a:pt x="2157117" y="13077"/>
                  </a:lnTo>
                  <a:lnTo>
                    <a:pt x="2145264" y="13846"/>
                  </a:lnTo>
                  <a:lnTo>
                    <a:pt x="2133412" y="14615"/>
                  </a:lnTo>
                  <a:lnTo>
                    <a:pt x="2121560" y="15384"/>
                  </a:lnTo>
                  <a:lnTo>
                    <a:pt x="2109708" y="16154"/>
                  </a:lnTo>
                  <a:lnTo>
                    <a:pt x="2097855" y="16923"/>
                  </a:lnTo>
                  <a:lnTo>
                    <a:pt x="2086003" y="17692"/>
                  </a:lnTo>
                  <a:lnTo>
                    <a:pt x="2074151" y="18461"/>
                  </a:lnTo>
                  <a:lnTo>
                    <a:pt x="2062298" y="19231"/>
                  </a:lnTo>
                  <a:lnTo>
                    <a:pt x="2050446" y="20000"/>
                  </a:lnTo>
                  <a:lnTo>
                    <a:pt x="2038594" y="20769"/>
                  </a:lnTo>
                  <a:lnTo>
                    <a:pt x="2026742" y="21538"/>
                  </a:lnTo>
                  <a:lnTo>
                    <a:pt x="2014889" y="22308"/>
                  </a:lnTo>
                  <a:lnTo>
                    <a:pt x="2003037" y="23077"/>
                  </a:lnTo>
                  <a:lnTo>
                    <a:pt x="1991185" y="23846"/>
                  </a:lnTo>
                  <a:lnTo>
                    <a:pt x="1979332" y="24615"/>
                  </a:lnTo>
                  <a:lnTo>
                    <a:pt x="1967480" y="25385"/>
                  </a:lnTo>
                  <a:lnTo>
                    <a:pt x="1955628" y="26154"/>
                  </a:lnTo>
                  <a:lnTo>
                    <a:pt x="1943775" y="26923"/>
                  </a:lnTo>
                  <a:lnTo>
                    <a:pt x="1931923" y="27692"/>
                  </a:lnTo>
                  <a:lnTo>
                    <a:pt x="1920071" y="28462"/>
                  </a:lnTo>
                  <a:lnTo>
                    <a:pt x="1908219" y="29231"/>
                  </a:lnTo>
                  <a:lnTo>
                    <a:pt x="1896366" y="30000"/>
                  </a:lnTo>
                  <a:lnTo>
                    <a:pt x="1884514" y="30770"/>
                  </a:lnTo>
                  <a:lnTo>
                    <a:pt x="1872662" y="31539"/>
                  </a:lnTo>
                  <a:lnTo>
                    <a:pt x="1860809" y="32308"/>
                  </a:lnTo>
                  <a:lnTo>
                    <a:pt x="1848957" y="33077"/>
                  </a:lnTo>
                  <a:lnTo>
                    <a:pt x="1837105" y="33847"/>
                  </a:lnTo>
                  <a:lnTo>
                    <a:pt x="1825253" y="34616"/>
                  </a:lnTo>
                  <a:lnTo>
                    <a:pt x="1813400" y="35385"/>
                  </a:lnTo>
                  <a:lnTo>
                    <a:pt x="1801548" y="36154"/>
                  </a:lnTo>
                  <a:lnTo>
                    <a:pt x="1789696" y="36924"/>
                  </a:lnTo>
                  <a:lnTo>
                    <a:pt x="1777843" y="37693"/>
                  </a:lnTo>
                  <a:lnTo>
                    <a:pt x="1765991" y="38462"/>
                  </a:lnTo>
                  <a:lnTo>
                    <a:pt x="1754139" y="39232"/>
                  </a:lnTo>
                  <a:lnTo>
                    <a:pt x="1742287" y="40001"/>
                  </a:lnTo>
                  <a:lnTo>
                    <a:pt x="1730434" y="40770"/>
                  </a:lnTo>
                  <a:lnTo>
                    <a:pt x="1718582" y="41539"/>
                  </a:lnTo>
                  <a:lnTo>
                    <a:pt x="1706730" y="42309"/>
                  </a:lnTo>
                  <a:lnTo>
                    <a:pt x="1694877" y="43078"/>
                  </a:lnTo>
                  <a:lnTo>
                    <a:pt x="1683025" y="43847"/>
                  </a:lnTo>
                  <a:lnTo>
                    <a:pt x="1671173" y="44617"/>
                  </a:lnTo>
                  <a:lnTo>
                    <a:pt x="1659320" y="45386"/>
                  </a:lnTo>
                  <a:lnTo>
                    <a:pt x="1647468" y="46155"/>
                  </a:lnTo>
                  <a:lnTo>
                    <a:pt x="1635616" y="46924"/>
                  </a:lnTo>
                  <a:lnTo>
                    <a:pt x="1623764" y="47694"/>
                  </a:lnTo>
                  <a:lnTo>
                    <a:pt x="1611911" y="48463"/>
                  </a:lnTo>
                  <a:lnTo>
                    <a:pt x="1600059" y="49232"/>
                  </a:lnTo>
                  <a:lnTo>
                    <a:pt x="1588207" y="50002"/>
                  </a:lnTo>
                  <a:lnTo>
                    <a:pt x="1576354" y="50771"/>
                  </a:lnTo>
                  <a:lnTo>
                    <a:pt x="1564502" y="51540"/>
                  </a:lnTo>
                  <a:lnTo>
                    <a:pt x="1552650" y="52310"/>
                  </a:lnTo>
                  <a:lnTo>
                    <a:pt x="1540798" y="53079"/>
                  </a:lnTo>
                  <a:lnTo>
                    <a:pt x="1528945" y="53848"/>
                  </a:lnTo>
                  <a:lnTo>
                    <a:pt x="1517093" y="54617"/>
                  </a:lnTo>
                  <a:lnTo>
                    <a:pt x="1505241" y="55387"/>
                  </a:lnTo>
                  <a:lnTo>
                    <a:pt x="1493388" y="56156"/>
                  </a:lnTo>
                  <a:lnTo>
                    <a:pt x="1481536" y="56925"/>
                  </a:lnTo>
                  <a:lnTo>
                    <a:pt x="1469684" y="57695"/>
                  </a:lnTo>
                  <a:lnTo>
                    <a:pt x="1457831" y="58464"/>
                  </a:lnTo>
                  <a:lnTo>
                    <a:pt x="1445979" y="59233"/>
                  </a:lnTo>
                  <a:lnTo>
                    <a:pt x="1434127" y="60003"/>
                  </a:lnTo>
                  <a:lnTo>
                    <a:pt x="1422275" y="60772"/>
                  </a:lnTo>
                  <a:lnTo>
                    <a:pt x="1410422" y="61541"/>
                  </a:lnTo>
                  <a:lnTo>
                    <a:pt x="1398570" y="62311"/>
                  </a:lnTo>
                  <a:lnTo>
                    <a:pt x="1386718" y="63080"/>
                  </a:lnTo>
                  <a:lnTo>
                    <a:pt x="1374865" y="63849"/>
                  </a:lnTo>
                  <a:lnTo>
                    <a:pt x="1363013" y="64619"/>
                  </a:lnTo>
                  <a:lnTo>
                    <a:pt x="1351161" y="65388"/>
                  </a:lnTo>
                  <a:lnTo>
                    <a:pt x="1339309" y="66158"/>
                  </a:lnTo>
                  <a:lnTo>
                    <a:pt x="1327456" y="66927"/>
                  </a:lnTo>
                  <a:lnTo>
                    <a:pt x="1315604" y="67696"/>
                  </a:lnTo>
                  <a:lnTo>
                    <a:pt x="1303752" y="68466"/>
                  </a:lnTo>
                  <a:lnTo>
                    <a:pt x="1291899" y="69235"/>
                  </a:lnTo>
                  <a:lnTo>
                    <a:pt x="1280047" y="70004"/>
                  </a:lnTo>
                  <a:lnTo>
                    <a:pt x="1268195" y="70774"/>
                  </a:lnTo>
                  <a:lnTo>
                    <a:pt x="1256343" y="71543"/>
                  </a:lnTo>
                  <a:lnTo>
                    <a:pt x="1244490" y="72313"/>
                  </a:lnTo>
                  <a:lnTo>
                    <a:pt x="1232638" y="73082"/>
                  </a:lnTo>
                  <a:lnTo>
                    <a:pt x="1220786" y="73851"/>
                  </a:lnTo>
                  <a:lnTo>
                    <a:pt x="1208933" y="74621"/>
                  </a:lnTo>
                  <a:lnTo>
                    <a:pt x="1197081" y="75390"/>
                  </a:lnTo>
                  <a:lnTo>
                    <a:pt x="1185229" y="76160"/>
                  </a:lnTo>
                  <a:lnTo>
                    <a:pt x="1173376" y="76929"/>
                  </a:lnTo>
                  <a:lnTo>
                    <a:pt x="1161524" y="77698"/>
                  </a:lnTo>
                  <a:lnTo>
                    <a:pt x="1149672" y="78468"/>
                  </a:lnTo>
                  <a:lnTo>
                    <a:pt x="1137820" y="79237"/>
                  </a:lnTo>
                  <a:lnTo>
                    <a:pt x="1125967" y="80007"/>
                  </a:lnTo>
                  <a:lnTo>
                    <a:pt x="1114115" y="80776"/>
                  </a:lnTo>
                  <a:lnTo>
                    <a:pt x="1102263" y="81546"/>
                  </a:lnTo>
                  <a:lnTo>
                    <a:pt x="1090410" y="82315"/>
                  </a:lnTo>
                  <a:lnTo>
                    <a:pt x="1078558" y="83085"/>
                  </a:lnTo>
                  <a:lnTo>
                    <a:pt x="1066706" y="83854"/>
                  </a:lnTo>
                  <a:lnTo>
                    <a:pt x="1054854" y="84624"/>
                  </a:lnTo>
                  <a:lnTo>
                    <a:pt x="1043001" y="85393"/>
                  </a:lnTo>
                  <a:lnTo>
                    <a:pt x="1031149" y="86163"/>
                  </a:lnTo>
                  <a:lnTo>
                    <a:pt x="1019297" y="86932"/>
                  </a:lnTo>
                  <a:lnTo>
                    <a:pt x="1007444" y="87702"/>
                  </a:lnTo>
                  <a:lnTo>
                    <a:pt x="995592" y="88471"/>
                  </a:lnTo>
                  <a:lnTo>
                    <a:pt x="983740" y="89241"/>
                  </a:lnTo>
                  <a:lnTo>
                    <a:pt x="971887" y="90010"/>
                  </a:lnTo>
                  <a:lnTo>
                    <a:pt x="960035" y="90780"/>
                  </a:lnTo>
                  <a:lnTo>
                    <a:pt x="948183" y="91550"/>
                  </a:lnTo>
                  <a:lnTo>
                    <a:pt x="936331" y="92319"/>
                  </a:lnTo>
                  <a:lnTo>
                    <a:pt x="924478" y="93089"/>
                  </a:lnTo>
                  <a:lnTo>
                    <a:pt x="912626" y="93858"/>
                  </a:lnTo>
                  <a:lnTo>
                    <a:pt x="900774" y="94628"/>
                  </a:lnTo>
                  <a:lnTo>
                    <a:pt x="888921" y="95398"/>
                  </a:lnTo>
                  <a:lnTo>
                    <a:pt x="877069" y="96167"/>
                  </a:lnTo>
                  <a:lnTo>
                    <a:pt x="865217" y="96937"/>
                  </a:lnTo>
                  <a:lnTo>
                    <a:pt x="853365" y="97707"/>
                  </a:lnTo>
                  <a:lnTo>
                    <a:pt x="841512" y="98477"/>
                  </a:lnTo>
                  <a:lnTo>
                    <a:pt x="829660" y="99246"/>
                  </a:lnTo>
                  <a:lnTo>
                    <a:pt x="817808" y="100016"/>
                  </a:lnTo>
                  <a:lnTo>
                    <a:pt x="805955" y="100786"/>
                  </a:lnTo>
                  <a:lnTo>
                    <a:pt x="794103" y="101556"/>
                  </a:lnTo>
                  <a:lnTo>
                    <a:pt x="782251" y="102326"/>
                  </a:lnTo>
                  <a:lnTo>
                    <a:pt x="770399" y="103096"/>
                  </a:lnTo>
                  <a:lnTo>
                    <a:pt x="758546" y="103866"/>
                  </a:lnTo>
                  <a:lnTo>
                    <a:pt x="746694" y="104636"/>
                  </a:lnTo>
                  <a:lnTo>
                    <a:pt x="734842" y="105406"/>
                  </a:lnTo>
                  <a:lnTo>
                    <a:pt x="722989" y="106176"/>
                  </a:lnTo>
                  <a:lnTo>
                    <a:pt x="711137" y="106946"/>
                  </a:lnTo>
                  <a:lnTo>
                    <a:pt x="699285" y="107716"/>
                  </a:lnTo>
                  <a:lnTo>
                    <a:pt x="687432" y="108486"/>
                  </a:lnTo>
                  <a:lnTo>
                    <a:pt x="675580" y="109256"/>
                  </a:lnTo>
                  <a:lnTo>
                    <a:pt x="663728" y="110027"/>
                  </a:lnTo>
                  <a:lnTo>
                    <a:pt x="651876" y="110797"/>
                  </a:lnTo>
                  <a:lnTo>
                    <a:pt x="640023" y="111568"/>
                  </a:lnTo>
                  <a:lnTo>
                    <a:pt x="628171" y="112338"/>
                  </a:lnTo>
                  <a:lnTo>
                    <a:pt x="616319" y="113109"/>
                  </a:lnTo>
                  <a:lnTo>
                    <a:pt x="604466" y="113880"/>
                  </a:lnTo>
                  <a:lnTo>
                    <a:pt x="592614" y="114650"/>
                  </a:lnTo>
                  <a:lnTo>
                    <a:pt x="580762" y="115421"/>
                  </a:lnTo>
                  <a:lnTo>
                    <a:pt x="568910" y="116193"/>
                  </a:lnTo>
                  <a:lnTo>
                    <a:pt x="557057" y="116964"/>
                  </a:lnTo>
                  <a:lnTo>
                    <a:pt x="545205" y="117735"/>
                  </a:lnTo>
                  <a:lnTo>
                    <a:pt x="533353" y="118507"/>
                  </a:lnTo>
                  <a:lnTo>
                    <a:pt x="521500" y="119279"/>
                  </a:lnTo>
                  <a:lnTo>
                    <a:pt x="509648" y="120051"/>
                  </a:lnTo>
                  <a:lnTo>
                    <a:pt x="497796" y="120823"/>
                  </a:lnTo>
                  <a:lnTo>
                    <a:pt x="485943" y="121596"/>
                  </a:lnTo>
                  <a:lnTo>
                    <a:pt x="474091" y="122369"/>
                  </a:lnTo>
                  <a:lnTo>
                    <a:pt x="462239" y="123142"/>
                  </a:lnTo>
                  <a:lnTo>
                    <a:pt x="450387" y="123916"/>
                  </a:lnTo>
                  <a:lnTo>
                    <a:pt x="438534" y="124691"/>
                  </a:lnTo>
                  <a:lnTo>
                    <a:pt x="426682" y="125466"/>
                  </a:lnTo>
                  <a:lnTo>
                    <a:pt x="414830" y="126242"/>
                  </a:lnTo>
                  <a:lnTo>
                    <a:pt x="402977" y="127019"/>
                  </a:lnTo>
                  <a:lnTo>
                    <a:pt x="391125" y="127798"/>
                  </a:lnTo>
                  <a:lnTo>
                    <a:pt x="379273" y="128578"/>
                  </a:lnTo>
                  <a:lnTo>
                    <a:pt x="367421" y="129361"/>
                  </a:lnTo>
                  <a:lnTo>
                    <a:pt x="355568" y="130146"/>
                  </a:lnTo>
                  <a:lnTo>
                    <a:pt x="343716" y="130935"/>
                  </a:lnTo>
                  <a:lnTo>
                    <a:pt x="331864" y="131729"/>
                  </a:lnTo>
                  <a:lnTo>
                    <a:pt x="320011" y="132530"/>
                  </a:lnTo>
                  <a:lnTo>
                    <a:pt x="308159" y="133343"/>
                  </a:lnTo>
                  <a:lnTo>
                    <a:pt x="296307" y="134171"/>
                  </a:lnTo>
                  <a:lnTo>
                    <a:pt x="284455" y="135024"/>
                  </a:lnTo>
                  <a:lnTo>
                    <a:pt x="272602" y="135913"/>
                  </a:lnTo>
                  <a:lnTo>
                    <a:pt x="260750" y="136853"/>
                  </a:lnTo>
                  <a:lnTo>
                    <a:pt x="248898" y="137853"/>
                  </a:lnTo>
                  <a:lnTo>
                    <a:pt x="237045" y="138912"/>
                  </a:lnTo>
                  <a:lnTo>
                    <a:pt x="225193" y="140017"/>
                  </a:lnTo>
                  <a:lnTo>
                    <a:pt x="213341" y="141155"/>
                  </a:lnTo>
                  <a:lnTo>
                    <a:pt x="201488" y="142314"/>
                  </a:lnTo>
                  <a:lnTo>
                    <a:pt x="189636" y="143487"/>
                  </a:lnTo>
                  <a:lnTo>
                    <a:pt x="177784" y="144669"/>
                  </a:lnTo>
                  <a:lnTo>
                    <a:pt x="165932" y="145859"/>
                  </a:lnTo>
                  <a:lnTo>
                    <a:pt x="154079" y="147053"/>
                  </a:lnTo>
                  <a:lnTo>
                    <a:pt x="142227" y="148250"/>
                  </a:lnTo>
                  <a:lnTo>
                    <a:pt x="130375" y="149450"/>
                  </a:lnTo>
                  <a:lnTo>
                    <a:pt x="118522" y="150652"/>
                  </a:lnTo>
                  <a:lnTo>
                    <a:pt x="106670" y="151855"/>
                  </a:lnTo>
                  <a:lnTo>
                    <a:pt x="94818" y="153060"/>
                  </a:lnTo>
                  <a:lnTo>
                    <a:pt x="82966" y="154266"/>
                  </a:lnTo>
                  <a:lnTo>
                    <a:pt x="71113" y="155472"/>
                  </a:lnTo>
                  <a:lnTo>
                    <a:pt x="59261" y="156679"/>
                  </a:lnTo>
                  <a:lnTo>
                    <a:pt x="47409" y="157887"/>
                  </a:lnTo>
                  <a:lnTo>
                    <a:pt x="35556" y="159095"/>
                  </a:lnTo>
                  <a:lnTo>
                    <a:pt x="23704" y="160304"/>
                  </a:lnTo>
                  <a:lnTo>
                    <a:pt x="11852" y="161513"/>
                  </a:lnTo>
                  <a:lnTo>
                    <a:pt x="0" y="1627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461109" y="3490599"/>
              <a:ext cx="2830972" cy="150661"/>
            </a:xfrm>
            <a:custGeom>
              <a:avLst/>
              <a:pathLst>
                <a:path w="2830972" h="150661">
                  <a:moveTo>
                    <a:pt x="0" y="0"/>
                  </a:moveTo>
                  <a:lnTo>
                    <a:pt x="14225" y="756"/>
                  </a:lnTo>
                  <a:lnTo>
                    <a:pt x="28451" y="1513"/>
                  </a:lnTo>
                  <a:lnTo>
                    <a:pt x="42677" y="2269"/>
                  </a:lnTo>
                  <a:lnTo>
                    <a:pt x="56903" y="3026"/>
                  </a:lnTo>
                  <a:lnTo>
                    <a:pt x="71129" y="3783"/>
                  </a:lnTo>
                  <a:lnTo>
                    <a:pt x="85355" y="4539"/>
                  </a:lnTo>
                  <a:lnTo>
                    <a:pt x="99581" y="5296"/>
                  </a:lnTo>
                  <a:lnTo>
                    <a:pt x="113807" y="6053"/>
                  </a:lnTo>
                  <a:lnTo>
                    <a:pt x="128033" y="6809"/>
                  </a:lnTo>
                  <a:lnTo>
                    <a:pt x="142259" y="7566"/>
                  </a:lnTo>
                  <a:lnTo>
                    <a:pt x="156485" y="8323"/>
                  </a:lnTo>
                  <a:lnTo>
                    <a:pt x="170711" y="9079"/>
                  </a:lnTo>
                  <a:lnTo>
                    <a:pt x="184937" y="9836"/>
                  </a:lnTo>
                  <a:lnTo>
                    <a:pt x="199163" y="10592"/>
                  </a:lnTo>
                  <a:lnTo>
                    <a:pt x="213389" y="11349"/>
                  </a:lnTo>
                  <a:lnTo>
                    <a:pt x="227615" y="12106"/>
                  </a:lnTo>
                  <a:lnTo>
                    <a:pt x="241841" y="12862"/>
                  </a:lnTo>
                  <a:lnTo>
                    <a:pt x="256067" y="13619"/>
                  </a:lnTo>
                  <a:lnTo>
                    <a:pt x="270293" y="14375"/>
                  </a:lnTo>
                  <a:lnTo>
                    <a:pt x="284519" y="15132"/>
                  </a:lnTo>
                  <a:lnTo>
                    <a:pt x="298745" y="15889"/>
                  </a:lnTo>
                  <a:lnTo>
                    <a:pt x="312971" y="16645"/>
                  </a:lnTo>
                  <a:lnTo>
                    <a:pt x="327197" y="17402"/>
                  </a:lnTo>
                  <a:lnTo>
                    <a:pt x="341423" y="18158"/>
                  </a:lnTo>
                  <a:lnTo>
                    <a:pt x="355649" y="18915"/>
                  </a:lnTo>
                  <a:lnTo>
                    <a:pt x="369875" y="19671"/>
                  </a:lnTo>
                  <a:lnTo>
                    <a:pt x="384101" y="20428"/>
                  </a:lnTo>
                  <a:lnTo>
                    <a:pt x="398327" y="21184"/>
                  </a:lnTo>
                  <a:lnTo>
                    <a:pt x="412553" y="21941"/>
                  </a:lnTo>
                  <a:lnTo>
                    <a:pt x="426779" y="22697"/>
                  </a:lnTo>
                  <a:lnTo>
                    <a:pt x="441005" y="23454"/>
                  </a:lnTo>
                  <a:lnTo>
                    <a:pt x="455231" y="24210"/>
                  </a:lnTo>
                  <a:lnTo>
                    <a:pt x="469457" y="24967"/>
                  </a:lnTo>
                  <a:lnTo>
                    <a:pt x="483683" y="25723"/>
                  </a:lnTo>
                  <a:lnTo>
                    <a:pt x="497909" y="26480"/>
                  </a:lnTo>
                  <a:lnTo>
                    <a:pt x="512135" y="27236"/>
                  </a:lnTo>
                  <a:lnTo>
                    <a:pt x="526361" y="27993"/>
                  </a:lnTo>
                  <a:lnTo>
                    <a:pt x="540587" y="28749"/>
                  </a:lnTo>
                  <a:lnTo>
                    <a:pt x="554813" y="29506"/>
                  </a:lnTo>
                  <a:lnTo>
                    <a:pt x="569039" y="30262"/>
                  </a:lnTo>
                  <a:lnTo>
                    <a:pt x="583265" y="31019"/>
                  </a:lnTo>
                  <a:lnTo>
                    <a:pt x="597491" y="31775"/>
                  </a:lnTo>
                  <a:lnTo>
                    <a:pt x="611717" y="32532"/>
                  </a:lnTo>
                  <a:lnTo>
                    <a:pt x="625943" y="33288"/>
                  </a:lnTo>
                  <a:lnTo>
                    <a:pt x="640169" y="34044"/>
                  </a:lnTo>
                  <a:lnTo>
                    <a:pt x="654395" y="34801"/>
                  </a:lnTo>
                  <a:lnTo>
                    <a:pt x="668621" y="35557"/>
                  </a:lnTo>
                  <a:lnTo>
                    <a:pt x="682847" y="36313"/>
                  </a:lnTo>
                  <a:lnTo>
                    <a:pt x="697073" y="37070"/>
                  </a:lnTo>
                  <a:lnTo>
                    <a:pt x="711299" y="37826"/>
                  </a:lnTo>
                  <a:lnTo>
                    <a:pt x="725525" y="38582"/>
                  </a:lnTo>
                  <a:lnTo>
                    <a:pt x="739751" y="39339"/>
                  </a:lnTo>
                  <a:lnTo>
                    <a:pt x="753977" y="40095"/>
                  </a:lnTo>
                  <a:lnTo>
                    <a:pt x="768203" y="40851"/>
                  </a:lnTo>
                  <a:lnTo>
                    <a:pt x="782429" y="41608"/>
                  </a:lnTo>
                  <a:lnTo>
                    <a:pt x="796655" y="42364"/>
                  </a:lnTo>
                  <a:lnTo>
                    <a:pt x="810881" y="43120"/>
                  </a:lnTo>
                  <a:lnTo>
                    <a:pt x="825107" y="43876"/>
                  </a:lnTo>
                  <a:lnTo>
                    <a:pt x="839333" y="44632"/>
                  </a:lnTo>
                  <a:lnTo>
                    <a:pt x="853559" y="45389"/>
                  </a:lnTo>
                  <a:lnTo>
                    <a:pt x="867785" y="46145"/>
                  </a:lnTo>
                  <a:lnTo>
                    <a:pt x="882011" y="46901"/>
                  </a:lnTo>
                  <a:lnTo>
                    <a:pt x="896237" y="47657"/>
                  </a:lnTo>
                  <a:lnTo>
                    <a:pt x="910463" y="48413"/>
                  </a:lnTo>
                  <a:lnTo>
                    <a:pt x="924689" y="49169"/>
                  </a:lnTo>
                  <a:lnTo>
                    <a:pt x="938915" y="49925"/>
                  </a:lnTo>
                  <a:lnTo>
                    <a:pt x="953141" y="50681"/>
                  </a:lnTo>
                  <a:lnTo>
                    <a:pt x="967367" y="51437"/>
                  </a:lnTo>
                  <a:lnTo>
                    <a:pt x="981593" y="52193"/>
                  </a:lnTo>
                  <a:lnTo>
                    <a:pt x="995819" y="52949"/>
                  </a:lnTo>
                  <a:lnTo>
                    <a:pt x="1010045" y="53704"/>
                  </a:lnTo>
                  <a:lnTo>
                    <a:pt x="1024271" y="54460"/>
                  </a:lnTo>
                  <a:lnTo>
                    <a:pt x="1038497" y="55216"/>
                  </a:lnTo>
                  <a:lnTo>
                    <a:pt x="1052723" y="55972"/>
                  </a:lnTo>
                  <a:lnTo>
                    <a:pt x="1066949" y="56727"/>
                  </a:lnTo>
                  <a:lnTo>
                    <a:pt x="1081175" y="57483"/>
                  </a:lnTo>
                  <a:lnTo>
                    <a:pt x="1095401" y="58238"/>
                  </a:lnTo>
                  <a:lnTo>
                    <a:pt x="1109627" y="58994"/>
                  </a:lnTo>
                  <a:lnTo>
                    <a:pt x="1123853" y="59749"/>
                  </a:lnTo>
                  <a:lnTo>
                    <a:pt x="1138079" y="60505"/>
                  </a:lnTo>
                  <a:lnTo>
                    <a:pt x="1152305" y="61260"/>
                  </a:lnTo>
                  <a:lnTo>
                    <a:pt x="1166531" y="62015"/>
                  </a:lnTo>
                  <a:lnTo>
                    <a:pt x="1180757" y="62770"/>
                  </a:lnTo>
                  <a:lnTo>
                    <a:pt x="1194983" y="63525"/>
                  </a:lnTo>
                  <a:lnTo>
                    <a:pt x="1209209" y="64280"/>
                  </a:lnTo>
                  <a:lnTo>
                    <a:pt x="1223435" y="65035"/>
                  </a:lnTo>
                  <a:lnTo>
                    <a:pt x="1237661" y="65789"/>
                  </a:lnTo>
                  <a:lnTo>
                    <a:pt x="1251887" y="66544"/>
                  </a:lnTo>
                  <a:lnTo>
                    <a:pt x="1266113" y="67298"/>
                  </a:lnTo>
                  <a:lnTo>
                    <a:pt x="1280339" y="68053"/>
                  </a:lnTo>
                  <a:lnTo>
                    <a:pt x="1294565" y="68807"/>
                  </a:lnTo>
                  <a:lnTo>
                    <a:pt x="1308791" y="69561"/>
                  </a:lnTo>
                  <a:lnTo>
                    <a:pt x="1323017" y="70314"/>
                  </a:lnTo>
                  <a:lnTo>
                    <a:pt x="1337243" y="71068"/>
                  </a:lnTo>
                  <a:lnTo>
                    <a:pt x="1351469" y="71821"/>
                  </a:lnTo>
                  <a:lnTo>
                    <a:pt x="1365695" y="72574"/>
                  </a:lnTo>
                  <a:lnTo>
                    <a:pt x="1379921" y="73326"/>
                  </a:lnTo>
                  <a:lnTo>
                    <a:pt x="1394147" y="74079"/>
                  </a:lnTo>
                  <a:lnTo>
                    <a:pt x="1408373" y="74831"/>
                  </a:lnTo>
                  <a:lnTo>
                    <a:pt x="1422599" y="75582"/>
                  </a:lnTo>
                  <a:lnTo>
                    <a:pt x="1436825" y="76333"/>
                  </a:lnTo>
                  <a:lnTo>
                    <a:pt x="1451051" y="77083"/>
                  </a:lnTo>
                  <a:lnTo>
                    <a:pt x="1465277" y="77833"/>
                  </a:lnTo>
                  <a:lnTo>
                    <a:pt x="1479503" y="78582"/>
                  </a:lnTo>
                  <a:lnTo>
                    <a:pt x="1493729" y="79329"/>
                  </a:lnTo>
                  <a:lnTo>
                    <a:pt x="1507955" y="80076"/>
                  </a:lnTo>
                  <a:lnTo>
                    <a:pt x="1522181" y="80822"/>
                  </a:lnTo>
                  <a:lnTo>
                    <a:pt x="1536407" y="81566"/>
                  </a:lnTo>
                  <a:lnTo>
                    <a:pt x="1550633" y="82308"/>
                  </a:lnTo>
                  <a:lnTo>
                    <a:pt x="1564859" y="83048"/>
                  </a:lnTo>
                  <a:lnTo>
                    <a:pt x="1579085" y="83786"/>
                  </a:lnTo>
                  <a:lnTo>
                    <a:pt x="1593311" y="84521"/>
                  </a:lnTo>
                  <a:lnTo>
                    <a:pt x="1607537" y="85251"/>
                  </a:lnTo>
                  <a:lnTo>
                    <a:pt x="1621763" y="85977"/>
                  </a:lnTo>
                  <a:lnTo>
                    <a:pt x="1635989" y="86698"/>
                  </a:lnTo>
                  <a:lnTo>
                    <a:pt x="1650215" y="87412"/>
                  </a:lnTo>
                  <a:lnTo>
                    <a:pt x="1664441" y="88117"/>
                  </a:lnTo>
                  <a:lnTo>
                    <a:pt x="1678667" y="88814"/>
                  </a:lnTo>
                  <a:lnTo>
                    <a:pt x="1692893" y="89500"/>
                  </a:lnTo>
                  <a:lnTo>
                    <a:pt x="1707119" y="90174"/>
                  </a:lnTo>
                  <a:lnTo>
                    <a:pt x="1721345" y="90838"/>
                  </a:lnTo>
                  <a:lnTo>
                    <a:pt x="1735571" y="91490"/>
                  </a:lnTo>
                  <a:lnTo>
                    <a:pt x="1749797" y="92132"/>
                  </a:lnTo>
                  <a:lnTo>
                    <a:pt x="1764023" y="92764"/>
                  </a:lnTo>
                  <a:lnTo>
                    <a:pt x="1778249" y="93389"/>
                  </a:lnTo>
                  <a:lnTo>
                    <a:pt x="1792475" y="94007"/>
                  </a:lnTo>
                  <a:lnTo>
                    <a:pt x="1806701" y="94619"/>
                  </a:lnTo>
                  <a:lnTo>
                    <a:pt x="1820927" y="95227"/>
                  </a:lnTo>
                  <a:lnTo>
                    <a:pt x="1835153" y="95831"/>
                  </a:lnTo>
                  <a:lnTo>
                    <a:pt x="1849379" y="96432"/>
                  </a:lnTo>
                  <a:lnTo>
                    <a:pt x="1863605" y="97031"/>
                  </a:lnTo>
                  <a:lnTo>
                    <a:pt x="1877831" y="97627"/>
                  </a:lnTo>
                  <a:lnTo>
                    <a:pt x="1892057" y="98222"/>
                  </a:lnTo>
                  <a:lnTo>
                    <a:pt x="1906283" y="98815"/>
                  </a:lnTo>
                  <a:lnTo>
                    <a:pt x="1920509" y="99407"/>
                  </a:lnTo>
                  <a:lnTo>
                    <a:pt x="1934735" y="99998"/>
                  </a:lnTo>
                  <a:lnTo>
                    <a:pt x="1948961" y="100588"/>
                  </a:lnTo>
                  <a:lnTo>
                    <a:pt x="1963187" y="101177"/>
                  </a:lnTo>
                  <a:lnTo>
                    <a:pt x="1977413" y="101766"/>
                  </a:lnTo>
                  <a:lnTo>
                    <a:pt x="1991639" y="102354"/>
                  </a:lnTo>
                  <a:lnTo>
                    <a:pt x="2005865" y="102941"/>
                  </a:lnTo>
                  <a:lnTo>
                    <a:pt x="2020091" y="103528"/>
                  </a:lnTo>
                  <a:lnTo>
                    <a:pt x="2034317" y="104115"/>
                  </a:lnTo>
                  <a:lnTo>
                    <a:pt x="2048543" y="104701"/>
                  </a:lnTo>
                  <a:lnTo>
                    <a:pt x="2062769" y="105287"/>
                  </a:lnTo>
                  <a:lnTo>
                    <a:pt x="2076995" y="105873"/>
                  </a:lnTo>
                  <a:lnTo>
                    <a:pt x="2091221" y="106458"/>
                  </a:lnTo>
                  <a:lnTo>
                    <a:pt x="2105447" y="107043"/>
                  </a:lnTo>
                  <a:lnTo>
                    <a:pt x="2119673" y="107628"/>
                  </a:lnTo>
                  <a:lnTo>
                    <a:pt x="2133899" y="108213"/>
                  </a:lnTo>
                  <a:lnTo>
                    <a:pt x="2148125" y="108798"/>
                  </a:lnTo>
                  <a:lnTo>
                    <a:pt x="2162351" y="109382"/>
                  </a:lnTo>
                  <a:lnTo>
                    <a:pt x="2176577" y="109967"/>
                  </a:lnTo>
                  <a:lnTo>
                    <a:pt x="2190803" y="110551"/>
                  </a:lnTo>
                  <a:lnTo>
                    <a:pt x="2205029" y="111135"/>
                  </a:lnTo>
                  <a:lnTo>
                    <a:pt x="2219255" y="111719"/>
                  </a:lnTo>
                  <a:lnTo>
                    <a:pt x="2233481" y="112303"/>
                  </a:lnTo>
                  <a:lnTo>
                    <a:pt x="2247707" y="112887"/>
                  </a:lnTo>
                  <a:lnTo>
                    <a:pt x="2261933" y="113471"/>
                  </a:lnTo>
                  <a:lnTo>
                    <a:pt x="2276159" y="114054"/>
                  </a:lnTo>
                  <a:lnTo>
                    <a:pt x="2290385" y="114638"/>
                  </a:lnTo>
                  <a:lnTo>
                    <a:pt x="2304611" y="115221"/>
                  </a:lnTo>
                  <a:lnTo>
                    <a:pt x="2318837" y="115805"/>
                  </a:lnTo>
                  <a:lnTo>
                    <a:pt x="2333063" y="116388"/>
                  </a:lnTo>
                  <a:lnTo>
                    <a:pt x="2347289" y="116971"/>
                  </a:lnTo>
                  <a:lnTo>
                    <a:pt x="2361515" y="117555"/>
                  </a:lnTo>
                  <a:lnTo>
                    <a:pt x="2375741" y="118138"/>
                  </a:lnTo>
                  <a:lnTo>
                    <a:pt x="2389967" y="118721"/>
                  </a:lnTo>
                  <a:lnTo>
                    <a:pt x="2404193" y="119304"/>
                  </a:lnTo>
                  <a:lnTo>
                    <a:pt x="2418419" y="119887"/>
                  </a:lnTo>
                  <a:lnTo>
                    <a:pt x="2432645" y="120470"/>
                  </a:lnTo>
                  <a:lnTo>
                    <a:pt x="2446871" y="121053"/>
                  </a:lnTo>
                  <a:lnTo>
                    <a:pt x="2461097" y="121636"/>
                  </a:lnTo>
                  <a:lnTo>
                    <a:pt x="2475323" y="122219"/>
                  </a:lnTo>
                  <a:lnTo>
                    <a:pt x="2489549" y="122802"/>
                  </a:lnTo>
                  <a:lnTo>
                    <a:pt x="2503775" y="123385"/>
                  </a:lnTo>
                  <a:lnTo>
                    <a:pt x="2518001" y="123968"/>
                  </a:lnTo>
                  <a:lnTo>
                    <a:pt x="2532227" y="124551"/>
                  </a:lnTo>
                  <a:lnTo>
                    <a:pt x="2546453" y="125134"/>
                  </a:lnTo>
                  <a:lnTo>
                    <a:pt x="2560679" y="125716"/>
                  </a:lnTo>
                  <a:lnTo>
                    <a:pt x="2574905" y="126299"/>
                  </a:lnTo>
                  <a:lnTo>
                    <a:pt x="2589130" y="126882"/>
                  </a:lnTo>
                  <a:lnTo>
                    <a:pt x="2603356" y="127465"/>
                  </a:lnTo>
                  <a:lnTo>
                    <a:pt x="2617582" y="128047"/>
                  </a:lnTo>
                  <a:lnTo>
                    <a:pt x="2631808" y="128630"/>
                  </a:lnTo>
                  <a:lnTo>
                    <a:pt x="2646034" y="129213"/>
                  </a:lnTo>
                  <a:lnTo>
                    <a:pt x="2660260" y="129795"/>
                  </a:lnTo>
                  <a:lnTo>
                    <a:pt x="2674486" y="130378"/>
                  </a:lnTo>
                  <a:lnTo>
                    <a:pt x="2688712" y="130960"/>
                  </a:lnTo>
                  <a:lnTo>
                    <a:pt x="2702938" y="131543"/>
                  </a:lnTo>
                  <a:lnTo>
                    <a:pt x="2717164" y="132126"/>
                  </a:lnTo>
                  <a:lnTo>
                    <a:pt x="2731390" y="132708"/>
                  </a:lnTo>
                  <a:lnTo>
                    <a:pt x="2745616" y="133291"/>
                  </a:lnTo>
                  <a:lnTo>
                    <a:pt x="2759842" y="133873"/>
                  </a:lnTo>
                  <a:lnTo>
                    <a:pt x="2774068" y="134456"/>
                  </a:lnTo>
                  <a:lnTo>
                    <a:pt x="2788294" y="135038"/>
                  </a:lnTo>
                  <a:lnTo>
                    <a:pt x="2802520" y="135621"/>
                  </a:lnTo>
                  <a:lnTo>
                    <a:pt x="2816746" y="136203"/>
                  </a:lnTo>
                  <a:lnTo>
                    <a:pt x="2830972" y="136786"/>
                  </a:lnTo>
                  <a:lnTo>
                    <a:pt x="2830972" y="150661"/>
                  </a:lnTo>
                  <a:lnTo>
                    <a:pt x="2816746" y="149905"/>
                  </a:lnTo>
                  <a:lnTo>
                    <a:pt x="2802520" y="149148"/>
                  </a:lnTo>
                  <a:lnTo>
                    <a:pt x="2788294" y="148392"/>
                  </a:lnTo>
                  <a:lnTo>
                    <a:pt x="2774068" y="147636"/>
                  </a:lnTo>
                  <a:lnTo>
                    <a:pt x="2759842" y="146879"/>
                  </a:lnTo>
                  <a:lnTo>
                    <a:pt x="2745616" y="146123"/>
                  </a:lnTo>
                  <a:lnTo>
                    <a:pt x="2731390" y="145367"/>
                  </a:lnTo>
                  <a:lnTo>
                    <a:pt x="2717164" y="144610"/>
                  </a:lnTo>
                  <a:lnTo>
                    <a:pt x="2702938" y="143854"/>
                  </a:lnTo>
                  <a:lnTo>
                    <a:pt x="2688712" y="143098"/>
                  </a:lnTo>
                  <a:lnTo>
                    <a:pt x="2674486" y="142341"/>
                  </a:lnTo>
                  <a:lnTo>
                    <a:pt x="2660260" y="141585"/>
                  </a:lnTo>
                  <a:lnTo>
                    <a:pt x="2646034" y="140829"/>
                  </a:lnTo>
                  <a:lnTo>
                    <a:pt x="2631808" y="140072"/>
                  </a:lnTo>
                  <a:lnTo>
                    <a:pt x="2617582" y="139316"/>
                  </a:lnTo>
                  <a:lnTo>
                    <a:pt x="2603356" y="138560"/>
                  </a:lnTo>
                  <a:lnTo>
                    <a:pt x="2589130" y="137804"/>
                  </a:lnTo>
                  <a:lnTo>
                    <a:pt x="2574905" y="137048"/>
                  </a:lnTo>
                  <a:lnTo>
                    <a:pt x="2560679" y="136291"/>
                  </a:lnTo>
                  <a:lnTo>
                    <a:pt x="2546453" y="135535"/>
                  </a:lnTo>
                  <a:lnTo>
                    <a:pt x="2532227" y="134779"/>
                  </a:lnTo>
                  <a:lnTo>
                    <a:pt x="2518001" y="134023"/>
                  </a:lnTo>
                  <a:lnTo>
                    <a:pt x="2503775" y="133267"/>
                  </a:lnTo>
                  <a:lnTo>
                    <a:pt x="2489549" y="132511"/>
                  </a:lnTo>
                  <a:lnTo>
                    <a:pt x="2475323" y="131755"/>
                  </a:lnTo>
                  <a:lnTo>
                    <a:pt x="2461097" y="130999"/>
                  </a:lnTo>
                  <a:lnTo>
                    <a:pt x="2446871" y="130243"/>
                  </a:lnTo>
                  <a:lnTo>
                    <a:pt x="2432645" y="129487"/>
                  </a:lnTo>
                  <a:lnTo>
                    <a:pt x="2418419" y="128731"/>
                  </a:lnTo>
                  <a:lnTo>
                    <a:pt x="2404193" y="127976"/>
                  </a:lnTo>
                  <a:lnTo>
                    <a:pt x="2389967" y="127220"/>
                  </a:lnTo>
                  <a:lnTo>
                    <a:pt x="2375741" y="126464"/>
                  </a:lnTo>
                  <a:lnTo>
                    <a:pt x="2361515" y="125708"/>
                  </a:lnTo>
                  <a:lnTo>
                    <a:pt x="2347289" y="124953"/>
                  </a:lnTo>
                  <a:lnTo>
                    <a:pt x="2333063" y="124197"/>
                  </a:lnTo>
                  <a:lnTo>
                    <a:pt x="2318837" y="123442"/>
                  </a:lnTo>
                  <a:lnTo>
                    <a:pt x="2304611" y="122686"/>
                  </a:lnTo>
                  <a:lnTo>
                    <a:pt x="2290385" y="121931"/>
                  </a:lnTo>
                  <a:lnTo>
                    <a:pt x="2276159" y="121175"/>
                  </a:lnTo>
                  <a:lnTo>
                    <a:pt x="2261933" y="120420"/>
                  </a:lnTo>
                  <a:lnTo>
                    <a:pt x="2247707" y="119665"/>
                  </a:lnTo>
                  <a:lnTo>
                    <a:pt x="2233481" y="118910"/>
                  </a:lnTo>
                  <a:lnTo>
                    <a:pt x="2219255" y="118155"/>
                  </a:lnTo>
                  <a:lnTo>
                    <a:pt x="2205029" y="117400"/>
                  </a:lnTo>
                  <a:lnTo>
                    <a:pt x="2190803" y="116645"/>
                  </a:lnTo>
                  <a:lnTo>
                    <a:pt x="2176577" y="115890"/>
                  </a:lnTo>
                  <a:lnTo>
                    <a:pt x="2162351" y="115136"/>
                  </a:lnTo>
                  <a:lnTo>
                    <a:pt x="2148125" y="114381"/>
                  </a:lnTo>
                  <a:lnTo>
                    <a:pt x="2133899" y="113627"/>
                  </a:lnTo>
                  <a:lnTo>
                    <a:pt x="2119673" y="112873"/>
                  </a:lnTo>
                  <a:lnTo>
                    <a:pt x="2105447" y="112119"/>
                  </a:lnTo>
                  <a:lnTo>
                    <a:pt x="2091221" y="111365"/>
                  </a:lnTo>
                  <a:lnTo>
                    <a:pt x="2076995" y="110612"/>
                  </a:lnTo>
                  <a:lnTo>
                    <a:pt x="2062769" y="109859"/>
                  </a:lnTo>
                  <a:lnTo>
                    <a:pt x="2048543" y="109106"/>
                  </a:lnTo>
                  <a:lnTo>
                    <a:pt x="2034317" y="108353"/>
                  </a:lnTo>
                  <a:lnTo>
                    <a:pt x="2020091" y="107601"/>
                  </a:lnTo>
                  <a:lnTo>
                    <a:pt x="2005865" y="106849"/>
                  </a:lnTo>
                  <a:lnTo>
                    <a:pt x="1991639" y="106098"/>
                  </a:lnTo>
                  <a:lnTo>
                    <a:pt x="1977413" y="105347"/>
                  </a:lnTo>
                  <a:lnTo>
                    <a:pt x="1963187" y="104596"/>
                  </a:lnTo>
                  <a:lnTo>
                    <a:pt x="1948961" y="103847"/>
                  </a:lnTo>
                  <a:lnTo>
                    <a:pt x="1934735" y="103098"/>
                  </a:lnTo>
                  <a:lnTo>
                    <a:pt x="1920509" y="102350"/>
                  </a:lnTo>
                  <a:lnTo>
                    <a:pt x="1906283" y="101603"/>
                  </a:lnTo>
                  <a:lnTo>
                    <a:pt x="1892057" y="100857"/>
                  </a:lnTo>
                  <a:lnTo>
                    <a:pt x="1877831" y="100113"/>
                  </a:lnTo>
                  <a:lnTo>
                    <a:pt x="1863605" y="99371"/>
                  </a:lnTo>
                  <a:lnTo>
                    <a:pt x="1849379" y="98630"/>
                  </a:lnTo>
                  <a:lnTo>
                    <a:pt x="1835153" y="97892"/>
                  </a:lnTo>
                  <a:lnTo>
                    <a:pt x="1820927" y="97158"/>
                  </a:lnTo>
                  <a:lnTo>
                    <a:pt x="1806701" y="96426"/>
                  </a:lnTo>
                  <a:lnTo>
                    <a:pt x="1792475" y="95700"/>
                  </a:lnTo>
                  <a:lnTo>
                    <a:pt x="1778249" y="94979"/>
                  </a:lnTo>
                  <a:lnTo>
                    <a:pt x="1764023" y="94265"/>
                  </a:lnTo>
                  <a:lnTo>
                    <a:pt x="1749797" y="93558"/>
                  </a:lnTo>
                  <a:lnTo>
                    <a:pt x="1735571" y="92861"/>
                  </a:lnTo>
                  <a:lnTo>
                    <a:pt x="1721345" y="92174"/>
                  </a:lnTo>
                  <a:lnTo>
                    <a:pt x="1707119" y="91499"/>
                  </a:lnTo>
                  <a:lnTo>
                    <a:pt x="1692893" y="90835"/>
                  </a:lnTo>
                  <a:lnTo>
                    <a:pt x="1678667" y="90182"/>
                  </a:lnTo>
                  <a:lnTo>
                    <a:pt x="1664441" y="89539"/>
                  </a:lnTo>
                  <a:lnTo>
                    <a:pt x="1650215" y="88906"/>
                  </a:lnTo>
                  <a:lnTo>
                    <a:pt x="1635989" y="88281"/>
                  </a:lnTo>
                  <a:lnTo>
                    <a:pt x="1621763" y="87662"/>
                  </a:lnTo>
                  <a:lnTo>
                    <a:pt x="1607537" y="87049"/>
                  </a:lnTo>
                  <a:lnTo>
                    <a:pt x="1593311" y="86441"/>
                  </a:lnTo>
                  <a:lnTo>
                    <a:pt x="1579085" y="85837"/>
                  </a:lnTo>
                  <a:lnTo>
                    <a:pt x="1564859" y="85236"/>
                  </a:lnTo>
                  <a:lnTo>
                    <a:pt x="1550633" y="84637"/>
                  </a:lnTo>
                  <a:lnTo>
                    <a:pt x="1536407" y="84040"/>
                  </a:lnTo>
                  <a:lnTo>
                    <a:pt x="1522181" y="83445"/>
                  </a:lnTo>
                  <a:lnTo>
                    <a:pt x="1507955" y="82852"/>
                  </a:lnTo>
                  <a:lnTo>
                    <a:pt x="1493729" y="82260"/>
                  </a:lnTo>
                  <a:lnTo>
                    <a:pt x="1479503" y="81669"/>
                  </a:lnTo>
                  <a:lnTo>
                    <a:pt x="1465277" y="81079"/>
                  </a:lnTo>
                  <a:lnTo>
                    <a:pt x="1451051" y="80490"/>
                  </a:lnTo>
                  <a:lnTo>
                    <a:pt x="1436825" y="79901"/>
                  </a:lnTo>
                  <a:lnTo>
                    <a:pt x="1422599" y="79313"/>
                  </a:lnTo>
                  <a:lnTo>
                    <a:pt x="1408373" y="78725"/>
                  </a:lnTo>
                  <a:lnTo>
                    <a:pt x="1394147" y="78138"/>
                  </a:lnTo>
                  <a:lnTo>
                    <a:pt x="1379921" y="77552"/>
                  </a:lnTo>
                  <a:lnTo>
                    <a:pt x="1365695" y="76965"/>
                  </a:lnTo>
                  <a:lnTo>
                    <a:pt x="1351469" y="76379"/>
                  </a:lnTo>
                  <a:lnTo>
                    <a:pt x="1337243" y="75794"/>
                  </a:lnTo>
                  <a:lnTo>
                    <a:pt x="1323017" y="75208"/>
                  </a:lnTo>
                  <a:lnTo>
                    <a:pt x="1308791" y="74623"/>
                  </a:lnTo>
                  <a:lnTo>
                    <a:pt x="1294565" y="74038"/>
                  </a:lnTo>
                  <a:lnTo>
                    <a:pt x="1280339" y="73453"/>
                  </a:lnTo>
                  <a:lnTo>
                    <a:pt x="1266113" y="72868"/>
                  </a:lnTo>
                  <a:lnTo>
                    <a:pt x="1251887" y="72284"/>
                  </a:lnTo>
                  <a:lnTo>
                    <a:pt x="1237661" y="71700"/>
                  </a:lnTo>
                  <a:lnTo>
                    <a:pt x="1223435" y="71115"/>
                  </a:lnTo>
                  <a:lnTo>
                    <a:pt x="1209209" y="70531"/>
                  </a:lnTo>
                  <a:lnTo>
                    <a:pt x="1194983" y="69947"/>
                  </a:lnTo>
                  <a:lnTo>
                    <a:pt x="1180757" y="69363"/>
                  </a:lnTo>
                  <a:lnTo>
                    <a:pt x="1166531" y="68779"/>
                  </a:lnTo>
                  <a:lnTo>
                    <a:pt x="1152305" y="68196"/>
                  </a:lnTo>
                  <a:lnTo>
                    <a:pt x="1138079" y="67612"/>
                  </a:lnTo>
                  <a:lnTo>
                    <a:pt x="1123853" y="67029"/>
                  </a:lnTo>
                  <a:lnTo>
                    <a:pt x="1109627" y="66445"/>
                  </a:lnTo>
                  <a:lnTo>
                    <a:pt x="1095401" y="65862"/>
                  </a:lnTo>
                  <a:lnTo>
                    <a:pt x="1081175" y="65278"/>
                  </a:lnTo>
                  <a:lnTo>
                    <a:pt x="1066949" y="64695"/>
                  </a:lnTo>
                  <a:lnTo>
                    <a:pt x="1052723" y="64112"/>
                  </a:lnTo>
                  <a:lnTo>
                    <a:pt x="1038497" y="63528"/>
                  </a:lnTo>
                  <a:lnTo>
                    <a:pt x="1024271" y="62945"/>
                  </a:lnTo>
                  <a:lnTo>
                    <a:pt x="1010045" y="62362"/>
                  </a:lnTo>
                  <a:lnTo>
                    <a:pt x="995819" y="61779"/>
                  </a:lnTo>
                  <a:lnTo>
                    <a:pt x="981593" y="61196"/>
                  </a:lnTo>
                  <a:lnTo>
                    <a:pt x="967367" y="60613"/>
                  </a:lnTo>
                  <a:lnTo>
                    <a:pt x="953141" y="60030"/>
                  </a:lnTo>
                  <a:lnTo>
                    <a:pt x="938915" y="59447"/>
                  </a:lnTo>
                  <a:lnTo>
                    <a:pt x="924689" y="58864"/>
                  </a:lnTo>
                  <a:lnTo>
                    <a:pt x="910463" y="58281"/>
                  </a:lnTo>
                  <a:lnTo>
                    <a:pt x="896237" y="57698"/>
                  </a:lnTo>
                  <a:lnTo>
                    <a:pt x="882011" y="57116"/>
                  </a:lnTo>
                  <a:lnTo>
                    <a:pt x="867785" y="56533"/>
                  </a:lnTo>
                  <a:lnTo>
                    <a:pt x="853559" y="55950"/>
                  </a:lnTo>
                  <a:lnTo>
                    <a:pt x="839333" y="55367"/>
                  </a:lnTo>
                  <a:lnTo>
                    <a:pt x="825107" y="54784"/>
                  </a:lnTo>
                  <a:lnTo>
                    <a:pt x="810881" y="54202"/>
                  </a:lnTo>
                  <a:lnTo>
                    <a:pt x="796655" y="53619"/>
                  </a:lnTo>
                  <a:lnTo>
                    <a:pt x="782429" y="53036"/>
                  </a:lnTo>
                  <a:lnTo>
                    <a:pt x="768203" y="52454"/>
                  </a:lnTo>
                  <a:lnTo>
                    <a:pt x="753977" y="51871"/>
                  </a:lnTo>
                  <a:lnTo>
                    <a:pt x="739751" y="51288"/>
                  </a:lnTo>
                  <a:lnTo>
                    <a:pt x="725525" y="50706"/>
                  </a:lnTo>
                  <a:lnTo>
                    <a:pt x="711299" y="50123"/>
                  </a:lnTo>
                  <a:lnTo>
                    <a:pt x="697073" y="49541"/>
                  </a:lnTo>
                  <a:lnTo>
                    <a:pt x="682847" y="48958"/>
                  </a:lnTo>
                  <a:lnTo>
                    <a:pt x="668621" y="48376"/>
                  </a:lnTo>
                  <a:lnTo>
                    <a:pt x="654395" y="47793"/>
                  </a:lnTo>
                  <a:lnTo>
                    <a:pt x="640169" y="47210"/>
                  </a:lnTo>
                  <a:lnTo>
                    <a:pt x="625943" y="46628"/>
                  </a:lnTo>
                  <a:lnTo>
                    <a:pt x="611717" y="46045"/>
                  </a:lnTo>
                  <a:lnTo>
                    <a:pt x="597491" y="45463"/>
                  </a:lnTo>
                  <a:lnTo>
                    <a:pt x="583265" y="44880"/>
                  </a:lnTo>
                  <a:lnTo>
                    <a:pt x="569039" y="44298"/>
                  </a:lnTo>
                  <a:lnTo>
                    <a:pt x="554813" y="43716"/>
                  </a:lnTo>
                  <a:lnTo>
                    <a:pt x="540587" y="43133"/>
                  </a:lnTo>
                  <a:lnTo>
                    <a:pt x="526361" y="42551"/>
                  </a:lnTo>
                  <a:lnTo>
                    <a:pt x="512135" y="41968"/>
                  </a:lnTo>
                  <a:lnTo>
                    <a:pt x="497909" y="41386"/>
                  </a:lnTo>
                  <a:lnTo>
                    <a:pt x="483683" y="40803"/>
                  </a:lnTo>
                  <a:lnTo>
                    <a:pt x="469457" y="40221"/>
                  </a:lnTo>
                  <a:lnTo>
                    <a:pt x="455231" y="39638"/>
                  </a:lnTo>
                  <a:lnTo>
                    <a:pt x="441005" y="39056"/>
                  </a:lnTo>
                  <a:lnTo>
                    <a:pt x="426779" y="38474"/>
                  </a:lnTo>
                  <a:lnTo>
                    <a:pt x="412553" y="37891"/>
                  </a:lnTo>
                  <a:lnTo>
                    <a:pt x="398327" y="37309"/>
                  </a:lnTo>
                  <a:lnTo>
                    <a:pt x="384101" y="36727"/>
                  </a:lnTo>
                  <a:lnTo>
                    <a:pt x="369875" y="36144"/>
                  </a:lnTo>
                  <a:lnTo>
                    <a:pt x="355649" y="35562"/>
                  </a:lnTo>
                  <a:lnTo>
                    <a:pt x="341423" y="34979"/>
                  </a:lnTo>
                  <a:lnTo>
                    <a:pt x="327197" y="34397"/>
                  </a:lnTo>
                  <a:lnTo>
                    <a:pt x="312971" y="33815"/>
                  </a:lnTo>
                  <a:lnTo>
                    <a:pt x="298745" y="33232"/>
                  </a:lnTo>
                  <a:lnTo>
                    <a:pt x="284519" y="32650"/>
                  </a:lnTo>
                  <a:lnTo>
                    <a:pt x="270293" y="32068"/>
                  </a:lnTo>
                  <a:lnTo>
                    <a:pt x="256067" y="31485"/>
                  </a:lnTo>
                  <a:lnTo>
                    <a:pt x="241841" y="30903"/>
                  </a:lnTo>
                  <a:lnTo>
                    <a:pt x="227615" y="30321"/>
                  </a:lnTo>
                  <a:lnTo>
                    <a:pt x="213389" y="29739"/>
                  </a:lnTo>
                  <a:lnTo>
                    <a:pt x="199163" y="29156"/>
                  </a:lnTo>
                  <a:lnTo>
                    <a:pt x="184937" y="28574"/>
                  </a:lnTo>
                  <a:lnTo>
                    <a:pt x="170711" y="27992"/>
                  </a:lnTo>
                  <a:lnTo>
                    <a:pt x="156485" y="27409"/>
                  </a:lnTo>
                  <a:lnTo>
                    <a:pt x="142259" y="26827"/>
                  </a:lnTo>
                  <a:lnTo>
                    <a:pt x="128033" y="26245"/>
                  </a:lnTo>
                  <a:lnTo>
                    <a:pt x="113807" y="25662"/>
                  </a:lnTo>
                  <a:lnTo>
                    <a:pt x="99581" y="25080"/>
                  </a:lnTo>
                  <a:lnTo>
                    <a:pt x="85355" y="24498"/>
                  </a:lnTo>
                  <a:lnTo>
                    <a:pt x="71129" y="23916"/>
                  </a:lnTo>
                  <a:lnTo>
                    <a:pt x="56903" y="23333"/>
                  </a:lnTo>
                  <a:lnTo>
                    <a:pt x="42677" y="22751"/>
                  </a:lnTo>
                  <a:lnTo>
                    <a:pt x="28451" y="22169"/>
                  </a:lnTo>
                  <a:lnTo>
                    <a:pt x="14225" y="21587"/>
                  </a:lnTo>
                  <a:lnTo>
                    <a:pt x="0" y="21004"/>
                  </a:lnTo>
                  <a:close/>
                </a:path>
              </a:pathLst>
            </a:custGeom>
            <a:solidFill>
              <a:srgbClr val="FEE08B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61109" y="3490599"/>
              <a:ext cx="2830972" cy="136786"/>
            </a:xfrm>
            <a:custGeom>
              <a:avLst/>
              <a:pathLst>
                <a:path w="2830972" h="136786">
                  <a:moveTo>
                    <a:pt x="0" y="0"/>
                  </a:moveTo>
                  <a:lnTo>
                    <a:pt x="14225" y="756"/>
                  </a:lnTo>
                  <a:lnTo>
                    <a:pt x="28451" y="1513"/>
                  </a:lnTo>
                  <a:lnTo>
                    <a:pt x="42677" y="2269"/>
                  </a:lnTo>
                  <a:lnTo>
                    <a:pt x="56903" y="3026"/>
                  </a:lnTo>
                  <a:lnTo>
                    <a:pt x="71129" y="3783"/>
                  </a:lnTo>
                  <a:lnTo>
                    <a:pt x="85355" y="4539"/>
                  </a:lnTo>
                  <a:lnTo>
                    <a:pt x="99581" y="5296"/>
                  </a:lnTo>
                  <a:lnTo>
                    <a:pt x="113807" y="6053"/>
                  </a:lnTo>
                  <a:lnTo>
                    <a:pt x="128033" y="6809"/>
                  </a:lnTo>
                  <a:lnTo>
                    <a:pt x="142259" y="7566"/>
                  </a:lnTo>
                  <a:lnTo>
                    <a:pt x="156485" y="8323"/>
                  </a:lnTo>
                  <a:lnTo>
                    <a:pt x="170711" y="9079"/>
                  </a:lnTo>
                  <a:lnTo>
                    <a:pt x="184937" y="9836"/>
                  </a:lnTo>
                  <a:lnTo>
                    <a:pt x="199163" y="10592"/>
                  </a:lnTo>
                  <a:lnTo>
                    <a:pt x="213389" y="11349"/>
                  </a:lnTo>
                  <a:lnTo>
                    <a:pt x="227615" y="12106"/>
                  </a:lnTo>
                  <a:lnTo>
                    <a:pt x="241841" y="12862"/>
                  </a:lnTo>
                  <a:lnTo>
                    <a:pt x="256067" y="13619"/>
                  </a:lnTo>
                  <a:lnTo>
                    <a:pt x="270293" y="14375"/>
                  </a:lnTo>
                  <a:lnTo>
                    <a:pt x="284519" y="15132"/>
                  </a:lnTo>
                  <a:lnTo>
                    <a:pt x="298745" y="15889"/>
                  </a:lnTo>
                  <a:lnTo>
                    <a:pt x="312971" y="16645"/>
                  </a:lnTo>
                  <a:lnTo>
                    <a:pt x="327197" y="17402"/>
                  </a:lnTo>
                  <a:lnTo>
                    <a:pt x="341423" y="18158"/>
                  </a:lnTo>
                  <a:lnTo>
                    <a:pt x="355649" y="18915"/>
                  </a:lnTo>
                  <a:lnTo>
                    <a:pt x="369875" y="19671"/>
                  </a:lnTo>
                  <a:lnTo>
                    <a:pt x="384101" y="20428"/>
                  </a:lnTo>
                  <a:lnTo>
                    <a:pt x="398327" y="21184"/>
                  </a:lnTo>
                  <a:lnTo>
                    <a:pt x="412553" y="21941"/>
                  </a:lnTo>
                  <a:lnTo>
                    <a:pt x="426779" y="22697"/>
                  </a:lnTo>
                  <a:lnTo>
                    <a:pt x="441005" y="23454"/>
                  </a:lnTo>
                  <a:lnTo>
                    <a:pt x="455231" y="24210"/>
                  </a:lnTo>
                  <a:lnTo>
                    <a:pt x="469457" y="24967"/>
                  </a:lnTo>
                  <a:lnTo>
                    <a:pt x="483683" y="25723"/>
                  </a:lnTo>
                  <a:lnTo>
                    <a:pt x="497909" y="26480"/>
                  </a:lnTo>
                  <a:lnTo>
                    <a:pt x="512135" y="27236"/>
                  </a:lnTo>
                  <a:lnTo>
                    <a:pt x="526361" y="27993"/>
                  </a:lnTo>
                  <a:lnTo>
                    <a:pt x="540587" y="28749"/>
                  </a:lnTo>
                  <a:lnTo>
                    <a:pt x="554813" y="29506"/>
                  </a:lnTo>
                  <a:lnTo>
                    <a:pt x="569039" y="30262"/>
                  </a:lnTo>
                  <a:lnTo>
                    <a:pt x="583265" y="31019"/>
                  </a:lnTo>
                  <a:lnTo>
                    <a:pt x="597491" y="31775"/>
                  </a:lnTo>
                  <a:lnTo>
                    <a:pt x="611717" y="32532"/>
                  </a:lnTo>
                  <a:lnTo>
                    <a:pt x="625943" y="33288"/>
                  </a:lnTo>
                  <a:lnTo>
                    <a:pt x="640169" y="34044"/>
                  </a:lnTo>
                  <a:lnTo>
                    <a:pt x="654395" y="34801"/>
                  </a:lnTo>
                  <a:lnTo>
                    <a:pt x="668621" y="35557"/>
                  </a:lnTo>
                  <a:lnTo>
                    <a:pt x="682847" y="36313"/>
                  </a:lnTo>
                  <a:lnTo>
                    <a:pt x="697073" y="37070"/>
                  </a:lnTo>
                  <a:lnTo>
                    <a:pt x="711299" y="37826"/>
                  </a:lnTo>
                  <a:lnTo>
                    <a:pt x="725525" y="38582"/>
                  </a:lnTo>
                  <a:lnTo>
                    <a:pt x="739751" y="39339"/>
                  </a:lnTo>
                  <a:lnTo>
                    <a:pt x="753977" y="40095"/>
                  </a:lnTo>
                  <a:lnTo>
                    <a:pt x="768203" y="40851"/>
                  </a:lnTo>
                  <a:lnTo>
                    <a:pt x="782429" y="41608"/>
                  </a:lnTo>
                  <a:lnTo>
                    <a:pt x="796655" y="42364"/>
                  </a:lnTo>
                  <a:lnTo>
                    <a:pt x="810881" y="43120"/>
                  </a:lnTo>
                  <a:lnTo>
                    <a:pt x="825107" y="43876"/>
                  </a:lnTo>
                  <a:lnTo>
                    <a:pt x="839333" y="44632"/>
                  </a:lnTo>
                  <a:lnTo>
                    <a:pt x="853559" y="45389"/>
                  </a:lnTo>
                  <a:lnTo>
                    <a:pt x="867785" y="46145"/>
                  </a:lnTo>
                  <a:lnTo>
                    <a:pt x="882011" y="46901"/>
                  </a:lnTo>
                  <a:lnTo>
                    <a:pt x="896237" y="47657"/>
                  </a:lnTo>
                  <a:lnTo>
                    <a:pt x="910463" y="48413"/>
                  </a:lnTo>
                  <a:lnTo>
                    <a:pt x="924689" y="49169"/>
                  </a:lnTo>
                  <a:lnTo>
                    <a:pt x="938915" y="49925"/>
                  </a:lnTo>
                  <a:lnTo>
                    <a:pt x="953141" y="50681"/>
                  </a:lnTo>
                  <a:lnTo>
                    <a:pt x="967367" y="51437"/>
                  </a:lnTo>
                  <a:lnTo>
                    <a:pt x="981593" y="52193"/>
                  </a:lnTo>
                  <a:lnTo>
                    <a:pt x="995819" y="52949"/>
                  </a:lnTo>
                  <a:lnTo>
                    <a:pt x="1010045" y="53704"/>
                  </a:lnTo>
                  <a:lnTo>
                    <a:pt x="1024271" y="54460"/>
                  </a:lnTo>
                  <a:lnTo>
                    <a:pt x="1038497" y="55216"/>
                  </a:lnTo>
                  <a:lnTo>
                    <a:pt x="1052723" y="55972"/>
                  </a:lnTo>
                  <a:lnTo>
                    <a:pt x="1066949" y="56727"/>
                  </a:lnTo>
                  <a:lnTo>
                    <a:pt x="1081175" y="57483"/>
                  </a:lnTo>
                  <a:lnTo>
                    <a:pt x="1095401" y="58238"/>
                  </a:lnTo>
                  <a:lnTo>
                    <a:pt x="1109627" y="58994"/>
                  </a:lnTo>
                  <a:lnTo>
                    <a:pt x="1123853" y="59749"/>
                  </a:lnTo>
                  <a:lnTo>
                    <a:pt x="1138079" y="60505"/>
                  </a:lnTo>
                  <a:lnTo>
                    <a:pt x="1152305" y="61260"/>
                  </a:lnTo>
                  <a:lnTo>
                    <a:pt x="1166531" y="62015"/>
                  </a:lnTo>
                  <a:lnTo>
                    <a:pt x="1180757" y="62770"/>
                  </a:lnTo>
                  <a:lnTo>
                    <a:pt x="1194983" y="63525"/>
                  </a:lnTo>
                  <a:lnTo>
                    <a:pt x="1209209" y="64280"/>
                  </a:lnTo>
                  <a:lnTo>
                    <a:pt x="1223435" y="65035"/>
                  </a:lnTo>
                  <a:lnTo>
                    <a:pt x="1237661" y="65789"/>
                  </a:lnTo>
                  <a:lnTo>
                    <a:pt x="1251887" y="66544"/>
                  </a:lnTo>
                  <a:lnTo>
                    <a:pt x="1266113" y="67298"/>
                  </a:lnTo>
                  <a:lnTo>
                    <a:pt x="1280339" y="68053"/>
                  </a:lnTo>
                  <a:lnTo>
                    <a:pt x="1294565" y="68807"/>
                  </a:lnTo>
                  <a:lnTo>
                    <a:pt x="1308791" y="69561"/>
                  </a:lnTo>
                  <a:lnTo>
                    <a:pt x="1323017" y="70314"/>
                  </a:lnTo>
                  <a:lnTo>
                    <a:pt x="1337243" y="71068"/>
                  </a:lnTo>
                  <a:lnTo>
                    <a:pt x="1351469" y="71821"/>
                  </a:lnTo>
                  <a:lnTo>
                    <a:pt x="1365695" y="72574"/>
                  </a:lnTo>
                  <a:lnTo>
                    <a:pt x="1379921" y="73326"/>
                  </a:lnTo>
                  <a:lnTo>
                    <a:pt x="1394147" y="74079"/>
                  </a:lnTo>
                  <a:lnTo>
                    <a:pt x="1408373" y="74831"/>
                  </a:lnTo>
                  <a:lnTo>
                    <a:pt x="1422599" y="75582"/>
                  </a:lnTo>
                  <a:lnTo>
                    <a:pt x="1436825" y="76333"/>
                  </a:lnTo>
                  <a:lnTo>
                    <a:pt x="1451051" y="77083"/>
                  </a:lnTo>
                  <a:lnTo>
                    <a:pt x="1465277" y="77833"/>
                  </a:lnTo>
                  <a:lnTo>
                    <a:pt x="1479503" y="78582"/>
                  </a:lnTo>
                  <a:lnTo>
                    <a:pt x="1493729" y="79329"/>
                  </a:lnTo>
                  <a:lnTo>
                    <a:pt x="1507955" y="80076"/>
                  </a:lnTo>
                  <a:lnTo>
                    <a:pt x="1522181" y="80822"/>
                  </a:lnTo>
                  <a:lnTo>
                    <a:pt x="1536407" y="81566"/>
                  </a:lnTo>
                  <a:lnTo>
                    <a:pt x="1550633" y="82308"/>
                  </a:lnTo>
                  <a:lnTo>
                    <a:pt x="1564859" y="83048"/>
                  </a:lnTo>
                  <a:lnTo>
                    <a:pt x="1579085" y="83786"/>
                  </a:lnTo>
                  <a:lnTo>
                    <a:pt x="1593311" y="84521"/>
                  </a:lnTo>
                  <a:lnTo>
                    <a:pt x="1607537" y="85251"/>
                  </a:lnTo>
                  <a:lnTo>
                    <a:pt x="1621763" y="85977"/>
                  </a:lnTo>
                  <a:lnTo>
                    <a:pt x="1635989" y="86698"/>
                  </a:lnTo>
                  <a:lnTo>
                    <a:pt x="1650215" y="87412"/>
                  </a:lnTo>
                  <a:lnTo>
                    <a:pt x="1664441" y="88117"/>
                  </a:lnTo>
                  <a:lnTo>
                    <a:pt x="1678667" y="88814"/>
                  </a:lnTo>
                  <a:lnTo>
                    <a:pt x="1692893" y="89500"/>
                  </a:lnTo>
                  <a:lnTo>
                    <a:pt x="1707119" y="90174"/>
                  </a:lnTo>
                  <a:lnTo>
                    <a:pt x="1721345" y="90838"/>
                  </a:lnTo>
                  <a:lnTo>
                    <a:pt x="1735571" y="91490"/>
                  </a:lnTo>
                  <a:lnTo>
                    <a:pt x="1749797" y="92132"/>
                  </a:lnTo>
                  <a:lnTo>
                    <a:pt x="1764023" y="92764"/>
                  </a:lnTo>
                  <a:lnTo>
                    <a:pt x="1778249" y="93389"/>
                  </a:lnTo>
                  <a:lnTo>
                    <a:pt x="1792475" y="94007"/>
                  </a:lnTo>
                  <a:lnTo>
                    <a:pt x="1806701" y="94619"/>
                  </a:lnTo>
                  <a:lnTo>
                    <a:pt x="1820927" y="95227"/>
                  </a:lnTo>
                  <a:lnTo>
                    <a:pt x="1835153" y="95831"/>
                  </a:lnTo>
                  <a:lnTo>
                    <a:pt x="1849379" y="96432"/>
                  </a:lnTo>
                  <a:lnTo>
                    <a:pt x="1863605" y="97031"/>
                  </a:lnTo>
                  <a:lnTo>
                    <a:pt x="1877831" y="97627"/>
                  </a:lnTo>
                  <a:lnTo>
                    <a:pt x="1892057" y="98222"/>
                  </a:lnTo>
                  <a:lnTo>
                    <a:pt x="1906283" y="98815"/>
                  </a:lnTo>
                  <a:lnTo>
                    <a:pt x="1920509" y="99407"/>
                  </a:lnTo>
                  <a:lnTo>
                    <a:pt x="1934735" y="99998"/>
                  </a:lnTo>
                  <a:lnTo>
                    <a:pt x="1948961" y="100588"/>
                  </a:lnTo>
                  <a:lnTo>
                    <a:pt x="1963187" y="101177"/>
                  </a:lnTo>
                  <a:lnTo>
                    <a:pt x="1977413" y="101766"/>
                  </a:lnTo>
                  <a:lnTo>
                    <a:pt x="1991639" y="102354"/>
                  </a:lnTo>
                  <a:lnTo>
                    <a:pt x="2005865" y="102941"/>
                  </a:lnTo>
                  <a:lnTo>
                    <a:pt x="2020091" y="103528"/>
                  </a:lnTo>
                  <a:lnTo>
                    <a:pt x="2034317" y="104115"/>
                  </a:lnTo>
                  <a:lnTo>
                    <a:pt x="2048543" y="104701"/>
                  </a:lnTo>
                  <a:lnTo>
                    <a:pt x="2062769" y="105287"/>
                  </a:lnTo>
                  <a:lnTo>
                    <a:pt x="2076995" y="105873"/>
                  </a:lnTo>
                  <a:lnTo>
                    <a:pt x="2091221" y="106458"/>
                  </a:lnTo>
                  <a:lnTo>
                    <a:pt x="2105447" y="107043"/>
                  </a:lnTo>
                  <a:lnTo>
                    <a:pt x="2119673" y="107628"/>
                  </a:lnTo>
                  <a:lnTo>
                    <a:pt x="2133899" y="108213"/>
                  </a:lnTo>
                  <a:lnTo>
                    <a:pt x="2148125" y="108798"/>
                  </a:lnTo>
                  <a:lnTo>
                    <a:pt x="2162351" y="109382"/>
                  </a:lnTo>
                  <a:lnTo>
                    <a:pt x="2176577" y="109967"/>
                  </a:lnTo>
                  <a:lnTo>
                    <a:pt x="2190803" y="110551"/>
                  </a:lnTo>
                  <a:lnTo>
                    <a:pt x="2205029" y="111135"/>
                  </a:lnTo>
                  <a:lnTo>
                    <a:pt x="2219255" y="111719"/>
                  </a:lnTo>
                  <a:lnTo>
                    <a:pt x="2233481" y="112303"/>
                  </a:lnTo>
                  <a:lnTo>
                    <a:pt x="2247707" y="112887"/>
                  </a:lnTo>
                  <a:lnTo>
                    <a:pt x="2261933" y="113471"/>
                  </a:lnTo>
                  <a:lnTo>
                    <a:pt x="2276159" y="114054"/>
                  </a:lnTo>
                  <a:lnTo>
                    <a:pt x="2290385" y="114638"/>
                  </a:lnTo>
                  <a:lnTo>
                    <a:pt x="2304611" y="115221"/>
                  </a:lnTo>
                  <a:lnTo>
                    <a:pt x="2318837" y="115805"/>
                  </a:lnTo>
                  <a:lnTo>
                    <a:pt x="2333063" y="116388"/>
                  </a:lnTo>
                  <a:lnTo>
                    <a:pt x="2347289" y="116971"/>
                  </a:lnTo>
                  <a:lnTo>
                    <a:pt x="2361515" y="117555"/>
                  </a:lnTo>
                  <a:lnTo>
                    <a:pt x="2375741" y="118138"/>
                  </a:lnTo>
                  <a:lnTo>
                    <a:pt x="2389967" y="118721"/>
                  </a:lnTo>
                  <a:lnTo>
                    <a:pt x="2404193" y="119304"/>
                  </a:lnTo>
                  <a:lnTo>
                    <a:pt x="2418419" y="119887"/>
                  </a:lnTo>
                  <a:lnTo>
                    <a:pt x="2432645" y="120470"/>
                  </a:lnTo>
                  <a:lnTo>
                    <a:pt x="2446871" y="121053"/>
                  </a:lnTo>
                  <a:lnTo>
                    <a:pt x="2461097" y="121636"/>
                  </a:lnTo>
                  <a:lnTo>
                    <a:pt x="2475323" y="122219"/>
                  </a:lnTo>
                  <a:lnTo>
                    <a:pt x="2489549" y="122802"/>
                  </a:lnTo>
                  <a:lnTo>
                    <a:pt x="2503775" y="123385"/>
                  </a:lnTo>
                  <a:lnTo>
                    <a:pt x="2518001" y="123968"/>
                  </a:lnTo>
                  <a:lnTo>
                    <a:pt x="2532227" y="124551"/>
                  </a:lnTo>
                  <a:lnTo>
                    <a:pt x="2546453" y="125134"/>
                  </a:lnTo>
                  <a:lnTo>
                    <a:pt x="2560679" y="125716"/>
                  </a:lnTo>
                  <a:lnTo>
                    <a:pt x="2574905" y="126299"/>
                  </a:lnTo>
                  <a:lnTo>
                    <a:pt x="2589130" y="126882"/>
                  </a:lnTo>
                  <a:lnTo>
                    <a:pt x="2603356" y="127465"/>
                  </a:lnTo>
                  <a:lnTo>
                    <a:pt x="2617582" y="128047"/>
                  </a:lnTo>
                  <a:lnTo>
                    <a:pt x="2631808" y="128630"/>
                  </a:lnTo>
                  <a:lnTo>
                    <a:pt x="2646034" y="129213"/>
                  </a:lnTo>
                  <a:lnTo>
                    <a:pt x="2660260" y="129795"/>
                  </a:lnTo>
                  <a:lnTo>
                    <a:pt x="2674486" y="130378"/>
                  </a:lnTo>
                  <a:lnTo>
                    <a:pt x="2688712" y="130960"/>
                  </a:lnTo>
                  <a:lnTo>
                    <a:pt x="2702938" y="131543"/>
                  </a:lnTo>
                  <a:lnTo>
                    <a:pt x="2717164" y="132126"/>
                  </a:lnTo>
                  <a:lnTo>
                    <a:pt x="2731390" y="132708"/>
                  </a:lnTo>
                  <a:lnTo>
                    <a:pt x="2745616" y="133291"/>
                  </a:lnTo>
                  <a:lnTo>
                    <a:pt x="2759842" y="133873"/>
                  </a:lnTo>
                  <a:lnTo>
                    <a:pt x="2774068" y="134456"/>
                  </a:lnTo>
                  <a:lnTo>
                    <a:pt x="2788294" y="135038"/>
                  </a:lnTo>
                  <a:lnTo>
                    <a:pt x="2802520" y="135621"/>
                  </a:lnTo>
                  <a:lnTo>
                    <a:pt x="2816746" y="136203"/>
                  </a:lnTo>
                  <a:lnTo>
                    <a:pt x="2830972" y="1367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461109" y="3511604"/>
              <a:ext cx="2830972" cy="129656"/>
            </a:xfrm>
            <a:custGeom>
              <a:avLst/>
              <a:pathLst>
                <a:path w="2830972" h="129656">
                  <a:moveTo>
                    <a:pt x="2830972" y="129656"/>
                  </a:moveTo>
                  <a:lnTo>
                    <a:pt x="2816746" y="128900"/>
                  </a:lnTo>
                  <a:lnTo>
                    <a:pt x="2802520" y="128144"/>
                  </a:lnTo>
                  <a:lnTo>
                    <a:pt x="2788294" y="127387"/>
                  </a:lnTo>
                  <a:lnTo>
                    <a:pt x="2774068" y="126631"/>
                  </a:lnTo>
                  <a:lnTo>
                    <a:pt x="2759842" y="125874"/>
                  </a:lnTo>
                  <a:lnTo>
                    <a:pt x="2745616" y="125118"/>
                  </a:lnTo>
                  <a:lnTo>
                    <a:pt x="2731390" y="124362"/>
                  </a:lnTo>
                  <a:lnTo>
                    <a:pt x="2717164" y="123605"/>
                  </a:lnTo>
                  <a:lnTo>
                    <a:pt x="2702938" y="122849"/>
                  </a:lnTo>
                  <a:lnTo>
                    <a:pt x="2688712" y="122093"/>
                  </a:lnTo>
                  <a:lnTo>
                    <a:pt x="2674486" y="121336"/>
                  </a:lnTo>
                  <a:lnTo>
                    <a:pt x="2660260" y="120580"/>
                  </a:lnTo>
                  <a:lnTo>
                    <a:pt x="2646034" y="119824"/>
                  </a:lnTo>
                  <a:lnTo>
                    <a:pt x="2631808" y="119068"/>
                  </a:lnTo>
                  <a:lnTo>
                    <a:pt x="2617582" y="118311"/>
                  </a:lnTo>
                  <a:lnTo>
                    <a:pt x="2603356" y="117555"/>
                  </a:lnTo>
                  <a:lnTo>
                    <a:pt x="2589130" y="116799"/>
                  </a:lnTo>
                  <a:lnTo>
                    <a:pt x="2574905" y="116043"/>
                  </a:lnTo>
                  <a:lnTo>
                    <a:pt x="2560679" y="115287"/>
                  </a:lnTo>
                  <a:lnTo>
                    <a:pt x="2546453" y="114530"/>
                  </a:lnTo>
                  <a:lnTo>
                    <a:pt x="2532227" y="113774"/>
                  </a:lnTo>
                  <a:lnTo>
                    <a:pt x="2518001" y="113018"/>
                  </a:lnTo>
                  <a:lnTo>
                    <a:pt x="2503775" y="112262"/>
                  </a:lnTo>
                  <a:lnTo>
                    <a:pt x="2489549" y="111506"/>
                  </a:lnTo>
                  <a:lnTo>
                    <a:pt x="2475323" y="110750"/>
                  </a:lnTo>
                  <a:lnTo>
                    <a:pt x="2461097" y="109994"/>
                  </a:lnTo>
                  <a:lnTo>
                    <a:pt x="2446871" y="109238"/>
                  </a:lnTo>
                  <a:lnTo>
                    <a:pt x="2432645" y="108482"/>
                  </a:lnTo>
                  <a:lnTo>
                    <a:pt x="2418419" y="107727"/>
                  </a:lnTo>
                  <a:lnTo>
                    <a:pt x="2404193" y="106971"/>
                  </a:lnTo>
                  <a:lnTo>
                    <a:pt x="2389967" y="106215"/>
                  </a:lnTo>
                  <a:lnTo>
                    <a:pt x="2375741" y="105459"/>
                  </a:lnTo>
                  <a:lnTo>
                    <a:pt x="2361515" y="104703"/>
                  </a:lnTo>
                  <a:lnTo>
                    <a:pt x="2347289" y="103948"/>
                  </a:lnTo>
                  <a:lnTo>
                    <a:pt x="2333063" y="103192"/>
                  </a:lnTo>
                  <a:lnTo>
                    <a:pt x="2318837" y="102437"/>
                  </a:lnTo>
                  <a:lnTo>
                    <a:pt x="2304611" y="101681"/>
                  </a:lnTo>
                  <a:lnTo>
                    <a:pt x="2290385" y="100926"/>
                  </a:lnTo>
                  <a:lnTo>
                    <a:pt x="2276159" y="100170"/>
                  </a:lnTo>
                  <a:lnTo>
                    <a:pt x="2261933" y="99415"/>
                  </a:lnTo>
                  <a:lnTo>
                    <a:pt x="2247707" y="98660"/>
                  </a:lnTo>
                  <a:lnTo>
                    <a:pt x="2233481" y="97905"/>
                  </a:lnTo>
                  <a:lnTo>
                    <a:pt x="2219255" y="97150"/>
                  </a:lnTo>
                  <a:lnTo>
                    <a:pt x="2205029" y="96395"/>
                  </a:lnTo>
                  <a:lnTo>
                    <a:pt x="2190803" y="95640"/>
                  </a:lnTo>
                  <a:lnTo>
                    <a:pt x="2176577" y="94886"/>
                  </a:lnTo>
                  <a:lnTo>
                    <a:pt x="2162351" y="94131"/>
                  </a:lnTo>
                  <a:lnTo>
                    <a:pt x="2148125" y="93377"/>
                  </a:lnTo>
                  <a:lnTo>
                    <a:pt x="2133899" y="92622"/>
                  </a:lnTo>
                  <a:lnTo>
                    <a:pt x="2119673" y="91868"/>
                  </a:lnTo>
                  <a:lnTo>
                    <a:pt x="2105447" y="91114"/>
                  </a:lnTo>
                  <a:lnTo>
                    <a:pt x="2091221" y="90361"/>
                  </a:lnTo>
                  <a:lnTo>
                    <a:pt x="2076995" y="89607"/>
                  </a:lnTo>
                  <a:lnTo>
                    <a:pt x="2062769" y="88854"/>
                  </a:lnTo>
                  <a:lnTo>
                    <a:pt x="2048543" y="88101"/>
                  </a:lnTo>
                  <a:lnTo>
                    <a:pt x="2034317" y="87348"/>
                  </a:lnTo>
                  <a:lnTo>
                    <a:pt x="2020091" y="86596"/>
                  </a:lnTo>
                  <a:lnTo>
                    <a:pt x="2005865" y="85844"/>
                  </a:lnTo>
                  <a:lnTo>
                    <a:pt x="1991639" y="85093"/>
                  </a:lnTo>
                  <a:lnTo>
                    <a:pt x="1977413" y="84342"/>
                  </a:lnTo>
                  <a:lnTo>
                    <a:pt x="1963187" y="83592"/>
                  </a:lnTo>
                  <a:lnTo>
                    <a:pt x="1948961" y="82842"/>
                  </a:lnTo>
                  <a:lnTo>
                    <a:pt x="1934735" y="82093"/>
                  </a:lnTo>
                  <a:lnTo>
                    <a:pt x="1920509" y="81345"/>
                  </a:lnTo>
                  <a:lnTo>
                    <a:pt x="1906283" y="80598"/>
                  </a:lnTo>
                  <a:lnTo>
                    <a:pt x="1892057" y="79852"/>
                  </a:lnTo>
                  <a:lnTo>
                    <a:pt x="1877831" y="79108"/>
                  </a:lnTo>
                  <a:lnTo>
                    <a:pt x="1863605" y="78366"/>
                  </a:lnTo>
                  <a:lnTo>
                    <a:pt x="1849379" y="77625"/>
                  </a:lnTo>
                  <a:lnTo>
                    <a:pt x="1835153" y="76887"/>
                  </a:lnTo>
                  <a:lnTo>
                    <a:pt x="1820927" y="76153"/>
                  </a:lnTo>
                  <a:lnTo>
                    <a:pt x="1806701" y="75422"/>
                  </a:lnTo>
                  <a:lnTo>
                    <a:pt x="1792475" y="74695"/>
                  </a:lnTo>
                  <a:lnTo>
                    <a:pt x="1778249" y="73974"/>
                  </a:lnTo>
                  <a:lnTo>
                    <a:pt x="1764023" y="73260"/>
                  </a:lnTo>
                  <a:lnTo>
                    <a:pt x="1749797" y="72553"/>
                  </a:lnTo>
                  <a:lnTo>
                    <a:pt x="1735571" y="71856"/>
                  </a:lnTo>
                  <a:lnTo>
                    <a:pt x="1721345" y="71169"/>
                  </a:lnTo>
                  <a:lnTo>
                    <a:pt x="1707119" y="70494"/>
                  </a:lnTo>
                  <a:lnTo>
                    <a:pt x="1692893" y="69830"/>
                  </a:lnTo>
                  <a:lnTo>
                    <a:pt x="1678667" y="69177"/>
                  </a:lnTo>
                  <a:lnTo>
                    <a:pt x="1664441" y="68534"/>
                  </a:lnTo>
                  <a:lnTo>
                    <a:pt x="1650215" y="67901"/>
                  </a:lnTo>
                  <a:lnTo>
                    <a:pt x="1635989" y="67276"/>
                  </a:lnTo>
                  <a:lnTo>
                    <a:pt x="1621763" y="66657"/>
                  </a:lnTo>
                  <a:lnTo>
                    <a:pt x="1607537" y="66045"/>
                  </a:lnTo>
                  <a:lnTo>
                    <a:pt x="1593311" y="65436"/>
                  </a:lnTo>
                  <a:lnTo>
                    <a:pt x="1579085" y="64832"/>
                  </a:lnTo>
                  <a:lnTo>
                    <a:pt x="1564859" y="64231"/>
                  </a:lnTo>
                  <a:lnTo>
                    <a:pt x="1550633" y="63632"/>
                  </a:lnTo>
                  <a:lnTo>
                    <a:pt x="1536407" y="63035"/>
                  </a:lnTo>
                  <a:lnTo>
                    <a:pt x="1522181" y="62441"/>
                  </a:lnTo>
                  <a:lnTo>
                    <a:pt x="1507955" y="61847"/>
                  </a:lnTo>
                  <a:lnTo>
                    <a:pt x="1493729" y="61255"/>
                  </a:lnTo>
                  <a:lnTo>
                    <a:pt x="1479503" y="60664"/>
                  </a:lnTo>
                  <a:lnTo>
                    <a:pt x="1465277" y="60074"/>
                  </a:lnTo>
                  <a:lnTo>
                    <a:pt x="1451051" y="59485"/>
                  </a:lnTo>
                  <a:lnTo>
                    <a:pt x="1436825" y="58896"/>
                  </a:lnTo>
                  <a:lnTo>
                    <a:pt x="1422599" y="58308"/>
                  </a:lnTo>
                  <a:lnTo>
                    <a:pt x="1408373" y="57721"/>
                  </a:lnTo>
                  <a:lnTo>
                    <a:pt x="1394147" y="57134"/>
                  </a:lnTo>
                  <a:lnTo>
                    <a:pt x="1379921" y="56547"/>
                  </a:lnTo>
                  <a:lnTo>
                    <a:pt x="1365695" y="55961"/>
                  </a:lnTo>
                  <a:lnTo>
                    <a:pt x="1351469" y="55375"/>
                  </a:lnTo>
                  <a:lnTo>
                    <a:pt x="1337243" y="54789"/>
                  </a:lnTo>
                  <a:lnTo>
                    <a:pt x="1323017" y="54203"/>
                  </a:lnTo>
                  <a:lnTo>
                    <a:pt x="1308791" y="53618"/>
                  </a:lnTo>
                  <a:lnTo>
                    <a:pt x="1294565" y="53033"/>
                  </a:lnTo>
                  <a:lnTo>
                    <a:pt x="1280339" y="52448"/>
                  </a:lnTo>
                  <a:lnTo>
                    <a:pt x="1266113" y="51864"/>
                  </a:lnTo>
                  <a:lnTo>
                    <a:pt x="1251887" y="51279"/>
                  </a:lnTo>
                  <a:lnTo>
                    <a:pt x="1237661" y="50695"/>
                  </a:lnTo>
                  <a:lnTo>
                    <a:pt x="1223435" y="50111"/>
                  </a:lnTo>
                  <a:lnTo>
                    <a:pt x="1209209" y="49526"/>
                  </a:lnTo>
                  <a:lnTo>
                    <a:pt x="1194983" y="48942"/>
                  </a:lnTo>
                  <a:lnTo>
                    <a:pt x="1180757" y="48358"/>
                  </a:lnTo>
                  <a:lnTo>
                    <a:pt x="1166531" y="47775"/>
                  </a:lnTo>
                  <a:lnTo>
                    <a:pt x="1152305" y="47191"/>
                  </a:lnTo>
                  <a:lnTo>
                    <a:pt x="1138079" y="46607"/>
                  </a:lnTo>
                  <a:lnTo>
                    <a:pt x="1123853" y="46024"/>
                  </a:lnTo>
                  <a:lnTo>
                    <a:pt x="1109627" y="45440"/>
                  </a:lnTo>
                  <a:lnTo>
                    <a:pt x="1095401" y="44857"/>
                  </a:lnTo>
                  <a:lnTo>
                    <a:pt x="1081175" y="44273"/>
                  </a:lnTo>
                  <a:lnTo>
                    <a:pt x="1066949" y="43690"/>
                  </a:lnTo>
                  <a:lnTo>
                    <a:pt x="1052723" y="43107"/>
                  </a:lnTo>
                  <a:lnTo>
                    <a:pt x="1038497" y="42524"/>
                  </a:lnTo>
                  <a:lnTo>
                    <a:pt x="1024271" y="41940"/>
                  </a:lnTo>
                  <a:lnTo>
                    <a:pt x="1010045" y="41357"/>
                  </a:lnTo>
                  <a:lnTo>
                    <a:pt x="995819" y="40774"/>
                  </a:lnTo>
                  <a:lnTo>
                    <a:pt x="981593" y="40191"/>
                  </a:lnTo>
                  <a:lnTo>
                    <a:pt x="967367" y="39608"/>
                  </a:lnTo>
                  <a:lnTo>
                    <a:pt x="953141" y="39025"/>
                  </a:lnTo>
                  <a:lnTo>
                    <a:pt x="938915" y="38442"/>
                  </a:lnTo>
                  <a:lnTo>
                    <a:pt x="924689" y="37859"/>
                  </a:lnTo>
                  <a:lnTo>
                    <a:pt x="910463" y="37276"/>
                  </a:lnTo>
                  <a:lnTo>
                    <a:pt x="896237" y="36694"/>
                  </a:lnTo>
                  <a:lnTo>
                    <a:pt x="882011" y="36111"/>
                  </a:lnTo>
                  <a:lnTo>
                    <a:pt x="867785" y="35528"/>
                  </a:lnTo>
                  <a:lnTo>
                    <a:pt x="853559" y="34945"/>
                  </a:lnTo>
                  <a:lnTo>
                    <a:pt x="839333" y="34362"/>
                  </a:lnTo>
                  <a:lnTo>
                    <a:pt x="825107" y="33780"/>
                  </a:lnTo>
                  <a:lnTo>
                    <a:pt x="810881" y="33197"/>
                  </a:lnTo>
                  <a:lnTo>
                    <a:pt x="796655" y="32614"/>
                  </a:lnTo>
                  <a:lnTo>
                    <a:pt x="782429" y="32032"/>
                  </a:lnTo>
                  <a:lnTo>
                    <a:pt x="768203" y="31449"/>
                  </a:lnTo>
                  <a:lnTo>
                    <a:pt x="753977" y="30866"/>
                  </a:lnTo>
                  <a:lnTo>
                    <a:pt x="739751" y="30284"/>
                  </a:lnTo>
                  <a:lnTo>
                    <a:pt x="725525" y="29701"/>
                  </a:lnTo>
                  <a:lnTo>
                    <a:pt x="711299" y="29118"/>
                  </a:lnTo>
                  <a:lnTo>
                    <a:pt x="697073" y="28536"/>
                  </a:lnTo>
                  <a:lnTo>
                    <a:pt x="682847" y="27953"/>
                  </a:lnTo>
                  <a:lnTo>
                    <a:pt x="668621" y="27371"/>
                  </a:lnTo>
                  <a:lnTo>
                    <a:pt x="654395" y="26788"/>
                  </a:lnTo>
                  <a:lnTo>
                    <a:pt x="640169" y="26206"/>
                  </a:lnTo>
                  <a:lnTo>
                    <a:pt x="625943" y="25623"/>
                  </a:lnTo>
                  <a:lnTo>
                    <a:pt x="611717" y="25041"/>
                  </a:lnTo>
                  <a:lnTo>
                    <a:pt x="597491" y="24458"/>
                  </a:lnTo>
                  <a:lnTo>
                    <a:pt x="583265" y="23876"/>
                  </a:lnTo>
                  <a:lnTo>
                    <a:pt x="569039" y="23293"/>
                  </a:lnTo>
                  <a:lnTo>
                    <a:pt x="554813" y="22711"/>
                  </a:lnTo>
                  <a:lnTo>
                    <a:pt x="540587" y="22128"/>
                  </a:lnTo>
                  <a:lnTo>
                    <a:pt x="526361" y="21546"/>
                  </a:lnTo>
                  <a:lnTo>
                    <a:pt x="512135" y="20963"/>
                  </a:lnTo>
                  <a:lnTo>
                    <a:pt x="497909" y="20381"/>
                  </a:lnTo>
                  <a:lnTo>
                    <a:pt x="483683" y="19798"/>
                  </a:lnTo>
                  <a:lnTo>
                    <a:pt x="469457" y="19216"/>
                  </a:lnTo>
                  <a:lnTo>
                    <a:pt x="455231" y="18634"/>
                  </a:lnTo>
                  <a:lnTo>
                    <a:pt x="441005" y="18051"/>
                  </a:lnTo>
                  <a:lnTo>
                    <a:pt x="426779" y="17469"/>
                  </a:lnTo>
                  <a:lnTo>
                    <a:pt x="412553" y="16886"/>
                  </a:lnTo>
                  <a:lnTo>
                    <a:pt x="398327" y="16304"/>
                  </a:lnTo>
                  <a:lnTo>
                    <a:pt x="384101" y="15722"/>
                  </a:lnTo>
                  <a:lnTo>
                    <a:pt x="369875" y="15139"/>
                  </a:lnTo>
                  <a:lnTo>
                    <a:pt x="355649" y="14557"/>
                  </a:lnTo>
                  <a:lnTo>
                    <a:pt x="341423" y="13975"/>
                  </a:lnTo>
                  <a:lnTo>
                    <a:pt x="327197" y="13392"/>
                  </a:lnTo>
                  <a:lnTo>
                    <a:pt x="312971" y="12810"/>
                  </a:lnTo>
                  <a:lnTo>
                    <a:pt x="298745" y="12228"/>
                  </a:lnTo>
                  <a:lnTo>
                    <a:pt x="284519" y="11645"/>
                  </a:lnTo>
                  <a:lnTo>
                    <a:pt x="270293" y="11063"/>
                  </a:lnTo>
                  <a:lnTo>
                    <a:pt x="256067" y="10481"/>
                  </a:lnTo>
                  <a:lnTo>
                    <a:pt x="241841" y="9898"/>
                  </a:lnTo>
                  <a:lnTo>
                    <a:pt x="227615" y="9316"/>
                  </a:lnTo>
                  <a:lnTo>
                    <a:pt x="213389" y="8734"/>
                  </a:lnTo>
                  <a:lnTo>
                    <a:pt x="199163" y="8151"/>
                  </a:lnTo>
                  <a:lnTo>
                    <a:pt x="184937" y="7569"/>
                  </a:lnTo>
                  <a:lnTo>
                    <a:pt x="170711" y="6987"/>
                  </a:lnTo>
                  <a:lnTo>
                    <a:pt x="156485" y="6404"/>
                  </a:lnTo>
                  <a:lnTo>
                    <a:pt x="142259" y="5822"/>
                  </a:lnTo>
                  <a:lnTo>
                    <a:pt x="128033" y="5240"/>
                  </a:lnTo>
                  <a:lnTo>
                    <a:pt x="113807" y="4658"/>
                  </a:lnTo>
                  <a:lnTo>
                    <a:pt x="99581" y="4075"/>
                  </a:lnTo>
                  <a:lnTo>
                    <a:pt x="85355" y="3493"/>
                  </a:lnTo>
                  <a:lnTo>
                    <a:pt x="71129" y="2911"/>
                  </a:lnTo>
                  <a:lnTo>
                    <a:pt x="56903" y="2329"/>
                  </a:lnTo>
                  <a:lnTo>
                    <a:pt x="42677" y="1746"/>
                  </a:lnTo>
                  <a:lnTo>
                    <a:pt x="28451" y="1164"/>
                  </a:lnTo>
                  <a:lnTo>
                    <a:pt x="14225" y="58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287122" y="2857992"/>
              <a:ext cx="3850476" cy="1399043"/>
            </a:xfrm>
            <a:custGeom>
              <a:avLst/>
              <a:pathLst>
                <a:path w="3850476" h="1399043">
                  <a:moveTo>
                    <a:pt x="0" y="0"/>
                  </a:moveTo>
                  <a:lnTo>
                    <a:pt x="19349" y="7028"/>
                  </a:lnTo>
                  <a:lnTo>
                    <a:pt x="38698" y="14057"/>
                  </a:lnTo>
                  <a:lnTo>
                    <a:pt x="58047" y="21086"/>
                  </a:lnTo>
                  <a:lnTo>
                    <a:pt x="77396" y="28114"/>
                  </a:lnTo>
                  <a:lnTo>
                    <a:pt x="96745" y="35143"/>
                  </a:lnTo>
                  <a:lnTo>
                    <a:pt x="116094" y="42172"/>
                  </a:lnTo>
                  <a:lnTo>
                    <a:pt x="135443" y="49200"/>
                  </a:lnTo>
                  <a:lnTo>
                    <a:pt x="154793" y="56229"/>
                  </a:lnTo>
                  <a:lnTo>
                    <a:pt x="174142" y="63258"/>
                  </a:lnTo>
                  <a:lnTo>
                    <a:pt x="193491" y="70286"/>
                  </a:lnTo>
                  <a:lnTo>
                    <a:pt x="212840" y="77315"/>
                  </a:lnTo>
                  <a:lnTo>
                    <a:pt x="232189" y="84343"/>
                  </a:lnTo>
                  <a:lnTo>
                    <a:pt x="251538" y="91372"/>
                  </a:lnTo>
                  <a:lnTo>
                    <a:pt x="270887" y="98400"/>
                  </a:lnTo>
                  <a:lnTo>
                    <a:pt x="290236" y="105429"/>
                  </a:lnTo>
                  <a:lnTo>
                    <a:pt x="309586" y="112457"/>
                  </a:lnTo>
                  <a:lnTo>
                    <a:pt x="328935" y="119485"/>
                  </a:lnTo>
                  <a:lnTo>
                    <a:pt x="348284" y="126514"/>
                  </a:lnTo>
                  <a:lnTo>
                    <a:pt x="367633" y="133542"/>
                  </a:lnTo>
                  <a:lnTo>
                    <a:pt x="386982" y="140570"/>
                  </a:lnTo>
                  <a:lnTo>
                    <a:pt x="406331" y="147599"/>
                  </a:lnTo>
                  <a:lnTo>
                    <a:pt x="425680" y="154627"/>
                  </a:lnTo>
                  <a:lnTo>
                    <a:pt x="445029" y="161655"/>
                  </a:lnTo>
                  <a:lnTo>
                    <a:pt x="464379" y="168683"/>
                  </a:lnTo>
                  <a:lnTo>
                    <a:pt x="483728" y="175711"/>
                  </a:lnTo>
                  <a:lnTo>
                    <a:pt x="503077" y="182739"/>
                  </a:lnTo>
                  <a:lnTo>
                    <a:pt x="522426" y="189767"/>
                  </a:lnTo>
                  <a:lnTo>
                    <a:pt x="541775" y="196795"/>
                  </a:lnTo>
                  <a:lnTo>
                    <a:pt x="561124" y="203823"/>
                  </a:lnTo>
                  <a:lnTo>
                    <a:pt x="580473" y="210851"/>
                  </a:lnTo>
                  <a:lnTo>
                    <a:pt x="599822" y="217879"/>
                  </a:lnTo>
                  <a:lnTo>
                    <a:pt x="619172" y="224907"/>
                  </a:lnTo>
                  <a:lnTo>
                    <a:pt x="638521" y="231935"/>
                  </a:lnTo>
                  <a:lnTo>
                    <a:pt x="657870" y="238962"/>
                  </a:lnTo>
                  <a:lnTo>
                    <a:pt x="677219" y="245990"/>
                  </a:lnTo>
                  <a:lnTo>
                    <a:pt x="696568" y="253017"/>
                  </a:lnTo>
                  <a:lnTo>
                    <a:pt x="715917" y="260045"/>
                  </a:lnTo>
                  <a:lnTo>
                    <a:pt x="735266" y="267072"/>
                  </a:lnTo>
                  <a:lnTo>
                    <a:pt x="754615" y="274100"/>
                  </a:lnTo>
                  <a:lnTo>
                    <a:pt x="773965" y="281127"/>
                  </a:lnTo>
                  <a:lnTo>
                    <a:pt x="793314" y="288154"/>
                  </a:lnTo>
                  <a:lnTo>
                    <a:pt x="812663" y="295181"/>
                  </a:lnTo>
                  <a:lnTo>
                    <a:pt x="832012" y="302208"/>
                  </a:lnTo>
                  <a:lnTo>
                    <a:pt x="851361" y="309235"/>
                  </a:lnTo>
                  <a:lnTo>
                    <a:pt x="870710" y="316262"/>
                  </a:lnTo>
                  <a:lnTo>
                    <a:pt x="890059" y="323289"/>
                  </a:lnTo>
                  <a:lnTo>
                    <a:pt x="909409" y="330315"/>
                  </a:lnTo>
                  <a:lnTo>
                    <a:pt x="928758" y="337342"/>
                  </a:lnTo>
                  <a:lnTo>
                    <a:pt x="948107" y="344368"/>
                  </a:lnTo>
                  <a:lnTo>
                    <a:pt x="967456" y="351394"/>
                  </a:lnTo>
                  <a:lnTo>
                    <a:pt x="986805" y="358420"/>
                  </a:lnTo>
                  <a:lnTo>
                    <a:pt x="1006154" y="365446"/>
                  </a:lnTo>
                  <a:lnTo>
                    <a:pt x="1025503" y="372472"/>
                  </a:lnTo>
                  <a:lnTo>
                    <a:pt x="1044852" y="379497"/>
                  </a:lnTo>
                  <a:lnTo>
                    <a:pt x="1064202" y="386523"/>
                  </a:lnTo>
                  <a:lnTo>
                    <a:pt x="1083551" y="393548"/>
                  </a:lnTo>
                  <a:lnTo>
                    <a:pt x="1102900" y="400573"/>
                  </a:lnTo>
                  <a:lnTo>
                    <a:pt x="1122249" y="407598"/>
                  </a:lnTo>
                  <a:lnTo>
                    <a:pt x="1141598" y="414622"/>
                  </a:lnTo>
                  <a:lnTo>
                    <a:pt x="1160947" y="421646"/>
                  </a:lnTo>
                  <a:lnTo>
                    <a:pt x="1180296" y="428670"/>
                  </a:lnTo>
                  <a:lnTo>
                    <a:pt x="1199645" y="435694"/>
                  </a:lnTo>
                  <a:lnTo>
                    <a:pt x="1218995" y="442717"/>
                  </a:lnTo>
                  <a:lnTo>
                    <a:pt x="1238344" y="449740"/>
                  </a:lnTo>
                  <a:lnTo>
                    <a:pt x="1257693" y="456763"/>
                  </a:lnTo>
                  <a:lnTo>
                    <a:pt x="1277042" y="463785"/>
                  </a:lnTo>
                  <a:lnTo>
                    <a:pt x="1296391" y="470806"/>
                  </a:lnTo>
                  <a:lnTo>
                    <a:pt x="1315740" y="477827"/>
                  </a:lnTo>
                  <a:lnTo>
                    <a:pt x="1335089" y="484848"/>
                  </a:lnTo>
                  <a:lnTo>
                    <a:pt x="1354438" y="491868"/>
                  </a:lnTo>
                  <a:lnTo>
                    <a:pt x="1373788" y="498887"/>
                  </a:lnTo>
                  <a:lnTo>
                    <a:pt x="1393137" y="505905"/>
                  </a:lnTo>
                  <a:lnTo>
                    <a:pt x="1412486" y="512922"/>
                  </a:lnTo>
                  <a:lnTo>
                    <a:pt x="1431835" y="519939"/>
                  </a:lnTo>
                  <a:lnTo>
                    <a:pt x="1451184" y="526954"/>
                  </a:lnTo>
                  <a:lnTo>
                    <a:pt x="1470533" y="533968"/>
                  </a:lnTo>
                  <a:lnTo>
                    <a:pt x="1489882" y="540980"/>
                  </a:lnTo>
                  <a:lnTo>
                    <a:pt x="1509231" y="547991"/>
                  </a:lnTo>
                  <a:lnTo>
                    <a:pt x="1528581" y="555000"/>
                  </a:lnTo>
                  <a:lnTo>
                    <a:pt x="1547930" y="562006"/>
                  </a:lnTo>
                  <a:lnTo>
                    <a:pt x="1567279" y="569010"/>
                  </a:lnTo>
                  <a:lnTo>
                    <a:pt x="1586628" y="576011"/>
                  </a:lnTo>
                  <a:lnTo>
                    <a:pt x="1605977" y="583008"/>
                  </a:lnTo>
                  <a:lnTo>
                    <a:pt x="1625326" y="590000"/>
                  </a:lnTo>
                  <a:lnTo>
                    <a:pt x="1644675" y="596987"/>
                  </a:lnTo>
                  <a:lnTo>
                    <a:pt x="1664024" y="603967"/>
                  </a:lnTo>
                  <a:lnTo>
                    <a:pt x="1683374" y="610939"/>
                  </a:lnTo>
                  <a:lnTo>
                    <a:pt x="1702723" y="617900"/>
                  </a:lnTo>
                  <a:lnTo>
                    <a:pt x="1722072" y="624847"/>
                  </a:lnTo>
                  <a:lnTo>
                    <a:pt x="1741421" y="631775"/>
                  </a:lnTo>
                  <a:lnTo>
                    <a:pt x="1760770" y="638678"/>
                  </a:lnTo>
                  <a:lnTo>
                    <a:pt x="1780119" y="645547"/>
                  </a:lnTo>
                  <a:lnTo>
                    <a:pt x="1799468" y="652367"/>
                  </a:lnTo>
                  <a:lnTo>
                    <a:pt x="1818818" y="659117"/>
                  </a:lnTo>
                  <a:lnTo>
                    <a:pt x="1838167" y="665764"/>
                  </a:lnTo>
                  <a:lnTo>
                    <a:pt x="1857516" y="672263"/>
                  </a:lnTo>
                  <a:lnTo>
                    <a:pt x="1876865" y="678562"/>
                  </a:lnTo>
                  <a:lnTo>
                    <a:pt x="1896214" y="684618"/>
                  </a:lnTo>
                  <a:lnTo>
                    <a:pt x="1915563" y="690424"/>
                  </a:lnTo>
                  <a:lnTo>
                    <a:pt x="1934912" y="696016"/>
                  </a:lnTo>
                  <a:lnTo>
                    <a:pt x="1954261" y="701446"/>
                  </a:lnTo>
                  <a:lnTo>
                    <a:pt x="1973611" y="706761"/>
                  </a:lnTo>
                  <a:lnTo>
                    <a:pt x="1992960" y="711999"/>
                  </a:lnTo>
                  <a:lnTo>
                    <a:pt x="2012309" y="717182"/>
                  </a:lnTo>
                  <a:lnTo>
                    <a:pt x="2031658" y="722328"/>
                  </a:lnTo>
                  <a:lnTo>
                    <a:pt x="2051007" y="727446"/>
                  </a:lnTo>
                  <a:lnTo>
                    <a:pt x="2070356" y="732544"/>
                  </a:lnTo>
                  <a:lnTo>
                    <a:pt x="2089705" y="737628"/>
                  </a:lnTo>
                  <a:lnTo>
                    <a:pt x="2109054" y="742699"/>
                  </a:lnTo>
                  <a:lnTo>
                    <a:pt x="2128404" y="747762"/>
                  </a:lnTo>
                  <a:lnTo>
                    <a:pt x="2147753" y="752817"/>
                  </a:lnTo>
                  <a:lnTo>
                    <a:pt x="2167102" y="757867"/>
                  </a:lnTo>
                  <a:lnTo>
                    <a:pt x="2186451" y="762911"/>
                  </a:lnTo>
                  <a:lnTo>
                    <a:pt x="2205800" y="767952"/>
                  </a:lnTo>
                  <a:lnTo>
                    <a:pt x="2225149" y="772990"/>
                  </a:lnTo>
                  <a:lnTo>
                    <a:pt x="2244498" y="778024"/>
                  </a:lnTo>
                  <a:lnTo>
                    <a:pt x="2263847" y="783057"/>
                  </a:lnTo>
                  <a:lnTo>
                    <a:pt x="2283197" y="788087"/>
                  </a:lnTo>
                  <a:lnTo>
                    <a:pt x="2302546" y="793115"/>
                  </a:lnTo>
                  <a:lnTo>
                    <a:pt x="2321895" y="798142"/>
                  </a:lnTo>
                  <a:lnTo>
                    <a:pt x="2341244" y="803168"/>
                  </a:lnTo>
                  <a:lnTo>
                    <a:pt x="2360593" y="808192"/>
                  </a:lnTo>
                  <a:lnTo>
                    <a:pt x="2379942" y="813216"/>
                  </a:lnTo>
                  <a:lnTo>
                    <a:pt x="2399291" y="818238"/>
                  </a:lnTo>
                  <a:lnTo>
                    <a:pt x="2418640" y="823260"/>
                  </a:lnTo>
                  <a:lnTo>
                    <a:pt x="2437990" y="828281"/>
                  </a:lnTo>
                  <a:lnTo>
                    <a:pt x="2457339" y="833301"/>
                  </a:lnTo>
                  <a:lnTo>
                    <a:pt x="2476688" y="838321"/>
                  </a:lnTo>
                  <a:lnTo>
                    <a:pt x="2496037" y="843340"/>
                  </a:lnTo>
                  <a:lnTo>
                    <a:pt x="2515386" y="848358"/>
                  </a:lnTo>
                  <a:lnTo>
                    <a:pt x="2534735" y="853376"/>
                  </a:lnTo>
                  <a:lnTo>
                    <a:pt x="2554084" y="858394"/>
                  </a:lnTo>
                  <a:lnTo>
                    <a:pt x="2573433" y="863411"/>
                  </a:lnTo>
                  <a:lnTo>
                    <a:pt x="2592783" y="868428"/>
                  </a:lnTo>
                  <a:lnTo>
                    <a:pt x="2612132" y="873445"/>
                  </a:lnTo>
                  <a:lnTo>
                    <a:pt x="2631481" y="878461"/>
                  </a:lnTo>
                  <a:lnTo>
                    <a:pt x="2650830" y="883478"/>
                  </a:lnTo>
                  <a:lnTo>
                    <a:pt x="2670179" y="888493"/>
                  </a:lnTo>
                  <a:lnTo>
                    <a:pt x="2689528" y="893509"/>
                  </a:lnTo>
                  <a:lnTo>
                    <a:pt x="2708877" y="898524"/>
                  </a:lnTo>
                  <a:lnTo>
                    <a:pt x="2728227" y="903540"/>
                  </a:lnTo>
                  <a:lnTo>
                    <a:pt x="2747576" y="908555"/>
                  </a:lnTo>
                  <a:lnTo>
                    <a:pt x="2766925" y="913569"/>
                  </a:lnTo>
                  <a:lnTo>
                    <a:pt x="2786274" y="918584"/>
                  </a:lnTo>
                  <a:lnTo>
                    <a:pt x="2805623" y="923598"/>
                  </a:lnTo>
                  <a:lnTo>
                    <a:pt x="2824972" y="928613"/>
                  </a:lnTo>
                  <a:lnTo>
                    <a:pt x="2844321" y="933627"/>
                  </a:lnTo>
                  <a:lnTo>
                    <a:pt x="2863670" y="938641"/>
                  </a:lnTo>
                  <a:lnTo>
                    <a:pt x="2883020" y="943655"/>
                  </a:lnTo>
                  <a:lnTo>
                    <a:pt x="2902369" y="948669"/>
                  </a:lnTo>
                  <a:lnTo>
                    <a:pt x="2921718" y="953683"/>
                  </a:lnTo>
                  <a:lnTo>
                    <a:pt x="2941067" y="958696"/>
                  </a:lnTo>
                  <a:lnTo>
                    <a:pt x="2960416" y="963710"/>
                  </a:lnTo>
                  <a:lnTo>
                    <a:pt x="2979765" y="968723"/>
                  </a:lnTo>
                  <a:lnTo>
                    <a:pt x="2999114" y="973736"/>
                  </a:lnTo>
                  <a:lnTo>
                    <a:pt x="3018463" y="978750"/>
                  </a:lnTo>
                  <a:lnTo>
                    <a:pt x="3037813" y="983763"/>
                  </a:lnTo>
                  <a:lnTo>
                    <a:pt x="3057162" y="988776"/>
                  </a:lnTo>
                  <a:lnTo>
                    <a:pt x="3076511" y="993789"/>
                  </a:lnTo>
                  <a:lnTo>
                    <a:pt x="3095860" y="998802"/>
                  </a:lnTo>
                  <a:lnTo>
                    <a:pt x="3115209" y="1003815"/>
                  </a:lnTo>
                  <a:lnTo>
                    <a:pt x="3134558" y="1008828"/>
                  </a:lnTo>
                  <a:lnTo>
                    <a:pt x="3153907" y="1013841"/>
                  </a:lnTo>
                  <a:lnTo>
                    <a:pt x="3173256" y="1018853"/>
                  </a:lnTo>
                  <a:lnTo>
                    <a:pt x="3192606" y="1023866"/>
                  </a:lnTo>
                  <a:lnTo>
                    <a:pt x="3211955" y="1028879"/>
                  </a:lnTo>
                  <a:lnTo>
                    <a:pt x="3231304" y="1033891"/>
                  </a:lnTo>
                  <a:lnTo>
                    <a:pt x="3250653" y="1038904"/>
                  </a:lnTo>
                  <a:lnTo>
                    <a:pt x="3270002" y="1043916"/>
                  </a:lnTo>
                  <a:lnTo>
                    <a:pt x="3289351" y="1048929"/>
                  </a:lnTo>
                  <a:lnTo>
                    <a:pt x="3308700" y="1053941"/>
                  </a:lnTo>
                  <a:lnTo>
                    <a:pt x="3328049" y="1058953"/>
                  </a:lnTo>
                  <a:lnTo>
                    <a:pt x="3347399" y="1063966"/>
                  </a:lnTo>
                  <a:lnTo>
                    <a:pt x="3366748" y="1068978"/>
                  </a:lnTo>
                  <a:lnTo>
                    <a:pt x="3386097" y="1073990"/>
                  </a:lnTo>
                  <a:lnTo>
                    <a:pt x="3405446" y="1079003"/>
                  </a:lnTo>
                  <a:lnTo>
                    <a:pt x="3424795" y="1084015"/>
                  </a:lnTo>
                  <a:lnTo>
                    <a:pt x="3444144" y="1089027"/>
                  </a:lnTo>
                  <a:lnTo>
                    <a:pt x="3463493" y="1094039"/>
                  </a:lnTo>
                  <a:lnTo>
                    <a:pt x="3482842" y="1099051"/>
                  </a:lnTo>
                  <a:lnTo>
                    <a:pt x="3502192" y="1104063"/>
                  </a:lnTo>
                  <a:lnTo>
                    <a:pt x="3521541" y="1109075"/>
                  </a:lnTo>
                  <a:lnTo>
                    <a:pt x="3540890" y="1114087"/>
                  </a:lnTo>
                  <a:lnTo>
                    <a:pt x="3560239" y="1119099"/>
                  </a:lnTo>
                  <a:lnTo>
                    <a:pt x="3579588" y="1124111"/>
                  </a:lnTo>
                  <a:lnTo>
                    <a:pt x="3598937" y="1129123"/>
                  </a:lnTo>
                  <a:lnTo>
                    <a:pt x="3618286" y="1134135"/>
                  </a:lnTo>
                  <a:lnTo>
                    <a:pt x="3637636" y="1139147"/>
                  </a:lnTo>
                  <a:lnTo>
                    <a:pt x="3656985" y="1144159"/>
                  </a:lnTo>
                  <a:lnTo>
                    <a:pt x="3676334" y="1149171"/>
                  </a:lnTo>
                  <a:lnTo>
                    <a:pt x="3695683" y="1154183"/>
                  </a:lnTo>
                  <a:lnTo>
                    <a:pt x="3715032" y="1159194"/>
                  </a:lnTo>
                  <a:lnTo>
                    <a:pt x="3734381" y="1164206"/>
                  </a:lnTo>
                  <a:lnTo>
                    <a:pt x="3753730" y="1169218"/>
                  </a:lnTo>
                  <a:lnTo>
                    <a:pt x="3773079" y="1174230"/>
                  </a:lnTo>
                  <a:lnTo>
                    <a:pt x="3792429" y="1179241"/>
                  </a:lnTo>
                  <a:lnTo>
                    <a:pt x="3811778" y="1184253"/>
                  </a:lnTo>
                  <a:lnTo>
                    <a:pt x="3831127" y="1189265"/>
                  </a:lnTo>
                  <a:lnTo>
                    <a:pt x="3850476" y="1194277"/>
                  </a:lnTo>
                  <a:lnTo>
                    <a:pt x="3850476" y="1399043"/>
                  </a:lnTo>
                  <a:lnTo>
                    <a:pt x="3831127" y="1392014"/>
                  </a:lnTo>
                  <a:lnTo>
                    <a:pt x="3811778" y="1384985"/>
                  </a:lnTo>
                  <a:lnTo>
                    <a:pt x="3792429" y="1377956"/>
                  </a:lnTo>
                  <a:lnTo>
                    <a:pt x="3773079" y="1370928"/>
                  </a:lnTo>
                  <a:lnTo>
                    <a:pt x="3753730" y="1363899"/>
                  </a:lnTo>
                  <a:lnTo>
                    <a:pt x="3734381" y="1356870"/>
                  </a:lnTo>
                  <a:lnTo>
                    <a:pt x="3715032" y="1349841"/>
                  </a:lnTo>
                  <a:lnTo>
                    <a:pt x="3695683" y="1342813"/>
                  </a:lnTo>
                  <a:lnTo>
                    <a:pt x="3676334" y="1335784"/>
                  </a:lnTo>
                  <a:lnTo>
                    <a:pt x="3656985" y="1328755"/>
                  </a:lnTo>
                  <a:lnTo>
                    <a:pt x="3637636" y="1321727"/>
                  </a:lnTo>
                  <a:lnTo>
                    <a:pt x="3618286" y="1314698"/>
                  </a:lnTo>
                  <a:lnTo>
                    <a:pt x="3598937" y="1307670"/>
                  </a:lnTo>
                  <a:lnTo>
                    <a:pt x="3579588" y="1300641"/>
                  </a:lnTo>
                  <a:lnTo>
                    <a:pt x="3560239" y="1293612"/>
                  </a:lnTo>
                  <a:lnTo>
                    <a:pt x="3540890" y="1286584"/>
                  </a:lnTo>
                  <a:lnTo>
                    <a:pt x="3521541" y="1279555"/>
                  </a:lnTo>
                  <a:lnTo>
                    <a:pt x="3502192" y="1272527"/>
                  </a:lnTo>
                  <a:lnTo>
                    <a:pt x="3482842" y="1265499"/>
                  </a:lnTo>
                  <a:lnTo>
                    <a:pt x="3463493" y="1258470"/>
                  </a:lnTo>
                  <a:lnTo>
                    <a:pt x="3444144" y="1251442"/>
                  </a:lnTo>
                  <a:lnTo>
                    <a:pt x="3424795" y="1244413"/>
                  </a:lnTo>
                  <a:lnTo>
                    <a:pt x="3405446" y="1237385"/>
                  </a:lnTo>
                  <a:lnTo>
                    <a:pt x="3386097" y="1230357"/>
                  </a:lnTo>
                  <a:lnTo>
                    <a:pt x="3366748" y="1223329"/>
                  </a:lnTo>
                  <a:lnTo>
                    <a:pt x="3347399" y="1216300"/>
                  </a:lnTo>
                  <a:lnTo>
                    <a:pt x="3328049" y="1209272"/>
                  </a:lnTo>
                  <a:lnTo>
                    <a:pt x="3308700" y="1202244"/>
                  </a:lnTo>
                  <a:lnTo>
                    <a:pt x="3289351" y="1195216"/>
                  </a:lnTo>
                  <a:lnTo>
                    <a:pt x="3270002" y="1188188"/>
                  </a:lnTo>
                  <a:lnTo>
                    <a:pt x="3250653" y="1181160"/>
                  </a:lnTo>
                  <a:lnTo>
                    <a:pt x="3231304" y="1174132"/>
                  </a:lnTo>
                  <a:lnTo>
                    <a:pt x="3211955" y="1167104"/>
                  </a:lnTo>
                  <a:lnTo>
                    <a:pt x="3192606" y="1160076"/>
                  </a:lnTo>
                  <a:lnTo>
                    <a:pt x="3173256" y="1153048"/>
                  </a:lnTo>
                  <a:lnTo>
                    <a:pt x="3153907" y="1146021"/>
                  </a:lnTo>
                  <a:lnTo>
                    <a:pt x="3134558" y="1138993"/>
                  </a:lnTo>
                  <a:lnTo>
                    <a:pt x="3115209" y="1131965"/>
                  </a:lnTo>
                  <a:lnTo>
                    <a:pt x="3095860" y="1124938"/>
                  </a:lnTo>
                  <a:lnTo>
                    <a:pt x="3076511" y="1117910"/>
                  </a:lnTo>
                  <a:lnTo>
                    <a:pt x="3057162" y="1110883"/>
                  </a:lnTo>
                  <a:lnTo>
                    <a:pt x="3037813" y="1103855"/>
                  </a:lnTo>
                  <a:lnTo>
                    <a:pt x="3018463" y="1096828"/>
                  </a:lnTo>
                  <a:lnTo>
                    <a:pt x="2999114" y="1089801"/>
                  </a:lnTo>
                  <a:lnTo>
                    <a:pt x="2979765" y="1082773"/>
                  </a:lnTo>
                  <a:lnTo>
                    <a:pt x="2960416" y="1075746"/>
                  </a:lnTo>
                  <a:lnTo>
                    <a:pt x="2941067" y="1068719"/>
                  </a:lnTo>
                  <a:lnTo>
                    <a:pt x="2921718" y="1061693"/>
                  </a:lnTo>
                  <a:lnTo>
                    <a:pt x="2902369" y="1054666"/>
                  </a:lnTo>
                  <a:lnTo>
                    <a:pt x="2883020" y="1047639"/>
                  </a:lnTo>
                  <a:lnTo>
                    <a:pt x="2863670" y="1040613"/>
                  </a:lnTo>
                  <a:lnTo>
                    <a:pt x="2844321" y="1033586"/>
                  </a:lnTo>
                  <a:lnTo>
                    <a:pt x="2824972" y="1026560"/>
                  </a:lnTo>
                  <a:lnTo>
                    <a:pt x="2805623" y="1019534"/>
                  </a:lnTo>
                  <a:lnTo>
                    <a:pt x="2786274" y="1012508"/>
                  </a:lnTo>
                  <a:lnTo>
                    <a:pt x="2766925" y="1005482"/>
                  </a:lnTo>
                  <a:lnTo>
                    <a:pt x="2747576" y="998456"/>
                  </a:lnTo>
                  <a:lnTo>
                    <a:pt x="2728227" y="991431"/>
                  </a:lnTo>
                  <a:lnTo>
                    <a:pt x="2708877" y="984405"/>
                  </a:lnTo>
                  <a:lnTo>
                    <a:pt x="2689528" y="977380"/>
                  </a:lnTo>
                  <a:lnTo>
                    <a:pt x="2670179" y="970355"/>
                  </a:lnTo>
                  <a:lnTo>
                    <a:pt x="2650830" y="963331"/>
                  </a:lnTo>
                  <a:lnTo>
                    <a:pt x="2631481" y="956306"/>
                  </a:lnTo>
                  <a:lnTo>
                    <a:pt x="2612132" y="949282"/>
                  </a:lnTo>
                  <a:lnTo>
                    <a:pt x="2592783" y="942258"/>
                  </a:lnTo>
                  <a:lnTo>
                    <a:pt x="2573433" y="935235"/>
                  </a:lnTo>
                  <a:lnTo>
                    <a:pt x="2554084" y="928211"/>
                  </a:lnTo>
                  <a:lnTo>
                    <a:pt x="2534735" y="921189"/>
                  </a:lnTo>
                  <a:lnTo>
                    <a:pt x="2515386" y="914166"/>
                  </a:lnTo>
                  <a:lnTo>
                    <a:pt x="2496037" y="907144"/>
                  </a:lnTo>
                  <a:lnTo>
                    <a:pt x="2476688" y="900123"/>
                  </a:lnTo>
                  <a:lnTo>
                    <a:pt x="2457339" y="893102"/>
                  </a:lnTo>
                  <a:lnTo>
                    <a:pt x="2437990" y="886082"/>
                  </a:lnTo>
                  <a:lnTo>
                    <a:pt x="2418640" y="879062"/>
                  </a:lnTo>
                  <a:lnTo>
                    <a:pt x="2399291" y="872043"/>
                  </a:lnTo>
                  <a:lnTo>
                    <a:pt x="2379942" y="865025"/>
                  </a:lnTo>
                  <a:lnTo>
                    <a:pt x="2360593" y="858008"/>
                  </a:lnTo>
                  <a:lnTo>
                    <a:pt x="2341244" y="850992"/>
                  </a:lnTo>
                  <a:lnTo>
                    <a:pt x="2321895" y="843977"/>
                  </a:lnTo>
                  <a:lnTo>
                    <a:pt x="2302546" y="836964"/>
                  </a:lnTo>
                  <a:lnTo>
                    <a:pt x="2283197" y="829952"/>
                  </a:lnTo>
                  <a:lnTo>
                    <a:pt x="2263847" y="822941"/>
                  </a:lnTo>
                  <a:lnTo>
                    <a:pt x="2244498" y="815933"/>
                  </a:lnTo>
                  <a:lnTo>
                    <a:pt x="2225149" y="808927"/>
                  </a:lnTo>
                  <a:lnTo>
                    <a:pt x="2205800" y="801924"/>
                  </a:lnTo>
                  <a:lnTo>
                    <a:pt x="2186451" y="794925"/>
                  </a:lnTo>
                  <a:lnTo>
                    <a:pt x="2167102" y="787929"/>
                  </a:lnTo>
                  <a:lnTo>
                    <a:pt x="2147753" y="780938"/>
                  </a:lnTo>
                  <a:lnTo>
                    <a:pt x="2128404" y="773953"/>
                  </a:lnTo>
                  <a:lnTo>
                    <a:pt x="2109054" y="766975"/>
                  </a:lnTo>
                  <a:lnTo>
                    <a:pt x="2089705" y="760006"/>
                  </a:lnTo>
                  <a:lnTo>
                    <a:pt x="2070356" y="753048"/>
                  </a:lnTo>
                  <a:lnTo>
                    <a:pt x="2051007" y="746106"/>
                  </a:lnTo>
                  <a:lnTo>
                    <a:pt x="2031658" y="739184"/>
                  </a:lnTo>
                  <a:lnTo>
                    <a:pt x="2012309" y="732289"/>
                  </a:lnTo>
                  <a:lnTo>
                    <a:pt x="1992960" y="725432"/>
                  </a:lnTo>
                  <a:lnTo>
                    <a:pt x="1973611" y="718629"/>
                  </a:lnTo>
                  <a:lnTo>
                    <a:pt x="1954261" y="711904"/>
                  </a:lnTo>
                  <a:lnTo>
                    <a:pt x="1934912" y="705293"/>
                  </a:lnTo>
                  <a:lnTo>
                    <a:pt x="1915563" y="698845"/>
                  </a:lnTo>
                  <a:lnTo>
                    <a:pt x="1896214" y="692611"/>
                  </a:lnTo>
                  <a:lnTo>
                    <a:pt x="1876865" y="686626"/>
                  </a:lnTo>
                  <a:lnTo>
                    <a:pt x="1857516" y="680884"/>
                  </a:lnTo>
                  <a:lnTo>
                    <a:pt x="1838167" y="675343"/>
                  </a:lnTo>
                  <a:lnTo>
                    <a:pt x="1818818" y="669949"/>
                  </a:lnTo>
                  <a:lnTo>
                    <a:pt x="1799468" y="664658"/>
                  </a:lnTo>
                  <a:lnTo>
                    <a:pt x="1780119" y="659438"/>
                  </a:lnTo>
                  <a:lnTo>
                    <a:pt x="1760770" y="654266"/>
                  </a:lnTo>
                  <a:lnTo>
                    <a:pt x="1741421" y="649129"/>
                  </a:lnTo>
                  <a:lnTo>
                    <a:pt x="1722072" y="644017"/>
                  </a:lnTo>
                  <a:lnTo>
                    <a:pt x="1702723" y="638923"/>
                  </a:lnTo>
                  <a:lnTo>
                    <a:pt x="1683374" y="633844"/>
                  </a:lnTo>
                  <a:lnTo>
                    <a:pt x="1664024" y="628775"/>
                  </a:lnTo>
                  <a:lnTo>
                    <a:pt x="1644675" y="623714"/>
                  </a:lnTo>
                  <a:lnTo>
                    <a:pt x="1625326" y="618661"/>
                  </a:lnTo>
                  <a:lnTo>
                    <a:pt x="1605977" y="613613"/>
                  </a:lnTo>
                  <a:lnTo>
                    <a:pt x="1586628" y="608569"/>
                  </a:lnTo>
                  <a:lnTo>
                    <a:pt x="1567279" y="603529"/>
                  </a:lnTo>
                  <a:lnTo>
                    <a:pt x="1547930" y="598493"/>
                  </a:lnTo>
                  <a:lnTo>
                    <a:pt x="1528581" y="593459"/>
                  </a:lnTo>
                  <a:lnTo>
                    <a:pt x="1509231" y="588427"/>
                  </a:lnTo>
                  <a:lnTo>
                    <a:pt x="1489882" y="583397"/>
                  </a:lnTo>
                  <a:lnTo>
                    <a:pt x="1470533" y="578369"/>
                  </a:lnTo>
                  <a:lnTo>
                    <a:pt x="1451184" y="573343"/>
                  </a:lnTo>
                  <a:lnTo>
                    <a:pt x="1431835" y="568318"/>
                  </a:lnTo>
                  <a:lnTo>
                    <a:pt x="1412486" y="563293"/>
                  </a:lnTo>
                  <a:lnTo>
                    <a:pt x="1393137" y="558270"/>
                  </a:lnTo>
                  <a:lnTo>
                    <a:pt x="1373788" y="553248"/>
                  </a:lnTo>
                  <a:lnTo>
                    <a:pt x="1354438" y="548227"/>
                  </a:lnTo>
                  <a:lnTo>
                    <a:pt x="1335089" y="543206"/>
                  </a:lnTo>
                  <a:lnTo>
                    <a:pt x="1315740" y="538186"/>
                  </a:lnTo>
                  <a:lnTo>
                    <a:pt x="1296391" y="533166"/>
                  </a:lnTo>
                  <a:lnTo>
                    <a:pt x="1277042" y="528147"/>
                  </a:lnTo>
                  <a:lnTo>
                    <a:pt x="1257693" y="523129"/>
                  </a:lnTo>
                  <a:lnTo>
                    <a:pt x="1238344" y="518111"/>
                  </a:lnTo>
                  <a:lnTo>
                    <a:pt x="1218995" y="513093"/>
                  </a:lnTo>
                  <a:lnTo>
                    <a:pt x="1199645" y="508076"/>
                  </a:lnTo>
                  <a:lnTo>
                    <a:pt x="1180296" y="503059"/>
                  </a:lnTo>
                  <a:lnTo>
                    <a:pt x="1160947" y="498043"/>
                  </a:lnTo>
                  <a:lnTo>
                    <a:pt x="1141598" y="493026"/>
                  </a:lnTo>
                  <a:lnTo>
                    <a:pt x="1122249" y="488010"/>
                  </a:lnTo>
                  <a:lnTo>
                    <a:pt x="1102900" y="482995"/>
                  </a:lnTo>
                  <a:lnTo>
                    <a:pt x="1083551" y="477979"/>
                  </a:lnTo>
                  <a:lnTo>
                    <a:pt x="1064202" y="472964"/>
                  </a:lnTo>
                  <a:lnTo>
                    <a:pt x="1044852" y="467949"/>
                  </a:lnTo>
                  <a:lnTo>
                    <a:pt x="1025503" y="462934"/>
                  </a:lnTo>
                  <a:lnTo>
                    <a:pt x="1006154" y="457919"/>
                  </a:lnTo>
                  <a:lnTo>
                    <a:pt x="986805" y="452904"/>
                  </a:lnTo>
                  <a:lnTo>
                    <a:pt x="967456" y="447890"/>
                  </a:lnTo>
                  <a:lnTo>
                    <a:pt x="948107" y="442876"/>
                  </a:lnTo>
                  <a:lnTo>
                    <a:pt x="928758" y="437862"/>
                  </a:lnTo>
                  <a:lnTo>
                    <a:pt x="909409" y="432847"/>
                  </a:lnTo>
                  <a:lnTo>
                    <a:pt x="890059" y="427834"/>
                  </a:lnTo>
                  <a:lnTo>
                    <a:pt x="870710" y="422820"/>
                  </a:lnTo>
                  <a:lnTo>
                    <a:pt x="851361" y="417806"/>
                  </a:lnTo>
                  <a:lnTo>
                    <a:pt x="832012" y="412792"/>
                  </a:lnTo>
                  <a:lnTo>
                    <a:pt x="812663" y="407779"/>
                  </a:lnTo>
                  <a:lnTo>
                    <a:pt x="793314" y="402766"/>
                  </a:lnTo>
                  <a:lnTo>
                    <a:pt x="773965" y="397752"/>
                  </a:lnTo>
                  <a:lnTo>
                    <a:pt x="754615" y="392739"/>
                  </a:lnTo>
                  <a:lnTo>
                    <a:pt x="735266" y="387726"/>
                  </a:lnTo>
                  <a:lnTo>
                    <a:pt x="715917" y="382713"/>
                  </a:lnTo>
                  <a:lnTo>
                    <a:pt x="696568" y="377700"/>
                  </a:lnTo>
                  <a:lnTo>
                    <a:pt x="677219" y="372687"/>
                  </a:lnTo>
                  <a:lnTo>
                    <a:pt x="657870" y="367674"/>
                  </a:lnTo>
                  <a:lnTo>
                    <a:pt x="638521" y="362661"/>
                  </a:lnTo>
                  <a:lnTo>
                    <a:pt x="619172" y="357648"/>
                  </a:lnTo>
                  <a:lnTo>
                    <a:pt x="599822" y="352636"/>
                  </a:lnTo>
                  <a:lnTo>
                    <a:pt x="580473" y="347623"/>
                  </a:lnTo>
                  <a:lnTo>
                    <a:pt x="561124" y="342610"/>
                  </a:lnTo>
                  <a:lnTo>
                    <a:pt x="541775" y="337598"/>
                  </a:lnTo>
                  <a:lnTo>
                    <a:pt x="522426" y="332585"/>
                  </a:lnTo>
                  <a:lnTo>
                    <a:pt x="503077" y="327573"/>
                  </a:lnTo>
                  <a:lnTo>
                    <a:pt x="483728" y="322560"/>
                  </a:lnTo>
                  <a:lnTo>
                    <a:pt x="464379" y="317548"/>
                  </a:lnTo>
                  <a:lnTo>
                    <a:pt x="445029" y="312536"/>
                  </a:lnTo>
                  <a:lnTo>
                    <a:pt x="425680" y="307523"/>
                  </a:lnTo>
                  <a:lnTo>
                    <a:pt x="406331" y="302511"/>
                  </a:lnTo>
                  <a:lnTo>
                    <a:pt x="386982" y="297499"/>
                  </a:lnTo>
                  <a:lnTo>
                    <a:pt x="367633" y="292486"/>
                  </a:lnTo>
                  <a:lnTo>
                    <a:pt x="348284" y="287474"/>
                  </a:lnTo>
                  <a:lnTo>
                    <a:pt x="328935" y="282462"/>
                  </a:lnTo>
                  <a:lnTo>
                    <a:pt x="309586" y="277450"/>
                  </a:lnTo>
                  <a:lnTo>
                    <a:pt x="290236" y="272438"/>
                  </a:lnTo>
                  <a:lnTo>
                    <a:pt x="270887" y="267426"/>
                  </a:lnTo>
                  <a:lnTo>
                    <a:pt x="251538" y="262414"/>
                  </a:lnTo>
                  <a:lnTo>
                    <a:pt x="232189" y="257402"/>
                  </a:lnTo>
                  <a:lnTo>
                    <a:pt x="212840" y="252390"/>
                  </a:lnTo>
                  <a:lnTo>
                    <a:pt x="193491" y="247378"/>
                  </a:lnTo>
                  <a:lnTo>
                    <a:pt x="174142" y="242366"/>
                  </a:lnTo>
                  <a:lnTo>
                    <a:pt x="154793" y="237354"/>
                  </a:lnTo>
                  <a:lnTo>
                    <a:pt x="135443" y="232342"/>
                  </a:lnTo>
                  <a:lnTo>
                    <a:pt x="116094" y="227330"/>
                  </a:lnTo>
                  <a:lnTo>
                    <a:pt x="96745" y="222318"/>
                  </a:lnTo>
                  <a:lnTo>
                    <a:pt x="77396" y="217307"/>
                  </a:lnTo>
                  <a:lnTo>
                    <a:pt x="58047" y="212295"/>
                  </a:lnTo>
                  <a:lnTo>
                    <a:pt x="38698" y="207283"/>
                  </a:lnTo>
                  <a:lnTo>
                    <a:pt x="19349" y="202271"/>
                  </a:lnTo>
                  <a:lnTo>
                    <a:pt x="0" y="197259"/>
                  </a:lnTo>
                  <a:close/>
                </a:path>
              </a:pathLst>
            </a:custGeom>
            <a:solidFill>
              <a:srgbClr val="FC8D5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87122" y="2857992"/>
              <a:ext cx="3850476" cy="1194277"/>
            </a:xfrm>
            <a:custGeom>
              <a:avLst/>
              <a:pathLst>
                <a:path w="3850476" h="1194277">
                  <a:moveTo>
                    <a:pt x="0" y="0"/>
                  </a:moveTo>
                  <a:lnTo>
                    <a:pt x="19349" y="7028"/>
                  </a:lnTo>
                  <a:lnTo>
                    <a:pt x="38698" y="14057"/>
                  </a:lnTo>
                  <a:lnTo>
                    <a:pt x="58047" y="21086"/>
                  </a:lnTo>
                  <a:lnTo>
                    <a:pt x="77396" y="28114"/>
                  </a:lnTo>
                  <a:lnTo>
                    <a:pt x="96745" y="35143"/>
                  </a:lnTo>
                  <a:lnTo>
                    <a:pt x="116094" y="42172"/>
                  </a:lnTo>
                  <a:lnTo>
                    <a:pt x="135443" y="49200"/>
                  </a:lnTo>
                  <a:lnTo>
                    <a:pt x="154793" y="56229"/>
                  </a:lnTo>
                  <a:lnTo>
                    <a:pt x="174142" y="63258"/>
                  </a:lnTo>
                  <a:lnTo>
                    <a:pt x="193491" y="70286"/>
                  </a:lnTo>
                  <a:lnTo>
                    <a:pt x="212840" y="77315"/>
                  </a:lnTo>
                  <a:lnTo>
                    <a:pt x="232189" y="84343"/>
                  </a:lnTo>
                  <a:lnTo>
                    <a:pt x="251538" y="91372"/>
                  </a:lnTo>
                  <a:lnTo>
                    <a:pt x="270887" y="98400"/>
                  </a:lnTo>
                  <a:lnTo>
                    <a:pt x="290236" y="105429"/>
                  </a:lnTo>
                  <a:lnTo>
                    <a:pt x="309586" y="112457"/>
                  </a:lnTo>
                  <a:lnTo>
                    <a:pt x="328935" y="119485"/>
                  </a:lnTo>
                  <a:lnTo>
                    <a:pt x="348284" y="126514"/>
                  </a:lnTo>
                  <a:lnTo>
                    <a:pt x="367633" y="133542"/>
                  </a:lnTo>
                  <a:lnTo>
                    <a:pt x="386982" y="140570"/>
                  </a:lnTo>
                  <a:lnTo>
                    <a:pt x="406331" y="147599"/>
                  </a:lnTo>
                  <a:lnTo>
                    <a:pt x="425680" y="154627"/>
                  </a:lnTo>
                  <a:lnTo>
                    <a:pt x="445029" y="161655"/>
                  </a:lnTo>
                  <a:lnTo>
                    <a:pt x="464379" y="168683"/>
                  </a:lnTo>
                  <a:lnTo>
                    <a:pt x="483728" y="175711"/>
                  </a:lnTo>
                  <a:lnTo>
                    <a:pt x="503077" y="182739"/>
                  </a:lnTo>
                  <a:lnTo>
                    <a:pt x="522426" y="189767"/>
                  </a:lnTo>
                  <a:lnTo>
                    <a:pt x="541775" y="196795"/>
                  </a:lnTo>
                  <a:lnTo>
                    <a:pt x="561124" y="203823"/>
                  </a:lnTo>
                  <a:lnTo>
                    <a:pt x="580473" y="210851"/>
                  </a:lnTo>
                  <a:lnTo>
                    <a:pt x="599822" y="217879"/>
                  </a:lnTo>
                  <a:lnTo>
                    <a:pt x="619172" y="224907"/>
                  </a:lnTo>
                  <a:lnTo>
                    <a:pt x="638521" y="231935"/>
                  </a:lnTo>
                  <a:lnTo>
                    <a:pt x="657870" y="238962"/>
                  </a:lnTo>
                  <a:lnTo>
                    <a:pt x="677219" y="245990"/>
                  </a:lnTo>
                  <a:lnTo>
                    <a:pt x="696568" y="253017"/>
                  </a:lnTo>
                  <a:lnTo>
                    <a:pt x="715917" y="260045"/>
                  </a:lnTo>
                  <a:lnTo>
                    <a:pt x="735266" y="267072"/>
                  </a:lnTo>
                  <a:lnTo>
                    <a:pt x="754615" y="274100"/>
                  </a:lnTo>
                  <a:lnTo>
                    <a:pt x="773965" y="281127"/>
                  </a:lnTo>
                  <a:lnTo>
                    <a:pt x="793314" y="288154"/>
                  </a:lnTo>
                  <a:lnTo>
                    <a:pt x="812663" y="295181"/>
                  </a:lnTo>
                  <a:lnTo>
                    <a:pt x="832012" y="302208"/>
                  </a:lnTo>
                  <a:lnTo>
                    <a:pt x="851361" y="309235"/>
                  </a:lnTo>
                  <a:lnTo>
                    <a:pt x="870710" y="316262"/>
                  </a:lnTo>
                  <a:lnTo>
                    <a:pt x="890059" y="323289"/>
                  </a:lnTo>
                  <a:lnTo>
                    <a:pt x="909409" y="330315"/>
                  </a:lnTo>
                  <a:lnTo>
                    <a:pt x="928758" y="337342"/>
                  </a:lnTo>
                  <a:lnTo>
                    <a:pt x="948107" y="344368"/>
                  </a:lnTo>
                  <a:lnTo>
                    <a:pt x="967456" y="351394"/>
                  </a:lnTo>
                  <a:lnTo>
                    <a:pt x="986805" y="358420"/>
                  </a:lnTo>
                  <a:lnTo>
                    <a:pt x="1006154" y="365446"/>
                  </a:lnTo>
                  <a:lnTo>
                    <a:pt x="1025503" y="372472"/>
                  </a:lnTo>
                  <a:lnTo>
                    <a:pt x="1044852" y="379497"/>
                  </a:lnTo>
                  <a:lnTo>
                    <a:pt x="1064202" y="386523"/>
                  </a:lnTo>
                  <a:lnTo>
                    <a:pt x="1083551" y="393548"/>
                  </a:lnTo>
                  <a:lnTo>
                    <a:pt x="1102900" y="400573"/>
                  </a:lnTo>
                  <a:lnTo>
                    <a:pt x="1122249" y="407598"/>
                  </a:lnTo>
                  <a:lnTo>
                    <a:pt x="1141598" y="414622"/>
                  </a:lnTo>
                  <a:lnTo>
                    <a:pt x="1160947" y="421646"/>
                  </a:lnTo>
                  <a:lnTo>
                    <a:pt x="1180296" y="428670"/>
                  </a:lnTo>
                  <a:lnTo>
                    <a:pt x="1199645" y="435694"/>
                  </a:lnTo>
                  <a:lnTo>
                    <a:pt x="1218995" y="442717"/>
                  </a:lnTo>
                  <a:lnTo>
                    <a:pt x="1238344" y="449740"/>
                  </a:lnTo>
                  <a:lnTo>
                    <a:pt x="1257693" y="456763"/>
                  </a:lnTo>
                  <a:lnTo>
                    <a:pt x="1277042" y="463785"/>
                  </a:lnTo>
                  <a:lnTo>
                    <a:pt x="1296391" y="470806"/>
                  </a:lnTo>
                  <a:lnTo>
                    <a:pt x="1315740" y="477827"/>
                  </a:lnTo>
                  <a:lnTo>
                    <a:pt x="1335089" y="484848"/>
                  </a:lnTo>
                  <a:lnTo>
                    <a:pt x="1354438" y="491868"/>
                  </a:lnTo>
                  <a:lnTo>
                    <a:pt x="1373788" y="498887"/>
                  </a:lnTo>
                  <a:lnTo>
                    <a:pt x="1393137" y="505905"/>
                  </a:lnTo>
                  <a:lnTo>
                    <a:pt x="1412486" y="512922"/>
                  </a:lnTo>
                  <a:lnTo>
                    <a:pt x="1431835" y="519939"/>
                  </a:lnTo>
                  <a:lnTo>
                    <a:pt x="1451184" y="526954"/>
                  </a:lnTo>
                  <a:lnTo>
                    <a:pt x="1470533" y="533968"/>
                  </a:lnTo>
                  <a:lnTo>
                    <a:pt x="1489882" y="540980"/>
                  </a:lnTo>
                  <a:lnTo>
                    <a:pt x="1509231" y="547991"/>
                  </a:lnTo>
                  <a:lnTo>
                    <a:pt x="1528581" y="555000"/>
                  </a:lnTo>
                  <a:lnTo>
                    <a:pt x="1547930" y="562006"/>
                  </a:lnTo>
                  <a:lnTo>
                    <a:pt x="1567279" y="569010"/>
                  </a:lnTo>
                  <a:lnTo>
                    <a:pt x="1586628" y="576011"/>
                  </a:lnTo>
                  <a:lnTo>
                    <a:pt x="1605977" y="583008"/>
                  </a:lnTo>
                  <a:lnTo>
                    <a:pt x="1625326" y="590000"/>
                  </a:lnTo>
                  <a:lnTo>
                    <a:pt x="1644675" y="596987"/>
                  </a:lnTo>
                  <a:lnTo>
                    <a:pt x="1664024" y="603967"/>
                  </a:lnTo>
                  <a:lnTo>
                    <a:pt x="1683374" y="610939"/>
                  </a:lnTo>
                  <a:lnTo>
                    <a:pt x="1702723" y="617900"/>
                  </a:lnTo>
                  <a:lnTo>
                    <a:pt x="1722072" y="624847"/>
                  </a:lnTo>
                  <a:lnTo>
                    <a:pt x="1741421" y="631775"/>
                  </a:lnTo>
                  <a:lnTo>
                    <a:pt x="1760770" y="638678"/>
                  </a:lnTo>
                  <a:lnTo>
                    <a:pt x="1780119" y="645547"/>
                  </a:lnTo>
                  <a:lnTo>
                    <a:pt x="1799468" y="652367"/>
                  </a:lnTo>
                  <a:lnTo>
                    <a:pt x="1818818" y="659117"/>
                  </a:lnTo>
                  <a:lnTo>
                    <a:pt x="1838167" y="665764"/>
                  </a:lnTo>
                  <a:lnTo>
                    <a:pt x="1857516" y="672263"/>
                  </a:lnTo>
                  <a:lnTo>
                    <a:pt x="1876865" y="678562"/>
                  </a:lnTo>
                  <a:lnTo>
                    <a:pt x="1896214" y="684618"/>
                  </a:lnTo>
                  <a:lnTo>
                    <a:pt x="1915563" y="690424"/>
                  </a:lnTo>
                  <a:lnTo>
                    <a:pt x="1934912" y="696016"/>
                  </a:lnTo>
                  <a:lnTo>
                    <a:pt x="1954261" y="701446"/>
                  </a:lnTo>
                  <a:lnTo>
                    <a:pt x="1973611" y="706761"/>
                  </a:lnTo>
                  <a:lnTo>
                    <a:pt x="1992960" y="711999"/>
                  </a:lnTo>
                  <a:lnTo>
                    <a:pt x="2012309" y="717182"/>
                  </a:lnTo>
                  <a:lnTo>
                    <a:pt x="2031658" y="722328"/>
                  </a:lnTo>
                  <a:lnTo>
                    <a:pt x="2051007" y="727446"/>
                  </a:lnTo>
                  <a:lnTo>
                    <a:pt x="2070356" y="732544"/>
                  </a:lnTo>
                  <a:lnTo>
                    <a:pt x="2089705" y="737628"/>
                  </a:lnTo>
                  <a:lnTo>
                    <a:pt x="2109054" y="742699"/>
                  </a:lnTo>
                  <a:lnTo>
                    <a:pt x="2128404" y="747762"/>
                  </a:lnTo>
                  <a:lnTo>
                    <a:pt x="2147753" y="752817"/>
                  </a:lnTo>
                  <a:lnTo>
                    <a:pt x="2167102" y="757867"/>
                  </a:lnTo>
                  <a:lnTo>
                    <a:pt x="2186451" y="762911"/>
                  </a:lnTo>
                  <a:lnTo>
                    <a:pt x="2205800" y="767952"/>
                  </a:lnTo>
                  <a:lnTo>
                    <a:pt x="2225149" y="772990"/>
                  </a:lnTo>
                  <a:lnTo>
                    <a:pt x="2244498" y="778024"/>
                  </a:lnTo>
                  <a:lnTo>
                    <a:pt x="2263847" y="783057"/>
                  </a:lnTo>
                  <a:lnTo>
                    <a:pt x="2283197" y="788087"/>
                  </a:lnTo>
                  <a:lnTo>
                    <a:pt x="2302546" y="793115"/>
                  </a:lnTo>
                  <a:lnTo>
                    <a:pt x="2321895" y="798142"/>
                  </a:lnTo>
                  <a:lnTo>
                    <a:pt x="2341244" y="803168"/>
                  </a:lnTo>
                  <a:lnTo>
                    <a:pt x="2360593" y="808192"/>
                  </a:lnTo>
                  <a:lnTo>
                    <a:pt x="2379942" y="813216"/>
                  </a:lnTo>
                  <a:lnTo>
                    <a:pt x="2399291" y="818238"/>
                  </a:lnTo>
                  <a:lnTo>
                    <a:pt x="2418640" y="823260"/>
                  </a:lnTo>
                  <a:lnTo>
                    <a:pt x="2437990" y="828281"/>
                  </a:lnTo>
                  <a:lnTo>
                    <a:pt x="2457339" y="833301"/>
                  </a:lnTo>
                  <a:lnTo>
                    <a:pt x="2476688" y="838321"/>
                  </a:lnTo>
                  <a:lnTo>
                    <a:pt x="2496037" y="843340"/>
                  </a:lnTo>
                  <a:lnTo>
                    <a:pt x="2515386" y="848358"/>
                  </a:lnTo>
                  <a:lnTo>
                    <a:pt x="2534735" y="853376"/>
                  </a:lnTo>
                  <a:lnTo>
                    <a:pt x="2554084" y="858394"/>
                  </a:lnTo>
                  <a:lnTo>
                    <a:pt x="2573433" y="863411"/>
                  </a:lnTo>
                  <a:lnTo>
                    <a:pt x="2592783" y="868428"/>
                  </a:lnTo>
                  <a:lnTo>
                    <a:pt x="2612132" y="873445"/>
                  </a:lnTo>
                  <a:lnTo>
                    <a:pt x="2631481" y="878461"/>
                  </a:lnTo>
                  <a:lnTo>
                    <a:pt x="2650830" y="883478"/>
                  </a:lnTo>
                  <a:lnTo>
                    <a:pt x="2670179" y="888493"/>
                  </a:lnTo>
                  <a:lnTo>
                    <a:pt x="2689528" y="893509"/>
                  </a:lnTo>
                  <a:lnTo>
                    <a:pt x="2708877" y="898524"/>
                  </a:lnTo>
                  <a:lnTo>
                    <a:pt x="2728227" y="903540"/>
                  </a:lnTo>
                  <a:lnTo>
                    <a:pt x="2747576" y="908555"/>
                  </a:lnTo>
                  <a:lnTo>
                    <a:pt x="2766925" y="913569"/>
                  </a:lnTo>
                  <a:lnTo>
                    <a:pt x="2786274" y="918584"/>
                  </a:lnTo>
                  <a:lnTo>
                    <a:pt x="2805623" y="923598"/>
                  </a:lnTo>
                  <a:lnTo>
                    <a:pt x="2824972" y="928613"/>
                  </a:lnTo>
                  <a:lnTo>
                    <a:pt x="2844321" y="933627"/>
                  </a:lnTo>
                  <a:lnTo>
                    <a:pt x="2863670" y="938641"/>
                  </a:lnTo>
                  <a:lnTo>
                    <a:pt x="2883020" y="943655"/>
                  </a:lnTo>
                  <a:lnTo>
                    <a:pt x="2902369" y="948669"/>
                  </a:lnTo>
                  <a:lnTo>
                    <a:pt x="2921718" y="953683"/>
                  </a:lnTo>
                  <a:lnTo>
                    <a:pt x="2941067" y="958696"/>
                  </a:lnTo>
                  <a:lnTo>
                    <a:pt x="2960416" y="963710"/>
                  </a:lnTo>
                  <a:lnTo>
                    <a:pt x="2979765" y="968723"/>
                  </a:lnTo>
                  <a:lnTo>
                    <a:pt x="2999114" y="973736"/>
                  </a:lnTo>
                  <a:lnTo>
                    <a:pt x="3018463" y="978750"/>
                  </a:lnTo>
                  <a:lnTo>
                    <a:pt x="3037813" y="983763"/>
                  </a:lnTo>
                  <a:lnTo>
                    <a:pt x="3057162" y="988776"/>
                  </a:lnTo>
                  <a:lnTo>
                    <a:pt x="3076511" y="993789"/>
                  </a:lnTo>
                  <a:lnTo>
                    <a:pt x="3095860" y="998802"/>
                  </a:lnTo>
                  <a:lnTo>
                    <a:pt x="3115209" y="1003815"/>
                  </a:lnTo>
                  <a:lnTo>
                    <a:pt x="3134558" y="1008828"/>
                  </a:lnTo>
                  <a:lnTo>
                    <a:pt x="3153907" y="1013841"/>
                  </a:lnTo>
                  <a:lnTo>
                    <a:pt x="3173256" y="1018853"/>
                  </a:lnTo>
                  <a:lnTo>
                    <a:pt x="3192606" y="1023866"/>
                  </a:lnTo>
                  <a:lnTo>
                    <a:pt x="3211955" y="1028879"/>
                  </a:lnTo>
                  <a:lnTo>
                    <a:pt x="3231304" y="1033891"/>
                  </a:lnTo>
                  <a:lnTo>
                    <a:pt x="3250653" y="1038904"/>
                  </a:lnTo>
                  <a:lnTo>
                    <a:pt x="3270002" y="1043916"/>
                  </a:lnTo>
                  <a:lnTo>
                    <a:pt x="3289351" y="1048929"/>
                  </a:lnTo>
                  <a:lnTo>
                    <a:pt x="3308700" y="1053941"/>
                  </a:lnTo>
                  <a:lnTo>
                    <a:pt x="3328049" y="1058953"/>
                  </a:lnTo>
                  <a:lnTo>
                    <a:pt x="3347399" y="1063966"/>
                  </a:lnTo>
                  <a:lnTo>
                    <a:pt x="3366748" y="1068978"/>
                  </a:lnTo>
                  <a:lnTo>
                    <a:pt x="3386097" y="1073990"/>
                  </a:lnTo>
                  <a:lnTo>
                    <a:pt x="3405446" y="1079003"/>
                  </a:lnTo>
                  <a:lnTo>
                    <a:pt x="3424795" y="1084015"/>
                  </a:lnTo>
                  <a:lnTo>
                    <a:pt x="3444144" y="1089027"/>
                  </a:lnTo>
                  <a:lnTo>
                    <a:pt x="3463493" y="1094039"/>
                  </a:lnTo>
                  <a:lnTo>
                    <a:pt x="3482842" y="1099051"/>
                  </a:lnTo>
                  <a:lnTo>
                    <a:pt x="3502192" y="1104063"/>
                  </a:lnTo>
                  <a:lnTo>
                    <a:pt x="3521541" y="1109075"/>
                  </a:lnTo>
                  <a:lnTo>
                    <a:pt x="3540890" y="1114087"/>
                  </a:lnTo>
                  <a:lnTo>
                    <a:pt x="3560239" y="1119099"/>
                  </a:lnTo>
                  <a:lnTo>
                    <a:pt x="3579588" y="1124111"/>
                  </a:lnTo>
                  <a:lnTo>
                    <a:pt x="3598937" y="1129123"/>
                  </a:lnTo>
                  <a:lnTo>
                    <a:pt x="3618286" y="1134135"/>
                  </a:lnTo>
                  <a:lnTo>
                    <a:pt x="3637636" y="1139147"/>
                  </a:lnTo>
                  <a:lnTo>
                    <a:pt x="3656985" y="1144159"/>
                  </a:lnTo>
                  <a:lnTo>
                    <a:pt x="3676334" y="1149171"/>
                  </a:lnTo>
                  <a:lnTo>
                    <a:pt x="3695683" y="1154183"/>
                  </a:lnTo>
                  <a:lnTo>
                    <a:pt x="3715032" y="1159194"/>
                  </a:lnTo>
                  <a:lnTo>
                    <a:pt x="3734381" y="1164206"/>
                  </a:lnTo>
                  <a:lnTo>
                    <a:pt x="3753730" y="1169218"/>
                  </a:lnTo>
                  <a:lnTo>
                    <a:pt x="3773079" y="1174230"/>
                  </a:lnTo>
                  <a:lnTo>
                    <a:pt x="3792429" y="1179241"/>
                  </a:lnTo>
                  <a:lnTo>
                    <a:pt x="3811778" y="1184253"/>
                  </a:lnTo>
                  <a:lnTo>
                    <a:pt x="3831127" y="1189265"/>
                  </a:lnTo>
                  <a:lnTo>
                    <a:pt x="3850476" y="11942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287122" y="3055252"/>
              <a:ext cx="3850476" cy="1201783"/>
            </a:xfrm>
            <a:custGeom>
              <a:avLst/>
              <a:pathLst>
                <a:path w="3850476" h="1201783">
                  <a:moveTo>
                    <a:pt x="3850476" y="1201783"/>
                  </a:moveTo>
                  <a:lnTo>
                    <a:pt x="3831127" y="1194754"/>
                  </a:lnTo>
                  <a:lnTo>
                    <a:pt x="3811778" y="1187725"/>
                  </a:lnTo>
                  <a:lnTo>
                    <a:pt x="3792429" y="1180696"/>
                  </a:lnTo>
                  <a:lnTo>
                    <a:pt x="3773079" y="1173668"/>
                  </a:lnTo>
                  <a:lnTo>
                    <a:pt x="3753730" y="1166639"/>
                  </a:lnTo>
                  <a:lnTo>
                    <a:pt x="3734381" y="1159610"/>
                  </a:lnTo>
                  <a:lnTo>
                    <a:pt x="3715032" y="1152582"/>
                  </a:lnTo>
                  <a:lnTo>
                    <a:pt x="3695683" y="1145553"/>
                  </a:lnTo>
                  <a:lnTo>
                    <a:pt x="3676334" y="1138524"/>
                  </a:lnTo>
                  <a:lnTo>
                    <a:pt x="3656985" y="1131496"/>
                  </a:lnTo>
                  <a:lnTo>
                    <a:pt x="3637636" y="1124467"/>
                  </a:lnTo>
                  <a:lnTo>
                    <a:pt x="3618286" y="1117438"/>
                  </a:lnTo>
                  <a:lnTo>
                    <a:pt x="3598937" y="1110410"/>
                  </a:lnTo>
                  <a:lnTo>
                    <a:pt x="3579588" y="1103381"/>
                  </a:lnTo>
                  <a:lnTo>
                    <a:pt x="3560239" y="1096353"/>
                  </a:lnTo>
                  <a:lnTo>
                    <a:pt x="3540890" y="1089324"/>
                  </a:lnTo>
                  <a:lnTo>
                    <a:pt x="3521541" y="1082296"/>
                  </a:lnTo>
                  <a:lnTo>
                    <a:pt x="3502192" y="1075267"/>
                  </a:lnTo>
                  <a:lnTo>
                    <a:pt x="3482842" y="1068239"/>
                  </a:lnTo>
                  <a:lnTo>
                    <a:pt x="3463493" y="1061210"/>
                  </a:lnTo>
                  <a:lnTo>
                    <a:pt x="3444144" y="1054182"/>
                  </a:lnTo>
                  <a:lnTo>
                    <a:pt x="3424795" y="1047154"/>
                  </a:lnTo>
                  <a:lnTo>
                    <a:pt x="3405446" y="1040125"/>
                  </a:lnTo>
                  <a:lnTo>
                    <a:pt x="3386097" y="1033097"/>
                  </a:lnTo>
                  <a:lnTo>
                    <a:pt x="3366748" y="1026069"/>
                  </a:lnTo>
                  <a:lnTo>
                    <a:pt x="3347399" y="1019041"/>
                  </a:lnTo>
                  <a:lnTo>
                    <a:pt x="3328049" y="1012012"/>
                  </a:lnTo>
                  <a:lnTo>
                    <a:pt x="3308700" y="1004984"/>
                  </a:lnTo>
                  <a:lnTo>
                    <a:pt x="3289351" y="997956"/>
                  </a:lnTo>
                  <a:lnTo>
                    <a:pt x="3270002" y="990928"/>
                  </a:lnTo>
                  <a:lnTo>
                    <a:pt x="3250653" y="983900"/>
                  </a:lnTo>
                  <a:lnTo>
                    <a:pt x="3231304" y="976872"/>
                  </a:lnTo>
                  <a:lnTo>
                    <a:pt x="3211955" y="969844"/>
                  </a:lnTo>
                  <a:lnTo>
                    <a:pt x="3192606" y="962816"/>
                  </a:lnTo>
                  <a:lnTo>
                    <a:pt x="3173256" y="955788"/>
                  </a:lnTo>
                  <a:lnTo>
                    <a:pt x="3153907" y="948761"/>
                  </a:lnTo>
                  <a:lnTo>
                    <a:pt x="3134558" y="941733"/>
                  </a:lnTo>
                  <a:lnTo>
                    <a:pt x="3115209" y="934705"/>
                  </a:lnTo>
                  <a:lnTo>
                    <a:pt x="3095860" y="927678"/>
                  </a:lnTo>
                  <a:lnTo>
                    <a:pt x="3076511" y="920650"/>
                  </a:lnTo>
                  <a:lnTo>
                    <a:pt x="3057162" y="913623"/>
                  </a:lnTo>
                  <a:lnTo>
                    <a:pt x="3037813" y="906595"/>
                  </a:lnTo>
                  <a:lnTo>
                    <a:pt x="3018463" y="899568"/>
                  </a:lnTo>
                  <a:lnTo>
                    <a:pt x="2999114" y="892541"/>
                  </a:lnTo>
                  <a:lnTo>
                    <a:pt x="2979765" y="885514"/>
                  </a:lnTo>
                  <a:lnTo>
                    <a:pt x="2960416" y="878487"/>
                  </a:lnTo>
                  <a:lnTo>
                    <a:pt x="2941067" y="871460"/>
                  </a:lnTo>
                  <a:lnTo>
                    <a:pt x="2921718" y="864433"/>
                  </a:lnTo>
                  <a:lnTo>
                    <a:pt x="2902369" y="857406"/>
                  </a:lnTo>
                  <a:lnTo>
                    <a:pt x="2883020" y="850379"/>
                  </a:lnTo>
                  <a:lnTo>
                    <a:pt x="2863670" y="843353"/>
                  </a:lnTo>
                  <a:lnTo>
                    <a:pt x="2844321" y="836326"/>
                  </a:lnTo>
                  <a:lnTo>
                    <a:pt x="2824972" y="829300"/>
                  </a:lnTo>
                  <a:lnTo>
                    <a:pt x="2805623" y="822274"/>
                  </a:lnTo>
                  <a:lnTo>
                    <a:pt x="2786274" y="815248"/>
                  </a:lnTo>
                  <a:lnTo>
                    <a:pt x="2766925" y="808222"/>
                  </a:lnTo>
                  <a:lnTo>
                    <a:pt x="2747576" y="801196"/>
                  </a:lnTo>
                  <a:lnTo>
                    <a:pt x="2728227" y="794171"/>
                  </a:lnTo>
                  <a:lnTo>
                    <a:pt x="2708877" y="787145"/>
                  </a:lnTo>
                  <a:lnTo>
                    <a:pt x="2689528" y="780120"/>
                  </a:lnTo>
                  <a:lnTo>
                    <a:pt x="2670179" y="773095"/>
                  </a:lnTo>
                  <a:lnTo>
                    <a:pt x="2650830" y="766071"/>
                  </a:lnTo>
                  <a:lnTo>
                    <a:pt x="2631481" y="759046"/>
                  </a:lnTo>
                  <a:lnTo>
                    <a:pt x="2612132" y="752022"/>
                  </a:lnTo>
                  <a:lnTo>
                    <a:pt x="2592783" y="744998"/>
                  </a:lnTo>
                  <a:lnTo>
                    <a:pt x="2573433" y="737975"/>
                  </a:lnTo>
                  <a:lnTo>
                    <a:pt x="2554084" y="730951"/>
                  </a:lnTo>
                  <a:lnTo>
                    <a:pt x="2534735" y="723929"/>
                  </a:lnTo>
                  <a:lnTo>
                    <a:pt x="2515386" y="716906"/>
                  </a:lnTo>
                  <a:lnTo>
                    <a:pt x="2496037" y="709884"/>
                  </a:lnTo>
                  <a:lnTo>
                    <a:pt x="2476688" y="702863"/>
                  </a:lnTo>
                  <a:lnTo>
                    <a:pt x="2457339" y="695842"/>
                  </a:lnTo>
                  <a:lnTo>
                    <a:pt x="2437990" y="688822"/>
                  </a:lnTo>
                  <a:lnTo>
                    <a:pt x="2418640" y="681802"/>
                  </a:lnTo>
                  <a:lnTo>
                    <a:pt x="2399291" y="674783"/>
                  </a:lnTo>
                  <a:lnTo>
                    <a:pt x="2379942" y="667765"/>
                  </a:lnTo>
                  <a:lnTo>
                    <a:pt x="2360593" y="660748"/>
                  </a:lnTo>
                  <a:lnTo>
                    <a:pt x="2341244" y="653732"/>
                  </a:lnTo>
                  <a:lnTo>
                    <a:pt x="2321895" y="646717"/>
                  </a:lnTo>
                  <a:lnTo>
                    <a:pt x="2302546" y="639704"/>
                  </a:lnTo>
                  <a:lnTo>
                    <a:pt x="2283197" y="632692"/>
                  </a:lnTo>
                  <a:lnTo>
                    <a:pt x="2263847" y="625681"/>
                  </a:lnTo>
                  <a:lnTo>
                    <a:pt x="2244498" y="618673"/>
                  </a:lnTo>
                  <a:lnTo>
                    <a:pt x="2225149" y="611667"/>
                  </a:lnTo>
                  <a:lnTo>
                    <a:pt x="2205800" y="604664"/>
                  </a:lnTo>
                  <a:lnTo>
                    <a:pt x="2186451" y="597665"/>
                  </a:lnTo>
                  <a:lnTo>
                    <a:pt x="2167102" y="590669"/>
                  </a:lnTo>
                  <a:lnTo>
                    <a:pt x="2147753" y="583678"/>
                  </a:lnTo>
                  <a:lnTo>
                    <a:pt x="2128404" y="576693"/>
                  </a:lnTo>
                  <a:lnTo>
                    <a:pt x="2109054" y="569715"/>
                  </a:lnTo>
                  <a:lnTo>
                    <a:pt x="2089705" y="562746"/>
                  </a:lnTo>
                  <a:lnTo>
                    <a:pt x="2070356" y="555789"/>
                  </a:lnTo>
                  <a:lnTo>
                    <a:pt x="2051007" y="548846"/>
                  </a:lnTo>
                  <a:lnTo>
                    <a:pt x="2031658" y="541924"/>
                  </a:lnTo>
                  <a:lnTo>
                    <a:pt x="2012309" y="535029"/>
                  </a:lnTo>
                  <a:lnTo>
                    <a:pt x="1992960" y="528172"/>
                  </a:lnTo>
                  <a:lnTo>
                    <a:pt x="1973611" y="521369"/>
                  </a:lnTo>
                  <a:lnTo>
                    <a:pt x="1954261" y="514644"/>
                  </a:lnTo>
                  <a:lnTo>
                    <a:pt x="1934912" y="508033"/>
                  </a:lnTo>
                  <a:lnTo>
                    <a:pt x="1915563" y="501585"/>
                  </a:lnTo>
                  <a:lnTo>
                    <a:pt x="1896214" y="495351"/>
                  </a:lnTo>
                  <a:lnTo>
                    <a:pt x="1876865" y="489366"/>
                  </a:lnTo>
                  <a:lnTo>
                    <a:pt x="1857516" y="483624"/>
                  </a:lnTo>
                  <a:lnTo>
                    <a:pt x="1838167" y="478083"/>
                  </a:lnTo>
                  <a:lnTo>
                    <a:pt x="1818818" y="472689"/>
                  </a:lnTo>
                  <a:lnTo>
                    <a:pt x="1799468" y="467398"/>
                  </a:lnTo>
                  <a:lnTo>
                    <a:pt x="1780119" y="462178"/>
                  </a:lnTo>
                  <a:lnTo>
                    <a:pt x="1760770" y="457007"/>
                  </a:lnTo>
                  <a:lnTo>
                    <a:pt x="1741421" y="451869"/>
                  </a:lnTo>
                  <a:lnTo>
                    <a:pt x="1722072" y="446757"/>
                  </a:lnTo>
                  <a:lnTo>
                    <a:pt x="1702723" y="441664"/>
                  </a:lnTo>
                  <a:lnTo>
                    <a:pt x="1683374" y="436584"/>
                  </a:lnTo>
                  <a:lnTo>
                    <a:pt x="1664024" y="431515"/>
                  </a:lnTo>
                  <a:lnTo>
                    <a:pt x="1644675" y="426455"/>
                  </a:lnTo>
                  <a:lnTo>
                    <a:pt x="1625326" y="421401"/>
                  </a:lnTo>
                  <a:lnTo>
                    <a:pt x="1605977" y="416353"/>
                  </a:lnTo>
                  <a:lnTo>
                    <a:pt x="1586628" y="411309"/>
                  </a:lnTo>
                  <a:lnTo>
                    <a:pt x="1567279" y="406270"/>
                  </a:lnTo>
                  <a:lnTo>
                    <a:pt x="1547930" y="401233"/>
                  </a:lnTo>
                  <a:lnTo>
                    <a:pt x="1528581" y="396199"/>
                  </a:lnTo>
                  <a:lnTo>
                    <a:pt x="1509231" y="391167"/>
                  </a:lnTo>
                  <a:lnTo>
                    <a:pt x="1489882" y="386138"/>
                  </a:lnTo>
                  <a:lnTo>
                    <a:pt x="1470533" y="381109"/>
                  </a:lnTo>
                  <a:lnTo>
                    <a:pt x="1451184" y="376083"/>
                  </a:lnTo>
                  <a:lnTo>
                    <a:pt x="1431835" y="371058"/>
                  </a:lnTo>
                  <a:lnTo>
                    <a:pt x="1412486" y="366033"/>
                  </a:lnTo>
                  <a:lnTo>
                    <a:pt x="1393137" y="361010"/>
                  </a:lnTo>
                  <a:lnTo>
                    <a:pt x="1373788" y="355988"/>
                  </a:lnTo>
                  <a:lnTo>
                    <a:pt x="1354438" y="350967"/>
                  </a:lnTo>
                  <a:lnTo>
                    <a:pt x="1335089" y="345946"/>
                  </a:lnTo>
                  <a:lnTo>
                    <a:pt x="1315740" y="340926"/>
                  </a:lnTo>
                  <a:lnTo>
                    <a:pt x="1296391" y="335906"/>
                  </a:lnTo>
                  <a:lnTo>
                    <a:pt x="1277042" y="330888"/>
                  </a:lnTo>
                  <a:lnTo>
                    <a:pt x="1257693" y="325869"/>
                  </a:lnTo>
                  <a:lnTo>
                    <a:pt x="1238344" y="320851"/>
                  </a:lnTo>
                  <a:lnTo>
                    <a:pt x="1218995" y="315834"/>
                  </a:lnTo>
                  <a:lnTo>
                    <a:pt x="1199645" y="310816"/>
                  </a:lnTo>
                  <a:lnTo>
                    <a:pt x="1180296" y="305799"/>
                  </a:lnTo>
                  <a:lnTo>
                    <a:pt x="1160947" y="300783"/>
                  </a:lnTo>
                  <a:lnTo>
                    <a:pt x="1141598" y="295767"/>
                  </a:lnTo>
                  <a:lnTo>
                    <a:pt x="1122249" y="290751"/>
                  </a:lnTo>
                  <a:lnTo>
                    <a:pt x="1102900" y="285735"/>
                  </a:lnTo>
                  <a:lnTo>
                    <a:pt x="1083551" y="280719"/>
                  </a:lnTo>
                  <a:lnTo>
                    <a:pt x="1064202" y="275704"/>
                  </a:lnTo>
                  <a:lnTo>
                    <a:pt x="1044852" y="270689"/>
                  </a:lnTo>
                  <a:lnTo>
                    <a:pt x="1025503" y="265674"/>
                  </a:lnTo>
                  <a:lnTo>
                    <a:pt x="1006154" y="260659"/>
                  </a:lnTo>
                  <a:lnTo>
                    <a:pt x="986805" y="255645"/>
                  </a:lnTo>
                  <a:lnTo>
                    <a:pt x="967456" y="250630"/>
                  </a:lnTo>
                  <a:lnTo>
                    <a:pt x="948107" y="245616"/>
                  </a:lnTo>
                  <a:lnTo>
                    <a:pt x="928758" y="240602"/>
                  </a:lnTo>
                  <a:lnTo>
                    <a:pt x="909409" y="235588"/>
                  </a:lnTo>
                  <a:lnTo>
                    <a:pt x="890059" y="230574"/>
                  </a:lnTo>
                  <a:lnTo>
                    <a:pt x="870710" y="225560"/>
                  </a:lnTo>
                  <a:lnTo>
                    <a:pt x="851361" y="220546"/>
                  </a:lnTo>
                  <a:lnTo>
                    <a:pt x="832012" y="215533"/>
                  </a:lnTo>
                  <a:lnTo>
                    <a:pt x="812663" y="210519"/>
                  </a:lnTo>
                  <a:lnTo>
                    <a:pt x="793314" y="205506"/>
                  </a:lnTo>
                  <a:lnTo>
                    <a:pt x="773965" y="200492"/>
                  </a:lnTo>
                  <a:lnTo>
                    <a:pt x="754615" y="195479"/>
                  </a:lnTo>
                  <a:lnTo>
                    <a:pt x="735266" y="190466"/>
                  </a:lnTo>
                  <a:lnTo>
                    <a:pt x="715917" y="185453"/>
                  </a:lnTo>
                  <a:lnTo>
                    <a:pt x="696568" y="180440"/>
                  </a:lnTo>
                  <a:lnTo>
                    <a:pt x="677219" y="175427"/>
                  </a:lnTo>
                  <a:lnTo>
                    <a:pt x="657870" y="170414"/>
                  </a:lnTo>
                  <a:lnTo>
                    <a:pt x="638521" y="165401"/>
                  </a:lnTo>
                  <a:lnTo>
                    <a:pt x="619172" y="160388"/>
                  </a:lnTo>
                  <a:lnTo>
                    <a:pt x="599822" y="155376"/>
                  </a:lnTo>
                  <a:lnTo>
                    <a:pt x="580473" y="150363"/>
                  </a:lnTo>
                  <a:lnTo>
                    <a:pt x="561124" y="145350"/>
                  </a:lnTo>
                  <a:lnTo>
                    <a:pt x="541775" y="140338"/>
                  </a:lnTo>
                  <a:lnTo>
                    <a:pt x="522426" y="135325"/>
                  </a:lnTo>
                  <a:lnTo>
                    <a:pt x="503077" y="130313"/>
                  </a:lnTo>
                  <a:lnTo>
                    <a:pt x="483728" y="125300"/>
                  </a:lnTo>
                  <a:lnTo>
                    <a:pt x="464379" y="120288"/>
                  </a:lnTo>
                  <a:lnTo>
                    <a:pt x="445029" y="115276"/>
                  </a:lnTo>
                  <a:lnTo>
                    <a:pt x="425680" y="110263"/>
                  </a:lnTo>
                  <a:lnTo>
                    <a:pt x="406331" y="105251"/>
                  </a:lnTo>
                  <a:lnTo>
                    <a:pt x="386982" y="100239"/>
                  </a:lnTo>
                  <a:lnTo>
                    <a:pt x="367633" y="95227"/>
                  </a:lnTo>
                  <a:lnTo>
                    <a:pt x="348284" y="90214"/>
                  </a:lnTo>
                  <a:lnTo>
                    <a:pt x="328935" y="85202"/>
                  </a:lnTo>
                  <a:lnTo>
                    <a:pt x="309586" y="80190"/>
                  </a:lnTo>
                  <a:lnTo>
                    <a:pt x="290236" y="75178"/>
                  </a:lnTo>
                  <a:lnTo>
                    <a:pt x="270887" y="70166"/>
                  </a:lnTo>
                  <a:lnTo>
                    <a:pt x="251538" y="65154"/>
                  </a:lnTo>
                  <a:lnTo>
                    <a:pt x="232189" y="60142"/>
                  </a:lnTo>
                  <a:lnTo>
                    <a:pt x="212840" y="55130"/>
                  </a:lnTo>
                  <a:lnTo>
                    <a:pt x="193491" y="50118"/>
                  </a:lnTo>
                  <a:lnTo>
                    <a:pt x="174142" y="45106"/>
                  </a:lnTo>
                  <a:lnTo>
                    <a:pt x="154793" y="40094"/>
                  </a:lnTo>
                  <a:lnTo>
                    <a:pt x="135443" y="35082"/>
                  </a:lnTo>
                  <a:lnTo>
                    <a:pt x="116094" y="30070"/>
                  </a:lnTo>
                  <a:lnTo>
                    <a:pt x="96745" y="25058"/>
                  </a:lnTo>
                  <a:lnTo>
                    <a:pt x="77396" y="20047"/>
                  </a:lnTo>
                  <a:lnTo>
                    <a:pt x="58047" y="15035"/>
                  </a:lnTo>
                  <a:lnTo>
                    <a:pt x="38698" y="10023"/>
                  </a:lnTo>
                  <a:lnTo>
                    <a:pt x="19349" y="501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276679" y="1917283"/>
              <a:ext cx="3283695" cy="3680091"/>
            </a:xfrm>
            <a:custGeom>
              <a:avLst/>
              <a:pathLst>
                <a:path w="3283695" h="3680091">
                  <a:moveTo>
                    <a:pt x="0" y="3680091"/>
                  </a:moveTo>
                  <a:lnTo>
                    <a:pt x="5153" y="3674603"/>
                  </a:lnTo>
                  <a:lnTo>
                    <a:pt x="25267" y="3653186"/>
                  </a:lnTo>
                  <a:lnTo>
                    <a:pt x="45381" y="3631769"/>
                  </a:lnTo>
                  <a:lnTo>
                    <a:pt x="65495" y="3610351"/>
                  </a:lnTo>
                  <a:lnTo>
                    <a:pt x="85608" y="3588934"/>
                  </a:lnTo>
                  <a:lnTo>
                    <a:pt x="105722" y="3567516"/>
                  </a:lnTo>
                  <a:lnTo>
                    <a:pt x="125836" y="3546099"/>
                  </a:lnTo>
                  <a:lnTo>
                    <a:pt x="145950" y="3524682"/>
                  </a:lnTo>
                  <a:lnTo>
                    <a:pt x="166063" y="3503264"/>
                  </a:lnTo>
                  <a:lnTo>
                    <a:pt x="186177" y="3481847"/>
                  </a:lnTo>
                  <a:lnTo>
                    <a:pt x="206291" y="3460429"/>
                  </a:lnTo>
                  <a:lnTo>
                    <a:pt x="226405" y="3439012"/>
                  </a:lnTo>
                  <a:lnTo>
                    <a:pt x="246518" y="3417595"/>
                  </a:lnTo>
                  <a:lnTo>
                    <a:pt x="266632" y="3396177"/>
                  </a:lnTo>
                  <a:lnTo>
                    <a:pt x="286746" y="3374760"/>
                  </a:lnTo>
                  <a:lnTo>
                    <a:pt x="306860" y="3353342"/>
                  </a:lnTo>
                  <a:lnTo>
                    <a:pt x="326973" y="3331925"/>
                  </a:lnTo>
                  <a:lnTo>
                    <a:pt x="347087" y="3310507"/>
                  </a:lnTo>
                  <a:lnTo>
                    <a:pt x="367201" y="3289090"/>
                  </a:lnTo>
                  <a:lnTo>
                    <a:pt x="387315" y="3267672"/>
                  </a:lnTo>
                  <a:lnTo>
                    <a:pt x="407428" y="3246254"/>
                  </a:lnTo>
                  <a:lnTo>
                    <a:pt x="427542" y="3224837"/>
                  </a:lnTo>
                  <a:lnTo>
                    <a:pt x="447656" y="3203419"/>
                  </a:lnTo>
                  <a:lnTo>
                    <a:pt x="467770" y="3182002"/>
                  </a:lnTo>
                  <a:lnTo>
                    <a:pt x="487883" y="3160584"/>
                  </a:lnTo>
                  <a:lnTo>
                    <a:pt x="507997" y="3139166"/>
                  </a:lnTo>
                  <a:lnTo>
                    <a:pt x="528111" y="3117749"/>
                  </a:lnTo>
                  <a:lnTo>
                    <a:pt x="548225" y="3096331"/>
                  </a:lnTo>
                  <a:lnTo>
                    <a:pt x="568338" y="3074913"/>
                  </a:lnTo>
                  <a:lnTo>
                    <a:pt x="588452" y="3053496"/>
                  </a:lnTo>
                  <a:lnTo>
                    <a:pt x="608566" y="3032078"/>
                  </a:lnTo>
                  <a:lnTo>
                    <a:pt x="628680" y="3010660"/>
                  </a:lnTo>
                  <a:lnTo>
                    <a:pt x="648793" y="2989242"/>
                  </a:lnTo>
                  <a:lnTo>
                    <a:pt x="668907" y="2967824"/>
                  </a:lnTo>
                  <a:lnTo>
                    <a:pt x="689021" y="2946407"/>
                  </a:lnTo>
                  <a:lnTo>
                    <a:pt x="709135" y="2924989"/>
                  </a:lnTo>
                  <a:lnTo>
                    <a:pt x="729248" y="2903571"/>
                  </a:lnTo>
                  <a:lnTo>
                    <a:pt x="749362" y="2882153"/>
                  </a:lnTo>
                  <a:lnTo>
                    <a:pt x="769476" y="2860735"/>
                  </a:lnTo>
                  <a:lnTo>
                    <a:pt x="789590" y="2839317"/>
                  </a:lnTo>
                  <a:lnTo>
                    <a:pt x="809703" y="2817899"/>
                  </a:lnTo>
                  <a:lnTo>
                    <a:pt x="829817" y="2796480"/>
                  </a:lnTo>
                  <a:lnTo>
                    <a:pt x="849931" y="2775062"/>
                  </a:lnTo>
                  <a:lnTo>
                    <a:pt x="870045" y="2753644"/>
                  </a:lnTo>
                  <a:lnTo>
                    <a:pt x="890158" y="2732226"/>
                  </a:lnTo>
                  <a:lnTo>
                    <a:pt x="910272" y="2710807"/>
                  </a:lnTo>
                  <a:lnTo>
                    <a:pt x="930386" y="2689389"/>
                  </a:lnTo>
                  <a:lnTo>
                    <a:pt x="950500" y="2667971"/>
                  </a:lnTo>
                  <a:lnTo>
                    <a:pt x="970613" y="2646552"/>
                  </a:lnTo>
                  <a:lnTo>
                    <a:pt x="990727" y="2625134"/>
                  </a:lnTo>
                  <a:lnTo>
                    <a:pt x="1010841" y="2603715"/>
                  </a:lnTo>
                  <a:lnTo>
                    <a:pt x="1030955" y="2582296"/>
                  </a:lnTo>
                  <a:lnTo>
                    <a:pt x="1051068" y="2560877"/>
                  </a:lnTo>
                  <a:lnTo>
                    <a:pt x="1071182" y="2539458"/>
                  </a:lnTo>
                  <a:lnTo>
                    <a:pt x="1091296" y="2518039"/>
                  </a:lnTo>
                  <a:lnTo>
                    <a:pt x="1111410" y="2496620"/>
                  </a:lnTo>
                  <a:lnTo>
                    <a:pt x="1131523" y="2475201"/>
                  </a:lnTo>
                  <a:lnTo>
                    <a:pt x="1151637" y="2453782"/>
                  </a:lnTo>
                  <a:lnTo>
                    <a:pt x="1171751" y="2432362"/>
                  </a:lnTo>
                  <a:lnTo>
                    <a:pt x="1191865" y="2410943"/>
                  </a:lnTo>
                  <a:lnTo>
                    <a:pt x="1211978" y="2389523"/>
                  </a:lnTo>
                  <a:lnTo>
                    <a:pt x="1232092" y="2368103"/>
                  </a:lnTo>
                  <a:lnTo>
                    <a:pt x="1252206" y="2346683"/>
                  </a:lnTo>
                  <a:lnTo>
                    <a:pt x="1272320" y="2325263"/>
                  </a:lnTo>
                  <a:lnTo>
                    <a:pt x="1292433" y="2303842"/>
                  </a:lnTo>
                  <a:lnTo>
                    <a:pt x="1312547" y="2282421"/>
                  </a:lnTo>
                  <a:lnTo>
                    <a:pt x="1332661" y="2261000"/>
                  </a:lnTo>
                  <a:lnTo>
                    <a:pt x="1352775" y="2239579"/>
                  </a:lnTo>
                  <a:lnTo>
                    <a:pt x="1372888" y="2218157"/>
                  </a:lnTo>
                  <a:lnTo>
                    <a:pt x="1393002" y="2196735"/>
                  </a:lnTo>
                  <a:lnTo>
                    <a:pt x="1413116" y="2175313"/>
                  </a:lnTo>
                  <a:lnTo>
                    <a:pt x="1433230" y="2153890"/>
                  </a:lnTo>
                  <a:lnTo>
                    <a:pt x="1453343" y="2132466"/>
                  </a:lnTo>
                  <a:lnTo>
                    <a:pt x="1473457" y="2111042"/>
                  </a:lnTo>
                  <a:lnTo>
                    <a:pt x="1493571" y="2089617"/>
                  </a:lnTo>
                  <a:lnTo>
                    <a:pt x="1513685" y="2068192"/>
                  </a:lnTo>
                  <a:lnTo>
                    <a:pt x="1533798" y="2046765"/>
                  </a:lnTo>
                  <a:lnTo>
                    <a:pt x="1553912" y="2025338"/>
                  </a:lnTo>
                  <a:lnTo>
                    <a:pt x="1574026" y="2003909"/>
                  </a:lnTo>
                  <a:lnTo>
                    <a:pt x="1594140" y="1982478"/>
                  </a:lnTo>
                  <a:lnTo>
                    <a:pt x="1614253" y="1961046"/>
                  </a:lnTo>
                  <a:lnTo>
                    <a:pt x="1634367" y="1939611"/>
                  </a:lnTo>
                  <a:lnTo>
                    <a:pt x="1654481" y="1918174"/>
                  </a:lnTo>
                  <a:lnTo>
                    <a:pt x="1674595" y="1896733"/>
                  </a:lnTo>
                  <a:lnTo>
                    <a:pt x="1694708" y="1875288"/>
                  </a:lnTo>
                  <a:lnTo>
                    <a:pt x="1714822" y="1853837"/>
                  </a:lnTo>
                  <a:lnTo>
                    <a:pt x="1734936" y="1832378"/>
                  </a:lnTo>
                  <a:lnTo>
                    <a:pt x="1755050" y="1810908"/>
                  </a:lnTo>
                  <a:lnTo>
                    <a:pt x="1775163" y="1789423"/>
                  </a:lnTo>
                  <a:lnTo>
                    <a:pt x="1795277" y="1767915"/>
                  </a:lnTo>
                  <a:lnTo>
                    <a:pt x="1815391" y="1746371"/>
                  </a:lnTo>
                  <a:lnTo>
                    <a:pt x="1835505" y="1724766"/>
                  </a:lnTo>
                  <a:lnTo>
                    <a:pt x="1855618" y="1703052"/>
                  </a:lnTo>
                  <a:lnTo>
                    <a:pt x="1875732" y="1681132"/>
                  </a:lnTo>
                  <a:lnTo>
                    <a:pt x="1895846" y="1658830"/>
                  </a:lnTo>
                  <a:lnTo>
                    <a:pt x="1915960" y="1635979"/>
                  </a:lnTo>
                  <a:lnTo>
                    <a:pt x="1936073" y="1612621"/>
                  </a:lnTo>
                  <a:lnTo>
                    <a:pt x="1956187" y="1588949"/>
                  </a:lnTo>
                  <a:lnTo>
                    <a:pt x="1976301" y="1565110"/>
                  </a:lnTo>
                  <a:lnTo>
                    <a:pt x="1996415" y="1541182"/>
                  </a:lnTo>
                  <a:lnTo>
                    <a:pt x="2016528" y="1517204"/>
                  </a:lnTo>
                  <a:lnTo>
                    <a:pt x="2036642" y="1493195"/>
                  </a:lnTo>
                  <a:lnTo>
                    <a:pt x="2056756" y="1469167"/>
                  </a:lnTo>
                  <a:lnTo>
                    <a:pt x="2076870" y="1445124"/>
                  </a:lnTo>
                  <a:lnTo>
                    <a:pt x="2096983" y="1421072"/>
                  </a:lnTo>
                  <a:lnTo>
                    <a:pt x="2117097" y="1397013"/>
                  </a:lnTo>
                  <a:lnTo>
                    <a:pt x="2137211" y="1372949"/>
                  </a:lnTo>
                  <a:lnTo>
                    <a:pt x="2157325" y="1348881"/>
                  </a:lnTo>
                  <a:lnTo>
                    <a:pt x="2177438" y="1324809"/>
                  </a:lnTo>
                  <a:lnTo>
                    <a:pt x="2197552" y="1300735"/>
                  </a:lnTo>
                  <a:lnTo>
                    <a:pt x="2217666" y="1276658"/>
                  </a:lnTo>
                  <a:lnTo>
                    <a:pt x="2237780" y="1252580"/>
                  </a:lnTo>
                  <a:lnTo>
                    <a:pt x="2257893" y="1228500"/>
                  </a:lnTo>
                  <a:lnTo>
                    <a:pt x="2278007" y="1204420"/>
                  </a:lnTo>
                  <a:lnTo>
                    <a:pt x="2298121" y="1180338"/>
                  </a:lnTo>
                  <a:lnTo>
                    <a:pt x="2318235" y="1156255"/>
                  </a:lnTo>
                  <a:lnTo>
                    <a:pt x="2338348" y="1132172"/>
                  </a:lnTo>
                  <a:lnTo>
                    <a:pt x="2358462" y="1108087"/>
                  </a:lnTo>
                  <a:lnTo>
                    <a:pt x="2378576" y="1084003"/>
                  </a:lnTo>
                  <a:lnTo>
                    <a:pt x="2398690" y="1059918"/>
                  </a:lnTo>
                  <a:lnTo>
                    <a:pt x="2418803" y="1035832"/>
                  </a:lnTo>
                  <a:lnTo>
                    <a:pt x="2438917" y="1011746"/>
                  </a:lnTo>
                  <a:lnTo>
                    <a:pt x="2459031" y="987659"/>
                  </a:lnTo>
                  <a:lnTo>
                    <a:pt x="2479145" y="963573"/>
                  </a:lnTo>
                  <a:lnTo>
                    <a:pt x="2499258" y="939485"/>
                  </a:lnTo>
                  <a:lnTo>
                    <a:pt x="2519372" y="915398"/>
                  </a:lnTo>
                  <a:lnTo>
                    <a:pt x="2539486" y="891311"/>
                  </a:lnTo>
                  <a:lnTo>
                    <a:pt x="2559600" y="867223"/>
                  </a:lnTo>
                  <a:lnTo>
                    <a:pt x="2579713" y="843135"/>
                  </a:lnTo>
                  <a:lnTo>
                    <a:pt x="2599827" y="819047"/>
                  </a:lnTo>
                  <a:lnTo>
                    <a:pt x="2619941" y="794958"/>
                  </a:lnTo>
                  <a:lnTo>
                    <a:pt x="2640055" y="770870"/>
                  </a:lnTo>
                  <a:lnTo>
                    <a:pt x="2660168" y="746781"/>
                  </a:lnTo>
                  <a:lnTo>
                    <a:pt x="2680282" y="722693"/>
                  </a:lnTo>
                  <a:lnTo>
                    <a:pt x="2700396" y="698604"/>
                  </a:lnTo>
                  <a:lnTo>
                    <a:pt x="2720510" y="674515"/>
                  </a:lnTo>
                  <a:lnTo>
                    <a:pt x="2740623" y="650426"/>
                  </a:lnTo>
                  <a:lnTo>
                    <a:pt x="2760737" y="626337"/>
                  </a:lnTo>
                  <a:lnTo>
                    <a:pt x="2780851" y="602248"/>
                  </a:lnTo>
                  <a:lnTo>
                    <a:pt x="2800965" y="578158"/>
                  </a:lnTo>
                  <a:lnTo>
                    <a:pt x="2821078" y="554069"/>
                  </a:lnTo>
                  <a:lnTo>
                    <a:pt x="2841192" y="529979"/>
                  </a:lnTo>
                  <a:lnTo>
                    <a:pt x="2861306" y="505890"/>
                  </a:lnTo>
                  <a:lnTo>
                    <a:pt x="2881420" y="481800"/>
                  </a:lnTo>
                  <a:lnTo>
                    <a:pt x="2901533" y="457711"/>
                  </a:lnTo>
                  <a:lnTo>
                    <a:pt x="2921647" y="433621"/>
                  </a:lnTo>
                  <a:lnTo>
                    <a:pt x="2941761" y="409531"/>
                  </a:lnTo>
                  <a:lnTo>
                    <a:pt x="2961875" y="385441"/>
                  </a:lnTo>
                  <a:lnTo>
                    <a:pt x="2981988" y="361351"/>
                  </a:lnTo>
                  <a:lnTo>
                    <a:pt x="3002102" y="337262"/>
                  </a:lnTo>
                  <a:lnTo>
                    <a:pt x="3022216" y="313172"/>
                  </a:lnTo>
                  <a:lnTo>
                    <a:pt x="3042330" y="289082"/>
                  </a:lnTo>
                  <a:lnTo>
                    <a:pt x="3062443" y="264992"/>
                  </a:lnTo>
                  <a:lnTo>
                    <a:pt x="3082557" y="240902"/>
                  </a:lnTo>
                  <a:lnTo>
                    <a:pt x="3102671" y="216812"/>
                  </a:lnTo>
                  <a:lnTo>
                    <a:pt x="3122785" y="192721"/>
                  </a:lnTo>
                  <a:lnTo>
                    <a:pt x="3142898" y="168631"/>
                  </a:lnTo>
                  <a:lnTo>
                    <a:pt x="3163012" y="144541"/>
                  </a:lnTo>
                  <a:lnTo>
                    <a:pt x="3183126" y="120451"/>
                  </a:lnTo>
                  <a:lnTo>
                    <a:pt x="3203240" y="96361"/>
                  </a:lnTo>
                  <a:lnTo>
                    <a:pt x="3223353" y="72270"/>
                  </a:lnTo>
                  <a:lnTo>
                    <a:pt x="3243467" y="48180"/>
                  </a:lnTo>
                  <a:lnTo>
                    <a:pt x="3263581" y="24090"/>
                  </a:lnTo>
                  <a:lnTo>
                    <a:pt x="3283695" y="0"/>
                  </a:lnTo>
                  <a:lnTo>
                    <a:pt x="3283695" y="183727"/>
                  </a:lnTo>
                  <a:lnTo>
                    <a:pt x="3263581" y="205144"/>
                  </a:lnTo>
                  <a:lnTo>
                    <a:pt x="3243467" y="226562"/>
                  </a:lnTo>
                  <a:lnTo>
                    <a:pt x="3223353" y="247980"/>
                  </a:lnTo>
                  <a:lnTo>
                    <a:pt x="3203240" y="269398"/>
                  </a:lnTo>
                  <a:lnTo>
                    <a:pt x="3183126" y="290815"/>
                  </a:lnTo>
                  <a:lnTo>
                    <a:pt x="3163012" y="312233"/>
                  </a:lnTo>
                  <a:lnTo>
                    <a:pt x="3142898" y="333651"/>
                  </a:lnTo>
                  <a:lnTo>
                    <a:pt x="3122785" y="355069"/>
                  </a:lnTo>
                  <a:lnTo>
                    <a:pt x="3102671" y="376487"/>
                  </a:lnTo>
                  <a:lnTo>
                    <a:pt x="3082557" y="397905"/>
                  </a:lnTo>
                  <a:lnTo>
                    <a:pt x="3062443" y="419323"/>
                  </a:lnTo>
                  <a:lnTo>
                    <a:pt x="3042330" y="440741"/>
                  </a:lnTo>
                  <a:lnTo>
                    <a:pt x="3022216" y="462159"/>
                  </a:lnTo>
                  <a:lnTo>
                    <a:pt x="3002102" y="483577"/>
                  </a:lnTo>
                  <a:lnTo>
                    <a:pt x="2981988" y="504995"/>
                  </a:lnTo>
                  <a:lnTo>
                    <a:pt x="2961875" y="526413"/>
                  </a:lnTo>
                  <a:lnTo>
                    <a:pt x="2941761" y="547831"/>
                  </a:lnTo>
                  <a:lnTo>
                    <a:pt x="2921647" y="569249"/>
                  </a:lnTo>
                  <a:lnTo>
                    <a:pt x="2901533" y="590668"/>
                  </a:lnTo>
                  <a:lnTo>
                    <a:pt x="2881420" y="612086"/>
                  </a:lnTo>
                  <a:lnTo>
                    <a:pt x="2861306" y="633505"/>
                  </a:lnTo>
                  <a:lnTo>
                    <a:pt x="2841192" y="654923"/>
                  </a:lnTo>
                  <a:lnTo>
                    <a:pt x="2821078" y="676342"/>
                  </a:lnTo>
                  <a:lnTo>
                    <a:pt x="2800965" y="697760"/>
                  </a:lnTo>
                  <a:lnTo>
                    <a:pt x="2780851" y="719179"/>
                  </a:lnTo>
                  <a:lnTo>
                    <a:pt x="2760737" y="740598"/>
                  </a:lnTo>
                  <a:lnTo>
                    <a:pt x="2740623" y="762017"/>
                  </a:lnTo>
                  <a:lnTo>
                    <a:pt x="2720510" y="783436"/>
                  </a:lnTo>
                  <a:lnTo>
                    <a:pt x="2700396" y="804855"/>
                  </a:lnTo>
                  <a:lnTo>
                    <a:pt x="2680282" y="826274"/>
                  </a:lnTo>
                  <a:lnTo>
                    <a:pt x="2660168" y="847693"/>
                  </a:lnTo>
                  <a:lnTo>
                    <a:pt x="2640055" y="869113"/>
                  </a:lnTo>
                  <a:lnTo>
                    <a:pt x="2619941" y="890532"/>
                  </a:lnTo>
                  <a:lnTo>
                    <a:pt x="2599827" y="911952"/>
                  </a:lnTo>
                  <a:lnTo>
                    <a:pt x="2579713" y="933372"/>
                  </a:lnTo>
                  <a:lnTo>
                    <a:pt x="2559600" y="954792"/>
                  </a:lnTo>
                  <a:lnTo>
                    <a:pt x="2539486" y="976212"/>
                  </a:lnTo>
                  <a:lnTo>
                    <a:pt x="2519372" y="997632"/>
                  </a:lnTo>
                  <a:lnTo>
                    <a:pt x="2499258" y="1019053"/>
                  </a:lnTo>
                  <a:lnTo>
                    <a:pt x="2479145" y="1040474"/>
                  </a:lnTo>
                  <a:lnTo>
                    <a:pt x="2459031" y="1061895"/>
                  </a:lnTo>
                  <a:lnTo>
                    <a:pt x="2438917" y="1083317"/>
                  </a:lnTo>
                  <a:lnTo>
                    <a:pt x="2418803" y="1104739"/>
                  </a:lnTo>
                  <a:lnTo>
                    <a:pt x="2398690" y="1126161"/>
                  </a:lnTo>
                  <a:lnTo>
                    <a:pt x="2378576" y="1147584"/>
                  </a:lnTo>
                  <a:lnTo>
                    <a:pt x="2358462" y="1169007"/>
                  </a:lnTo>
                  <a:lnTo>
                    <a:pt x="2338348" y="1190431"/>
                  </a:lnTo>
                  <a:lnTo>
                    <a:pt x="2318235" y="1211856"/>
                  </a:lnTo>
                  <a:lnTo>
                    <a:pt x="2298121" y="1233281"/>
                  </a:lnTo>
                  <a:lnTo>
                    <a:pt x="2278007" y="1254707"/>
                  </a:lnTo>
                  <a:lnTo>
                    <a:pt x="2257893" y="1276134"/>
                  </a:lnTo>
                  <a:lnTo>
                    <a:pt x="2237780" y="1297563"/>
                  </a:lnTo>
                  <a:lnTo>
                    <a:pt x="2217666" y="1318993"/>
                  </a:lnTo>
                  <a:lnTo>
                    <a:pt x="2197552" y="1340424"/>
                  </a:lnTo>
                  <a:lnTo>
                    <a:pt x="2177438" y="1361858"/>
                  </a:lnTo>
                  <a:lnTo>
                    <a:pt x="2157325" y="1383294"/>
                  </a:lnTo>
                  <a:lnTo>
                    <a:pt x="2137211" y="1404734"/>
                  </a:lnTo>
                  <a:lnTo>
                    <a:pt x="2117097" y="1426177"/>
                  </a:lnTo>
                  <a:lnTo>
                    <a:pt x="2096983" y="1447626"/>
                  </a:lnTo>
                  <a:lnTo>
                    <a:pt x="2076870" y="1469082"/>
                  </a:lnTo>
                  <a:lnTo>
                    <a:pt x="2056756" y="1490548"/>
                  </a:lnTo>
                  <a:lnTo>
                    <a:pt x="2036642" y="1512027"/>
                  </a:lnTo>
                  <a:lnTo>
                    <a:pt x="2016528" y="1533527"/>
                  </a:lnTo>
                  <a:lnTo>
                    <a:pt x="1996415" y="1555057"/>
                  </a:lnTo>
                  <a:lnTo>
                    <a:pt x="1976301" y="1576637"/>
                  </a:lnTo>
                  <a:lnTo>
                    <a:pt x="1956187" y="1598306"/>
                  </a:lnTo>
                  <a:lnTo>
                    <a:pt x="1936073" y="1620142"/>
                  </a:lnTo>
                  <a:lnTo>
                    <a:pt x="1915960" y="1642292"/>
                  </a:lnTo>
                  <a:lnTo>
                    <a:pt x="1895846" y="1664949"/>
                  </a:lnTo>
                  <a:lnTo>
                    <a:pt x="1875732" y="1688155"/>
                  </a:lnTo>
                  <a:lnTo>
                    <a:pt x="1855618" y="1711743"/>
                  </a:lnTo>
                  <a:lnTo>
                    <a:pt x="1835505" y="1735537"/>
                  </a:lnTo>
                  <a:lnTo>
                    <a:pt x="1815391" y="1759440"/>
                  </a:lnTo>
                  <a:lnTo>
                    <a:pt x="1795277" y="1783404"/>
                  </a:lnTo>
                  <a:lnTo>
                    <a:pt x="1775163" y="1807404"/>
                  </a:lnTo>
                  <a:lnTo>
                    <a:pt x="1755050" y="1831427"/>
                  </a:lnTo>
                  <a:lnTo>
                    <a:pt x="1734936" y="1855465"/>
                  </a:lnTo>
                  <a:lnTo>
                    <a:pt x="1714822" y="1879514"/>
                  </a:lnTo>
                  <a:lnTo>
                    <a:pt x="1694708" y="1903571"/>
                  </a:lnTo>
                  <a:lnTo>
                    <a:pt x="1674595" y="1927634"/>
                  </a:lnTo>
                  <a:lnTo>
                    <a:pt x="1654481" y="1951701"/>
                  </a:lnTo>
                  <a:lnTo>
                    <a:pt x="1634367" y="1975772"/>
                  </a:lnTo>
                  <a:lnTo>
                    <a:pt x="1614253" y="1999845"/>
                  </a:lnTo>
                  <a:lnTo>
                    <a:pt x="1594140" y="2023921"/>
                  </a:lnTo>
                  <a:lnTo>
                    <a:pt x="1574026" y="2047998"/>
                  </a:lnTo>
                  <a:lnTo>
                    <a:pt x="1553912" y="2072078"/>
                  </a:lnTo>
                  <a:lnTo>
                    <a:pt x="1533798" y="2096158"/>
                  </a:lnTo>
                  <a:lnTo>
                    <a:pt x="1513685" y="2120239"/>
                  </a:lnTo>
                  <a:lnTo>
                    <a:pt x="1493571" y="2144322"/>
                  </a:lnTo>
                  <a:lnTo>
                    <a:pt x="1473457" y="2168405"/>
                  </a:lnTo>
                  <a:lnTo>
                    <a:pt x="1453343" y="2192489"/>
                  </a:lnTo>
                  <a:lnTo>
                    <a:pt x="1433230" y="2216574"/>
                  </a:lnTo>
                  <a:lnTo>
                    <a:pt x="1413116" y="2240659"/>
                  </a:lnTo>
                  <a:lnTo>
                    <a:pt x="1393002" y="2264744"/>
                  </a:lnTo>
                  <a:lnTo>
                    <a:pt x="1372888" y="2288830"/>
                  </a:lnTo>
                  <a:lnTo>
                    <a:pt x="1352775" y="2312916"/>
                  </a:lnTo>
                  <a:lnTo>
                    <a:pt x="1332661" y="2337003"/>
                  </a:lnTo>
                  <a:lnTo>
                    <a:pt x="1312547" y="2361090"/>
                  </a:lnTo>
                  <a:lnTo>
                    <a:pt x="1292433" y="2385177"/>
                  </a:lnTo>
                  <a:lnTo>
                    <a:pt x="1272320" y="2409265"/>
                  </a:lnTo>
                  <a:lnTo>
                    <a:pt x="1252206" y="2433352"/>
                  </a:lnTo>
                  <a:lnTo>
                    <a:pt x="1232092" y="2457440"/>
                  </a:lnTo>
                  <a:lnTo>
                    <a:pt x="1211978" y="2481528"/>
                  </a:lnTo>
                  <a:lnTo>
                    <a:pt x="1191865" y="2505617"/>
                  </a:lnTo>
                  <a:lnTo>
                    <a:pt x="1171751" y="2529705"/>
                  </a:lnTo>
                  <a:lnTo>
                    <a:pt x="1151637" y="2553794"/>
                  </a:lnTo>
                  <a:lnTo>
                    <a:pt x="1131523" y="2577882"/>
                  </a:lnTo>
                  <a:lnTo>
                    <a:pt x="1111410" y="2601971"/>
                  </a:lnTo>
                  <a:lnTo>
                    <a:pt x="1091296" y="2626060"/>
                  </a:lnTo>
                  <a:lnTo>
                    <a:pt x="1071182" y="2650149"/>
                  </a:lnTo>
                  <a:lnTo>
                    <a:pt x="1051068" y="2674238"/>
                  </a:lnTo>
                  <a:lnTo>
                    <a:pt x="1030955" y="2698327"/>
                  </a:lnTo>
                  <a:lnTo>
                    <a:pt x="1010841" y="2722417"/>
                  </a:lnTo>
                  <a:lnTo>
                    <a:pt x="990727" y="2746506"/>
                  </a:lnTo>
                  <a:lnTo>
                    <a:pt x="970613" y="2770595"/>
                  </a:lnTo>
                  <a:lnTo>
                    <a:pt x="950500" y="2794685"/>
                  </a:lnTo>
                  <a:lnTo>
                    <a:pt x="930386" y="2818774"/>
                  </a:lnTo>
                  <a:lnTo>
                    <a:pt x="910272" y="2842864"/>
                  </a:lnTo>
                  <a:lnTo>
                    <a:pt x="890158" y="2866954"/>
                  </a:lnTo>
                  <a:lnTo>
                    <a:pt x="870045" y="2891044"/>
                  </a:lnTo>
                  <a:lnTo>
                    <a:pt x="849931" y="2915133"/>
                  </a:lnTo>
                  <a:lnTo>
                    <a:pt x="829817" y="2939223"/>
                  </a:lnTo>
                  <a:lnTo>
                    <a:pt x="809703" y="2963313"/>
                  </a:lnTo>
                  <a:lnTo>
                    <a:pt x="789590" y="2987403"/>
                  </a:lnTo>
                  <a:lnTo>
                    <a:pt x="769476" y="3011493"/>
                  </a:lnTo>
                  <a:lnTo>
                    <a:pt x="749362" y="3035583"/>
                  </a:lnTo>
                  <a:lnTo>
                    <a:pt x="729248" y="3059673"/>
                  </a:lnTo>
                  <a:lnTo>
                    <a:pt x="709135" y="3083763"/>
                  </a:lnTo>
                  <a:lnTo>
                    <a:pt x="689021" y="3107853"/>
                  </a:lnTo>
                  <a:lnTo>
                    <a:pt x="668907" y="3131943"/>
                  </a:lnTo>
                  <a:lnTo>
                    <a:pt x="648793" y="3156033"/>
                  </a:lnTo>
                  <a:lnTo>
                    <a:pt x="628680" y="3180124"/>
                  </a:lnTo>
                  <a:lnTo>
                    <a:pt x="608566" y="3204214"/>
                  </a:lnTo>
                  <a:lnTo>
                    <a:pt x="588452" y="3228304"/>
                  </a:lnTo>
                  <a:lnTo>
                    <a:pt x="568338" y="3252394"/>
                  </a:lnTo>
                  <a:lnTo>
                    <a:pt x="548225" y="3276485"/>
                  </a:lnTo>
                  <a:lnTo>
                    <a:pt x="528111" y="3300575"/>
                  </a:lnTo>
                  <a:lnTo>
                    <a:pt x="507997" y="3324665"/>
                  </a:lnTo>
                  <a:lnTo>
                    <a:pt x="487883" y="3348756"/>
                  </a:lnTo>
                  <a:lnTo>
                    <a:pt x="467770" y="3372846"/>
                  </a:lnTo>
                  <a:lnTo>
                    <a:pt x="447656" y="3396936"/>
                  </a:lnTo>
                  <a:lnTo>
                    <a:pt x="427542" y="3421027"/>
                  </a:lnTo>
                  <a:lnTo>
                    <a:pt x="407428" y="3445117"/>
                  </a:lnTo>
                  <a:lnTo>
                    <a:pt x="387315" y="3469208"/>
                  </a:lnTo>
                  <a:lnTo>
                    <a:pt x="367201" y="3493298"/>
                  </a:lnTo>
                  <a:lnTo>
                    <a:pt x="347087" y="3517389"/>
                  </a:lnTo>
                  <a:lnTo>
                    <a:pt x="326973" y="3541479"/>
                  </a:lnTo>
                  <a:lnTo>
                    <a:pt x="306860" y="3565570"/>
                  </a:lnTo>
                  <a:lnTo>
                    <a:pt x="286746" y="3589660"/>
                  </a:lnTo>
                  <a:lnTo>
                    <a:pt x="266632" y="3613751"/>
                  </a:lnTo>
                  <a:lnTo>
                    <a:pt x="246518" y="3637841"/>
                  </a:lnTo>
                  <a:lnTo>
                    <a:pt x="226405" y="3661932"/>
                  </a:lnTo>
                  <a:lnTo>
                    <a:pt x="211243" y="3680091"/>
                  </a:lnTo>
                  <a:close/>
                </a:path>
              </a:pathLst>
            </a:custGeom>
            <a:solidFill>
              <a:srgbClr val="D53E4F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76679" y="1917283"/>
              <a:ext cx="3283695" cy="3680091"/>
            </a:xfrm>
            <a:custGeom>
              <a:avLst/>
              <a:pathLst>
                <a:path w="3283695" h="3680091">
                  <a:moveTo>
                    <a:pt x="0" y="3680091"/>
                  </a:moveTo>
                  <a:lnTo>
                    <a:pt x="5153" y="3674603"/>
                  </a:lnTo>
                  <a:lnTo>
                    <a:pt x="25267" y="3653186"/>
                  </a:lnTo>
                  <a:lnTo>
                    <a:pt x="45381" y="3631769"/>
                  </a:lnTo>
                  <a:lnTo>
                    <a:pt x="65495" y="3610351"/>
                  </a:lnTo>
                  <a:lnTo>
                    <a:pt x="85608" y="3588934"/>
                  </a:lnTo>
                  <a:lnTo>
                    <a:pt x="105722" y="3567516"/>
                  </a:lnTo>
                  <a:lnTo>
                    <a:pt x="125836" y="3546099"/>
                  </a:lnTo>
                  <a:lnTo>
                    <a:pt x="145950" y="3524682"/>
                  </a:lnTo>
                  <a:lnTo>
                    <a:pt x="166063" y="3503264"/>
                  </a:lnTo>
                  <a:lnTo>
                    <a:pt x="186177" y="3481847"/>
                  </a:lnTo>
                  <a:lnTo>
                    <a:pt x="206291" y="3460429"/>
                  </a:lnTo>
                  <a:lnTo>
                    <a:pt x="226405" y="3439012"/>
                  </a:lnTo>
                  <a:lnTo>
                    <a:pt x="246518" y="3417595"/>
                  </a:lnTo>
                  <a:lnTo>
                    <a:pt x="266632" y="3396177"/>
                  </a:lnTo>
                  <a:lnTo>
                    <a:pt x="286746" y="3374760"/>
                  </a:lnTo>
                  <a:lnTo>
                    <a:pt x="306860" y="3353342"/>
                  </a:lnTo>
                  <a:lnTo>
                    <a:pt x="326973" y="3331925"/>
                  </a:lnTo>
                  <a:lnTo>
                    <a:pt x="347087" y="3310507"/>
                  </a:lnTo>
                  <a:lnTo>
                    <a:pt x="367201" y="3289090"/>
                  </a:lnTo>
                  <a:lnTo>
                    <a:pt x="387315" y="3267672"/>
                  </a:lnTo>
                  <a:lnTo>
                    <a:pt x="407428" y="3246254"/>
                  </a:lnTo>
                  <a:lnTo>
                    <a:pt x="427542" y="3224837"/>
                  </a:lnTo>
                  <a:lnTo>
                    <a:pt x="447656" y="3203419"/>
                  </a:lnTo>
                  <a:lnTo>
                    <a:pt x="467770" y="3182002"/>
                  </a:lnTo>
                  <a:lnTo>
                    <a:pt x="487883" y="3160584"/>
                  </a:lnTo>
                  <a:lnTo>
                    <a:pt x="507997" y="3139166"/>
                  </a:lnTo>
                  <a:lnTo>
                    <a:pt x="528111" y="3117749"/>
                  </a:lnTo>
                  <a:lnTo>
                    <a:pt x="548225" y="3096331"/>
                  </a:lnTo>
                  <a:lnTo>
                    <a:pt x="568338" y="3074913"/>
                  </a:lnTo>
                  <a:lnTo>
                    <a:pt x="588452" y="3053496"/>
                  </a:lnTo>
                  <a:lnTo>
                    <a:pt x="608566" y="3032078"/>
                  </a:lnTo>
                  <a:lnTo>
                    <a:pt x="628680" y="3010660"/>
                  </a:lnTo>
                  <a:lnTo>
                    <a:pt x="648793" y="2989242"/>
                  </a:lnTo>
                  <a:lnTo>
                    <a:pt x="668907" y="2967824"/>
                  </a:lnTo>
                  <a:lnTo>
                    <a:pt x="689021" y="2946407"/>
                  </a:lnTo>
                  <a:lnTo>
                    <a:pt x="709135" y="2924989"/>
                  </a:lnTo>
                  <a:lnTo>
                    <a:pt x="729248" y="2903571"/>
                  </a:lnTo>
                  <a:lnTo>
                    <a:pt x="749362" y="2882153"/>
                  </a:lnTo>
                  <a:lnTo>
                    <a:pt x="769476" y="2860735"/>
                  </a:lnTo>
                  <a:lnTo>
                    <a:pt x="789590" y="2839317"/>
                  </a:lnTo>
                  <a:lnTo>
                    <a:pt x="809703" y="2817899"/>
                  </a:lnTo>
                  <a:lnTo>
                    <a:pt x="829817" y="2796480"/>
                  </a:lnTo>
                  <a:lnTo>
                    <a:pt x="849931" y="2775062"/>
                  </a:lnTo>
                  <a:lnTo>
                    <a:pt x="870045" y="2753644"/>
                  </a:lnTo>
                  <a:lnTo>
                    <a:pt x="890158" y="2732226"/>
                  </a:lnTo>
                  <a:lnTo>
                    <a:pt x="910272" y="2710807"/>
                  </a:lnTo>
                  <a:lnTo>
                    <a:pt x="930386" y="2689389"/>
                  </a:lnTo>
                  <a:lnTo>
                    <a:pt x="950500" y="2667971"/>
                  </a:lnTo>
                  <a:lnTo>
                    <a:pt x="970613" y="2646552"/>
                  </a:lnTo>
                  <a:lnTo>
                    <a:pt x="990727" y="2625134"/>
                  </a:lnTo>
                  <a:lnTo>
                    <a:pt x="1010841" y="2603715"/>
                  </a:lnTo>
                  <a:lnTo>
                    <a:pt x="1030955" y="2582296"/>
                  </a:lnTo>
                  <a:lnTo>
                    <a:pt x="1051068" y="2560877"/>
                  </a:lnTo>
                  <a:lnTo>
                    <a:pt x="1071182" y="2539458"/>
                  </a:lnTo>
                  <a:lnTo>
                    <a:pt x="1091296" y="2518039"/>
                  </a:lnTo>
                  <a:lnTo>
                    <a:pt x="1111410" y="2496620"/>
                  </a:lnTo>
                  <a:lnTo>
                    <a:pt x="1131523" y="2475201"/>
                  </a:lnTo>
                  <a:lnTo>
                    <a:pt x="1151637" y="2453782"/>
                  </a:lnTo>
                  <a:lnTo>
                    <a:pt x="1171751" y="2432362"/>
                  </a:lnTo>
                  <a:lnTo>
                    <a:pt x="1191865" y="2410943"/>
                  </a:lnTo>
                  <a:lnTo>
                    <a:pt x="1211978" y="2389523"/>
                  </a:lnTo>
                  <a:lnTo>
                    <a:pt x="1232092" y="2368103"/>
                  </a:lnTo>
                  <a:lnTo>
                    <a:pt x="1252206" y="2346683"/>
                  </a:lnTo>
                  <a:lnTo>
                    <a:pt x="1272320" y="2325263"/>
                  </a:lnTo>
                  <a:lnTo>
                    <a:pt x="1292433" y="2303842"/>
                  </a:lnTo>
                  <a:lnTo>
                    <a:pt x="1312547" y="2282421"/>
                  </a:lnTo>
                  <a:lnTo>
                    <a:pt x="1332661" y="2261000"/>
                  </a:lnTo>
                  <a:lnTo>
                    <a:pt x="1352775" y="2239579"/>
                  </a:lnTo>
                  <a:lnTo>
                    <a:pt x="1372888" y="2218157"/>
                  </a:lnTo>
                  <a:lnTo>
                    <a:pt x="1393002" y="2196735"/>
                  </a:lnTo>
                  <a:lnTo>
                    <a:pt x="1413116" y="2175313"/>
                  </a:lnTo>
                  <a:lnTo>
                    <a:pt x="1433230" y="2153890"/>
                  </a:lnTo>
                  <a:lnTo>
                    <a:pt x="1453343" y="2132466"/>
                  </a:lnTo>
                  <a:lnTo>
                    <a:pt x="1473457" y="2111042"/>
                  </a:lnTo>
                  <a:lnTo>
                    <a:pt x="1493571" y="2089617"/>
                  </a:lnTo>
                  <a:lnTo>
                    <a:pt x="1513685" y="2068192"/>
                  </a:lnTo>
                  <a:lnTo>
                    <a:pt x="1533798" y="2046765"/>
                  </a:lnTo>
                  <a:lnTo>
                    <a:pt x="1553912" y="2025338"/>
                  </a:lnTo>
                  <a:lnTo>
                    <a:pt x="1574026" y="2003909"/>
                  </a:lnTo>
                  <a:lnTo>
                    <a:pt x="1594140" y="1982478"/>
                  </a:lnTo>
                  <a:lnTo>
                    <a:pt x="1614253" y="1961046"/>
                  </a:lnTo>
                  <a:lnTo>
                    <a:pt x="1634367" y="1939611"/>
                  </a:lnTo>
                  <a:lnTo>
                    <a:pt x="1654481" y="1918174"/>
                  </a:lnTo>
                  <a:lnTo>
                    <a:pt x="1674595" y="1896733"/>
                  </a:lnTo>
                  <a:lnTo>
                    <a:pt x="1694708" y="1875288"/>
                  </a:lnTo>
                  <a:lnTo>
                    <a:pt x="1714822" y="1853837"/>
                  </a:lnTo>
                  <a:lnTo>
                    <a:pt x="1734936" y="1832378"/>
                  </a:lnTo>
                  <a:lnTo>
                    <a:pt x="1755050" y="1810908"/>
                  </a:lnTo>
                  <a:lnTo>
                    <a:pt x="1775163" y="1789423"/>
                  </a:lnTo>
                  <a:lnTo>
                    <a:pt x="1795277" y="1767915"/>
                  </a:lnTo>
                  <a:lnTo>
                    <a:pt x="1815391" y="1746371"/>
                  </a:lnTo>
                  <a:lnTo>
                    <a:pt x="1835505" y="1724766"/>
                  </a:lnTo>
                  <a:lnTo>
                    <a:pt x="1855618" y="1703052"/>
                  </a:lnTo>
                  <a:lnTo>
                    <a:pt x="1875732" y="1681132"/>
                  </a:lnTo>
                  <a:lnTo>
                    <a:pt x="1895846" y="1658830"/>
                  </a:lnTo>
                  <a:lnTo>
                    <a:pt x="1915960" y="1635979"/>
                  </a:lnTo>
                  <a:lnTo>
                    <a:pt x="1936073" y="1612621"/>
                  </a:lnTo>
                  <a:lnTo>
                    <a:pt x="1956187" y="1588949"/>
                  </a:lnTo>
                  <a:lnTo>
                    <a:pt x="1976301" y="1565110"/>
                  </a:lnTo>
                  <a:lnTo>
                    <a:pt x="1996415" y="1541182"/>
                  </a:lnTo>
                  <a:lnTo>
                    <a:pt x="2016528" y="1517204"/>
                  </a:lnTo>
                  <a:lnTo>
                    <a:pt x="2036642" y="1493195"/>
                  </a:lnTo>
                  <a:lnTo>
                    <a:pt x="2056756" y="1469167"/>
                  </a:lnTo>
                  <a:lnTo>
                    <a:pt x="2076870" y="1445124"/>
                  </a:lnTo>
                  <a:lnTo>
                    <a:pt x="2096983" y="1421072"/>
                  </a:lnTo>
                  <a:lnTo>
                    <a:pt x="2117097" y="1397013"/>
                  </a:lnTo>
                  <a:lnTo>
                    <a:pt x="2137211" y="1372949"/>
                  </a:lnTo>
                  <a:lnTo>
                    <a:pt x="2157325" y="1348881"/>
                  </a:lnTo>
                  <a:lnTo>
                    <a:pt x="2177438" y="1324809"/>
                  </a:lnTo>
                  <a:lnTo>
                    <a:pt x="2197552" y="1300735"/>
                  </a:lnTo>
                  <a:lnTo>
                    <a:pt x="2217666" y="1276658"/>
                  </a:lnTo>
                  <a:lnTo>
                    <a:pt x="2237780" y="1252580"/>
                  </a:lnTo>
                  <a:lnTo>
                    <a:pt x="2257893" y="1228500"/>
                  </a:lnTo>
                  <a:lnTo>
                    <a:pt x="2278007" y="1204420"/>
                  </a:lnTo>
                  <a:lnTo>
                    <a:pt x="2298121" y="1180338"/>
                  </a:lnTo>
                  <a:lnTo>
                    <a:pt x="2318235" y="1156255"/>
                  </a:lnTo>
                  <a:lnTo>
                    <a:pt x="2338348" y="1132172"/>
                  </a:lnTo>
                  <a:lnTo>
                    <a:pt x="2358462" y="1108087"/>
                  </a:lnTo>
                  <a:lnTo>
                    <a:pt x="2378576" y="1084003"/>
                  </a:lnTo>
                  <a:lnTo>
                    <a:pt x="2398690" y="1059918"/>
                  </a:lnTo>
                  <a:lnTo>
                    <a:pt x="2418803" y="1035832"/>
                  </a:lnTo>
                  <a:lnTo>
                    <a:pt x="2438917" y="1011746"/>
                  </a:lnTo>
                  <a:lnTo>
                    <a:pt x="2459031" y="987659"/>
                  </a:lnTo>
                  <a:lnTo>
                    <a:pt x="2479145" y="963573"/>
                  </a:lnTo>
                  <a:lnTo>
                    <a:pt x="2499258" y="939485"/>
                  </a:lnTo>
                  <a:lnTo>
                    <a:pt x="2519372" y="915398"/>
                  </a:lnTo>
                  <a:lnTo>
                    <a:pt x="2539486" y="891311"/>
                  </a:lnTo>
                  <a:lnTo>
                    <a:pt x="2559600" y="867223"/>
                  </a:lnTo>
                  <a:lnTo>
                    <a:pt x="2579713" y="843135"/>
                  </a:lnTo>
                  <a:lnTo>
                    <a:pt x="2599827" y="819047"/>
                  </a:lnTo>
                  <a:lnTo>
                    <a:pt x="2619941" y="794958"/>
                  </a:lnTo>
                  <a:lnTo>
                    <a:pt x="2640055" y="770870"/>
                  </a:lnTo>
                  <a:lnTo>
                    <a:pt x="2660168" y="746781"/>
                  </a:lnTo>
                  <a:lnTo>
                    <a:pt x="2680282" y="722693"/>
                  </a:lnTo>
                  <a:lnTo>
                    <a:pt x="2700396" y="698604"/>
                  </a:lnTo>
                  <a:lnTo>
                    <a:pt x="2720510" y="674515"/>
                  </a:lnTo>
                  <a:lnTo>
                    <a:pt x="2740623" y="650426"/>
                  </a:lnTo>
                  <a:lnTo>
                    <a:pt x="2760737" y="626337"/>
                  </a:lnTo>
                  <a:lnTo>
                    <a:pt x="2780851" y="602248"/>
                  </a:lnTo>
                  <a:lnTo>
                    <a:pt x="2800965" y="578158"/>
                  </a:lnTo>
                  <a:lnTo>
                    <a:pt x="2821078" y="554069"/>
                  </a:lnTo>
                  <a:lnTo>
                    <a:pt x="2841192" y="529979"/>
                  </a:lnTo>
                  <a:lnTo>
                    <a:pt x="2861306" y="505890"/>
                  </a:lnTo>
                  <a:lnTo>
                    <a:pt x="2881420" y="481800"/>
                  </a:lnTo>
                  <a:lnTo>
                    <a:pt x="2901533" y="457711"/>
                  </a:lnTo>
                  <a:lnTo>
                    <a:pt x="2921647" y="433621"/>
                  </a:lnTo>
                  <a:lnTo>
                    <a:pt x="2941761" y="409531"/>
                  </a:lnTo>
                  <a:lnTo>
                    <a:pt x="2961875" y="385441"/>
                  </a:lnTo>
                  <a:lnTo>
                    <a:pt x="2981988" y="361351"/>
                  </a:lnTo>
                  <a:lnTo>
                    <a:pt x="3002102" y="337262"/>
                  </a:lnTo>
                  <a:lnTo>
                    <a:pt x="3022216" y="313172"/>
                  </a:lnTo>
                  <a:lnTo>
                    <a:pt x="3042330" y="289082"/>
                  </a:lnTo>
                  <a:lnTo>
                    <a:pt x="3062443" y="264992"/>
                  </a:lnTo>
                  <a:lnTo>
                    <a:pt x="3082557" y="240902"/>
                  </a:lnTo>
                  <a:lnTo>
                    <a:pt x="3102671" y="216812"/>
                  </a:lnTo>
                  <a:lnTo>
                    <a:pt x="3122785" y="192721"/>
                  </a:lnTo>
                  <a:lnTo>
                    <a:pt x="3142898" y="168631"/>
                  </a:lnTo>
                  <a:lnTo>
                    <a:pt x="3163012" y="144541"/>
                  </a:lnTo>
                  <a:lnTo>
                    <a:pt x="3183126" y="120451"/>
                  </a:lnTo>
                  <a:lnTo>
                    <a:pt x="3203240" y="96361"/>
                  </a:lnTo>
                  <a:lnTo>
                    <a:pt x="3223353" y="72270"/>
                  </a:lnTo>
                  <a:lnTo>
                    <a:pt x="3243467" y="48180"/>
                  </a:lnTo>
                  <a:lnTo>
                    <a:pt x="3263581" y="24090"/>
                  </a:lnTo>
                  <a:lnTo>
                    <a:pt x="328369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487922" y="2101010"/>
              <a:ext cx="3072451" cy="3496364"/>
            </a:xfrm>
            <a:custGeom>
              <a:avLst/>
              <a:pathLst>
                <a:path w="3072451" h="3496364">
                  <a:moveTo>
                    <a:pt x="3072451" y="0"/>
                  </a:moveTo>
                  <a:lnTo>
                    <a:pt x="3052337" y="21417"/>
                  </a:lnTo>
                  <a:lnTo>
                    <a:pt x="3032224" y="42835"/>
                  </a:lnTo>
                  <a:lnTo>
                    <a:pt x="3012110" y="64253"/>
                  </a:lnTo>
                  <a:lnTo>
                    <a:pt x="2991996" y="85670"/>
                  </a:lnTo>
                  <a:lnTo>
                    <a:pt x="2971882" y="107088"/>
                  </a:lnTo>
                  <a:lnTo>
                    <a:pt x="2951769" y="128506"/>
                  </a:lnTo>
                  <a:lnTo>
                    <a:pt x="2931655" y="149924"/>
                  </a:lnTo>
                  <a:lnTo>
                    <a:pt x="2911541" y="171342"/>
                  </a:lnTo>
                  <a:lnTo>
                    <a:pt x="2891427" y="192760"/>
                  </a:lnTo>
                  <a:lnTo>
                    <a:pt x="2871314" y="214177"/>
                  </a:lnTo>
                  <a:lnTo>
                    <a:pt x="2851200" y="235595"/>
                  </a:lnTo>
                  <a:lnTo>
                    <a:pt x="2831086" y="257013"/>
                  </a:lnTo>
                  <a:lnTo>
                    <a:pt x="2810972" y="278431"/>
                  </a:lnTo>
                  <a:lnTo>
                    <a:pt x="2790859" y="299850"/>
                  </a:lnTo>
                  <a:lnTo>
                    <a:pt x="2770745" y="321268"/>
                  </a:lnTo>
                  <a:lnTo>
                    <a:pt x="2750631" y="342686"/>
                  </a:lnTo>
                  <a:lnTo>
                    <a:pt x="2730517" y="364104"/>
                  </a:lnTo>
                  <a:lnTo>
                    <a:pt x="2710404" y="385522"/>
                  </a:lnTo>
                  <a:lnTo>
                    <a:pt x="2690290" y="406941"/>
                  </a:lnTo>
                  <a:lnTo>
                    <a:pt x="2670176" y="428359"/>
                  </a:lnTo>
                  <a:lnTo>
                    <a:pt x="2650062" y="449777"/>
                  </a:lnTo>
                  <a:lnTo>
                    <a:pt x="2629949" y="471196"/>
                  </a:lnTo>
                  <a:lnTo>
                    <a:pt x="2609835" y="492614"/>
                  </a:lnTo>
                  <a:lnTo>
                    <a:pt x="2589721" y="514033"/>
                  </a:lnTo>
                  <a:lnTo>
                    <a:pt x="2569607" y="535452"/>
                  </a:lnTo>
                  <a:lnTo>
                    <a:pt x="2549494" y="556871"/>
                  </a:lnTo>
                  <a:lnTo>
                    <a:pt x="2529380" y="578289"/>
                  </a:lnTo>
                  <a:lnTo>
                    <a:pt x="2509266" y="599708"/>
                  </a:lnTo>
                  <a:lnTo>
                    <a:pt x="2489152" y="621127"/>
                  </a:lnTo>
                  <a:lnTo>
                    <a:pt x="2469039" y="642547"/>
                  </a:lnTo>
                  <a:lnTo>
                    <a:pt x="2448925" y="663966"/>
                  </a:lnTo>
                  <a:lnTo>
                    <a:pt x="2428811" y="685385"/>
                  </a:lnTo>
                  <a:lnTo>
                    <a:pt x="2408697" y="706805"/>
                  </a:lnTo>
                  <a:lnTo>
                    <a:pt x="2388584" y="728225"/>
                  </a:lnTo>
                  <a:lnTo>
                    <a:pt x="2368470" y="749645"/>
                  </a:lnTo>
                  <a:lnTo>
                    <a:pt x="2348356" y="771065"/>
                  </a:lnTo>
                  <a:lnTo>
                    <a:pt x="2328242" y="792485"/>
                  </a:lnTo>
                  <a:lnTo>
                    <a:pt x="2308129" y="813905"/>
                  </a:lnTo>
                  <a:lnTo>
                    <a:pt x="2288015" y="835326"/>
                  </a:lnTo>
                  <a:lnTo>
                    <a:pt x="2267901" y="856747"/>
                  </a:lnTo>
                  <a:lnTo>
                    <a:pt x="2247787" y="878168"/>
                  </a:lnTo>
                  <a:lnTo>
                    <a:pt x="2227674" y="899590"/>
                  </a:lnTo>
                  <a:lnTo>
                    <a:pt x="2207560" y="921012"/>
                  </a:lnTo>
                  <a:lnTo>
                    <a:pt x="2187446" y="942434"/>
                  </a:lnTo>
                  <a:lnTo>
                    <a:pt x="2167332" y="963857"/>
                  </a:lnTo>
                  <a:lnTo>
                    <a:pt x="2147219" y="985280"/>
                  </a:lnTo>
                  <a:lnTo>
                    <a:pt x="2127105" y="1006704"/>
                  </a:lnTo>
                  <a:lnTo>
                    <a:pt x="2106991" y="1028128"/>
                  </a:lnTo>
                  <a:lnTo>
                    <a:pt x="2086877" y="1049554"/>
                  </a:lnTo>
                  <a:lnTo>
                    <a:pt x="2066764" y="1070980"/>
                  </a:lnTo>
                  <a:lnTo>
                    <a:pt x="2046650" y="1092407"/>
                  </a:lnTo>
                  <a:lnTo>
                    <a:pt x="2026536" y="1113836"/>
                  </a:lnTo>
                  <a:lnTo>
                    <a:pt x="2006422" y="1135265"/>
                  </a:lnTo>
                  <a:lnTo>
                    <a:pt x="1986309" y="1156697"/>
                  </a:lnTo>
                  <a:lnTo>
                    <a:pt x="1966195" y="1178131"/>
                  </a:lnTo>
                  <a:lnTo>
                    <a:pt x="1946081" y="1199567"/>
                  </a:lnTo>
                  <a:lnTo>
                    <a:pt x="1925967" y="1221007"/>
                  </a:lnTo>
                  <a:lnTo>
                    <a:pt x="1905854" y="1242450"/>
                  </a:lnTo>
                  <a:lnTo>
                    <a:pt x="1885740" y="1263899"/>
                  </a:lnTo>
                  <a:lnTo>
                    <a:pt x="1865626" y="1285355"/>
                  </a:lnTo>
                  <a:lnTo>
                    <a:pt x="1845512" y="1306821"/>
                  </a:lnTo>
                  <a:lnTo>
                    <a:pt x="1825399" y="1328300"/>
                  </a:lnTo>
                  <a:lnTo>
                    <a:pt x="1805285" y="1349800"/>
                  </a:lnTo>
                  <a:lnTo>
                    <a:pt x="1785171" y="1371330"/>
                  </a:lnTo>
                  <a:lnTo>
                    <a:pt x="1765057" y="1392910"/>
                  </a:lnTo>
                  <a:lnTo>
                    <a:pt x="1744944" y="1414579"/>
                  </a:lnTo>
                  <a:lnTo>
                    <a:pt x="1724830" y="1436414"/>
                  </a:lnTo>
                  <a:lnTo>
                    <a:pt x="1704716" y="1458564"/>
                  </a:lnTo>
                  <a:lnTo>
                    <a:pt x="1684602" y="1481221"/>
                  </a:lnTo>
                  <a:lnTo>
                    <a:pt x="1664489" y="1504428"/>
                  </a:lnTo>
                  <a:lnTo>
                    <a:pt x="1644375" y="1528015"/>
                  </a:lnTo>
                  <a:lnTo>
                    <a:pt x="1624261" y="1551810"/>
                  </a:lnTo>
                  <a:lnTo>
                    <a:pt x="1604147" y="1575713"/>
                  </a:lnTo>
                  <a:lnTo>
                    <a:pt x="1584034" y="1599677"/>
                  </a:lnTo>
                  <a:lnTo>
                    <a:pt x="1563920" y="1623677"/>
                  </a:lnTo>
                  <a:lnTo>
                    <a:pt x="1543806" y="1647700"/>
                  </a:lnTo>
                  <a:lnTo>
                    <a:pt x="1523692" y="1671738"/>
                  </a:lnTo>
                  <a:lnTo>
                    <a:pt x="1503579" y="1695787"/>
                  </a:lnTo>
                  <a:lnTo>
                    <a:pt x="1483465" y="1719844"/>
                  </a:lnTo>
                  <a:lnTo>
                    <a:pt x="1463351" y="1743907"/>
                  </a:lnTo>
                  <a:lnTo>
                    <a:pt x="1443237" y="1767974"/>
                  </a:lnTo>
                  <a:lnTo>
                    <a:pt x="1423124" y="1792044"/>
                  </a:lnTo>
                  <a:lnTo>
                    <a:pt x="1403010" y="1816118"/>
                  </a:lnTo>
                  <a:lnTo>
                    <a:pt x="1382896" y="1840194"/>
                  </a:lnTo>
                  <a:lnTo>
                    <a:pt x="1362782" y="1864271"/>
                  </a:lnTo>
                  <a:lnTo>
                    <a:pt x="1342669" y="1888350"/>
                  </a:lnTo>
                  <a:lnTo>
                    <a:pt x="1322555" y="1912431"/>
                  </a:lnTo>
                  <a:lnTo>
                    <a:pt x="1302441" y="1936512"/>
                  </a:lnTo>
                  <a:lnTo>
                    <a:pt x="1282327" y="1960595"/>
                  </a:lnTo>
                  <a:lnTo>
                    <a:pt x="1262214" y="1984678"/>
                  </a:lnTo>
                  <a:lnTo>
                    <a:pt x="1242100" y="2008762"/>
                  </a:lnTo>
                  <a:lnTo>
                    <a:pt x="1221986" y="2032846"/>
                  </a:lnTo>
                  <a:lnTo>
                    <a:pt x="1201872" y="2056931"/>
                  </a:lnTo>
                  <a:lnTo>
                    <a:pt x="1181759" y="2081017"/>
                  </a:lnTo>
                  <a:lnTo>
                    <a:pt x="1161645" y="2105103"/>
                  </a:lnTo>
                  <a:lnTo>
                    <a:pt x="1141531" y="2129189"/>
                  </a:lnTo>
                  <a:lnTo>
                    <a:pt x="1121417" y="2153276"/>
                  </a:lnTo>
                  <a:lnTo>
                    <a:pt x="1101304" y="2177363"/>
                  </a:lnTo>
                  <a:lnTo>
                    <a:pt x="1081190" y="2201450"/>
                  </a:lnTo>
                  <a:lnTo>
                    <a:pt x="1061076" y="2225538"/>
                  </a:lnTo>
                  <a:lnTo>
                    <a:pt x="1040962" y="2249625"/>
                  </a:lnTo>
                  <a:lnTo>
                    <a:pt x="1020849" y="2273713"/>
                  </a:lnTo>
                  <a:lnTo>
                    <a:pt x="1000735" y="2297801"/>
                  </a:lnTo>
                  <a:lnTo>
                    <a:pt x="980621" y="2321890"/>
                  </a:lnTo>
                  <a:lnTo>
                    <a:pt x="960507" y="2345978"/>
                  </a:lnTo>
                  <a:lnTo>
                    <a:pt x="940394" y="2370066"/>
                  </a:lnTo>
                  <a:lnTo>
                    <a:pt x="920280" y="2394155"/>
                  </a:lnTo>
                  <a:lnTo>
                    <a:pt x="900166" y="2418244"/>
                  </a:lnTo>
                  <a:lnTo>
                    <a:pt x="880052" y="2442333"/>
                  </a:lnTo>
                  <a:lnTo>
                    <a:pt x="859939" y="2466422"/>
                  </a:lnTo>
                  <a:lnTo>
                    <a:pt x="839825" y="2490511"/>
                  </a:lnTo>
                  <a:lnTo>
                    <a:pt x="819711" y="2514600"/>
                  </a:lnTo>
                  <a:lnTo>
                    <a:pt x="799597" y="2538689"/>
                  </a:lnTo>
                  <a:lnTo>
                    <a:pt x="779484" y="2562779"/>
                  </a:lnTo>
                  <a:lnTo>
                    <a:pt x="759370" y="2586868"/>
                  </a:lnTo>
                  <a:lnTo>
                    <a:pt x="739256" y="2610958"/>
                  </a:lnTo>
                  <a:lnTo>
                    <a:pt x="719142" y="2635047"/>
                  </a:lnTo>
                  <a:lnTo>
                    <a:pt x="699029" y="2659137"/>
                  </a:lnTo>
                  <a:lnTo>
                    <a:pt x="678915" y="2683227"/>
                  </a:lnTo>
                  <a:lnTo>
                    <a:pt x="658801" y="2707316"/>
                  </a:lnTo>
                  <a:lnTo>
                    <a:pt x="638687" y="2731406"/>
                  </a:lnTo>
                  <a:lnTo>
                    <a:pt x="618574" y="2755496"/>
                  </a:lnTo>
                  <a:lnTo>
                    <a:pt x="598460" y="2779586"/>
                  </a:lnTo>
                  <a:lnTo>
                    <a:pt x="578346" y="2803676"/>
                  </a:lnTo>
                  <a:lnTo>
                    <a:pt x="558232" y="2827766"/>
                  </a:lnTo>
                  <a:lnTo>
                    <a:pt x="538119" y="2851856"/>
                  </a:lnTo>
                  <a:lnTo>
                    <a:pt x="518005" y="2875946"/>
                  </a:lnTo>
                  <a:lnTo>
                    <a:pt x="497891" y="2900036"/>
                  </a:lnTo>
                  <a:lnTo>
                    <a:pt x="477777" y="2924126"/>
                  </a:lnTo>
                  <a:lnTo>
                    <a:pt x="457664" y="2948216"/>
                  </a:lnTo>
                  <a:lnTo>
                    <a:pt x="437550" y="2972306"/>
                  </a:lnTo>
                  <a:lnTo>
                    <a:pt x="417436" y="2996396"/>
                  </a:lnTo>
                  <a:lnTo>
                    <a:pt x="397322" y="3020487"/>
                  </a:lnTo>
                  <a:lnTo>
                    <a:pt x="377209" y="3044577"/>
                  </a:lnTo>
                  <a:lnTo>
                    <a:pt x="357095" y="3068667"/>
                  </a:lnTo>
                  <a:lnTo>
                    <a:pt x="336981" y="3092758"/>
                  </a:lnTo>
                  <a:lnTo>
                    <a:pt x="316867" y="3116848"/>
                  </a:lnTo>
                  <a:lnTo>
                    <a:pt x="296754" y="3140938"/>
                  </a:lnTo>
                  <a:lnTo>
                    <a:pt x="276640" y="3165029"/>
                  </a:lnTo>
                  <a:lnTo>
                    <a:pt x="256526" y="3189119"/>
                  </a:lnTo>
                  <a:lnTo>
                    <a:pt x="236412" y="3213209"/>
                  </a:lnTo>
                  <a:lnTo>
                    <a:pt x="216299" y="3237300"/>
                  </a:lnTo>
                  <a:lnTo>
                    <a:pt x="196185" y="3261390"/>
                  </a:lnTo>
                  <a:lnTo>
                    <a:pt x="176071" y="3285481"/>
                  </a:lnTo>
                  <a:lnTo>
                    <a:pt x="155957" y="3309571"/>
                  </a:lnTo>
                  <a:lnTo>
                    <a:pt x="135844" y="3333662"/>
                  </a:lnTo>
                  <a:lnTo>
                    <a:pt x="115730" y="3357752"/>
                  </a:lnTo>
                  <a:lnTo>
                    <a:pt x="95616" y="3381843"/>
                  </a:lnTo>
                  <a:lnTo>
                    <a:pt x="75502" y="3405933"/>
                  </a:lnTo>
                  <a:lnTo>
                    <a:pt x="55389" y="3430024"/>
                  </a:lnTo>
                  <a:lnTo>
                    <a:pt x="35275" y="3454114"/>
                  </a:lnTo>
                  <a:lnTo>
                    <a:pt x="15161" y="3478205"/>
                  </a:lnTo>
                  <a:lnTo>
                    <a:pt x="0" y="34963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131309" y="3555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179633" y="35500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137988" y="35514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191699" y="3563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155173" y="3602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241159" y="35951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082869" y="3585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125279" y="3561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83426" y="37582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08883" y="3549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156320" y="3562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175928" y="35740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150983" y="3568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155151" y="35622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5144044" y="35339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085184" y="35585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098056" y="3536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053496" y="3545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116517" y="3565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085101" y="35486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121098" y="3543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5117450" y="35641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106982" y="3586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141068" y="3559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147213" y="35387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97743" y="35762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186154" y="3573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187614" y="35301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105752" y="3552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137014" y="3551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156827" y="35861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127492" y="35521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163148" y="3574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075540" y="3565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213280" y="3578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087784" y="3553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096965" y="3565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078631" y="3582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118100" y="35529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070532" y="3559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347956" y="35572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120703" y="35679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105523" y="35631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209366" y="3557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031715" y="3542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060548" y="35574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046537" y="38187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133686" y="3577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134797" y="3583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141966" y="35683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123599" y="3532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186299" y="35904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155572" y="3570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03196" y="3556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020251" y="3565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229458" y="35711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119019" y="35560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224694" y="3539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166254" y="35199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201214" y="3527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176081" y="35751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5208543" y="3548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098772" y="3472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039985" y="35505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129465" y="35568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294566" y="35838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163551" y="3556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182628" y="35676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168536" y="3551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100426" y="35510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5195772" y="3562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120534" y="3562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156388" y="3523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176800" y="3560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130726" y="3543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061332" y="3534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065732" y="35662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173623" y="35610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116944" y="3533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126544" y="3564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237051" y="3558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187378" y="3590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094819" y="3550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162710" y="35494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151785" y="3561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214861" y="35654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115472" y="3570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073189" y="35637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100906" y="35479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054410" y="3544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967551" y="35481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130673" y="35540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132680" y="3510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134402" y="35565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166856" y="3537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253046" y="3544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160563" y="35706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119526" y="35567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184561" y="3530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38979" y="3527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119727" y="35671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882398" y="35875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84729" y="35782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043715" y="35559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046177" y="35529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337951" y="3566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060889" y="3567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092870" y="35670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962224" y="3556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163080" y="35796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049969" y="3559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256256" y="35593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160655" y="35683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231382" y="3568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266799" y="35645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246641" y="35571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195501" y="3520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291392" y="3540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104778" y="3538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207475" y="35532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159761" y="35726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130360" y="3590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89503" y="35482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179698" y="3552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077865" y="3459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054349" y="3554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5164002" y="35574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148960" y="3534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121734" y="35775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195279" y="3603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211941" y="3574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5143449" y="3571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5102651" y="3529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151644" y="3564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133086" y="3486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51474" y="35864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152263" y="3570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235510" y="36207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099888" y="3553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5071283" y="3543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109980" y="35239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061812" y="35658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116227" y="3536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5024275" y="3579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231204" y="35533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118161" y="35601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120313" y="35611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160458" y="3554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190637" y="35608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162564" y="3574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182715" y="3580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154565" y="3572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108152" y="3550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122114" y="38282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197752" y="35949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165396" y="35771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111369" y="3586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351003" y="3560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164112" y="35341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113517" y="35028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249336" y="3556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065805" y="35707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088397" y="3578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468883" y="3651238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5083202" y="3544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085021" y="35517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135263" y="3556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5117332" y="35527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091106" y="3562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122306" y="35162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096267" y="35332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186258" y="35760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5183613" y="3546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269458" y="35327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179262" y="35472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174584" y="3560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5107317" y="35742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216926" y="35497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173974" y="35241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288117" y="35441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263743" y="35581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222757" y="35645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267117" y="3547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122884" y="35869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205139" y="35446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152383" y="3576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184861" y="3558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094163" y="3596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5214519" y="3510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569537" y="3590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117585" y="35567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142457" y="35773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5107813" y="3551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178378" y="35638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5144517" y="35714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5295896" y="3558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080979" y="3545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287748" y="35618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130309" y="3565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926" y="35420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5133341" y="3569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5130087" y="3552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078997" y="3545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092743" y="3554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022363" y="3546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928225" y="35184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030776" y="35337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137396" y="3547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192801" y="36298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5119168" y="3553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151865" y="35880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048836" y="35728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164539" y="35641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160159" y="3558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264038" y="3546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202464" y="35617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144442" y="35619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248185" y="36039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279770" y="36489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201160" y="35618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092760" y="3549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149206" y="3566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161694" y="3523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77086" y="3531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095738" y="3557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136922" y="3564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137559" y="35603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152411" y="35312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171051" y="3565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013956" y="3592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122210" y="35060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087535" y="35276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028454" y="35644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142245" y="35731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128661" y="35287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047788" y="3606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099565" y="35732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073493" y="3580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138413" y="35891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222583" y="3569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068221" y="3557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154077" y="3593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966676" y="3614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076440" y="35676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148624" y="35646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090369" y="3569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5121005" y="35672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113159" y="3575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997897" y="35999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158942" y="35540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183333" y="3545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107680" y="3576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107968" y="35591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231741" y="3549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155131" y="35496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122521" y="35476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96540" y="35830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080286" y="36645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5059296" y="35593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127269" y="35510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142125" y="3549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195977" y="35514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180960" y="35530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167711" y="3532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114958" y="34928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127389" y="34781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119707" y="3529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139421" y="34945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143337" y="35352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206062" y="3553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110575" y="35688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11412" y="35142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5127384" y="3549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197994" y="3528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149732" y="35598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190780" y="35799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083148" y="3559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114611" y="3556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100023" y="3546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5266742" y="35585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070434" y="35582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986473" y="372337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166757" y="35588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116607" y="35643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5231587" y="3747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05987" y="3543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203683" y="35148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5036841" y="3539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000385" y="35480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5211729" y="3531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06259" y="3543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5155119" y="3541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5144832" y="3566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5071941" y="35012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184521" y="35509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143520" y="3569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211713" y="3554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5101887" y="35499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234190" y="3551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097166" y="35512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5144306" y="3591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5175169" y="35864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115115" y="3568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157733" y="35412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056086" y="35519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5099095" y="3583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56191" y="37921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085123" y="35476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5214164" y="36323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866312" y="351897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5117142" y="35347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076565" y="3543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122597" y="3554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5106071" y="35536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08363" y="35587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5054948" y="3553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120762" y="3509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5187975" y="35664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5223575" y="3557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210414" y="35626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011656" y="367128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5181364" y="3589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5084770" y="3562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5197344" y="35407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154489" y="3576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5074879" y="35931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5149278" y="3577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190975" y="35557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5271857" y="36104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049995" y="35478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5121328" y="3554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083256" y="35607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5022566" y="3554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5148866" y="35595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41431" y="3568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5225265" y="35500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5054839" y="35423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040328" y="35395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128446" y="35470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145757" y="3571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5102366" y="3583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5094377" y="35601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5150103" y="3558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5196785" y="35658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127877" y="3581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5162473" y="35730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5149397" y="3568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5119587" y="3517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5137534" y="3551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114602" y="3540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5167169" y="35433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34405" y="35348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5129361" y="3562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5233019" y="35681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5213966" y="3488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143776" y="35381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5025035" y="35667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097488" y="3501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094918" y="35629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5136837" y="3549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5148277" y="3615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5118260" y="35184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118875" y="35627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138372" y="3604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5110339" y="35649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5092013" y="35765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5068758" y="3572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164149" y="35818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144195" y="3538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5043478" y="3553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129770" y="3550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5074323" y="35481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5132228" y="35730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5263111" y="35450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5029082" y="3539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133576" y="35580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384449" y="35689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5088947" y="3467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5140655" y="35420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5196754" y="3556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5121766" y="3594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5085566" y="3611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5172291" y="35881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5281247" y="35255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5082008" y="3548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5164757" y="35931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074090" y="35579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096386" y="35665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215769" y="35637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5146258" y="35524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5151708" y="31390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5218423" y="35501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5146919" y="3587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155694" y="3529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067705" y="35860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151763" y="3609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260210" y="35567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184739" y="35648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104120" y="3537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16668" y="3551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155386" y="35353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112220" y="35066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164979" y="35696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195674" y="36430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5128357" y="36024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5124294" y="3563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5105792" y="3538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94118" y="35534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5104086" y="35194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5035054" y="3543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082439" y="3593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113081" y="3557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5036978" y="35338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030015" y="35394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5211233" y="3564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5231086" y="3556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121147" y="3543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5114950" y="35537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151546" y="3579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5126072" y="35311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5120778" y="3484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194124" y="37446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191409" y="35637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5065533" y="3551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5157069" y="35644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076915" y="35555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5078268" y="3553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5162074" y="3543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4976761" y="3549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5022752" y="35646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142972" y="3571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5088951" y="35740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128227" y="35340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115150" y="3555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5190814" y="3548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051373" y="35535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5157402" y="36241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47656" y="35816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5177361" y="35839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5156661" y="37016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134599" y="3616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91990" y="35752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116376" y="35362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139238" y="35627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5209019" y="35477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5083667" y="3539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159947" y="35455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975756" y="3680720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994160" y="35566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5023714" y="3538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083520" y="3624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5076040" y="35417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163535" y="35597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170389" y="35433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5219899" y="3536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5153195" y="35268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5100233" y="3543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5123314" y="3563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179264" y="35395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5215757" y="35584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5181754" y="35614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5198428" y="35539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5209357" y="3591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5062482" y="35901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5108457" y="3590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229293" y="35423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5145026" y="3577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5211324" y="3561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5026159" y="3560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5172340" y="3551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141980" y="3574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52194" y="3621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108579" y="35576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5096959" y="35343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5322446" y="35771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107409" y="36778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5205940" y="35744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5117800" y="3552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5131461" y="35537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69032" y="3550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5152233" y="3552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5241265" y="3550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5141656" y="35502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5095468" y="35861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5211132" y="3513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5212489" y="35365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5223416" y="3616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170313" y="35553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38826" y="35834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5043195" y="38187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5152778" y="38009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168650" y="35356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186981" y="3582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363904" y="35658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083466" y="3569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145950" y="3525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5154306" y="35533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5184275" y="35567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5094533" y="35515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5108039" y="3550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954972" y="3576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5058969" y="3560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243157" y="3541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79103" y="35460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5134685" y="3556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118472" y="3555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5199740" y="3591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5204935" y="3557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056062" y="35545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123876" y="3569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5336452" y="3846032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117762" y="3562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5083336" y="3599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110431" y="3675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5116929" y="35538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5172641" y="35819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5091859" y="35818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5210677" y="3564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5079232" y="35574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5022560" y="3565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5141489" y="3561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5117647" y="3566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5085403" y="35940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080506" y="3585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5256986" y="35682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5144252" y="3558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135085" y="3667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5133295" y="3565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5157614" y="3578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5232390" y="35853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5028025" y="3583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5118058" y="35637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5093734" y="3545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5100990" y="3556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152045" y="35320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5118024" y="3601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5133892" y="35706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5155113" y="3555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5111112" y="35501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5127116" y="35467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5127299" y="36339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147682" y="35495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5100422" y="35526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5259112" y="3502979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5217807" y="35530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019225" y="3574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5107149" y="3567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5076490" y="35763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5092829" y="35626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5076698" y="35681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5098482" y="34619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5145540" y="35489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048949" y="36045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5264092" y="3562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5132280" y="35695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5116774" y="3580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5094079" y="35391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5115363" y="3585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5207216" y="35469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5092176" y="35454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5212754" y="35573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5203289" y="3567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5147496" y="35705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5194949" y="35318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5111782" y="3565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141946" y="35504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130391" y="35897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5164737" y="3466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5197392" y="35889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5174143" y="35954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5089469" y="3554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115150" y="35631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171519" y="3561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5130044" y="35650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125848" y="3544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174984" y="35697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185146" y="3562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5187968" y="35502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5127236" y="3564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5037461" y="35457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5029503" y="35383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5168199" y="3566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5150477" y="3533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095538" y="37355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5100782" y="3638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5155501" y="3698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5200623" y="35523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5175406" y="35655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970479" y="35427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5231331" y="3535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5122741" y="35495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5149227" y="3558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5112119" y="35641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5145805" y="35798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083726" y="3530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157842" y="3558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5035872" y="35447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5147306" y="3568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5142116" y="3561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5146769" y="35513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5103937" y="35463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5169174" y="36053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5137198" y="35717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5173330" y="3478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5188792" y="3623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5191678" y="36000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5006441" y="35752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5227901" y="35690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5165570" y="3533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5150418" y="34821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5182767" y="3603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5084137" y="35704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5062480" y="35527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5024151" y="35619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5219320" y="35474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713930" y="35872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166724" y="3540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5102158" y="3560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150800" y="3561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22171" y="3597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929472" y="3545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146836" y="35552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172205" y="3579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5217769" y="35727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32965" y="3623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5123123" y="35609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5183551" y="3790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5123894" y="3553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5125570" y="3552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164355" y="3619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5130624" y="3639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5100865" y="3571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5163735" y="3536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128474" y="3571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143589" y="35745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5062187" y="3562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5169683" y="35520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190806" y="3525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022032" y="35759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4958699" y="3580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5224178" y="3562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068775" y="35697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118230" y="3550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5159456" y="35290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5030049" y="35493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5307933" y="3575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036581" y="3559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5193178" y="35588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5079401" y="35712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5121954" y="35588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5162118" y="35638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5139948" y="3566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184689" y="3551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5108712" y="35700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5201086" y="35560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126057" y="3498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5189073" y="35612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5170597" y="3539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160050" y="3552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107408" y="3619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219971" y="3558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5145320" y="3567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5115072" y="35198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188791" y="35406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104230" y="35847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5090649" y="3552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186426" y="3550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5201004" y="3589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5146322" y="35777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5197916" y="35846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5068679" y="35618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153139" y="35316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5074101" y="35264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5039600" y="3531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5139792" y="34663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5151894" y="3504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5172330" y="37452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5133384" y="35287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5167693" y="3549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122435" y="3528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123190" y="3582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5150673" y="3542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5117594" y="3578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5178427" y="38212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125832" y="3634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5054984" y="3573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5116325" y="35381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052145" y="35478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206418" y="3624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5068117" y="35743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138631" y="35498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5150752" y="3566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5051323" y="3563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104929" y="35909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08757" y="35506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5353519" y="3561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5261775" y="3570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5147841" y="35637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5095564" y="35659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093896" y="3611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5159637" y="3954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5324914" y="363019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5114600" y="35820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5211598" y="35901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063507" y="35340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048547" y="3589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159864" y="3562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5174493" y="35268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5205684" y="3539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236610" y="35765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183241" y="3527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176842" y="3562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135703" y="3569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046337" y="3448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099094" y="3568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5158749" y="3565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5052874" y="35696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143368" y="36194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5145877" y="35753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182644" y="3541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5198076" y="3571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5164877" y="35619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157039" y="3552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5156928" y="3555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5241804" y="35522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5142248" y="3564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120693" y="35522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978336" y="35616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5112424" y="3554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5260340" y="3568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5095558" y="3589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5175534" y="3568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5266905" y="3927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091896" y="3530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071932" y="35708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5165583" y="35432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5252482" y="35652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5241342" y="35173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5234907" y="3569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5170223" y="3573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068184" y="35582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5196908" y="35580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5261883" y="35567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5282070" y="3569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5135636" y="35676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5176068" y="35492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321934" y="35655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5208" y="35596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5105495" y="3549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5163966" y="35237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184128" y="35895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5059872" y="35786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5207812" y="35343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5182516" y="35617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5116383" y="35558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241951" y="3544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98695" y="3539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5139198" y="3557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5096129" y="3550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5063061" y="35417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5284284" y="35807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5196861" y="36407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5089398" y="35538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5180103" y="3642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5033238" y="35498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954882" y="35383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5157097" y="35266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5168351" y="35412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191713" y="35456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94123" y="35525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61285" y="36189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195213" y="35509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5151236" y="36148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340160" y="362636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5248844" y="36000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5153666" y="3560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5244251" y="3520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161130" y="3562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5219738" y="3583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5163400" y="3558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5176975" y="3564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5118041" y="35547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5261038" y="35456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170483" y="35482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5078302" y="3521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5151228" y="35516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5144945" y="3535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079113" y="3546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118731" y="35446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155780" y="35827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5154770" y="35402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064051" y="3539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179788" y="35520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5125137" y="35664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5300353" y="381047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5149405" y="35703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5118173" y="36394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099289" y="34847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5178428" y="3873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5123278" y="35576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219286" y="35638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5204643" y="35414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5069177" y="35772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5128824" y="3570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146236" y="35551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5216545" y="35846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5062437" y="35359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5097446" y="3539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5075426" y="35572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5216785" y="3570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5190469" y="36109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5097681" y="3595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5133117" y="3564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5181092" y="3535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5079163" y="3535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5176495" y="3430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5108217" y="3530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5088237" y="35353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5116916" y="35569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5135145" y="35452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224234" y="3549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5173970" y="3558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5165260" y="3549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5242422" y="35580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169437" y="3500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5189091" y="35733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5182803" y="35411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5162875" y="3544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175238" y="35503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178846" y="35605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5118958" y="3552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5098633" y="35503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261648" y="33801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5065519" y="36580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5126599" y="35790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5182602" y="3547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5126491" y="35564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5244443" y="35417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5230170" y="35509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139309" y="3550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243390" y="3577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5244344" y="36557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196147" y="3581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064056" y="3569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235722" y="35461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5132066" y="3557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5074352" y="3533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5103282" y="3568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122820" y="35786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5115764" y="3550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5116066" y="3556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5244375" y="3560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5122108" y="3559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246427" y="35507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140303" y="35458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5087240" y="35513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218959" y="35519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5044949" y="35616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5148766" y="35731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5103755" y="35418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5144478" y="35581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5191026" y="3556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297416" y="3576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5229727" y="3534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5077840" y="3553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266575" y="36249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117997" y="3550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5090837" y="35537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093688" y="35882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168448" y="35947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5195142" y="3652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274827" y="3597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5199533" y="3571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138624" y="3559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116169" y="35718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070040" y="3594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076809" y="35657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5128402" y="35523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5030580" y="35923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5164626" y="3573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5192992" y="35562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5272781" y="35452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5128001" y="35162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5196437" y="3548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5128349" y="3559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5159575" y="35588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5126196" y="35600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5222261" y="3560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5081379" y="35566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5195158" y="35387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5196877" y="3539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5074900" y="3617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5207104" y="3541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171197" y="3552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5200162" y="3534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198123" y="35433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5090135" y="35499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5043505" y="35732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5102803" y="3566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5062255" y="35061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5018727" y="3549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5104626" y="35636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5020820" y="3581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225605" y="3552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5178770" y="35777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5075764" y="35574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5154762" y="35797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5111677" y="3530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126906" y="3568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143190" y="3548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5011456" y="3562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5175787" y="34431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218615" y="35244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196612" y="3570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244200" y="3559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011719" y="3535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5232027" y="35805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5221346" y="3559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5172107" y="3547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5209762" y="3521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5155871" y="35724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5161684" y="3568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158061" y="3507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177004" y="35474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5075400" y="35343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5032451" y="3714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5174326" y="35373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5185139" y="35533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987563" y="35519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5240081" y="35484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5293979" y="3580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5193434" y="35444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5150240" y="3537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154218" y="3544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5143565" y="35100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5151265" y="35380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5111551" y="35685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126393" y="34842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5081792" y="35248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180458" y="36047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5179711" y="34063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113955" y="3563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5121736" y="35720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152369" y="3547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5123522" y="35774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157607" y="35253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5035847" y="3548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5162360" y="35808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5142551" y="3531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5102594" y="35573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5102669" y="35515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5124089" y="3535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5267065" y="3488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5216549" y="3545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5173920" y="3535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5110100" y="35532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5169558" y="35733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5129849" y="35510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5155433" y="35506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5195888" y="36145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4933080" y="3522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5135525" y="35771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5062381" y="36401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4971875" y="361554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5095809" y="35220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5158392" y="35510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5153085" y="35850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5157499" y="3598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5173355" y="35135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5165088" y="35834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5125449" y="3551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5098473" y="35504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5093660" y="3558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5074406" y="3598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5135065" y="35596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5164377" y="3630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5100758" y="3577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5136587" y="35804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5056991" y="3566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5098028" y="35374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5080598" y="3567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5201939" y="3533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5146978" y="3574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5267855" y="3548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5147102" y="3552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3743483" y="3554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5122672" y="37474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5068615" y="3571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5145904" y="35625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5175775" y="35634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5131130" y="35482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5181537" y="35732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5172713" y="35508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5066977" y="35901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5193323" y="3566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5192634" y="3554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226471" y="3560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173228" y="35418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5043924" y="35547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081300" y="35615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5189250" y="35415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140718" y="35750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5183671" y="34690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5131852" y="36362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5089175" y="35799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5123434" y="3531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5181646" y="35267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4968764" y="35436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5083187" y="35560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5124241" y="3541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5180867" y="3548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5231043" y="35673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5161426" y="3544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5233626" y="35718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5142255" y="35738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5119088" y="3575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5097529" y="3551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5165156" y="35713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5081931" y="3545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5127040" y="3560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5113662" y="3569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187816" y="3560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5200209" y="35479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5181198" y="35276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4987539" y="3545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5148686" y="35548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154334" y="35948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5076948" y="3526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5216943" y="3578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5164300" y="3532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5161148" y="3600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5195654" y="35692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5259418" y="35887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5118601" y="35541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5069333" y="35508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5103772" y="3579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5135758" y="35429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5162911" y="35607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5168675" y="34850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5121316" y="35514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5128263" y="35852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5127102" y="3570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5041070" y="35507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5275005" y="3559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5154222" y="3576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5174288" y="3554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5224857" y="3563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5101742" y="35217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5131622" y="35619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5206315" y="3556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5275450" y="35806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5160149" y="3558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5049572" y="35512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5084575" y="35430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5127344" y="3566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5244175" y="3566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5115646" y="35446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5142807" y="35842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5082504" y="3527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5272311" y="35483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5116484" y="35544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5188228" y="3667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5051561" y="3537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5083894" y="35097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5103356" y="3559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5129251" y="35460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5106043" y="35590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5116033" y="35438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5123777" y="35568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5114565" y="35385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5137430" y="3557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5091632" y="3568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5103370" y="3627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5134136" y="35546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5139952" y="3547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5025976" y="3563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5036935" y="35484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5178415" y="36638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5164696" y="35670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5092860" y="35638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5130480" y="35371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5073912" y="3580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5159029" y="3567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5087917" y="3981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5126364" y="3547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5159711" y="35877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5150714" y="3559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5113325" y="35675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5105739" y="35765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5010590" y="3552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218155" y="3561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5222426" y="35461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5011255" y="3553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5166584" y="35444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5045675" y="3564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5325345" y="35342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5172677" y="3498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5114595" y="3592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5168174" y="35631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5146346" y="35531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5109455" y="35410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5180604" y="3593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5188717" y="35654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5248953" y="35760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5175887" y="3563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5155117" y="35596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5158417" y="35792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5243835" y="3598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5025752" y="3576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864183" y="35400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5135026" y="3544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5134536" y="3775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5098494" y="3568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5148172" y="3583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5042621" y="35439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5168406" y="35696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5060302" y="35617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5268843" y="3539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095300" y="35828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5122542" y="35499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5276355" y="3657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5079052" y="36878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144942" y="35272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5271771" y="3576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5164106" y="3548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5202397" y="3544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5212957" y="3564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5112332" y="3541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5066898" y="3574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5278133" y="3591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5182816" y="35641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5087590" y="3592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5084338" y="3565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103056" y="3542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5118214" y="35433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5186688" y="35721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121112" y="3515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177510" y="35555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087324" y="35330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119655" y="3540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5148477" y="35311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5096474" y="3523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5116981" y="36804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246125" y="3552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074718" y="3536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5104895" y="35453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987846" y="3388401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5165968" y="3598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5083111" y="35304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5163198" y="3561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5169627" y="3551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5126087" y="3559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5128076" y="35573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5067192" y="3552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5144348" y="3513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5267989" y="35567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5167052" y="3552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5161715" y="3537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5209218" y="35413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5144154" y="35548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5155033" y="35663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5156660" y="3559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5152294" y="3532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5095325" y="35722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120959" y="3462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5110430" y="3575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5160883" y="35639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5148310" y="35625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5031294" y="3591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5233926" y="3560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5235144" y="35632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5235354" y="3519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5088624" y="35739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5224564" y="3498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5174091" y="35566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5066077" y="35650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5079629" y="35562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5020786" y="360026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5070048" y="35159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5098608" y="35465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096070" y="35457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5085060" y="35757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5039190" y="3579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5054788" y="35563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5129819" y="3553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5109318" y="35110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5152775" y="36551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5162898" y="3557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5034984" y="3556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5121962" y="3565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5218632" y="3558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5132665" y="3551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5165894" y="35655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5055246" y="35843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5181282" y="35859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5085909" y="35331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5061447" y="3525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5107153" y="3560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5023614" y="3570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115407" y="35352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146797" y="38395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5121474" y="3510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5063627" y="35397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5131972" y="35492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5146999" y="3537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5091981" y="3547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230673" y="3534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141453" y="3529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5173287" y="35680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5152738" y="3567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5117512" y="35436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5199779" y="34794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5108170" y="3605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152640" y="35789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159222" y="35801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5125917" y="35581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5111566" y="3573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5112873" y="3557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5126599" y="35583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5268662" y="3553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5067710" y="36386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5232338" y="35751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150352" y="35095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5136463" y="35265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5179474" y="35421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5273220" y="35567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099575" y="3565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5153064" y="35605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5061786" y="35411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5241184" y="3659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5071446" y="3553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5086934" y="35962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063951" y="35827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5018459" y="35533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5119369" y="3593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5038372" y="3568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097287" y="35626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113331" y="3541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192409" y="3552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5138507" y="35190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5195205" y="35681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5210222" y="35439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155583" y="35743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095086" y="35607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5094903" y="3586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131875" y="3589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5030544" y="35597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5226372" y="3549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5188901" y="3562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186394" y="35425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5188442" y="3568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5158819" y="35827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241770" y="35633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5111312" y="3556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5233626" y="35658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5218769" y="3545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148370" y="35981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5236067" y="35362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158607" y="35255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076517" y="3547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5124495" y="3562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5200675" y="3560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5130454" y="35538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024415" y="35607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148092" y="35628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5145518" y="3584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5111691" y="3553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5088740" y="35722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5102656" y="35937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5172742" y="3526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4923196" y="35863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178697" y="35726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204521" y="35662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5116488" y="35626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147829" y="3554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5130371" y="35820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5177699" y="35461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182135" y="3202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5173265" y="35273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5091906" y="3551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5121651" y="3596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174539" y="37346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048643" y="3567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168060" y="35647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107177" y="35420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5189548" y="35652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227298" y="35717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061737" y="3563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5182046" y="35347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146585" y="35475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5048413" y="35830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5040430" y="35986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5124191" y="3510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5102576" y="35517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5173240" y="35244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042471" y="35642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168212" y="34840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5064069" y="3560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188763" y="3591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208902" y="35705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5104502" y="3586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5055408" y="35523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5172332" y="3583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116376" y="35834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5078598" y="35583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087938" y="35566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5164535" y="35487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134676" y="34938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232977" y="35190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5106737" y="35527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5139913" y="35259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5092955" y="3542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5093269" y="34663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124061" y="35251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107548" y="35691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5108093" y="35216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5079339" y="3665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5257913" y="3563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039436" y="35231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5051973" y="35697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060672" y="3529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086093" y="3497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223121" y="35581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5158745" y="34626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5109702" y="39203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5188749" y="35566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5113961" y="3554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5171467" y="3571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5207811" y="3536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248131" y="3556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312534" y="3554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5245837" y="3632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5103497" y="35651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5259146" y="35661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5257468" y="3577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5243935" y="3562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5161049" y="35684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179842" y="35448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219174" y="3579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255737" y="35546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5048445" y="35498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090292" y="3563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5175311" y="35557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5053956" y="3553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5062464" y="3561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5097776" y="3537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5119989" y="3597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5168211" y="3555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5192835" y="3616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5126644" y="35672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5106362" y="3573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064120" y="36201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166149" y="3493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5181540" y="35763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5024651" y="3555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077875" y="3548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164143" y="35697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5155656" y="3557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5059942" y="3558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5155691" y="3596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5204615" y="35708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167813" y="35716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5102975" y="3560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5117826" y="3576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5110056" y="35642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5265320" y="35642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5149548" y="35709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5110164" y="3527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5203330" y="36151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5204027" y="35516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5130629" y="34587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5150097" y="3296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5246850" y="35604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5145726" y="34946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5179403" y="35650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056828" y="35778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091309" y="35678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5118642" y="3576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5212070" y="35667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136461" y="3559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5141070" y="35526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5109611" y="3579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5110011" y="35640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5156833" y="35581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5159961" y="3551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5035881" y="35632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117085" y="3513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5158196" y="3583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5049964" y="35761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5130144" y="3551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5132226" y="3522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5168165" y="3562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5192298" y="35451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5255913" y="3560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5183965" y="35610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5200861" y="3576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5034767" y="35912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4965719" y="3597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166314" y="35510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5144111" y="3619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5310621" y="35543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5075562" y="3567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5142436" y="3508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5179212" y="3547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5089671" y="35558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4977636" y="3565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5158920" y="35459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173021" y="35327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5106426" y="3529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5198366" y="34460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5125436" y="35477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5229658" y="35426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5139238" y="3532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5290838" y="35759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5188675" y="35541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5214659" y="35517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125735" y="3578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5069942" y="35559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5125663" y="3563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5178878" y="34757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105746" y="35776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5158304" y="34943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5123099" y="35596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007713" y="35693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073971" y="3555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5065945" y="3698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248785" y="35503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5126793" y="35513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5217307" y="35470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5189502" y="34091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5037841" y="3495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5136815" y="35733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5111100" y="3568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5032922" y="35462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4945376" y="3553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5150378" y="3561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199758" y="34987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5128434" y="3544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5091059" y="3555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189031" y="35615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5071101" y="35783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5221638" y="3534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107713" y="3534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5169331" y="35608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5164316" y="3506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146606" y="3587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221915" y="35635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5144170" y="3551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5042521" y="3551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5151830" y="3562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5114422" y="3539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5268413" y="35258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5146961" y="35634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5107954" y="3557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5401328" y="3562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5259473" y="3584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5149102" y="3572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5150501" y="3567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4976595" y="35525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5175984" y="35706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5160760" y="3562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014944" y="35908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5143722" y="3630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5253950" y="35541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5009458" y="3554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5266018" y="3566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5178154" y="3561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150033" y="3555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207138" y="35690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5242181" y="35677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5228596" y="35602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5118353" y="35566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5219949" y="35368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5213020" y="35614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5220876" y="3580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5071267" y="35493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5137518" y="3560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162499" y="35779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5111904" y="35390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5222203" y="35642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5170444" y="3587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5126802" y="35607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5134129" y="35139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141958" y="3551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5125432" y="35334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072697" y="35395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5020097" y="35720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5120982" y="35427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5174528" y="3509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168122" y="3538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5150893" y="35269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5280015" y="35412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5187587" y="35473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186768" y="35478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5175296" y="3561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224589" y="3572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5097393" y="35397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5106837" y="3547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177382" y="3573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118540" y="35607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101795" y="3551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5165519" y="35526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5233899" y="35792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5071240" y="35657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5062983" y="35707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5156328" y="3563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5102256" y="3554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5135638" y="35606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5126622" y="35530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5162752" y="3570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210488" y="35922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5141103" y="3559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5138693" y="35496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5141240" y="3552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5035286" y="35699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5246644" y="35604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5091847" y="3544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5189107" y="3568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5195388" y="35472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5182824" y="3542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5339472" y="347429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5202764" y="35428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5148890" y="35942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5286864" y="35713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5094414" y="3562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5293036" y="3573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5177380" y="35649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5167171" y="36752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5089147" y="3547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5147607" y="35555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5108188" y="3580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5083478" y="3541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5115737" y="35386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5133694" y="33831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5109719" y="35745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5296262" y="3549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5116477" y="3619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4938408" y="3595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5189615" y="35622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085495" y="3558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5209254" y="3595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5220551" y="3591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207674" y="35446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5120761" y="3557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5141883" y="35771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5142300" y="35403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5159056" y="3560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5164953" y="3525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5210799" y="3619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5207447" y="3566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5155876" y="36414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5140997" y="35682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5302972" y="35445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5213587" y="35695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5120368" y="35527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5136287" y="35510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5046794" y="35317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5291534" y="348617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5184036" y="35530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5249800" y="3566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5231350" y="35874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5294584" y="3558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5131056" y="35455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5250767" y="35772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5079038" y="3531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5019465" y="36091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5105125" y="35716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5178197" y="3557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5227146" y="3554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180729" y="35534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5138635" y="3562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5174675" y="35705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5241741" y="3594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5124454" y="3557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5368212" y="3575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5153165" y="3577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5242243" y="35599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187751" y="35466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5213971" y="35801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5105550" y="35726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5046902" y="3545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5057572" y="3535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5089497" y="3560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5153186" y="35498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5087452" y="35407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5175842" y="35751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5211155" y="35652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5218298" y="3542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5278168" y="35960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114066" y="3568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5053824" y="35742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5246224" y="3565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5255152" y="3528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5246023" y="35606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5035826" y="3542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5277748" y="35369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5138737" y="35345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5107374" y="35372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5080021" y="3499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5149328" y="3561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5086789" y="35493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5236552" y="35884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5232701" y="3574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5125883" y="35355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5172780" y="3560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5113090" y="35733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5143707" y="35427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5121966" y="35422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5120490" y="3546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112419" y="35644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5205789" y="35681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4998996" y="3564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5238027" y="35635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202779" y="36226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5312049" y="3576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171462" y="3569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5065516" y="3547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066421" y="35650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5181113" y="35471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5069861" y="36124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5181525" y="3576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5089962" y="3583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5113825" y="35763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5095977" y="3566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5151422" y="35782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153609" y="3562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5111925" y="3546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5247346" y="35726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5153632" y="35674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5189648" y="3572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032586" y="3528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5298263" y="3625041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5245339" y="36206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5068925" y="3543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5257280" y="3610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5293106" y="3555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5163516" y="3549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5269102" y="3516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174624" y="3550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025719" y="35518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5084853" y="3562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154663" y="35353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062134" y="3549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5211819" y="35301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5250148" y="3566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5310928" y="3552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5075511" y="3553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5160549" y="3562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5157267" y="3564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5027475" y="3523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5070008" y="35455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321459" y="35466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202044" y="3537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5108144" y="3553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5122914" y="35885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5142582" y="35776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5155369" y="35622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5149183" y="3571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5174384" y="3582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5159419" y="3574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5199466" y="3546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5203268" y="3566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5123202" y="35719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5208575" y="3553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5064882" y="3549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5171594" y="3533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225069" y="35631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193133" y="36014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205128" y="3553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5194356" y="35616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043924" y="36028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5144012" y="3528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5240818" y="35242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089159" y="35697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139793" y="35545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029395" y="35824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235502" y="35496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5035200" y="3605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5131970" y="35865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5168102" y="3556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5225645" y="35618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5221069" y="3635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162833" y="3568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224137" y="3563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5138587" y="35672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5058978" y="3556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373440" y="3563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5075778" y="3567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5204209" y="35599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5088631" y="3569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5188705" y="36137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5062359" y="3557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5234998" y="35604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5145795" y="35588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192470" y="3615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087246" y="3552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130491" y="3562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085707" y="3565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5147223" y="3585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5136426" y="35644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077998" y="3545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110815" y="3506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224153" y="35593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222196" y="35111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5166498" y="3593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264734" y="3551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5231227" y="3555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5167670" y="3587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5114128" y="3555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5177351" y="3557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5172092" y="35408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4970537" y="3566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5253219" y="35545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5169436" y="35431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5238231" y="35545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5242330" y="3548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5054088" y="3580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5059434" y="35571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5304891" y="35407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5208995" y="3460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5088278" y="36520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5184465" y="35464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118064" y="35652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5242528" y="35662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5079824" y="35550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5100112" y="35625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256405" y="3534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281976" y="3554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5158627" y="35697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5183189" y="35477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119972" y="3562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157141" y="35613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5230777" y="35652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5162343" y="35613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4995859" y="3570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5081811" y="3554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5236336" y="35818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5142119" y="35250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5126300" y="35630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5069032" y="35674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5133013" y="3513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5047168" y="35429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5079686" y="35543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5119220" y="3340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5088449" y="3558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5082174" y="35546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5222352" y="35844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5042845" y="3550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5089530" y="35352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243908" y="3523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5230614" y="35452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5185542" y="3550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5009086" y="36014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5112902" y="35685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5133193" y="3528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5158606" y="3531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238340" y="3544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5104645" y="3560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5170207" y="34926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5199078" y="3576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318968" y="35446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5099193" y="35257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5104599" y="35256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5226001" y="35658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5242278" y="3604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5132201" y="3564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5127117" y="35699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5231359" y="35719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5156319" y="35219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5184850" y="35667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5092258" y="35679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5161576" y="35889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5190626" y="35699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5240832" y="35200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5148497" y="3565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5123028" y="35674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5123342" y="3536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4999583" y="35514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5175307" y="35645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5304822" y="3616639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141294" y="33852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5097097" y="3537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206718" y="35383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181595" y="3541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179321" y="3562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5156198" y="35547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5083810" y="35627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5024185" y="3554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5131963" y="3541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5153662" y="3585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5157546" y="3536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5120789" y="3560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5103072" y="35032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5103170" y="3554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5313830" y="362055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5097441" y="3550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5244190" y="3561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5137356" y="36155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5062890" y="3561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5054836" y="3571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299401" y="3548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150553" y="3561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5091568" y="35969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5140804" y="3539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5143000" y="35190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5176208" y="3487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4951172" y="3566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5175810" y="3576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231701" y="3567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5185956" y="35486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5096123" y="35591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5095489" y="35776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5204528" y="35497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5057053" y="3559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5292255" y="3562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5208506" y="35713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5161426" y="35831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5170638" y="3557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5166122" y="3549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5247760" y="35741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5185332" y="35336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5133085" y="3579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5089330" y="35450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5113984" y="35680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5096610" y="3573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5187107" y="3569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5155193" y="3500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5089950" y="35746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5276340" y="3561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5127967" y="3558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5146310" y="35486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5143190" y="3559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5237738" y="35987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5123179" y="3552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5219801" y="3557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5257773" y="35689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5124954" y="35608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5248061" y="3577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5118373" y="35630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5134356" y="35680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5206058" y="3594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5193922" y="3581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5167002" y="35501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5195581" y="3552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5187460" y="3551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4931666" y="35470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5155016" y="3643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5118790" y="35319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5155098" y="35533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5239720" y="35686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5256531" y="35945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5224712" y="35627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5061085" y="3549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5233276" y="35634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5163622" y="35624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5182578" y="35515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5139964" y="3579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5281438" y="3538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5251252" y="3585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5270400" y="350644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5321643" y="35623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5218169" y="35557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5073270" y="35688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5131062" y="35565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5097366" y="35562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5183694" y="35551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5285585" y="35661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5322378" y="35468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5127774" y="35503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5248637" y="3650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5158948" y="3573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5071080" y="35465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5164758" y="3581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5219691" y="35470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5265985" y="3558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5202026" y="3564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5184872" y="3545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5109436" y="3543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5403924" y="35378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5239624" y="35469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5133644" y="3538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5181522" y="35725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5162389" y="3534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5313001" y="3572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5197597" y="3556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5153526" y="35483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5092184" y="36226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5252144" y="3572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5133468" y="3540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5163729" y="3577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5239803" y="3571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5088397" y="3560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5151469" y="3542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5113880" y="3537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5185315" y="3539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5266892" y="3565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5102220" y="3566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5138217" y="36668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5228909" y="3536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5231796" y="35680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5209549" y="3639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5266919" y="36279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5203329" y="3554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5152532" y="35669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5127967" y="35842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5140627" y="35450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5180746" y="35556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5190838" y="3582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5122184" y="35699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5242916" y="3462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5271338" y="3546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5137782" y="35734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5140194" y="3580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5135157" y="35264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5159666" y="3543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5177879" y="3515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5079781" y="3576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5239215" y="36120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5128478" y="35380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5229109" y="3555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5201519" y="35731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5211536" y="35877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5144996" y="3576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5100428" y="3504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5156367" y="35784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5244601" y="3610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5089225" y="35619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5293976" y="3555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5204405" y="35332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5114491" y="35674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5209318" y="35703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5186418" y="36437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5160309" y="35794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5194942" y="35852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5156578" y="3578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5106377" y="3559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5105055" y="3578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5122778" y="3538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5149555" y="3563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5315671" y="3559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5016318" y="35831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5233264" y="35627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5137069" y="3591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5208652" y="36149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5227738" y="3577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5033617" y="3773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5230709" y="35783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5164280" y="3570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5140728" y="3563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5198572" y="3466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5101797" y="35703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5166384" y="3545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5099534" y="34248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5147087" y="3493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5247075" y="35450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5073962" y="35517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5275468" y="35645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5119158" y="35575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5119957" y="3597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5153495" y="35703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5177002" y="3603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5223542" y="35579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5287040" y="35070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5237749" y="3567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5049021" y="3520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5218519" y="35615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5126254" y="3573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5302293" y="35469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5179999" y="35766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5100943" y="3568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5162049" y="35360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5082517" y="3537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5268203" y="3535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5073720" y="35683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5223528" y="35521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5082325" y="3547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5258388" y="3549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5152103" y="3524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5079314" y="3548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5182943" y="3467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5155973" y="34916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5071557" y="3527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5142988" y="3566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5221205" y="35473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5222841" y="3563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5266051" y="3573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5190242" y="35738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5178536" y="3530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5137240" y="3603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5183217" y="3554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5238859" y="3572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5216658" y="3547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5070112" y="3593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5179601" y="35282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5249263" y="35513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5047393" y="3590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5231436" y="35795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5082795" y="3574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5180189" y="35154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5127016" y="36376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5180391" y="3570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5198194" y="3577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5338579" y="3480391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5226218" y="35312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5184190" y="35676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4999208" y="35421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5070988" y="3562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5119914" y="35604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4991584" y="35341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5112775" y="3570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5163852" y="35705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5259129" y="3548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5003727" y="3536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5086408" y="3547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5187514" y="35603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5270391" y="35696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5103566" y="3586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5184909" y="3513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5108345" y="35655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5136373" y="3557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5092067" y="3559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5237709" y="3558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5132456" y="3554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5146782" y="35783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5241585" y="35700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5138698" y="35692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5242460" y="3457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5216944" y="3574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5047375" y="3542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5226584" y="35791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5156112" y="35823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5227399" y="3558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5119617" y="3573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5128756" y="3588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5317734" y="3587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5329671" y="35624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5206366" y="3548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5173830" y="3561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5141177" y="3551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5171454" y="3641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5229679" y="35938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5117097" y="35775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5113964" y="35549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5192199" y="3557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5148792" y="35826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5087987" y="35691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5160264" y="35372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5065789" y="3559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5224608" y="3576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5127004" y="35613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5210530" y="3553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5086302" y="35705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5298147" y="35517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5128190" y="35930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5095893" y="35884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5126246" y="3569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5184569" y="35571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5219908" y="3597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5237884" y="3563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5272145" y="35483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5062414" y="3558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5252866" y="36258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5250049" y="35484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5232552" y="35619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5039311" y="35553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5186546" y="3565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5207565" y="3546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5149274" y="35400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5135564" y="35466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5147194" y="35501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5220273" y="3560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5212807" y="3557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5160421" y="3562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5171817" y="35650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5266657" y="35760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5238854" y="3533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5089611" y="35493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5132559" y="3556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5206137" y="3517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5090463" y="3453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5083179" y="3556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5255530" y="3532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5066122" y="3558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5239246" y="35749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5173846" y="35244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5262248" y="34957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5202021" y="35580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5197233" y="3566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5173411" y="35712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5128078" y="3577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5171614" y="3566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5167493" y="35705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5139825" y="35522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5119140" y="3548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5231672" y="35531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5172924" y="3557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5086540" y="3572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5111309" y="35856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5136687" y="35459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5139972" y="35204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5094709" y="35657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5092020" y="35752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5140236" y="3542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5133236" y="35286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5253163" y="3539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5260125" y="3539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5086067" y="35598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5133453" y="3549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5152102" y="3603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5085849" y="3576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5205809" y="3579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5149526" y="3499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5121536" y="36042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5259269" y="3565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5201618" y="35607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5205333" y="35402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5108490" y="3566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5144999" y="35465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5209004" y="3536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5089010" y="35512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5230280" y="3543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5132061" y="35537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5221408" y="3562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5072921" y="3621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5196930" y="36658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5068775" y="35593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5197600" y="35722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5227149" y="3568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5122764" y="3537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5236387" y="3568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5178643" y="3529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5152663" y="35812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4711004" y="3552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5213196" y="3585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5157679" y="3562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5151086" y="35910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5177819" y="35602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5212198" y="3568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5236978" y="35734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5254709" y="3537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5129549" y="35706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5250597" y="3542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5075201" y="35651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5089510" y="3540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5064670" y="3523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5221285" y="39977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5253637" y="35013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5154230" y="35727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5157719" y="3519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5084928" y="3589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5024059" y="35691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5211853" y="3567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5131430" y="3552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5179003" y="37747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5011241" y="35418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5216711" y="35346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5078407" y="35812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5256641" y="3543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5173950" y="35583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5041402" y="35719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5223854" y="35879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5189167" y="3574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5010506" y="35771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5087722" y="35602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5245895" y="3549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5218199" y="35191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5251037" y="3565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5315197" y="35858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5219196" y="3598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5157174" y="35710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5259652" y="35587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5205139" y="35614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5135697" y="35241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5192462" y="3536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5260763" y="3476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5112542" y="3549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5093165" y="3549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5064876" y="35677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5121670" y="35494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5178978" y="3602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5229739" y="3556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5178435" y="3579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5069489" y="35618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5110668" y="3570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5159798" y="3590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5125230" y="3507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5239378" y="3573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5269608" y="3548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5143809" y="3550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5115577" y="3506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5159369" y="3561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5096532" y="3547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5124324" y="3519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5123840" y="35481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5257147" y="3557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5245572" y="35450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5146932" y="3598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5196621" y="3565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5215775" y="3582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5223038" y="35737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5159939" y="35581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5147337" y="3570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5199223" y="35530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5170796" y="35760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5098152" y="35478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5315222" y="35429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5131888" y="35913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5177443" y="3571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5158270" y="35690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5198764" y="38068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5265215" y="35789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5158210" y="35577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5172581" y="3570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5228343" y="3567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5162840" y="35843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5037294" y="3582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5173935" y="3540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5225321" y="3553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5224806" y="3545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5109867" y="3567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5216892" y="35485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5169014" y="35643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5182249" y="35157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5123028" y="35483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5170278" y="35798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5156380" y="35324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5159721" y="3562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5120518" y="35496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5163586" y="3603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5239233" y="36052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5148264" y="3527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5152238" y="35655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5221229" y="35728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5135052" y="35390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5159945" y="3532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5278492" y="3539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5250188" y="35543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5103640" y="3543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5192454" y="35701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5055529" y="35369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5139745" y="35637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5113443" y="35640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5129579" y="3563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5179097" y="35156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5136841" y="35578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5100787" y="35493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5133851" y="35428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5196906" y="3570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5226497" y="36471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5109214" y="35271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5105540" y="3551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5118418" y="3492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5106045" y="35543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5227022" y="3588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5118980" y="35376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5259042" y="3557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5222096" y="3537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5187159" y="3590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5145308" y="3552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5186442" y="35821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5260666" y="35666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5065418" y="3558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5141283" y="3586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5147374" y="35315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5076808" y="3542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5106169" y="3544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5150191" y="3537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5237439" y="3574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5269505" y="3589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5220971" y="35315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5203530" y="3545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5157346" y="3585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5236499" y="3567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5128671" y="3503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5069255" y="35467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5179099" y="3506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5153697" y="3547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5177220" y="3553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5053265" y="35513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5111085" y="35718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5285965" y="3544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5259169" y="36087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5281297" y="3086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5059188" y="3548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5265865" y="3582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5097763" y="35140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5096143" y="3536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5207541" y="3565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5146839" y="35515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5231815" y="3569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5110781" y="35019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5118534" y="35577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5110362" y="3371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5347307" y="3544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5205050" y="3553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5129594" y="35999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5071190" y="35492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5152325" y="35223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5192354" y="3575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5209941" y="35661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5267955" y="36039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5138003" y="3587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5224624" y="35743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5163522" y="35230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5170106" y="3569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5067184" y="3535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5178516" y="3566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5314776" y="35517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5246109" y="3586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5169558" y="35711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5251538" y="3595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5195634" y="35742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5115403" y="3559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5109461" y="35100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5206512" y="3544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5144114" y="35531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5204925" y="3571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5104330" y="3539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5074954" y="3580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5183873" y="3570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5221185" y="3584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5264498" y="3533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4943015" y="35405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5010315" y="35536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5228376" y="35514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5197717" y="35480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5364694" y="3555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5153346" y="3560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5219619" y="3551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5072941" y="3538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5138963" y="3572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5060957" y="35246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5090790" y="35416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5200014" y="35608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5109727" y="35676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5073015" y="35293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5180997" y="3568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5075438" y="35512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5081216" y="3510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5066406" y="37180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5250658" y="3480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5041601" y="3544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5171742" y="3562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5175053" y="3552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5042444" y="3564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5163772" y="3544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5121255" y="3508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5110320" y="35657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5120004" y="3534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5228936" y="36071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5099321" y="3545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5172904" y="3572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5101301" y="3561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5168950" y="3570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5071335" y="35639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5188117" y="3573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5143586" y="35441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5027373" y="34847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5204846" y="35556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5232672" y="35206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5252549" y="35548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5141578" y="35141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5205089" y="35568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5158154" y="39417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5155966" y="35473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5211552" y="35478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5212308" y="3540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5205667" y="3548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5139213" y="3541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5163642" y="3557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5118949" y="3556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5087454" y="3569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5174228" y="3558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5138741" y="35601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5085334" y="3563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5153162" y="35920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5265313" y="3596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5007284" y="3539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5186733" y="35985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5244622" y="32799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5304734" y="3548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5252656" y="3539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5030783" y="35585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5164035" y="3527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5020929" y="36601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5165490" y="3515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5015275" y="35468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5257500" y="35860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5076633" y="35475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4995915" y="3623512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5127325" y="3576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5257107" y="35658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5155592" y="35471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5076782" y="35751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5194851" y="3558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5129445" y="35054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5097077" y="35407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5125532" y="3559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5176202" y="35493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5044379" y="349715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5183858" y="35533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4987770" y="3553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5116928" y="35443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5118870" y="35861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5067240" y="35765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5154795" y="3546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5172937" y="35614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5143507" y="35565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5217263" y="36257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5253855" y="3575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5131598" y="3577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5182260" y="3573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5104565" y="35069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5120727" y="3558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5062457" y="3558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5193841" y="35694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5166640" y="35662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5131685" y="35663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5166307" y="3540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5326782" y="3534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5155007" y="3552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5267131" y="3550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5163460" y="35457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5103508" y="3536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5332699" y="3579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5090471" y="3531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5237791" y="3577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5113646" y="35461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5135926" y="3556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5115008" y="35111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5184057" y="35047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5137950" y="3556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5167173" y="35668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5222622" y="35430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5203798" y="35693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5125243" y="3543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5089491" y="35684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5218029" y="35161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5177883" y="3553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5135646" y="3560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5073687" y="35062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5014834" y="3530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5283691" y="35087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5131464" y="3574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5064269" y="35847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5107250" y="3539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5104159" y="3564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5243323" y="3551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5214560" y="3563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5218886" y="3616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5104721" y="3557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5178379" y="3566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5158771" y="3549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5102396" y="35856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5154022" y="35526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5227611" y="35281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5203542" y="35377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5288363" y="3583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5098224" y="35378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5184083" y="3550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5135173" y="3559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5256026" y="3566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5099553" y="3552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5198232" y="35664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5099197" y="35653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5094226" y="3556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5153383" y="35777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5309033" y="3550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5259639" y="35751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5172420" y="35596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5085643" y="35702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5131327" y="3539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5179961" y="35703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5159848" y="3558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5246595" y="35698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5135290" y="35562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5066940" y="35606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5113294" y="35434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5287462" y="35487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5191198" y="35760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5093105" y="35434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5137128" y="3598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5099670" y="35503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5152032" y="35614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5212752" y="35577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5108408" y="3492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5159064" y="3525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5099231" y="3609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5147505" y="35769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5044439" y="35652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5217099" y="3566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5191099" y="35115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5135633" y="3552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5052011" y="3550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5242530" y="35525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5045219" y="35154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5147613" y="35450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5235604" y="3545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5170594" y="35695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5185911" y="35771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5190564" y="3542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5041171" y="35686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5116300" y="3590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5150704" y="35329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5282929" y="35398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5118521" y="35390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5154874" y="3577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5242415" y="3602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5217407" y="35485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5220922" y="35246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5072087" y="35645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5094866" y="35529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5100183" y="3538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5236138" y="3563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5143253" y="3545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5222741" y="35851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5245377" y="35477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5061036" y="35694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5220614" y="3609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5157847" y="35594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5092753" y="3570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5221225" y="35564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5129153" y="3596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5182259" y="3565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5093188" y="35309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5113917" y="35715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5123511" y="35460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5205959" y="3555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5198489" y="35715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5098127" y="3538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5179891" y="35254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5189132" y="3499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5208331" y="3560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5099846" y="3585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5188246" y="35035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5253142" y="35590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5170196" y="35670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5185007" y="34517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5130467" y="3536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5101068" y="3523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5203608" y="3531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5166005" y="35622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5145775" y="35737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5126431" y="35725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5296737" y="3453138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5261264" y="34962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5300781" y="35750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5152209" y="3547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5179945" y="35022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5087962" y="3553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5209703" y="3557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5077036" y="35521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5254163" y="3569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5230218" y="35280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5138779" y="35646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5272545" y="3565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5162206" y="3531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5140058" y="3715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5101126" y="35815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5215521" y="35481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5206586" y="3546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5119466" y="3559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5100024" y="3550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5103823" y="3550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5136254" y="3555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5166899" y="3539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5128589" y="35785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5091871" y="3539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5219113" y="3568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5180541" y="3544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5141620" y="3569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5248556" y="35815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5235748" y="35816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5224089" y="3568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5136548" y="35593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5251808" y="3560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5317225" y="35287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5181645" y="34913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5290632" y="35297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5127039" y="35575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5143675" y="3523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5118283" y="3536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5253300" y="3581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5168265" y="3562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5238091" y="3570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5097048" y="3552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5118717" y="35565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5135793" y="35086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5235001" y="3553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5045737" y="3599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5248972" y="3562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5180996" y="3560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5179220" y="3564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5284371" y="35598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5086090" y="3557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5244157" y="35745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5278138" y="35557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5284248" y="35516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5168023" y="3553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5250677" y="3564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5170774" y="35472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5202563" y="35661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5247064" y="35448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5234216" y="35301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5097861" y="3517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5143450" y="35736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5063138" y="3549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5175566" y="35331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5128452" y="35614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5047265" y="35357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5081435" y="3553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5297055" y="3565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5099052" y="35519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5100951" y="35704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5085375" y="3615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5077167" y="35403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5150674" y="35649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5154863" y="36324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5115363" y="35619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5264282" y="3544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5159261" y="3546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5117221" y="3576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5103159" y="35490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5090209" y="3581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5112406" y="3561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5303848" y="35169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5233652" y="36163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5244748" y="35747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5215110" y="35633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5175630" y="3568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5146461" y="3496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5096479" y="35636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5135548" y="35517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5039385" y="35673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5152775" y="3615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5142385" y="3537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5113478" y="35535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5269487" y="35509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5245261" y="3547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5032266" y="3566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5134282" y="35420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5100233" y="35505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5113020" y="35470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5262111" y="35697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5111738" y="35552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5051266" y="3572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5121829" y="35930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5288905" y="35682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5157970" y="3545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5192097" y="3561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5272951" y="3559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5187435" y="3544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5192545" y="3562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5103091" y="3552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5109128" y="35477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5153476" y="3562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5167416" y="3594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5140241" y="35573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5222244" y="35386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5046287" y="35390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5196740" y="35703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5221541" y="3527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5135677" y="3542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5290407" y="35740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5129701" y="35648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5223075" y="35009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5246318" y="3575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5018755" y="3592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5184462" y="3573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5167315" y="35609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5219989" y="35801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5171819" y="3569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5050848" y="3550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5096691" y="36370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5245865" y="35139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5286148" y="35766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5217025" y="3552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5226756" y="36088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5212059" y="35652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5270492" y="35563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5240064" y="3560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5017230" y="3566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5201810" y="35593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5123719" y="3504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5137670" y="3549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5205289" y="3553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5088614" y="35066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5114209" y="35429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5280480" y="35677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5084694" y="35891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5160563" y="3557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5214433" y="35706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5136338" y="35599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5226503" y="3562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5265305" y="35541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5326146" y="35522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5225621" y="35572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5147923" y="3482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5179016" y="3547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5110863" y="35853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5122828" y="36901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5113622" y="3547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5231899" y="3558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5129064" y="3492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5213517" y="3564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5115690" y="3528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5208290" y="35552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5306424" y="35626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5107836" y="34841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5239410" y="3626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5166500" y="3561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5186752" y="35807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5078393" y="3549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5195893" y="3577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5204334" y="3578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5155682" y="35162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5202231" y="3517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5159840" y="3569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4965929" y="35641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5286460" y="3565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5044739" y="35986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5242411" y="35715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5185937" y="3519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5172639" y="3567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5190566" y="35326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5249667" y="3545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5177269" y="35675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5172138" y="35608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5105313" y="35576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5171817" y="35731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5139982" y="35636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5232064" y="35613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5183358" y="3555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5261974" y="35570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5146588" y="3556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5168811" y="3568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5359596" y="35657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5097495" y="3554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5240537" y="3557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5224167" y="35152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5120314" y="35415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5273741" y="3568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5151894" y="3586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5210821" y="35511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5161695" y="3545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5114523" y="3529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5186559" y="35503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5082800" y="3550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5180957" y="3531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5114220" y="3554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5043745" y="3569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5201693" y="3554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5185841" y="3510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5087950" y="3547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5160702" y="3598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5218597" y="3529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5160166" y="3586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5145096" y="3520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5272830" y="35593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5272602" y="35410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5276367" y="3574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5135081" y="3560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5152337" y="35757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5137888" y="3526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5097939" y="3597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5234763" y="3563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5211134" y="3556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5147057" y="3541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5104251" y="3555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5247302" y="3574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5344068" y="35946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5098876" y="35624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5214751" y="35671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5148828" y="35958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5186835" y="3570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5197769" y="35759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5068276" y="35236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5226973" y="35860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5243186" y="3548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5157269" y="3621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5140391" y="35952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5228117" y="3561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5144648" y="35336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5295336" y="36056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5216779" y="3560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5171571" y="35299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5209827" y="35384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5115162" y="35538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4915597" y="361950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5199874" y="35571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5115302" y="35871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5107252" y="3553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5188300" y="3535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5162060" y="3504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5288051" y="35834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5260749" y="35708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5268064" y="36506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4427679" y="35523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5249248" y="3521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5083609" y="3570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5086365" y="35532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5140297" y="3557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5098666" y="35517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5112312" y="3561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5169297" y="35231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5170396" y="35633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5153136" y="35572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4997160" y="3933584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5147342" y="3550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5104513" y="3565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5057979" y="36348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5146710" y="35579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5101693" y="35085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5146569" y="35145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5034733" y="3558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5072856" y="3571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5128162" y="3558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5193827" y="35813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5141033" y="35377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5287693" y="3571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5109811" y="35266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5167924" y="35757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5049117" y="3578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5310538" y="3577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5139644" y="3544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5245989" y="3558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5196779" y="3553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5215746" y="3562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5221007" y="35641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5072946" y="3540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5104095" y="3547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5272498" y="35730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5269694" y="35653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5217515" y="35588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5224479" y="3544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5136093" y="35238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5177084" y="35709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5099556" y="35612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5192073" y="3519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5232826" y="3537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5234647" y="3572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5162136" y="3553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5128190" y="3558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5044276" y="3544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5023848" y="35802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5120250" y="3552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5117875" y="3549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5124842" y="34273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5124769" y="35423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5372994" y="35569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5107909" y="35328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5192751" y="35933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5254384" y="3528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5130504" y="35248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5181126" y="3550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5250545" y="35782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5170620" y="35541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5207343" y="3560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5151322" y="3556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5264334" y="3551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5122150" y="35446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5149540" y="35658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5121212" y="35684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5061466" y="35699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5248635" y="3607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5298320" y="3570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5312258" y="35499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5123857" y="3596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5187601" y="35611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5102147" y="3553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5185127" y="35595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5198339" y="35500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5180455" y="35271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5242582" y="35533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5136106" y="3522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5158195" y="35535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5147947" y="35494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5058657" y="3613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5077020" y="35727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5158857" y="35610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5084899" y="35485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5215758" y="3562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5326667" y="35587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5264514" y="35817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5061227" y="3545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5014838" y="3546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5185732" y="35417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5111052" y="35767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5066300" y="3576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5257532" y="35234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5177876" y="35261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5079429" y="35577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5141190" y="35409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5183163" y="3579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5072415" y="35384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5180982" y="3587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5133862" y="35581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5059504" y="3554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5097658" y="3555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5150551" y="35406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5132007" y="35572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5150470" y="35213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5130989" y="3568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5170757" y="3578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5158403" y="34827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5062452" y="35414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5168655" y="35403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5203853" y="3583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5102461" y="3545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5143309" y="35674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5145230" y="35305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5214665" y="35308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5216582" y="3548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4999620" y="35700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5114454" y="3554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5129535" y="3613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5094957" y="35362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5185084" y="3580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5165249" y="35355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5097452" y="3544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5259734" y="3540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5193378" y="3538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5074967" y="35540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5119650" y="3547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5196682" y="35799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5141624" y="35989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5199902" y="3554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5222296" y="3608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5043507" y="35848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5156013" y="35830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5171037" y="35701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5071641" y="35281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5230384" y="35190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5168511" y="3543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5147496" y="35523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5217663" y="3547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5103033" y="3582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5158369" y="3578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5222510" y="35436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4990067" y="364262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5239803" y="35430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5201407" y="3561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5179585" y="35627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5101324" y="35496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5172816" y="3549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5061753" y="35176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5185687" y="3558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5182110" y="3594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5250225" y="3498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5250552" y="35954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5112933" y="3609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5263126" y="36031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5102928" y="35619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5129703" y="3560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5172238" y="3574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5187824" y="3582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5118084" y="3574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5108481" y="3586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5128100" y="3568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5216363" y="34699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5293860" y="3564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5189623" y="35514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5072451" y="36544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5013210" y="3559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5100185" y="35462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5228576" y="35865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5078482" y="34921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5286949" y="3560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5182670" y="3557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5242315" y="3559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5133299" y="35684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5106226" y="3558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5104028" y="3580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5219710" y="35620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5182812" y="35547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5227262" y="3565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5099741" y="35505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5218243" y="3564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5287727" y="35623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5285919" y="35751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5230966" y="3565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5183529" y="35252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5191666" y="3526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5248183" y="3610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5218355" y="35872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5056025" y="3553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5160444" y="35770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5234270" y="3548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5035987" y="35807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5106424" y="34994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5128701" y="35648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5238099" y="35307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5136053" y="34848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5273498" y="35406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5179036" y="35845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5177633" y="35388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5184586" y="3546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5243681" y="35961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5081984" y="35520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5224202" y="35168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5200530" y="35826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5134355" y="35334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5222368" y="3557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5169941" y="3512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5273583" y="35610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5012262" y="3541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5122787" y="3547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5209998" y="3560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5096021" y="35525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5237756" y="3553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5102644" y="35416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5111485" y="3541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5100874" y="3582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5069835" y="35643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5178647" y="3466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5163488" y="3559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5025973" y="3548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5154146" y="35131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5281139" y="3559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5136559" y="3545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5128228" y="35833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5194627" y="3568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5095874" y="35517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5151560" y="3538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5141607" y="3565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5198056" y="3566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5122229" y="35711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4976276" y="35807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5222130" y="3577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5093678" y="3591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5130937" y="35600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5229997" y="35811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5245734" y="3565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5111544" y="3481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5036931" y="3555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5148206" y="3570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5163368" y="35676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5093986" y="3524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5133832" y="3536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5139132" y="35642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5123769" y="35655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5163075" y="3577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5098388" y="35429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5242267" y="35473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5098209" y="3563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5096725" y="35479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5286080" y="34626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5210355" y="35352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5257516" y="3582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5247066" y="3506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5390816" y="368887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5126772" y="35630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5096005" y="3561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5202693" y="35614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5176180" y="3565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5310007" y="35576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5096935" y="35421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5195434" y="35746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5151810" y="3524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5255698" y="3541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5169163" y="3557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5145907" y="35690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5175602" y="35720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5274496" y="35659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5272019" y="35503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5109709" y="35567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5025870" y="3568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5197430" y="35252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5191378" y="35680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5153530" y="3547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5235593" y="3500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5211967" y="3587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5156479" y="35515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5135615" y="35701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5270849" y="35707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5202755" y="3555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5113992" y="3547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5071279" y="3557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5089505" y="3490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5138668" y="3596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5163971" y="35673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5083821" y="35444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5218241" y="35598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5148118" y="35629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5180255" y="3541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5101029" y="3567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5269605" y="35228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5115529" y="3559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5188023" y="35224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5190367" y="3554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5261231" y="3567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5319331" y="35302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5163529" y="3493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5150269" y="3548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5228328" y="3602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5143197" y="35417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5145397" y="3562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5124460" y="3504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5242256" y="3581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5198925" y="35533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5250086" y="35262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5164840" y="35466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5099719" y="3556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5049682" y="3530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5267541" y="35295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5244550" y="33290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5237857" y="3527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5300648" y="3580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4965847" y="35719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5166387" y="3558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5081662" y="3533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5279085" y="35480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5204112" y="35760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5256918" y="3510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5200271" y="35218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5275510" y="3619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5096638" y="3580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5281878" y="3578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4985016" y="35642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5111450" y="3562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5067040" y="3585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5137855" y="35770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5150704" y="3572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5130943" y="3627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5117590" y="3570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5188348" y="35514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5155680" y="3561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5167165" y="3506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5183184" y="35847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5177559" y="3560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5123086" y="3521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5192812" y="35558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5277799" y="3565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5181834" y="3583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5226938" y="3566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5153521" y="3552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5216971" y="3582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5189757" y="35667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5184990" y="35242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5211573" y="35472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5156384" y="3550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5060527" y="35564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5156545" y="35415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5080767" y="3573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5074798" y="3558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5146020" y="3572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5205555" y="35372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5066009" y="35816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5192977" y="3564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5190637" y="3611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5219274" y="35572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5307539" y="3573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5190619" y="35738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5203079" y="3495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5109183" y="3587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5040196" y="36411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5149562" y="35673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5210867" y="3571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5185348" y="3522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5275069" y="3593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5244738" y="35573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5223142" y="35409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5142161" y="35561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5103959" y="3549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5184929" y="3486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5174371" y="35487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5067438" y="3574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5219750" y="3563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5063921" y="35582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5171146" y="3565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5128879" y="35487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5197845" y="36254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5200629" y="35168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5038869" y="35498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4907946" y="35449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5096848" y="35634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5201176" y="3569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5208449" y="3531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5246390" y="3567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5266522" y="35717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5230067" y="35483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5108895" y="35217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5102691" y="3563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5158945" y="3599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5132805" y="35471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5143372" y="35659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5083499" y="3572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5073751" y="3632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5120884" y="3563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5127898" y="35524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5264810" y="3563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5150685" y="3516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5186622" y="35500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5120193" y="35511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5207965" y="36172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5118841" y="35612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5140256" y="3519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5237113" y="3566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5095776" y="3562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5309560" y="3659372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5175349" y="3565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5287897" y="35555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5181811" y="35792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5094348" y="35695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5161915" y="3541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5217414" y="35242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5093409" y="35668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5142269" y="3524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5190568" y="35639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5080708" y="35617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5177565" y="35537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5175514" y="35830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5123891" y="3562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5126318" y="3579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5041165" y="35603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5090887" y="3577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5177559" y="3573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5199873" y="35476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5121760" y="36307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5207189" y="35487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5193091" y="3538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5090737" y="35408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5061382" y="35711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5156135" y="3544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5185277" y="3571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5240478" y="34052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5138842" y="35564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5197168" y="3542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5191949" y="3513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5194657" y="3583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5155001" y="3646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5138405" y="35345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5154628" y="35556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5076819" y="35572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5092668" y="35712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5134824" y="3521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5077446" y="35917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5098192" y="3580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5215846" y="35573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5126419" y="3569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5112034" y="3572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5070397" y="35578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5109948" y="3534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5094521" y="3540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5117061" y="35388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5258850" y="35465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5281016" y="35668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5127787" y="35780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5111690" y="3591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5166244" y="35354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5199272" y="3553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5178339" y="3573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5267972" y="3557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5184149" y="3578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5109506" y="35675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5154422" y="3570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5216956" y="35424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5162085" y="3533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5244990" y="3533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5185261" y="35462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5221330" y="35554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5186291" y="3570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5190836" y="3534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5244534" y="35134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5147779" y="3509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5373827" y="35675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5113287" y="3539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5266247" y="35045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5065332" y="35224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5227593" y="35697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5223262" y="35770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5202792" y="35519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5097731" y="3548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5168806" y="35794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5145636" y="3570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5204889" y="3542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5140938" y="3564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5227057" y="3557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5194887" y="35513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5115987" y="35548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5188125" y="3567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5319261" y="35393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5079330" y="36082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5166680" y="3549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5108352" y="35578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5184131" y="3574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5105461" y="3551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5216614" y="35433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5093525" y="3526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5105007" y="3562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5067297" y="3562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5105640" y="3594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5124337" y="35389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5159412" y="3566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5134138" y="3565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5122720" y="3543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5213177" y="3554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5132501" y="3528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5264088" y="35561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5110362" y="3549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5273875" y="35863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5314972" y="3545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5213797" y="35348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5017877" y="3581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5121872" y="3590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5234089" y="3582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5218502" y="35481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5096990" y="3575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5183520" y="3505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5329265" y="3560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5304555" y="35768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5081655" y="3551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5195522" y="3454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5206357" y="3560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5118236" y="3543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5141649" y="35764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5110714" y="35470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5110388" y="3562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5213963" y="35485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5272124" y="35791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5093587" y="35938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5146196" y="3560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5063507" y="35467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5036576" y="3693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5198943" y="3566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5245589" y="3544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5206308" y="34997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5148298" y="3556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5049137" y="3558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5132335" y="3562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5141229" y="3577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5235393" y="3554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5090950" y="3568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5309610" y="3563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5103425" y="3564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5121021" y="3593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5054987" y="3566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5155972" y="35634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5029551" y="35855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5059788" y="3560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5226579" y="3517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5142615" y="3554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5133092" y="35666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5158797" y="3446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5060211" y="35659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5230554" y="3493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5200518" y="3564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5159414" y="34701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5116009" y="3547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5170048" y="35675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5174904" y="3541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5195077" y="3562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5028700" y="35574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5173160" y="35424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5205033" y="35803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5182604" y="35672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5090093" y="35784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5131655" y="3537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5258903" y="35624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5070572" y="35767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5245362" y="3535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5307490" y="362438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5112628" y="35112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5126333" y="35591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5220702" y="35468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5267799" y="35808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5101161" y="3545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1" name="pt3391"/>
            <p:cNvSpPr/>
            <p:nvPr/>
          </p:nvSpPr>
          <p:spPr>
            <a:xfrm>
              <a:off x="5126735" y="3565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2" name="pt3392"/>
            <p:cNvSpPr/>
            <p:nvPr/>
          </p:nvSpPr>
          <p:spPr>
            <a:xfrm>
              <a:off x="5159382" y="3548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3" name="pt3393"/>
            <p:cNvSpPr/>
            <p:nvPr/>
          </p:nvSpPr>
          <p:spPr>
            <a:xfrm>
              <a:off x="5127999" y="35321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4" name="pt3394"/>
            <p:cNvSpPr/>
            <p:nvPr/>
          </p:nvSpPr>
          <p:spPr>
            <a:xfrm>
              <a:off x="5052649" y="35727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5" name="pt3395"/>
            <p:cNvSpPr/>
            <p:nvPr/>
          </p:nvSpPr>
          <p:spPr>
            <a:xfrm>
              <a:off x="5133085" y="35601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6" name="pt3396"/>
            <p:cNvSpPr/>
            <p:nvPr/>
          </p:nvSpPr>
          <p:spPr>
            <a:xfrm>
              <a:off x="5099641" y="3616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7" name="pt3397"/>
            <p:cNvSpPr/>
            <p:nvPr/>
          </p:nvSpPr>
          <p:spPr>
            <a:xfrm>
              <a:off x="5114054" y="3553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8" name="pt3398"/>
            <p:cNvSpPr/>
            <p:nvPr/>
          </p:nvSpPr>
          <p:spPr>
            <a:xfrm>
              <a:off x="5297863" y="35576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5111326" y="3516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5106903" y="3574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5084052" y="3547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5263358" y="35956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5147957" y="3574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5215125" y="35700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5217497" y="35051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5126832" y="3488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5104157" y="35773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5202259" y="3597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5213658" y="3572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5124060" y="35060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5174796" y="35692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5152590" y="3591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5310821" y="3548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5159488" y="3572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5157393" y="35818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5100189" y="36010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5068351" y="35706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5204894" y="35474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5101712" y="3547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5084552" y="35058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5154085" y="35648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5106363" y="3444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5157040" y="35543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5130363" y="34994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5184003" y="35096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4929180" y="3501428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5151487" y="35387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5121134" y="3551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5263669" y="35803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5155944" y="3561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5098577" y="35222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5205242" y="3567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5179744" y="3549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5157836" y="35677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5124494" y="3598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4974553" y="35879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5378693" y="3561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5088851" y="35784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5077384" y="35222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5205280" y="35674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5198754" y="3563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5060961" y="3546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5231382" y="3555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5164894" y="3572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5103387" y="35534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5132855" y="35998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5199780" y="3541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5060204" y="35565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5127114" y="37546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5059088" y="3586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5106326" y="35704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5096333" y="36215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5336004" y="3570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5189495" y="3526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5111914" y="3672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5242978" y="35900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5169132" y="35921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5149748" y="3563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5121935" y="3592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5165558" y="35750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5179285" y="3553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5256619" y="3575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5208576" y="3609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5080180" y="3556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5261886" y="35363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5130230" y="35454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5132326" y="3536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5050730" y="3593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5074319" y="3550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5188413" y="35309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5021625" y="35872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5072295" y="3563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5107249" y="35740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5118592" y="35073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5169358" y="3547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5034183" y="3563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5171786" y="3561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5280164" y="35363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5072615" y="35530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5186285" y="35885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5206863" y="3514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5186444" y="3514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5171531" y="35673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5102751" y="35038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5087061" y="36063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5096877" y="36024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5212072" y="35103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5267691" y="3564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5059655" y="3577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5055703" y="35467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5128181" y="3566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5172273" y="3553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5270631" y="3569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5202908" y="3551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5068442" y="35274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5266950" y="3555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5130257" y="35566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5144525" y="35764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5122111" y="35649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5106009" y="35466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5052888" y="35541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5116546" y="35648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5236674" y="3571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5115138" y="3471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5088813" y="35585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5094288" y="3566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5231075" y="3539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5159460" y="35630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5264635" y="35924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5306549" y="35581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5138306" y="35339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5111565" y="3546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5102125" y="35463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5258766" y="3572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5158189" y="35531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5116013" y="35433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5202557" y="3562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5307286" y="3550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5096980" y="3546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5081904" y="35349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5139109" y="34876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5279350" y="3553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5075156" y="3562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5162608" y="35609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5144087" y="35078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5236108" y="35625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5187680" y="35608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5077446" y="3581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5243497" y="3624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5255231" y="35650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5253878" y="35664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5186444" y="35455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5292875" y="3483520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5265652" y="35478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5070511" y="35378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5132128" y="35421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5225105" y="3522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5130547" y="35766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5135102" y="35241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5187321" y="3547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5036501" y="35410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5306894" y="35860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5070861" y="35528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5164129" y="35518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5148378" y="3542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5297316" y="36065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5009379" y="3550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5155194" y="3575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5146326" y="35625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5128695" y="3542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5109061" y="35610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5221419" y="3582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5191856" y="35325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5217729" y="3508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5118127" y="35876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5194255" y="3548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5056909" y="35469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5367402" y="3609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5171403" y="3526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5169531" y="3547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5141145" y="3547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5085433" y="35753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5132422" y="35446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5143707" y="35737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5195994" y="35659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5098574" y="3543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5293397" y="3577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5285416" y="35705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5312763" y="3574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5082701" y="36373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5227579" y="35866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5226976" y="3557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5094067" y="3600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5182108" y="3596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5256617" y="3562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5090755" y="3570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5087941" y="3558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5246618" y="35420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5182871" y="3569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5317637" y="3553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5208493" y="35579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5132281" y="3560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5090443" y="35615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5131592" y="3569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5206823" y="3546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5167069" y="3530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5154208" y="35524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5096453" y="3546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5207957" y="3518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5141500" y="35481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5090325" y="3556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5041038" y="35491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5158932" y="3561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4" name="pt3594"/>
            <p:cNvSpPr/>
            <p:nvPr/>
          </p:nvSpPr>
          <p:spPr>
            <a:xfrm>
              <a:off x="5102357" y="35017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5" name="pt3595"/>
            <p:cNvSpPr/>
            <p:nvPr/>
          </p:nvSpPr>
          <p:spPr>
            <a:xfrm>
              <a:off x="5248219" y="35971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6" name="pt3596"/>
            <p:cNvSpPr/>
            <p:nvPr/>
          </p:nvSpPr>
          <p:spPr>
            <a:xfrm>
              <a:off x="5227335" y="3556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7" name="pt3597"/>
            <p:cNvSpPr/>
            <p:nvPr/>
          </p:nvSpPr>
          <p:spPr>
            <a:xfrm>
              <a:off x="5202097" y="3544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8" name="pt3598"/>
            <p:cNvSpPr/>
            <p:nvPr/>
          </p:nvSpPr>
          <p:spPr>
            <a:xfrm>
              <a:off x="5091644" y="3539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599" name="pt3599"/>
            <p:cNvSpPr/>
            <p:nvPr/>
          </p:nvSpPr>
          <p:spPr>
            <a:xfrm>
              <a:off x="5184206" y="3558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0" name="pt3600"/>
            <p:cNvSpPr/>
            <p:nvPr/>
          </p:nvSpPr>
          <p:spPr>
            <a:xfrm>
              <a:off x="5173663" y="3551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1" name="pt3601"/>
            <p:cNvSpPr/>
            <p:nvPr/>
          </p:nvSpPr>
          <p:spPr>
            <a:xfrm>
              <a:off x="5102877" y="35712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2" name="pt3602"/>
            <p:cNvSpPr/>
            <p:nvPr/>
          </p:nvSpPr>
          <p:spPr>
            <a:xfrm>
              <a:off x="5093347" y="3535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3" name="pt3603"/>
            <p:cNvSpPr/>
            <p:nvPr/>
          </p:nvSpPr>
          <p:spPr>
            <a:xfrm>
              <a:off x="5211062" y="3568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4" name="pt3604"/>
            <p:cNvSpPr/>
            <p:nvPr/>
          </p:nvSpPr>
          <p:spPr>
            <a:xfrm>
              <a:off x="5164152" y="36107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5" name="pt3605"/>
            <p:cNvSpPr/>
            <p:nvPr/>
          </p:nvSpPr>
          <p:spPr>
            <a:xfrm>
              <a:off x="5248734" y="34859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6" name="pt3606"/>
            <p:cNvSpPr/>
            <p:nvPr/>
          </p:nvSpPr>
          <p:spPr>
            <a:xfrm>
              <a:off x="5168899" y="35812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5157544" y="35531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5003100" y="35253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5105959" y="35324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5128715" y="3608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5047503" y="35440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5129094" y="35653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5081676" y="35466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5220797" y="35665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5228677" y="35224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5157807" y="35221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5154724" y="35684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5189529" y="3553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5087327" y="3559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5189604" y="35224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5091405" y="35752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5153054" y="34991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5103536" y="3548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5180193" y="3622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5084778" y="35751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5115736" y="35891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5120509" y="3535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5121060" y="35538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5098978" y="35300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5297946" y="3548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5139125" y="35830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5171843" y="35693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5155780" y="35445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5250343" y="3528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5093550" y="35653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5266695" y="35432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5134068" y="35538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5062800" y="35472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5126026" y="3555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5140374" y="3547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5353039" y="36046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5134098" y="3630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5192308" y="3561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5135355" y="3486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5292980" y="3541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5111818" y="3596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5098312" y="3578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5195801" y="3507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5223560" y="3569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5293436" y="35666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5114269" y="35757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5086285" y="35572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5187360" y="35224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5142717" y="35360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5147203" y="36162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5179433" y="35634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5313225" y="3559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5113160" y="35717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5145697" y="3500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5261781" y="35392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5078325" y="3535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5165401" y="3564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5113663" y="35748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5116736" y="3581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5162352" y="35194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5151474" y="35475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5191422" y="35415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5209199" y="35302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5158926" y="37637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5089257" y="35594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5208483" y="36210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5191247" y="3546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5179802" y="35788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5110923" y="35514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5146216" y="3558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5201842" y="35295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5024953" y="3559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5165542" y="35646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5174705" y="35793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5208948" y="35633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5183689" y="35464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5244276" y="3581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5101479" y="3555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5129563" y="35217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5355343" y="35564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5144001" y="35280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5070470" y="3545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5152762" y="35357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5290680" y="35605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5182987" y="35377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5269119" y="35645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5263488" y="3508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5087728" y="3563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5250802" y="35680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5068134" y="3556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5094853" y="3566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5114541" y="3566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5127130" y="3572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5162944" y="3617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5157774" y="35598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5156887" y="3504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5307007" y="35547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5280922" y="3584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5139060" y="3529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5153411" y="35743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5184378" y="35530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5148925" y="35476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5089153" y="3513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5008572" y="35426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5194594" y="3519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5122388" y="34911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5146529" y="35657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5233601" y="3525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5189211" y="35404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5255200" y="3564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5238902" y="35206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5182684" y="34518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5231613" y="3554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5164770" y="35539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5239057" y="3569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5154117" y="35343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5163663" y="35498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5127247" y="3573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5116150" y="35334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5127386" y="36068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5415651" y="3554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5200466" y="35316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5054062" y="35508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5217392" y="35452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5202782" y="35410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5186456" y="33788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5067264" y="3548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5209319" y="3542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5110226" y="35335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5135882" y="35764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5100470" y="35720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5194012" y="3538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5267405" y="35412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5300327" y="35127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5293296" y="35702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5259630" y="35289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5086719" y="35951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5148718" y="35668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5218430" y="35562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5229266" y="35498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5110165" y="3580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5068554" y="35565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5193111" y="3531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5171990" y="3530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5143110" y="35329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5193762" y="3559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5219534" y="35829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5114880" y="35809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5219784" y="3578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5197242" y="3555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5313974" y="35806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5199988" y="3512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5154365" y="35224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5257589" y="35702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5179461" y="3543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5072304" y="3587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5176816" y="35443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5272735" y="3567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5208616" y="35845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5099615" y="35482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5116523" y="35609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5095845" y="35448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5140621" y="3569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5156399" y="3562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5131181" y="3582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5198228" y="3564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5079003" y="35158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5107239" y="35577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5128953" y="35684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5244249" y="36150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5107125" y="3542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5102682" y="35586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5179890" y="35436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5150264" y="3515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5123548" y="35617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5090227" y="35427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5037008" y="35750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5173990" y="35173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5126166" y="35402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5121783" y="35511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5115084" y="35740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5195375" y="35504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5183344" y="3550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5287482" y="35819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5169711" y="35779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4974254" y="3623978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5159924" y="3465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5221491" y="3509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5155507" y="35920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5079648" y="3519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5127595" y="35579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5142510" y="35748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5084379" y="3557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5143245" y="3553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5151559" y="3517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5196761" y="35851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5112039" y="35502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5121614" y="35576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5110741" y="35446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5154786" y="35603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5158665" y="3553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5237889" y="35428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5181391" y="3543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5095520" y="35095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5132323" y="35526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5288385" y="35713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5271557" y="3583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5184614" y="3549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5221850" y="35671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5187359" y="35719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5291719" y="3560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5047329" y="35525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5074662" y="35181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5099948" y="3534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5105396" y="3560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5093236" y="35533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5129570" y="35647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5138598" y="35584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5120431" y="35246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5209433" y="3558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5141940" y="3558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5117240" y="3567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5277810" y="3589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5181662" y="35601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5279756" y="3525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5177369" y="35366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5170884" y="3558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5171329" y="3535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5142661" y="35465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5146989" y="34832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5099141" y="35509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5248521" y="34210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5244897" y="3559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5183549" y="35650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5122067" y="35377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5129190" y="3574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5196304" y="3551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5030081" y="35528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5236483" y="35573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5159075" y="3558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5178154" y="35386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5111509" y="35886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5077378" y="3526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5149354" y="3536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5084100" y="35357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5084375" y="3510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5039349" y="3521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5283219" y="3534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5053725" y="35629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5200279" y="3526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5110093" y="35610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5140440" y="3723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5121587" y="35483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5193726" y="35267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5224826" y="35436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5072398" y="35493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5260327" y="3574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5219203" y="3556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5119819" y="3658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5226176" y="3530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5148533" y="3546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5171855" y="35315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5118657" y="3597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5110636" y="3360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5121061" y="3558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5198898" y="3560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5092990" y="35588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5033940" y="35474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5111428" y="35567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5159270" y="3552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5106283" y="35702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5129427" y="35195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5170184" y="3529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5109453" y="35662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5171752" y="34535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5102920" y="3556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5117127" y="35720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5116172" y="3543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5116928" y="3541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5324394" y="35546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5065779" y="35681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5188217" y="3552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5210885" y="3546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5220960" y="35682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5231784" y="35365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5263657" y="35659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5370069" y="3539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5250101" y="3563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5192768" y="35573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5128977" y="3554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5173001" y="35971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5209436" y="35600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5094566" y="35897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5211696" y="3555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5173432" y="3552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5070726" y="3580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5168643" y="3573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5090570" y="3507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5200241" y="35978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5073626" y="37751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5145832" y="3741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5253802" y="3664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5118810" y="35606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5199274" y="3517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5079491" y="35627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5141500" y="35137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5079308" y="3488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5148327" y="35436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5216630" y="3576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5152575" y="3564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5101418" y="35384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5100341" y="3555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5061181" y="35431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5230106" y="37169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5138686" y="3518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5396480" y="35393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5237272" y="35803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5121903" y="35507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5160903" y="3560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5107559" y="3539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5053503" y="35801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5123423" y="35834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5125049" y="35364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5205603" y="3531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5172942" y="35448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5140966" y="3565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5259191" y="3577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5133480" y="3557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5072383" y="3544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5178650" y="35480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5165511" y="3560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5092023" y="35599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5300181" y="3548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5283468" y="35316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5252406" y="35972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5158258" y="35342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5265604" y="35447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5159896" y="34752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5266913" y="35484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5164871" y="3550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5095871" y="3542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5136410" y="35561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5239203" y="35026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5180886" y="3518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5224156" y="3566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5231430" y="3543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5249480" y="3521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5298475" y="3546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5125660" y="3593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5128550" y="3575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5302635" y="3564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5268263" y="35357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5068500" y="3603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5166295" y="35312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5266256" y="350431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5080073" y="34918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5121508" y="3561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5210241" y="3536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5244624" y="35790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5140507" y="3573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5074971" y="3571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5170038" y="36187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5141815" y="35726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5120407" y="3575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5199496" y="3551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5198087" y="35516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5143919" y="35823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5079533" y="35725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5124831" y="3656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5305857" y="35537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5139899" y="3542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5170617" y="35780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5009753" y="35350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5199802" y="35630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5151654" y="35497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5134709" y="35343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5323721" y="35773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5160185" y="3572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5214709" y="36224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5066833" y="35842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5157818" y="35979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5200659" y="35563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5140566" y="35501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5132537" y="35620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5086505" y="35474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5220090" y="3497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5114325" y="3558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5111768" y="3569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5295575" y="3540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5089789" y="3546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5274431" y="36202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5167181" y="3559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5085904" y="3542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5158470" y="3566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5274457" y="35228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5153525" y="35378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5177750" y="35476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5186393" y="3534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5247762" y="3568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5140663" y="3560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5135525" y="35326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5103388" y="35574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5188801" y="3535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5237940" y="3588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5147075" y="35359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5115538" y="3566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5185780" y="36100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5154145" y="35613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5248795" y="3609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5291204" y="3546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4981852" y="369527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5205033" y="3561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5279254" y="35065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5087154" y="3560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5288757" y="35265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5208522" y="35669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5202362" y="35749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5191266" y="3581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5183343" y="35339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5060284" y="3553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5255152" y="35320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5129897" y="35631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5196270" y="35439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5194179" y="35322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5209383" y="3541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5170320" y="3592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5233137" y="35631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5246424" y="3513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5217877" y="35759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5225375" y="3544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5028455" y="35542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5143689" y="35447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5277357" y="3510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5141126" y="3540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5223913" y="35310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5158485" y="3547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5204546" y="35711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5108179" y="35632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5290462" y="3560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5160605" y="3527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5148434" y="35581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5221564" y="35704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5114736" y="3554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5126889" y="35525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5081137" y="35578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5275063" y="3551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5169659" y="35596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5079082" y="3543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5039828" y="35557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5063015" y="35734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5057007" y="3598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5261605" y="36000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5239794" y="35534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5093451" y="35506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5210223" y="35671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5020813" y="3536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5079766" y="35471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5121544" y="3559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5176254" y="3529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5143052" y="3551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5154281" y="35650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5149566" y="3524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5091216" y="3556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5323318" y="35953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5241525" y="35608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5079624" y="34878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5084677" y="35542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5187058" y="35785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5172284" y="3502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5194253" y="3556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5063089" y="35998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5124107" y="3584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5349006" y="3554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5215884" y="35660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5231177" y="35453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5216794" y="35348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5098187" y="3541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5116738" y="3537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5185261" y="35797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5089672" y="3539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5126740" y="35507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5135521" y="3552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5196685" y="3558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5081652" y="3506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5088843" y="3565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5145890" y="35520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5148145" y="35269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5260381" y="36951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5165004" y="3470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5231605" y="35375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5174052" y="3548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5230379" y="35634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5160779" y="3524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5145659" y="35872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5152275" y="3544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5252817" y="3521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5091516" y="3552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5325508" y="3568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5341465" y="3571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5085289" y="3556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5131850" y="3566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4920560" y="3574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5135499" y="35495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5189245" y="35488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5055680" y="35691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5120738" y="3526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5179137" y="3549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5144770" y="35222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5103983" y="36619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5216168" y="3566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5168685" y="35327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5149748" y="35055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5089489" y="35678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5140903" y="35530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5135769" y="35330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5105492" y="35372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5195107" y="35349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5172752" y="3567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5104890" y="3561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5172947" y="3548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5173859" y="35725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5065381" y="3473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5162084" y="35467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5089034" y="35335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5087922" y="3584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5199372" y="35530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5119293" y="3567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5136771" y="35892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5192678" y="35583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5110298" y="3576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5193623" y="35759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5093087" y="35522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5136827" y="35475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5230989" y="35470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5161299" y="35608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5090648" y="35310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5148224" y="35601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5128021" y="34981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5259820" y="3584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5088945" y="35549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5092150" y="3559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5078763" y="35613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5136440" y="35430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5120237" y="3540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5121374" y="3603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5251452" y="35152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5235616" y="35552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5137709" y="35693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5282411" y="3506816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5072116" y="35486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5168278" y="3577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5132631" y="3531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5078998" y="35375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5236049" y="3553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5067892" y="3536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5118231" y="35739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5184318" y="35650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5093284" y="35672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5265894" y="3584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5170829" y="35315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5169220" y="35054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5148231" y="36221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5124532" y="3531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5171394" y="3561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5124868" y="3543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5168309" y="3548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5131029" y="35195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5220521" y="3514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5165120" y="35602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5058672" y="3572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5129906" y="35641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5100453" y="35720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5270736" y="349201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5229829" y="35733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5219740" y="35291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5068227" y="3593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4987964" y="3563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5187301" y="3522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5262472" y="35198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5059326" y="3585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5087344" y="35500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5092942" y="3533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5053906" y="35382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5184160" y="35026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5208072" y="35052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5215723" y="3561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5161133" y="3558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5172591" y="3563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5074453" y="36016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5105220" y="35693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5162220" y="3560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5040785" y="3542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5154354" y="3581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5158825" y="35444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5172595" y="3549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5059915" y="3543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5151902" y="3711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3" name="pt4203"/>
            <p:cNvSpPr/>
            <p:nvPr/>
          </p:nvSpPr>
          <p:spPr>
            <a:xfrm>
              <a:off x="5017846" y="35443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4" name="pt4204"/>
            <p:cNvSpPr/>
            <p:nvPr/>
          </p:nvSpPr>
          <p:spPr>
            <a:xfrm>
              <a:off x="5181498" y="35429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5" name="pt4205"/>
            <p:cNvSpPr/>
            <p:nvPr/>
          </p:nvSpPr>
          <p:spPr>
            <a:xfrm>
              <a:off x="5145492" y="3534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6" name="pt4206"/>
            <p:cNvSpPr/>
            <p:nvPr/>
          </p:nvSpPr>
          <p:spPr>
            <a:xfrm>
              <a:off x="5045315" y="3529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7" name="pt4207"/>
            <p:cNvSpPr/>
            <p:nvPr/>
          </p:nvSpPr>
          <p:spPr>
            <a:xfrm>
              <a:off x="5182841" y="34660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8" name="pt4208"/>
            <p:cNvSpPr/>
            <p:nvPr/>
          </p:nvSpPr>
          <p:spPr>
            <a:xfrm>
              <a:off x="5030952" y="3541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09" name="pt4209"/>
            <p:cNvSpPr/>
            <p:nvPr/>
          </p:nvSpPr>
          <p:spPr>
            <a:xfrm>
              <a:off x="5111375" y="35348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0" name="pt4210"/>
            <p:cNvSpPr/>
            <p:nvPr/>
          </p:nvSpPr>
          <p:spPr>
            <a:xfrm>
              <a:off x="5279473" y="3561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1" name="pt4211"/>
            <p:cNvSpPr/>
            <p:nvPr/>
          </p:nvSpPr>
          <p:spPr>
            <a:xfrm>
              <a:off x="5250676" y="35412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2" name="pt4212"/>
            <p:cNvSpPr/>
            <p:nvPr/>
          </p:nvSpPr>
          <p:spPr>
            <a:xfrm>
              <a:off x="5037953" y="35557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3" name="pt4213"/>
            <p:cNvSpPr/>
            <p:nvPr/>
          </p:nvSpPr>
          <p:spPr>
            <a:xfrm>
              <a:off x="5196067" y="36457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4" name="pt4214"/>
            <p:cNvSpPr/>
            <p:nvPr/>
          </p:nvSpPr>
          <p:spPr>
            <a:xfrm>
              <a:off x="5112240" y="35063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5" name="pt4215"/>
            <p:cNvSpPr/>
            <p:nvPr/>
          </p:nvSpPr>
          <p:spPr>
            <a:xfrm>
              <a:off x="5027466" y="35507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6" name="pt4216"/>
            <p:cNvSpPr/>
            <p:nvPr/>
          </p:nvSpPr>
          <p:spPr>
            <a:xfrm>
              <a:off x="5294601" y="35599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7" name="pt4217"/>
            <p:cNvSpPr/>
            <p:nvPr/>
          </p:nvSpPr>
          <p:spPr>
            <a:xfrm>
              <a:off x="5207429" y="35204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8" name="pt4218"/>
            <p:cNvSpPr/>
            <p:nvPr/>
          </p:nvSpPr>
          <p:spPr>
            <a:xfrm>
              <a:off x="5238475" y="35502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19" name="pt4219"/>
            <p:cNvSpPr/>
            <p:nvPr/>
          </p:nvSpPr>
          <p:spPr>
            <a:xfrm>
              <a:off x="5102656" y="35293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0" name="pt4220"/>
            <p:cNvSpPr/>
            <p:nvPr/>
          </p:nvSpPr>
          <p:spPr>
            <a:xfrm>
              <a:off x="5141335" y="35429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1" name="pt4221"/>
            <p:cNvSpPr/>
            <p:nvPr/>
          </p:nvSpPr>
          <p:spPr>
            <a:xfrm>
              <a:off x="5235317" y="36366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2" name="pt4222"/>
            <p:cNvSpPr/>
            <p:nvPr/>
          </p:nvSpPr>
          <p:spPr>
            <a:xfrm>
              <a:off x="5228795" y="35586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3" name="pt4223"/>
            <p:cNvSpPr/>
            <p:nvPr/>
          </p:nvSpPr>
          <p:spPr>
            <a:xfrm>
              <a:off x="5146837" y="35622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4" name="pt4224"/>
            <p:cNvSpPr/>
            <p:nvPr/>
          </p:nvSpPr>
          <p:spPr>
            <a:xfrm>
              <a:off x="5188727" y="3565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5" name="pt4225"/>
            <p:cNvSpPr/>
            <p:nvPr/>
          </p:nvSpPr>
          <p:spPr>
            <a:xfrm>
              <a:off x="5223510" y="3513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6" name="pt4226"/>
            <p:cNvSpPr/>
            <p:nvPr/>
          </p:nvSpPr>
          <p:spPr>
            <a:xfrm>
              <a:off x="5240708" y="3555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7" name="pt4227"/>
            <p:cNvSpPr/>
            <p:nvPr/>
          </p:nvSpPr>
          <p:spPr>
            <a:xfrm>
              <a:off x="5126076" y="3539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8" name="pt4228"/>
            <p:cNvSpPr/>
            <p:nvPr/>
          </p:nvSpPr>
          <p:spPr>
            <a:xfrm>
              <a:off x="5084165" y="35635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29" name="pt4229"/>
            <p:cNvSpPr/>
            <p:nvPr/>
          </p:nvSpPr>
          <p:spPr>
            <a:xfrm>
              <a:off x="5079165" y="35528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0" name="pt4230"/>
            <p:cNvSpPr/>
            <p:nvPr/>
          </p:nvSpPr>
          <p:spPr>
            <a:xfrm>
              <a:off x="5237130" y="35837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5221784" y="3557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2" name="pt4232"/>
            <p:cNvSpPr/>
            <p:nvPr/>
          </p:nvSpPr>
          <p:spPr>
            <a:xfrm>
              <a:off x="5166711" y="3555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3" name="pt4233"/>
            <p:cNvSpPr/>
            <p:nvPr/>
          </p:nvSpPr>
          <p:spPr>
            <a:xfrm>
              <a:off x="5130692" y="3576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5045137" y="3581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5" name="pt4235"/>
            <p:cNvSpPr/>
            <p:nvPr/>
          </p:nvSpPr>
          <p:spPr>
            <a:xfrm>
              <a:off x="5209627" y="3534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6" name="pt4236"/>
            <p:cNvSpPr/>
            <p:nvPr/>
          </p:nvSpPr>
          <p:spPr>
            <a:xfrm>
              <a:off x="5132417" y="3566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7" name="pt4237"/>
            <p:cNvSpPr/>
            <p:nvPr/>
          </p:nvSpPr>
          <p:spPr>
            <a:xfrm>
              <a:off x="5153910" y="35883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8" name="pt4238"/>
            <p:cNvSpPr/>
            <p:nvPr/>
          </p:nvSpPr>
          <p:spPr>
            <a:xfrm>
              <a:off x="5243476" y="3568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39" name="pt4239"/>
            <p:cNvSpPr/>
            <p:nvPr/>
          </p:nvSpPr>
          <p:spPr>
            <a:xfrm>
              <a:off x="5277378" y="3473909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0" name="pt4240"/>
            <p:cNvSpPr/>
            <p:nvPr/>
          </p:nvSpPr>
          <p:spPr>
            <a:xfrm>
              <a:off x="5207919" y="3531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1" name="pt4241"/>
            <p:cNvSpPr/>
            <p:nvPr/>
          </p:nvSpPr>
          <p:spPr>
            <a:xfrm>
              <a:off x="5101079" y="3567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2" name="pt4242"/>
            <p:cNvSpPr/>
            <p:nvPr/>
          </p:nvSpPr>
          <p:spPr>
            <a:xfrm>
              <a:off x="5217759" y="3635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3" name="pt4243"/>
            <p:cNvSpPr/>
            <p:nvPr/>
          </p:nvSpPr>
          <p:spPr>
            <a:xfrm>
              <a:off x="5119991" y="35312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4" name="pt4244"/>
            <p:cNvSpPr/>
            <p:nvPr/>
          </p:nvSpPr>
          <p:spPr>
            <a:xfrm>
              <a:off x="5234747" y="3562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5" name="pt4245"/>
            <p:cNvSpPr/>
            <p:nvPr/>
          </p:nvSpPr>
          <p:spPr>
            <a:xfrm>
              <a:off x="5071721" y="3555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6" name="pt4246"/>
            <p:cNvSpPr/>
            <p:nvPr/>
          </p:nvSpPr>
          <p:spPr>
            <a:xfrm>
              <a:off x="5105597" y="35195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7" name="pt4247"/>
            <p:cNvSpPr/>
            <p:nvPr/>
          </p:nvSpPr>
          <p:spPr>
            <a:xfrm>
              <a:off x="5196263" y="35841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8" name="pt4248"/>
            <p:cNvSpPr/>
            <p:nvPr/>
          </p:nvSpPr>
          <p:spPr>
            <a:xfrm>
              <a:off x="5056539" y="35592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49" name="pt4249"/>
            <p:cNvSpPr/>
            <p:nvPr/>
          </p:nvSpPr>
          <p:spPr>
            <a:xfrm>
              <a:off x="5050300" y="35599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0" name="pt4250"/>
            <p:cNvSpPr/>
            <p:nvPr/>
          </p:nvSpPr>
          <p:spPr>
            <a:xfrm>
              <a:off x="5133793" y="3552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1" name="pt4251"/>
            <p:cNvSpPr/>
            <p:nvPr/>
          </p:nvSpPr>
          <p:spPr>
            <a:xfrm>
              <a:off x="5147063" y="35038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2" name="pt4252"/>
            <p:cNvSpPr/>
            <p:nvPr/>
          </p:nvSpPr>
          <p:spPr>
            <a:xfrm>
              <a:off x="5046123" y="35550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3" name="pt4253"/>
            <p:cNvSpPr/>
            <p:nvPr/>
          </p:nvSpPr>
          <p:spPr>
            <a:xfrm>
              <a:off x="5080503" y="3521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4" name="pt4254"/>
            <p:cNvSpPr/>
            <p:nvPr/>
          </p:nvSpPr>
          <p:spPr>
            <a:xfrm>
              <a:off x="5157148" y="3551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5" name="pt4255"/>
            <p:cNvSpPr/>
            <p:nvPr/>
          </p:nvSpPr>
          <p:spPr>
            <a:xfrm>
              <a:off x="5250206" y="3536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6" name="pt4256"/>
            <p:cNvSpPr/>
            <p:nvPr/>
          </p:nvSpPr>
          <p:spPr>
            <a:xfrm>
              <a:off x="5195837" y="35553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7" name="pt4257"/>
            <p:cNvSpPr/>
            <p:nvPr/>
          </p:nvSpPr>
          <p:spPr>
            <a:xfrm>
              <a:off x="5216097" y="35671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8" name="pt4258"/>
            <p:cNvSpPr/>
            <p:nvPr/>
          </p:nvSpPr>
          <p:spPr>
            <a:xfrm>
              <a:off x="5204988" y="35755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59" name="pt4259"/>
            <p:cNvSpPr/>
            <p:nvPr/>
          </p:nvSpPr>
          <p:spPr>
            <a:xfrm>
              <a:off x="5233191" y="3547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0" name="pt4260"/>
            <p:cNvSpPr/>
            <p:nvPr/>
          </p:nvSpPr>
          <p:spPr>
            <a:xfrm>
              <a:off x="5246946" y="35156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1" name="pt4261"/>
            <p:cNvSpPr/>
            <p:nvPr/>
          </p:nvSpPr>
          <p:spPr>
            <a:xfrm>
              <a:off x="5005887" y="3582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2" name="pt4262"/>
            <p:cNvSpPr/>
            <p:nvPr/>
          </p:nvSpPr>
          <p:spPr>
            <a:xfrm>
              <a:off x="5107014" y="3534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3" name="pt4263"/>
            <p:cNvSpPr/>
            <p:nvPr/>
          </p:nvSpPr>
          <p:spPr>
            <a:xfrm>
              <a:off x="5104598" y="3550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4" name="pt4264"/>
            <p:cNvSpPr/>
            <p:nvPr/>
          </p:nvSpPr>
          <p:spPr>
            <a:xfrm>
              <a:off x="5107777" y="35600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5" name="pt4265"/>
            <p:cNvSpPr/>
            <p:nvPr/>
          </p:nvSpPr>
          <p:spPr>
            <a:xfrm>
              <a:off x="5137611" y="3557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6" name="pt4266"/>
            <p:cNvSpPr/>
            <p:nvPr/>
          </p:nvSpPr>
          <p:spPr>
            <a:xfrm>
              <a:off x="5103109" y="35537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7" name="pt4267"/>
            <p:cNvSpPr/>
            <p:nvPr/>
          </p:nvSpPr>
          <p:spPr>
            <a:xfrm>
              <a:off x="5203040" y="3565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8" name="pt4268"/>
            <p:cNvSpPr/>
            <p:nvPr/>
          </p:nvSpPr>
          <p:spPr>
            <a:xfrm>
              <a:off x="5250485" y="3559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69" name="pt4269"/>
            <p:cNvSpPr/>
            <p:nvPr/>
          </p:nvSpPr>
          <p:spPr>
            <a:xfrm>
              <a:off x="5138026" y="35570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0" name="pt4270"/>
            <p:cNvSpPr/>
            <p:nvPr/>
          </p:nvSpPr>
          <p:spPr>
            <a:xfrm>
              <a:off x="5170758" y="3561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1" name="pt4271"/>
            <p:cNvSpPr/>
            <p:nvPr/>
          </p:nvSpPr>
          <p:spPr>
            <a:xfrm>
              <a:off x="5200084" y="3570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2" name="pt4272"/>
            <p:cNvSpPr/>
            <p:nvPr/>
          </p:nvSpPr>
          <p:spPr>
            <a:xfrm>
              <a:off x="5216457" y="35577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3" name="pt4273"/>
            <p:cNvSpPr/>
            <p:nvPr/>
          </p:nvSpPr>
          <p:spPr>
            <a:xfrm>
              <a:off x="5290310" y="3553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4" name="pt4274"/>
            <p:cNvSpPr/>
            <p:nvPr/>
          </p:nvSpPr>
          <p:spPr>
            <a:xfrm>
              <a:off x="5065702" y="35384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5" name="pt4275"/>
            <p:cNvSpPr/>
            <p:nvPr/>
          </p:nvSpPr>
          <p:spPr>
            <a:xfrm>
              <a:off x="5280085" y="3484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6" name="pt4276"/>
            <p:cNvSpPr/>
            <p:nvPr/>
          </p:nvSpPr>
          <p:spPr>
            <a:xfrm>
              <a:off x="5097352" y="35685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7" name="pt4277"/>
            <p:cNvSpPr/>
            <p:nvPr/>
          </p:nvSpPr>
          <p:spPr>
            <a:xfrm>
              <a:off x="5194085" y="35244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8" name="pt4278"/>
            <p:cNvSpPr/>
            <p:nvPr/>
          </p:nvSpPr>
          <p:spPr>
            <a:xfrm>
              <a:off x="5365743" y="3548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79" name="pt4279"/>
            <p:cNvSpPr/>
            <p:nvPr/>
          </p:nvSpPr>
          <p:spPr>
            <a:xfrm>
              <a:off x="5165254" y="3569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0" name="pt4280"/>
            <p:cNvSpPr/>
            <p:nvPr/>
          </p:nvSpPr>
          <p:spPr>
            <a:xfrm>
              <a:off x="5150525" y="35620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1" name="pt4281"/>
            <p:cNvSpPr/>
            <p:nvPr/>
          </p:nvSpPr>
          <p:spPr>
            <a:xfrm>
              <a:off x="5055517" y="3563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2" name="pt4282"/>
            <p:cNvSpPr/>
            <p:nvPr/>
          </p:nvSpPr>
          <p:spPr>
            <a:xfrm>
              <a:off x="5234963" y="35769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3" name="pt4283"/>
            <p:cNvSpPr/>
            <p:nvPr/>
          </p:nvSpPr>
          <p:spPr>
            <a:xfrm>
              <a:off x="5104939" y="3581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4" name="pt4284"/>
            <p:cNvSpPr/>
            <p:nvPr/>
          </p:nvSpPr>
          <p:spPr>
            <a:xfrm>
              <a:off x="5198820" y="35668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5" name="pt4285"/>
            <p:cNvSpPr/>
            <p:nvPr/>
          </p:nvSpPr>
          <p:spPr>
            <a:xfrm>
              <a:off x="5193126" y="35619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6" name="pt4286"/>
            <p:cNvSpPr/>
            <p:nvPr/>
          </p:nvSpPr>
          <p:spPr>
            <a:xfrm>
              <a:off x="5162599" y="35587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7" name="pt4287"/>
            <p:cNvSpPr/>
            <p:nvPr/>
          </p:nvSpPr>
          <p:spPr>
            <a:xfrm>
              <a:off x="5165036" y="34783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8" name="pt4288"/>
            <p:cNvSpPr/>
            <p:nvPr/>
          </p:nvSpPr>
          <p:spPr>
            <a:xfrm>
              <a:off x="5178479" y="3541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89" name="pt4289"/>
            <p:cNvSpPr/>
            <p:nvPr/>
          </p:nvSpPr>
          <p:spPr>
            <a:xfrm>
              <a:off x="5241297" y="35548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0" name="pt4290"/>
            <p:cNvSpPr/>
            <p:nvPr/>
          </p:nvSpPr>
          <p:spPr>
            <a:xfrm>
              <a:off x="5177425" y="3573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5191629" y="35783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2" name="pt4292"/>
            <p:cNvSpPr/>
            <p:nvPr/>
          </p:nvSpPr>
          <p:spPr>
            <a:xfrm>
              <a:off x="5212426" y="35813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3" name="pt4293"/>
            <p:cNvSpPr/>
            <p:nvPr/>
          </p:nvSpPr>
          <p:spPr>
            <a:xfrm>
              <a:off x="5281539" y="3600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4" name="pt4294"/>
            <p:cNvSpPr/>
            <p:nvPr/>
          </p:nvSpPr>
          <p:spPr>
            <a:xfrm>
              <a:off x="5047585" y="3567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5" name="pt4295"/>
            <p:cNvSpPr/>
            <p:nvPr/>
          </p:nvSpPr>
          <p:spPr>
            <a:xfrm>
              <a:off x="5174234" y="3582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6" name="pt4296"/>
            <p:cNvSpPr/>
            <p:nvPr/>
          </p:nvSpPr>
          <p:spPr>
            <a:xfrm>
              <a:off x="5020642" y="35506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7" name="pt4297"/>
            <p:cNvSpPr/>
            <p:nvPr/>
          </p:nvSpPr>
          <p:spPr>
            <a:xfrm>
              <a:off x="5211238" y="3535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8" name="pt4298"/>
            <p:cNvSpPr/>
            <p:nvPr/>
          </p:nvSpPr>
          <p:spPr>
            <a:xfrm>
              <a:off x="5193393" y="35548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299" name="pt4299"/>
            <p:cNvSpPr/>
            <p:nvPr/>
          </p:nvSpPr>
          <p:spPr>
            <a:xfrm>
              <a:off x="5191041" y="35237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0" name="pt4300"/>
            <p:cNvSpPr/>
            <p:nvPr/>
          </p:nvSpPr>
          <p:spPr>
            <a:xfrm>
              <a:off x="5206223" y="35782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1" name="pt4301"/>
            <p:cNvSpPr/>
            <p:nvPr/>
          </p:nvSpPr>
          <p:spPr>
            <a:xfrm>
              <a:off x="5063532" y="35401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2" name="pt4302"/>
            <p:cNvSpPr/>
            <p:nvPr/>
          </p:nvSpPr>
          <p:spPr>
            <a:xfrm>
              <a:off x="5119552" y="35353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3" name="pt4303"/>
            <p:cNvSpPr/>
            <p:nvPr/>
          </p:nvSpPr>
          <p:spPr>
            <a:xfrm>
              <a:off x="5236353" y="3538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4" name="pt4304"/>
            <p:cNvSpPr/>
            <p:nvPr/>
          </p:nvSpPr>
          <p:spPr>
            <a:xfrm>
              <a:off x="5189660" y="35574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5" name="pt4305"/>
            <p:cNvSpPr/>
            <p:nvPr/>
          </p:nvSpPr>
          <p:spPr>
            <a:xfrm>
              <a:off x="5222473" y="35358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6" name="pt4306"/>
            <p:cNvSpPr/>
            <p:nvPr/>
          </p:nvSpPr>
          <p:spPr>
            <a:xfrm>
              <a:off x="5267467" y="3569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7" name="pt4307"/>
            <p:cNvSpPr/>
            <p:nvPr/>
          </p:nvSpPr>
          <p:spPr>
            <a:xfrm>
              <a:off x="5041005" y="3541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8" name="pt4308"/>
            <p:cNvSpPr/>
            <p:nvPr/>
          </p:nvSpPr>
          <p:spPr>
            <a:xfrm>
              <a:off x="5182737" y="3538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09" name="pt4309"/>
            <p:cNvSpPr/>
            <p:nvPr/>
          </p:nvSpPr>
          <p:spPr>
            <a:xfrm>
              <a:off x="5056414" y="35454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0" name="pt4310"/>
            <p:cNvSpPr/>
            <p:nvPr/>
          </p:nvSpPr>
          <p:spPr>
            <a:xfrm>
              <a:off x="5186826" y="35339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5031896" y="35489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5157408" y="3534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5179045" y="3565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5092123" y="3523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5113006" y="35398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5162948" y="35560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5166898" y="35369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5184724" y="3556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5082637" y="35676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5144556" y="35388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5100260" y="35462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5175519" y="35968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5105861" y="36110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5173157" y="3492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5178300" y="3603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5282166" y="3570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5119939" y="3596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5025484" y="35477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5032964" y="35608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5110639" y="35779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5156865" y="3542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5204076" y="35933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5083230" y="3572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5256688" y="35554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5170266" y="3567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5201998" y="35582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5337877" y="3599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5215257" y="35527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5050660" y="35633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5138872" y="35517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5071118" y="35580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4983137" y="3553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5128675" y="34936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5157017" y="35441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5234228" y="3548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5185922" y="3551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5137518" y="3568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5300604" y="3567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5177584" y="3547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5308464" y="35864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5215155" y="35452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5089305" y="35497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5149125" y="35527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5261072" y="3575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5126748" y="35666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5264214" y="3567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5228620" y="35573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5296944" y="3506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5214278" y="35676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5099461" y="3572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5046987" y="35290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5107347" y="35246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5139617" y="35944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5093464" y="35509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5169558" y="35543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5076244" y="3562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5124972" y="3643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5105786" y="36585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5132951" y="3564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5118439" y="3541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5139674" y="35247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5089374" y="35682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5186279" y="35752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5163623" y="35429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5130004" y="3564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4986380" y="35564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5123208" y="3550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5079312" y="35941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5252935" y="35632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5098940" y="3551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5315955" y="35464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5080442" y="35378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5171710" y="35712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5204006" y="35688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5276402" y="3550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5140320" y="35447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5121376" y="3529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5199311" y="3579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5231029" y="35852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5240918" y="3522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5272024" y="35730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5043841" y="35664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5141839" y="35429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5167896" y="35844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5095193" y="3602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5106770" y="35443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5183778" y="35117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5141921" y="35497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5063310" y="3561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5093307" y="3549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5127826" y="3551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5024707" y="3539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5165100" y="35391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5250347" y="35440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5186459" y="35600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5059697" y="35534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5081686" y="35573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5100081" y="35369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5111998" y="35225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5170668" y="3599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5127777" y="34796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5200671" y="3578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5041727" y="34857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5147873" y="35364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5084364" y="35911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5100364" y="3577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5192113" y="3569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5152586" y="36218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5311854" y="3544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5216441" y="3575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5215061" y="3561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5097072" y="3550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5205009" y="3538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5172568" y="35444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5144275" y="35441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5175685" y="3561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5206452" y="36149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5120609" y="35287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5135279" y="36191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5153126" y="3534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5345343" y="35626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5008384" y="3535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5301838" y="3572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5174778" y="36202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5095760" y="35527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5129915" y="35322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5115909" y="3568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5164649" y="3574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5099453" y="3547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5235416" y="35834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5206268" y="34712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5218016" y="3635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5203765" y="35616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5049597" y="35372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5253749" y="35643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5052044" y="3565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5019090" y="35651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5171110" y="35563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5156363" y="3536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5125241" y="3539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5167187" y="35248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5107919" y="3550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3" name="pt4453"/>
            <p:cNvSpPr/>
            <p:nvPr/>
          </p:nvSpPr>
          <p:spPr>
            <a:xfrm>
              <a:off x="5060975" y="3577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4" name="pt4454"/>
            <p:cNvSpPr/>
            <p:nvPr/>
          </p:nvSpPr>
          <p:spPr>
            <a:xfrm>
              <a:off x="5170157" y="3369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5" name="pt4455"/>
            <p:cNvSpPr/>
            <p:nvPr/>
          </p:nvSpPr>
          <p:spPr>
            <a:xfrm>
              <a:off x="5155224" y="35620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6" name="pt4456"/>
            <p:cNvSpPr/>
            <p:nvPr/>
          </p:nvSpPr>
          <p:spPr>
            <a:xfrm>
              <a:off x="5189329" y="35778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7" name="pt4457"/>
            <p:cNvSpPr/>
            <p:nvPr/>
          </p:nvSpPr>
          <p:spPr>
            <a:xfrm>
              <a:off x="5071381" y="35365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8" name="pt4458"/>
            <p:cNvSpPr/>
            <p:nvPr/>
          </p:nvSpPr>
          <p:spPr>
            <a:xfrm>
              <a:off x="5111913" y="3581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59" name="pt4459"/>
            <p:cNvSpPr/>
            <p:nvPr/>
          </p:nvSpPr>
          <p:spPr>
            <a:xfrm>
              <a:off x="5192926" y="3611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0" name="pt4460"/>
            <p:cNvSpPr/>
            <p:nvPr/>
          </p:nvSpPr>
          <p:spPr>
            <a:xfrm>
              <a:off x="5277958" y="3568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1" name="pt4461"/>
            <p:cNvSpPr/>
            <p:nvPr/>
          </p:nvSpPr>
          <p:spPr>
            <a:xfrm>
              <a:off x="5181617" y="35479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2" name="pt4462"/>
            <p:cNvSpPr/>
            <p:nvPr/>
          </p:nvSpPr>
          <p:spPr>
            <a:xfrm>
              <a:off x="5078387" y="35691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3" name="pt4463"/>
            <p:cNvSpPr/>
            <p:nvPr/>
          </p:nvSpPr>
          <p:spPr>
            <a:xfrm>
              <a:off x="5107459" y="3581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4" name="pt4464"/>
            <p:cNvSpPr/>
            <p:nvPr/>
          </p:nvSpPr>
          <p:spPr>
            <a:xfrm>
              <a:off x="5262552" y="3601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5" name="pt4465"/>
            <p:cNvSpPr/>
            <p:nvPr/>
          </p:nvSpPr>
          <p:spPr>
            <a:xfrm>
              <a:off x="5084363" y="35550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6" name="pt4466"/>
            <p:cNvSpPr/>
            <p:nvPr/>
          </p:nvSpPr>
          <p:spPr>
            <a:xfrm>
              <a:off x="5165670" y="35707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7" name="pt4467"/>
            <p:cNvSpPr/>
            <p:nvPr/>
          </p:nvSpPr>
          <p:spPr>
            <a:xfrm>
              <a:off x="5186074" y="3553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8" name="pt4468"/>
            <p:cNvSpPr/>
            <p:nvPr/>
          </p:nvSpPr>
          <p:spPr>
            <a:xfrm>
              <a:off x="5094500" y="35917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69" name="pt4469"/>
            <p:cNvSpPr/>
            <p:nvPr/>
          </p:nvSpPr>
          <p:spPr>
            <a:xfrm>
              <a:off x="5117458" y="35566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0" name="pt4470"/>
            <p:cNvSpPr/>
            <p:nvPr/>
          </p:nvSpPr>
          <p:spPr>
            <a:xfrm>
              <a:off x="5252219" y="35499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1" name="pt4471"/>
            <p:cNvSpPr/>
            <p:nvPr/>
          </p:nvSpPr>
          <p:spPr>
            <a:xfrm>
              <a:off x="5123613" y="35370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2" name="pt4472"/>
            <p:cNvSpPr/>
            <p:nvPr/>
          </p:nvSpPr>
          <p:spPr>
            <a:xfrm>
              <a:off x="5210543" y="3620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3" name="pt4473"/>
            <p:cNvSpPr/>
            <p:nvPr/>
          </p:nvSpPr>
          <p:spPr>
            <a:xfrm>
              <a:off x="5152338" y="3544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4" name="pt4474"/>
            <p:cNvSpPr/>
            <p:nvPr/>
          </p:nvSpPr>
          <p:spPr>
            <a:xfrm>
              <a:off x="5168295" y="35583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5" name="pt4475"/>
            <p:cNvSpPr/>
            <p:nvPr/>
          </p:nvSpPr>
          <p:spPr>
            <a:xfrm>
              <a:off x="5168827" y="35586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6" name="pt4476"/>
            <p:cNvSpPr/>
            <p:nvPr/>
          </p:nvSpPr>
          <p:spPr>
            <a:xfrm>
              <a:off x="5127604" y="3537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7" name="pt4477"/>
            <p:cNvSpPr/>
            <p:nvPr/>
          </p:nvSpPr>
          <p:spPr>
            <a:xfrm>
              <a:off x="5167392" y="3516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8" name="pt4478"/>
            <p:cNvSpPr/>
            <p:nvPr/>
          </p:nvSpPr>
          <p:spPr>
            <a:xfrm>
              <a:off x="5080788" y="35533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79" name="pt4479"/>
            <p:cNvSpPr/>
            <p:nvPr/>
          </p:nvSpPr>
          <p:spPr>
            <a:xfrm>
              <a:off x="5114623" y="35381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0" name="pt4480"/>
            <p:cNvSpPr/>
            <p:nvPr/>
          </p:nvSpPr>
          <p:spPr>
            <a:xfrm>
              <a:off x="5120774" y="35849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1" name="pt4481"/>
            <p:cNvSpPr/>
            <p:nvPr/>
          </p:nvSpPr>
          <p:spPr>
            <a:xfrm>
              <a:off x="5108755" y="3595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2" name="pt4482"/>
            <p:cNvSpPr/>
            <p:nvPr/>
          </p:nvSpPr>
          <p:spPr>
            <a:xfrm>
              <a:off x="5133370" y="3566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3" name="pt4483"/>
            <p:cNvSpPr/>
            <p:nvPr/>
          </p:nvSpPr>
          <p:spPr>
            <a:xfrm>
              <a:off x="5165212" y="3557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4" name="pt4484"/>
            <p:cNvSpPr/>
            <p:nvPr/>
          </p:nvSpPr>
          <p:spPr>
            <a:xfrm>
              <a:off x="5106707" y="35395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5" name="pt4485"/>
            <p:cNvSpPr/>
            <p:nvPr/>
          </p:nvSpPr>
          <p:spPr>
            <a:xfrm>
              <a:off x="5224770" y="3573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6" name="pt4486"/>
            <p:cNvSpPr/>
            <p:nvPr/>
          </p:nvSpPr>
          <p:spPr>
            <a:xfrm>
              <a:off x="5262153" y="3549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7" name="pt4487"/>
            <p:cNvSpPr/>
            <p:nvPr/>
          </p:nvSpPr>
          <p:spPr>
            <a:xfrm>
              <a:off x="5169130" y="35491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8" name="pt4488"/>
            <p:cNvSpPr/>
            <p:nvPr/>
          </p:nvSpPr>
          <p:spPr>
            <a:xfrm>
              <a:off x="5145731" y="35668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89" name="pt4489"/>
            <p:cNvSpPr/>
            <p:nvPr/>
          </p:nvSpPr>
          <p:spPr>
            <a:xfrm>
              <a:off x="5296091" y="35981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0" name="pt4490"/>
            <p:cNvSpPr/>
            <p:nvPr/>
          </p:nvSpPr>
          <p:spPr>
            <a:xfrm>
              <a:off x="5239708" y="33174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1" name="pt4491"/>
            <p:cNvSpPr/>
            <p:nvPr/>
          </p:nvSpPr>
          <p:spPr>
            <a:xfrm>
              <a:off x="5217770" y="3559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2" name="pt4492"/>
            <p:cNvSpPr/>
            <p:nvPr/>
          </p:nvSpPr>
          <p:spPr>
            <a:xfrm>
              <a:off x="5314426" y="35831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3" name="pt4493"/>
            <p:cNvSpPr/>
            <p:nvPr/>
          </p:nvSpPr>
          <p:spPr>
            <a:xfrm>
              <a:off x="4963744" y="3572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4" name="pt4494"/>
            <p:cNvSpPr/>
            <p:nvPr/>
          </p:nvSpPr>
          <p:spPr>
            <a:xfrm>
              <a:off x="5094949" y="3590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5" name="pt4495"/>
            <p:cNvSpPr/>
            <p:nvPr/>
          </p:nvSpPr>
          <p:spPr>
            <a:xfrm>
              <a:off x="5127559" y="3548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5131666" y="35594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5045675" y="3575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5267073" y="3587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5120893" y="3583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5064825" y="35602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5115487" y="3563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5153857" y="35615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5050042" y="36642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5192727" y="3546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5134601" y="35638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5022325" y="3575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5098210" y="3538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5148176" y="35573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5233043" y="3542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5040119" y="3567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5192534" y="35278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5134328" y="3556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5124442" y="3513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5037242" y="3570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5142283" y="35134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5123937" y="3495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5105230" y="35360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5174854" y="3497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5173662" y="3540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5156895" y="35626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4976411" y="35927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5223117" y="35781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5073493" y="35482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5216040" y="3522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5123791" y="35585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5093821" y="3545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5136087" y="35448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5171148" y="3502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5170270" y="35244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5116122" y="3517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5185666" y="3508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5268697" y="35750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5149470" y="3562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5107470" y="35899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5054688" y="35515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5093562" y="35598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5134239" y="35263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5148150" y="34884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5179380" y="3552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5263676" y="35708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5003437" y="3590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5098705" y="35264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5091038" y="35442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5166625" y="3587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5169408" y="35391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5238310" y="35754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5116337" y="37566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5086323" y="35185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5065455" y="3604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5243691" y="365291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5134359" y="35250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5089097" y="35568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5063259" y="35547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5126983" y="35641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5011762" y="35624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5134144" y="35651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5110915" y="35477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5163445" y="35433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5057998" y="3528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5206181" y="3507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5313409" y="3531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5302979" y="3568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5049750" y="3574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5151944" y="3570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5067242" y="3570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5101910" y="35652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5160056" y="35581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5144340" y="35515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5213748" y="35415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5234559" y="3585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5139084" y="35938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5037559" y="3536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5111253" y="3552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5148125" y="35374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5126375" y="35565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5072273" y="3537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5055559" y="35483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5124214" y="35162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5136601" y="35523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5258695" y="3575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5236596" y="35561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5081391" y="3577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5138833" y="35530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5130376" y="36188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5072464" y="3553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5070736" y="35669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5231967" y="35610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5140385" y="3532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5041239" y="35578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5050319" y="3524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5083352" y="35493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5213209" y="35315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5150623" y="35488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5185558" y="35395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5159232" y="3577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5135627" y="3539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5092976" y="3554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5155508" y="35636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5137935" y="3527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5230292" y="3581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5125436" y="35455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5134932" y="36856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5132048" y="36092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5144863" y="35859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5071528" y="3559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5136322" y="3565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5066294" y="35684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5138915" y="3534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5158597" y="35898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5045199" y="36402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5089051" y="35437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5059868" y="35886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5195312" y="35280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5189333" y="36010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5010542" y="35650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5123134" y="3536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5191986" y="3389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5084002" y="3571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5034337" y="35256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5074089" y="3569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5108269" y="35574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5072170" y="35485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5318645" y="366501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5146883" y="3536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5243818" y="3529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5164541" y="35421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5160727" y="35746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5210526" y="35869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5098736" y="35478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5188961" y="35697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5253294" y="348819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5188236" y="3561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5064659" y="3557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5099488" y="36128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5146852" y="35522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5226155" y="3576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5083462" y="35280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5113455" y="3545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5077680" y="35458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5292284" y="35671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5236049" y="35505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5141421" y="35751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5093830" y="3568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5164350" y="35544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5199320" y="35369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4993719" y="35730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5108531" y="35411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5107472" y="3553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5181595" y="35379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5055116" y="35469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5168376" y="35796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5085344" y="3571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5241171" y="35857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5107371" y="3544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5176326" y="3531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5221512" y="35922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5076593" y="3560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5192412" y="35555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5077179" y="35503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5210579" y="35090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5103738" y="3579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5170914" y="35372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5113029" y="32552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5074482" y="35373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5234056" y="37991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5190680" y="3531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5166814" y="35485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5126039" y="35360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5176980" y="35516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5187679" y="35914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5117615" y="35436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5139407" y="3539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5192484" y="3529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5245126" y="3550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5152846" y="3556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5183605" y="35368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5068672" y="3546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5276236" y="3570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5066114" y="3648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5053824" y="35666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4959320" y="3482872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5013554" y="3541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5072704" y="3541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5129171" y="3567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5158615" y="35850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5181916" y="35580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5021589" y="35505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5145051" y="3554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5014693" y="35588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5109569" y="35336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5110418" y="35408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5146177" y="35830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5134659" y="35468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5244033" y="35287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5235916" y="35060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5056079" y="3564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5090443" y="3551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5092860" y="35463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5262046" y="3571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5063905" y="35812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5091997" y="3573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5193626" y="36448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5202849" y="36287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5137537" y="34466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5178964" y="35527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5209521" y="35411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5171253" y="3546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5238637" y="3546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5225359" y="3556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5239824" y="3537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5235737" y="3579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5091212" y="3548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5059333" y="35439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5108306" y="35611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5181903" y="35333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5148850" y="35547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5096632" y="35392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5079184" y="36165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5227819" y="35403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5097998" y="35761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5192440" y="35776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5111601" y="3495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5160978" y="35545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5194033" y="35257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5205624" y="35974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5122242" y="3576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5115359" y="35443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5043762" y="35762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5182022" y="3575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5089227" y="3567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5112604" y="35687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5201747" y="35655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5029238" y="35605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5271783" y="3534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5111759" y="35354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5166535" y="3509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5137410" y="35490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5233616" y="3543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5052920" y="35445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5203664" y="35660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5065214" y="35522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5216834" y="3557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5223065" y="35132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5194517" y="35310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5125480" y="34838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5251317" y="35563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5076738" y="3574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5117831" y="35688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5109251" y="35707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5170706" y="3605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5198935" y="3541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5162778" y="35354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5092682" y="35593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5185418" y="35909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5138162" y="35889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5148850" y="35682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5183310" y="35154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4822804" y="35617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5175914" y="35623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5130043" y="3550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5126456" y="3534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2" name="pt4762"/>
            <p:cNvSpPr/>
            <p:nvPr/>
          </p:nvSpPr>
          <p:spPr>
            <a:xfrm>
              <a:off x="5203761" y="36018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3" name="pt4763"/>
            <p:cNvSpPr/>
            <p:nvPr/>
          </p:nvSpPr>
          <p:spPr>
            <a:xfrm>
              <a:off x="5168190" y="36055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4" name="pt4764"/>
            <p:cNvSpPr/>
            <p:nvPr/>
          </p:nvSpPr>
          <p:spPr>
            <a:xfrm>
              <a:off x="5125983" y="35406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5" name="pt4765"/>
            <p:cNvSpPr/>
            <p:nvPr/>
          </p:nvSpPr>
          <p:spPr>
            <a:xfrm>
              <a:off x="5158777" y="3556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6" name="pt4766"/>
            <p:cNvSpPr/>
            <p:nvPr/>
          </p:nvSpPr>
          <p:spPr>
            <a:xfrm>
              <a:off x="5169197" y="3590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7" name="pt4767"/>
            <p:cNvSpPr/>
            <p:nvPr/>
          </p:nvSpPr>
          <p:spPr>
            <a:xfrm>
              <a:off x="5116969" y="3574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8" name="pt4768"/>
            <p:cNvSpPr/>
            <p:nvPr/>
          </p:nvSpPr>
          <p:spPr>
            <a:xfrm>
              <a:off x="5201135" y="35525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69" name="pt4769"/>
            <p:cNvSpPr/>
            <p:nvPr/>
          </p:nvSpPr>
          <p:spPr>
            <a:xfrm>
              <a:off x="5110794" y="35907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0" name="pt4770"/>
            <p:cNvSpPr/>
            <p:nvPr/>
          </p:nvSpPr>
          <p:spPr>
            <a:xfrm>
              <a:off x="5159871" y="35723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1" name="pt4771"/>
            <p:cNvSpPr/>
            <p:nvPr/>
          </p:nvSpPr>
          <p:spPr>
            <a:xfrm>
              <a:off x="5063902" y="35453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2" name="pt4772"/>
            <p:cNvSpPr/>
            <p:nvPr/>
          </p:nvSpPr>
          <p:spPr>
            <a:xfrm>
              <a:off x="5100025" y="35676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3" name="pt4773"/>
            <p:cNvSpPr/>
            <p:nvPr/>
          </p:nvSpPr>
          <p:spPr>
            <a:xfrm>
              <a:off x="5344058" y="35900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4" name="pt4774"/>
            <p:cNvSpPr/>
            <p:nvPr/>
          </p:nvSpPr>
          <p:spPr>
            <a:xfrm>
              <a:off x="5257365" y="35637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5" name="pt4775"/>
            <p:cNvSpPr/>
            <p:nvPr/>
          </p:nvSpPr>
          <p:spPr>
            <a:xfrm>
              <a:off x="5183027" y="35369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6" name="pt4776"/>
            <p:cNvSpPr/>
            <p:nvPr/>
          </p:nvSpPr>
          <p:spPr>
            <a:xfrm>
              <a:off x="5131292" y="35663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7" name="pt4777"/>
            <p:cNvSpPr/>
            <p:nvPr/>
          </p:nvSpPr>
          <p:spPr>
            <a:xfrm>
              <a:off x="5229456" y="35574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8" name="pt4778"/>
            <p:cNvSpPr/>
            <p:nvPr/>
          </p:nvSpPr>
          <p:spPr>
            <a:xfrm>
              <a:off x="5079420" y="3622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79" name="pt4779"/>
            <p:cNvSpPr/>
            <p:nvPr/>
          </p:nvSpPr>
          <p:spPr>
            <a:xfrm>
              <a:off x="5177369" y="35423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0" name="pt4780"/>
            <p:cNvSpPr/>
            <p:nvPr/>
          </p:nvSpPr>
          <p:spPr>
            <a:xfrm>
              <a:off x="5125325" y="3573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1" name="pt4781"/>
            <p:cNvSpPr/>
            <p:nvPr/>
          </p:nvSpPr>
          <p:spPr>
            <a:xfrm>
              <a:off x="5081614" y="35627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2" name="pt4782"/>
            <p:cNvSpPr/>
            <p:nvPr/>
          </p:nvSpPr>
          <p:spPr>
            <a:xfrm>
              <a:off x="5099670" y="34989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3" name="pt4783"/>
            <p:cNvSpPr/>
            <p:nvPr/>
          </p:nvSpPr>
          <p:spPr>
            <a:xfrm>
              <a:off x="5154052" y="3539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4" name="pt4784"/>
            <p:cNvSpPr/>
            <p:nvPr/>
          </p:nvSpPr>
          <p:spPr>
            <a:xfrm>
              <a:off x="5071462" y="35548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5" name="pt4785"/>
            <p:cNvSpPr/>
            <p:nvPr/>
          </p:nvSpPr>
          <p:spPr>
            <a:xfrm>
              <a:off x="5086948" y="35513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6" name="pt4786"/>
            <p:cNvSpPr/>
            <p:nvPr/>
          </p:nvSpPr>
          <p:spPr>
            <a:xfrm>
              <a:off x="5127182" y="35556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7" name="pt4787"/>
            <p:cNvSpPr/>
            <p:nvPr/>
          </p:nvSpPr>
          <p:spPr>
            <a:xfrm>
              <a:off x="5085066" y="3535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8" name="pt4788"/>
            <p:cNvSpPr/>
            <p:nvPr/>
          </p:nvSpPr>
          <p:spPr>
            <a:xfrm>
              <a:off x="5163077" y="35394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89" name="pt4789"/>
            <p:cNvSpPr/>
            <p:nvPr/>
          </p:nvSpPr>
          <p:spPr>
            <a:xfrm>
              <a:off x="5152029" y="35787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0" name="pt4790"/>
            <p:cNvSpPr/>
            <p:nvPr/>
          </p:nvSpPr>
          <p:spPr>
            <a:xfrm>
              <a:off x="5114449" y="35500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1" name="pt4791"/>
            <p:cNvSpPr/>
            <p:nvPr/>
          </p:nvSpPr>
          <p:spPr>
            <a:xfrm>
              <a:off x="5103408" y="3561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2" name="pt4792"/>
            <p:cNvSpPr/>
            <p:nvPr/>
          </p:nvSpPr>
          <p:spPr>
            <a:xfrm>
              <a:off x="5066306" y="3560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3" name="pt4793"/>
            <p:cNvSpPr/>
            <p:nvPr/>
          </p:nvSpPr>
          <p:spPr>
            <a:xfrm>
              <a:off x="5151714" y="35597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4" name="pt4794"/>
            <p:cNvSpPr/>
            <p:nvPr/>
          </p:nvSpPr>
          <p:spPr>
            <a:xfrm>
              <a:off x="5211728" y="3562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5" name="pt4795"/>
            <p:cNvSpPr/>
            <p:nvPr/>
          </p:nvSpPr>
          <p:spPr>
            <a:xfrm>
              <a:off x="5097246" y="35708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6" name="pt4796"/>
            <p:cNvSpPr/>
            <p:nvPr/>
          </p:nvSpPr>
          <p:spPr>
            <a:xfrm>
              <a:off x="5124027" y="35598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7" name="pt4797"/>
            <p:cNvSpPr/>
            <p:nvPr/>
          </p:nvSpPr>
          <p:spPr>
            <a:xfrm>
              <a:off x="5111956" y="35748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8" name="pt4798"/>
            <p:cNvSpPr/>
            <p:nvPr/>
          </p:nvSpPr>
          <p:spPr>
            <a:xfrm>
              <a:off x="5089180" y="35901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5065001" y="35441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5100769" y="34854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5088992" y="35763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5114820" y="35473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5086283" y="35447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5127380" y="35148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5184267" y="35826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5127499" y="34990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4985278" y="35527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5095496" y="35595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5147590" y="3603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5199180" y="35309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5099655" y="35586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5109308" y="3564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5047525" y="3563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5090945" y="3535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5126260" y="35631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5212554" y="3571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5181069" y="35794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5100281" y="35591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5093670" y="35461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5018516" y="35489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5150161" y="35993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5287417" y="3523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5092948" y="35717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5197597" y="3570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5111812" y="35337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5094839" y="36183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5143765" y="35417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5148512" y="35595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5228679" y="36122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5159875" y="35401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5045153" y="35268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5029770" y="35542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5113807" y="35348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5130446" y="35444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5198369" y="3545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5090647" y="3541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5125489" y="3584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5212982" y="35504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5140615" y="35667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5157068" y="3553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5058482" y="3494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5075046" y="35492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5246078" y="3542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5109768" y="35259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5067124" y="36211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5043346" y="35648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5303589" y="3545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5108618" y="3573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5152232" y="3558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5155380" y="35403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5170919" y="3515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5066136" y="34236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5106842" y="3550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5102102" y="35472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5085668" y="35431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5143316" y="35378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5096436" y="35606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5091332" y="35269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5165432" y="35416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5134209" y="3540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5127137" y="3552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5132378" y="3578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5191380" y="35318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5195664" y="3617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5133071" y="35342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6" name="pt4866"/>
            <p:cNvSpPr/>
            <p:nvPr/>
          </p:nvSpPr>
          <p:spPr>
            <a:xfrm>
              <a:off x="5061544" y="35498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7" name="pt4867"/>
            <p:cNvSpPr/>
            <p:nvPr/>
          </p:nvSpPr>
          <p:spPr>
            <a:xfrm>
              <a:off x="5188020" y="35516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8" name="pt4868"/>
            <p:cNvSpPr/>
            <p:nvPr/>
          </p:nvSpPr>
          <p:spPr>
            <a:xfrm>
              <a:off x="5122909" y="3572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69" name="pt4869"/>
            <p:cNvSpPr/>
            <p:nvPr/>
          </p:nvSpPr>
          <p:spPr>
            <a:xfrm>
              <a:off x="5201839" y="3494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0" name="pt4870"/>
            <p:cNvSpPr/>
            <p:nvPr/>
          </p:nvSpPr>
          <p:spPr>
            <a:xfrm>
              <a:off x="5046525" y="35691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1" name="pt4871"/>
            <p:cNvSpPr/>
            <p:nvPr/>
          </p:nvSpPr>
          <p:spPr>
            <a:xfrm>
              <a:off x="5122049" y="35647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2" name="pt4872"/>
            <p:cNvSpPr/>
            <p:nvPr/>
          </p:nvSpPr>
          <p:spPr>
            <a:xfrm>
              <a:off x="4958380" y="377400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3" name="pt4873"/>
            <p:cNvSpPr/>
            <p:nvPr/>
          </p:nvSpPr>
          <p:spPr>
            <a:xfrm>
              <a:off x="5046340" y="3600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4" name="pt4874"/>
            <p:cNvSpPr/>
            <p:nvPr/>
          </p:nvSpPr>
          <p:spPr>
            <a:xfrm>
              <a:off x="5095119" y="35519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5" name="pt4875"/>
            <p:cNvSpPr/>
            <p:nvPr/>
          </p:nvSpPr>
          <p:spPr>
            <a:xfrm>
              <a:off x="5088928" y="35359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6" name="pt4876"/>
            <p:cNvSpPr/>
            <p:nvPr/>
          </p:nvSpPr>
          <p:spPr>
            <a:xfrm>
              <a:off x="5285850" y="35655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7" name="pt4877"/>
            <p:cNvSpPr/>
            <p:nvPr/>
          </p:nvSpPr>
          <p:spPr>
            <a:xfrm>
              <a:off x="5207750" y="35345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8" name="pt4878"/>
            <p:cNvSpPr/>
            <p:nvPr/>
          </p:nvSpPr>
          <p:spPr>
            <a:xfrm>
              <a:off x="5191966" y="35059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79" name="pt4879"/>
            <p:cNvSpPr/>
            <p:nvPr/>
          </p:nvSpPr>
          <p:spPr>
            <a:xfrm>
              <a:off x="5127882" y="35585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0" name="pt4880"/>
            <p:cNvSpPr/>
            <p:nvPr/>
          </p:nvSpPr>
          <p:spPr>
            <a:xfrm>
              <a:off x="5084984" y="3543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1" name="pt4881"/>
            <p:cNvSpPr/>
            <p:nvPr/>
          </p:nvSpPr>
          <p:spPr>
            <a:xfrm>
              <a:off x="5190981" y="35711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5134270" y="35162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5085851" y="36802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5217175" y="35653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5102349" y="3565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5107261" y="35554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5120272" y="3565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5161434" y="3533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5169201" y="35559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5216095" y="3568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5177903" y="35448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5161323" y="3556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5038755" y="35363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5083587" y="35337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5156904" y="35632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5029759" y="3551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5137958" y="35025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5073794" y="3563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5101276" y="35334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5016700" y="35798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5238259" y="3561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5169007" y="35839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5178146" y="35471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5033958" y="35741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5" name="pt4905"/>
            <p:cNvSpPr/>
            <p:nvPr/>
          </p:nvSpPr>
          <p:spPr>
            <a:xfrm>
              <a:off x="5066730" y="35698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6" name="pt4906"/>
            <p:cNvSpPr/>
            <p:nvPr/>
          </p:nvSpPr>
          <p:spPr>
            <a:xfrm>
              <a:off x="5056609" y="35500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7" name="pt4907"/>
            <p:cNvSpPr/>
            <p:nvPr/>
          </p:nvSpPr>
          <p:spPr>
            <a:xfrm>
              <a:off x="4997082" y="363213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8" name="pt4908"/>
            <p:cNvSpPr/>
            <p:nvPr/>
          </p:nvSpPr>
          <p:spPr>
            <a:xfrm>
              <a:off x="5139611" y="35672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09" name="pt4909"/>
            <p:cNvSpPr/>
            <p:nvPr/>
          </p:nvSpPr>
          <p:spPr>
            <a:xfrm>
              <a:off x="5101220" y="35529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0" name="pt4910"/>
            <p:cNvSpPr/>
            <p:nvPr/>
          </p:nvSpPr>
          <p:spPr>
            <a:xfrm>
              <a:off x="5107155" y="3550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1" name="pt4911"/>
            <p:cNvSpPr/>
            <p:nvPr/>
          </p:nvSpPr>
          <p:spPr>
            <a:xfrm>
              <a:off x="5153978" y="3625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2" name="pt4912"/>
            <p:cNvSpPr/>
            <p:nvPr/>
          </p:nvSpPr>
          <p:spPr>
            <a:xfrm>
              <a:off x="5114528" y="35297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3" name="pt4913"/>
            <p:cNvSpPr/>
            <p:nvPr/>
          </p:nvSpPr>
          <p:spPr>
            <a:xfrm>
              <a:off x="5246024" y="3560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4" name="pt4914"/>
            <p:cNvSpPr/>
            <p:nvPr/>
          </p:nvSpPr>
          <p:spPr>
            <a:xfrm>
              <a:off x="5160689" y="35488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5" name="pt4915"/>
            <p:cNvSpPr/>
            <p:nvPr/>
          </p:nvSpPr>
          <p:spPr>
            <a:xfrm>
              <a:off x="5192050" y="35128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6" name="pt4916"/>
            <p:cNvSpPr/>
            <p:nvPr/>
          </p:nvSpPr>
          <p:spPr>
            <a:xfrm>
              <a:off x="5127116" y="3530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7" name="pt4917"/>
            <p:cNvSpPr/>
            <p:nvPr/>
          </p:nvSpPr>
          <p:spPr>
            <a:xfrm>
              <a:off x="5262397" y="35754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8" name="pt4918"/>
            <p:cNvSpPr/>
            <p:nvPr/>
          </p:nvSpPr>
          <p:spPr>
            <a:xfrm>
              <a:off x="5170290" y="36137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19" name="pt4919"/>
            <p:cNvSpPr/>
            <p:nvPr/>
          </p:nvSpPr>
          <p:spPr>
            <a:xfrm>
              <a:off x="5084496" y="3562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0" name="pt4920"/>
            <p:cNvSpPr/>
            <p:nvPr/>
          </p:nvSpPr>
          <p:spPr>
            <a:xfrm>
              <a:off x="4926461" y="35338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1" name="pt4921"/>
            <p:cNvSpPr/>
            <p:nvPr/>
          </p:nvSpPr>
          <p:spPr>
            <a:xfrm>
              <a:off x="5207944" y="3529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2" name="pt4922"/>
            <p:cNvSpPr/>
            <p:nvPr/>
          </p:nvSpPr>
          <p:spPr>
            <a:xfrm>
              <a:off x="5113801" y="35662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3" name="pt4923"/>
            <p:cNvSpPr/>
            <p:nvPr/>
          </p:nvSpPr>
          <p:spPr>
            <a:xfrm>
              <a:off x="5046170" y="35407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4" name="pt4924"/>
            <p:cNvSpPr/>
            <p:nvPr/>
          </p:nvSpPr>
          <p:spPr>
            <a:xfrm>
              <a:off x="5094593" y="35452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5" name="pt4925"/>
            <p:cNvSpPr/>
            <p:nvPr/>
          </p:nvSpPr>
          <p:spPr>
            <a:xfrm>
              <a:off x="5104996" y="35520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6" name="pt4926"/>
            <p:cNvSpPr/>
            <p:nvPr/>
          </p:nvSpPr>
          <p:spPr>
            <a:xfrm>
              <a:off x="5149990" y="35715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7" name="pt4927"/>
            <p:cNvSpPr/>
            <p:nvPr/>
          </p:nvSpPr>
          <p:spPr>
            <a:xfrm>
              <a:off x="5088657" y="35499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8" name="pt4928"/>
            <p:cNvSpPr/>
            <p:nvPr/>
          </p:nvSpPr>
          <p:spPr>
            <a:xfrm>
              <a:off x="5055479" y="3533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29" name="pt4929"/>
            <p:cNvSpPr/>
            <p:nvPr/>
          </p:nvSpPr>
          <p:spPr>
            <a:xfrm>
              <a:off x="5044567" y="3578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0" name="pt4930"/>
            <p:cNvSpPr/>
            <p:nvPr/>
          </p:nvSpPr>
          <p:spPr>
            <a:xfrm>
              <a:off x="5181365" y="33601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1" name="pt4931"/>
            <p:cNvSpPr/>
            <p:nvPr/>
          </p:nvSpPr>
          <p:spPr>
            <a:xfrm>
              <a:off x="5275352" y="35569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2" name="pt4932"/>
            <p:cNvSpPr/>
            <p:nvPr/>
          </p:nvSpPr>
          <p:spPr>
            <a:xfrm>
              <a:off x="5031770" y="3556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3" name="pt4933"/>
            <p:cNvSpPr/>
            <p:nvPr/>
          </p:nvSpPr>
          <p:spPr>
            <a:xfrm>
              <a:off x="5083047" y="35823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4" name="pt4934"/>
            <p:cNvSpPr/>
            <p:nvPr/>
          </p:nvSpPr>
          <p:spPr>
            <a:xfrm>
              <a:off x="5159462" y="35467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5" name="pt4935"/>
            <p:cNvSpPr/>
            <p:nvPr/>
          </p:nvSpPr>
          <p:spPr>
            <a:xfrm>
              <a:off x="5144941" y="3591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6" name="pt4936"/>
            <p:cNvSpPr/>
            <p:nvPr/>
          </p:nvSpPr>
          <p:spPr>
            <a:xfrm>
              <a:off x="5088199" y="35620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7" name="pt4937"/>
            <p:cNvSpPr/>
            <p:nvPr/>
          </p:nvSpPr>
          <p:spPr>
            <a:xfrm>
              <a:off x="5100465" y="35492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8" name="pt4938"/>
            <p:cNvSpPr/>
            <p:nvPr/>
          </p:nvSpPr>
          <p:spPr>
            <a:xfrm>
              <a:off x="5054884" y="35664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39" name="pt4939"/>
            <p:cNvSpPr/>
            <p:nvPr/>
          </p:nvSpPr>
          <p:spPr>
            <a:xfrm>
              <a:off x="5057019" y="3594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0" name="pt4940"/>
            <p:cNvSpPr/>
            <p:nvPr/>
          </p:nvSpPr>
          <p:spPr>
            <a:xfrm>
              <a:off x="5171678" y="3562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1" name="pt4941"/>
            <p:cNvSpPr/>
            <p:nvPr/>
          </p:nvSpPr>
          <p:spPr>
            <a:xfrm>
              <a:off x="5103492" y="3568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2" name="pt4942"/>
            <p:cNvSpPr/>
            <p:nvPr/>
          </p:nvSpPr>
          <p:spPr>
            <a:xfrm>
              <a:off x="5102853" y="3556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3" name="pt4943"/>
            <p:cNvSpPr/>
            <p:nvPr/>
          </p:nvSpPr>
          <p:spPr>
            <a:xfrm>
              <a:off x="5148943" y="36250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4" name="pt4944"/>
            <p:cNvSpPr/>
            <p:nvPr/>
          </p:nvSpPr>
          <p:spPr>
            <a:xfrm>
              <a:off x="5222814" y="35848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5" name="pt4945"/>
            <p:cNvSpPr/>
            <p:nvPr/>
          </p:nvSpPr>
          <p:spPr>
            <a:xfrm>
              <a:off x="5068837" y="3607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6" name="pt4946"/>
            <p:cNvSpPr/>
            <p:nvPr/>
          </p:nvSpPr>
          <p:spPr>
            <a:xfrm>
              <a:off x="5190494" y="3814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7" name="pt4947"/>
            <p:cNvSpPr/>
            <p:nvPr/>
          </p:nvSpPr>
          <p:spPr>
            <a:xfrm>
              <a:off x="5148984" y="35252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8" name="pt4948"/>
            <p:cNvSpPr/>
            <p:nvPr/>
          </p:nvSpPr>
          <p:spPr>
            <a:xfrm>
              <a:off x="5105599" y="35597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49" name="pt4949"/>
            <p:cNvSpPr/>
            <p:nvPr/>
          </p:nvSpPr>
          <p:spPr>
            <a:xfrm>
              <a:off x="5072943" y="35652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0" name="pt4950"/>
            <p:cNvSpPr/>
            <p:nvPr/>
          </p:nvSpPr>
          <p:spPr>
            <a:xfrm>
              <a:off x="5037033" y="35865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1" name="pt4951"/>
            <p:cNvSpPr/>
            <p:nvPr/>
          </p:nvSpPr>
          <p:spPr>
            <a:xfrm>
              <a:off x="5097282" y="35484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2" name="pt4952"/>
            <p:cNvSpPr/>
            <p:nvPr/>
          </p:nvSpPr>
          <p:spPr>
            <a:xfrm>
              <a:off x="5227116" y="35478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5062560" y="3532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5054455" y="3598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5063517" y="35994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5098107" y="35323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5103266" y="35662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5149965" y="35673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5047018" y="35505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5201562" y="35334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5209537" y="35555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5079198" y="35124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5171067" y="35472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5246238" y="35598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5250308" y="35064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5151785" y="36299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5078943" y="35889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5137893" y="35606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5256202" y="35414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5054327" y="35870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5041890" y="35835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2" name="pt4972"/>
            <p:cNvSpPr/>
            <p:nvPr/>
          </p:nvSpPr>
          <p:spPr>
            <a:xfrm>
              <a:off x="5129545" y="35492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3" name="pt4973"/>
            <p:cNvSpPr/>
            <p:nvPr/>
          </p:nvSpPr>
          <p:spPr>
            <a:xfrm>
              <a:off x="5090801" y="35550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4" name="pt4974"/>
            <p:cNvSpPr/>
            <p:nvPr/>
          </p:nvSpPr>
          <p:spPr>
            <a:xfrm>
              <a:off x="5057098" y="35594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5" name="pt4975"/>
            <p:cNvSpPr/>
            <p:nvPr/>
          </p:nvSpPr>
          <p:spPr>
            <a:xfrm>
              <a:off x="5101470" y="35791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6" name="pt4976"/>
            <p:cNvSpPr/>
            <p:nvPr/>
          </p:nvSpPr>
          <p:spPr>
            <a:xfrm>
              <a:off x="5117689" y="35602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7" name="pt4977"/>
            <p:cNvSpPr/>
            <p:nvPr/>
          </p:nvSpPr>
          <p:spPr>
            <a:xfrm>
              <a:off x="4953778" y="3550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8" name="pt4978"/>
            <p:cNvSpPr/>
            <p:nvPr/>
          </p:nvSpPr>
          <p:spPr>
            <a:xfrm>
              <a:off x="5147486" y="3547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79" name="pt4979"/>
            <p:cNvSpPr/>
            <p:nvPr/>
          </p:nvSpPr>
          <p:spPr>
            <a:xfrm>
              <a:off x="5061721" y="3568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0" name="pt4980"/>
            <p:cNvSpPr/>
            <p:nvPr/>
          </p:nvSpPr>
          <p:spPr>
            <a:xfrm>
              <a:off x="5156490" y="35608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1" name="pt4981"/>
            <p:cNvSpPr/>
            <p:nvPr/>
          </p:nvSpPr>
          <p:spPr>
            <a:xfrm>
              <a:off x="5069169" y="3578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2" name="pt4982"/>
            <p:cNvSpPr/>
            <p:nvPr/>
          </p:nvSpPr>
          <p:spPr>
            <a:xfrm>
              <a:off x="5064450" y="3547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3" name="pt4983"/>
            <p:cNvSpPr/>
            <p:nvPr/>
          </p:nvSpPr>
          <p:spPr>
            <a:xfrm>
              <a:off x="5112305" y="35480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4" name="pt4984"/>
            <p:cNvSpPr/>
            <p:nvPr/>
          </p:nvSpPr>
          <p:spPr>
            <a:xfrm>
              <a:off x="5075176" y="37537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5" name="pt4985"/>
            <p:cNvSpPr/>
            <p:nvPr/>
          </p:nvSpPr>
          <p:spPr>
            <a:xfrm>
              <a:off x="5114333" y="3550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6" name="pt4986"/>
            <p:cNvSpPr/>
            <p:nvPr/>
          </p:nvSpPr>
          <p:spPr>
            <a:xfrm>
              <a:off x="5092192" y="3596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7" name="pt4987"/>
            <p:cNvSpPr/>
            <p:nvPr/>
          </p:nvSpPr>
          <p:spPr>
            <a:xfrm>
              <a:off x="5150921" y="35201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5085851" y="35386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5117687" y="3573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5095268" y="3543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5055153" y="35542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5027662" y="3343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5280420" y="35475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5143246" y="35721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5142567" y="35562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4949332" y="3551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5158699" y="35150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5228996" y="3585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5111638" y="3552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5074070" y="3557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5153468" y="35632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5178876" y="35632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5051746" y="35560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5080570" y="35315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5100194" y="35522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5050850" y="3593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5233897" y="3546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5160041" y="35482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5120263" y="35766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5035140" y="35945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5093974" y="3487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5146410" y="35619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5236292" y="34671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5098431" y="35334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5151064" y="3564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5151991" y="35509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5170078" y="35468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5207278" y="35321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5147416" y="35318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5144975" y="35816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5136494" y="35333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5130081" y="3653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5128301" y="3544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5238501" y="3555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5318129" y="3491085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5045851" y="3569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5132314" y="35592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5336257" y="3547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5185913" y="3549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5004101" y="35690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5177597" y="35603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5110675" y="35246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5348051" y="3616873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5139617" y="35819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4990955" y="35693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5179555" y="35468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5067247" y="3670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5120455" y="35505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5084904" y="35451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5104582" y="35249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5056064" y="3564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5001581" y="36133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5099396" y="3520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5023179" y="35251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5151634" y="3580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5089171" y="35406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5107975" y="3538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5135993" y="35908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5039180" y="35636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5119949" y="35671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5117788" y="356393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5192619" y="35519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5234737" y="35855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5095006" y="3565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5108645" y="35877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5109939" y="35761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5084463" y="35110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5095738" y="35937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5080192" y="35396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5100204" y="3588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5224085" y="35511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5265374" y="3567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5180687" y="3540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5191116" y="3549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5124160" y="35564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5229277" y="3548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5108879" y="3560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5110817" y="35436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5332732" y="3476972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5166851" y="35641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5123290" y="3543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5077867" y="35551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5040135" y="35625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5133008" y="35716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5135545" y="36672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5129193" y="35752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5168156" y="35681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8" name="pt5078"/>
            <p:cNvSpPr/>
            <p:nvPr/>
          </p:nvSpPr>
          <p:spPr>
            <a:xfrm>
              <a:off x="5135618" y="3552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79" name="pt5079"/>
            <p:cNvSpPr/>
            <p:nvPr/>
          </p:nvSpPr>
          <p:spPr>
            <a:xfrm>
              <a:off x="5107326" y="35516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0" name="pt5080"/>
            <p:cNvSpPr/>
            <p:nvPr/>
          </p:nvSpPr>
          <p:spPr>
            <a:xfrm>
              <a:off x="5075246" y="35290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1" name="pt5081"/>
            <p:cNvSpPr/>
            <p:nvPr/>
          </p:nvSpPr>
          <p:spPr>
            <a:xfrm>
              <a:off x="5088288" y="36054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2" name="pt5082"/>
            <p:cNvSpPr/>
            <p:nvPr/>
          </p:nvSpPr>
          <p:spPr>
            <a:xfrm>
              <a:off x="5231665" y="35828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3" name="pt5083"/>
            <p:cNvSpPr/>
            <p:nvPr/>
          </p:nvSpPr>
          <p:spPr>
            <a:xfrm>
              <a:off x="5203620" y="3554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4" name="pt5084"/>
            <p:cNvSpPr/>
            <p:nvPr/>
          </p:nvSpPr>
          <p:spPr>
            <a:xfrm>
              <a:off x="5083228" y="35596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5" name="pt5085"/>
            <p:cNvSpPr/>
            <p:nvPr/>
          </p:nvSpPr>
          <p:spPr>
            <a:xfrm>
              <a:off x="5147696" y="35643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6" name="pt5086"/>
            <p:cNvSpPr/>
            <p:nvPr/>
          </p:nvSpPr>
          <p:spPr>
            <a:xfrm>
              <a:off x="5189132" y="35804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7" name="pt5087"/>
            <p:cNvSpPr/>
            <p:nvPr/>
          </p:nvSpPr>
          <p:spPr>
            <a:xfrm>
              <a:off x="5134266" y="35316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8" name="pt5088"/>
            <p:cNvSpPr/>
            <p:nvPr/>
          </p:nvSpPr>
          <p:spPr>
            <a:xfrm>
              <a:off x="5080929" y="35580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89" name="pt5089"/>
            <p:cNvSpPr/>
            <p:nvPr/>
          </p:nvSpPr>
          <p:spPr>
            <a:xfrm>
              <a:off x="5256887" y="35659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0" name="pt5090"/>
            <p:cNvSpPr/>
            <p:nvPr/>
          </p:nvSpPr>
          <p:spPr>
            <a:xfrm>
              <a:off x="5179723" y="3568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1" name="pt5091"/>
            <p:cNvSpPr/>
            <p:nvPr/>
          </p:nvSpPr>
          <p:spPr>
            <a:xfrm>
              <a:off x="5026857" y="35456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5026771" y="3569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5201969" y="35728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5162410" y="35680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5039726" y="35600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5112577" y="35551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5166701" y="35048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5118796" y="35314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5253891" y="3558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5095096" y="35534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5091886" y="35341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5228051" y="3569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5176732" y="35562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5082148" y="3565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5143800" y="3545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5163123" y="35966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5020806" y="35568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5096517" y="35530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5104863" y="3543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5326234" y="3539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5147131" y="35264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5059467" y="3557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5104969" y="35526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5168831" y="3558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5082384" y="3571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5061275" y="35419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5023826" y="3550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5094457" y="35613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5318232" y="35696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5262213" y="3558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5136938" y="3558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5347239" y="3596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5300420" y="35761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5137142" y="35518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5164140" y="35690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5112557" y="35432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5132248" y="3556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5195981" y="35344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5108424" y="3570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5119229" y="34952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5160554" y="34558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5070383" y="35611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5087757" y="35633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5103697" y="35478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5114171" y="35586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5282965" y="35851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5107070" y="34156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5249103" y="35410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5043344" y="3559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5049454" y="35778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5077152" y="3549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5012614" y="35461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5273893" y="35543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5170212" y="35668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5092468" y="36113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5245006" y="35484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5079961" y="35604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5043769" y="35452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5160160" y="3539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5068624" y="35716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5067541" y="35424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5117987" y="35537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5093675" y="35648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5085675" y="35802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5156849" y="3578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5124889" y="35576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5245018" y="35776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5037063" y="3546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5140151" y="3609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5164317" y="3568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5164181" y="3567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5170203" y="35192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5093168" y="35886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5105547" y="35760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5174967" y="35590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5079287" y="3546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4996453" y="35650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5083505" y="35574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5091310" y="35514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5035127" y="35811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5063797" y="35549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5045639" y="35611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5085506" y="35650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5242128" y="35283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5086027" y="35527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5096013" y="35493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5147878" y="3537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5284824" y="35817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5107266" y="35774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5154777" y="35981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5133610" y="35600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5152324" y="35856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5078839" y="3541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5156930" y="35707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5116453" y="35487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5097924" y="35567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5162109" y="35443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5048257" y="3540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5145551" y="3550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5189944" y="35143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5177923" y="35776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5182057" y="35780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5105295" y="3535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5150177" y="35609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5178401" y="35763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5097963" y="35664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5101736" y="35443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5153681" y="35867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5132801" y="3579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5098276" y="35553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5236468" y="35577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5119876" y="35392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5061057" y="35364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5050278" y="35485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5132989" y="35426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5008619" y="35554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5067544" y="35902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5099248" y="35069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5042547" y="3584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5100984" y="3579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5120023" y="35104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5077568" y="35211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5076080" y="3567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5031112" y="35359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5069149" y="35421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5062224" y="3527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5231787" y="35481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5141826" y="35421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5059559" y="35586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5070822" y="35545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5091046" y="35459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5183310" y="35382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5150823" y="35450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4939998" y="35540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5071986" y="3558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4910475" y="3549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5074285" y="35460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4969995" y="35693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5117502" y="35564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5039446" y="35377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5105627" y="36276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5035328" y="3549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5264605" y="36673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4" name="pt5234"/>
            <p:cNvSpPr/>
            <p:nvPr/>
          </p:nvSpPr>
          <p:spPr>
            <a:xfrm>
              <a:off x="5084427" y="3553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5" name="pt5235"/>
            <p:cNvSpPr/>
            <p:nvPr/>
          </p:nvSpPr>
          <p:spPr>
            <a:xfrm>
              <a:off x="5314236" y="35512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6" name="pt5236"/>
            <p:cNvSpPr/>
            <p:nvPr/>
          </p:nvSpPr>
          <p:spPr>
            <a:xfrm>
              <a:off x="5056204" y="36702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7" name="pt5237"/>
            <p:cNvSpPr/>
            <p:nvPr/>
          </p:nvSpPr>
          <p:spPr>
            <a:xfrm>
              <a:off x="5120362" y="3647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8" name="pt5238"/>
            <p:cNvSpPr/>
            <p:nvPr/>
          </p:nvSpPr>
          <p:spPr>
            <a:xfrm>
              <a:off x="5124334" y="35927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39" name="pt5239"/>
            <p:cNvSpPr/>
            <p:nvPr/>
          </p:nvSpPr>
          <p:spPr>
            <a:xfrm>
              <a:off x="5159039" y="35873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0" name="pt5240"/>
            <p:cNvSpPr/>
            <p:nvPr/>
          </p:nvSpPr>
          <p:spPr>
            <a:xfrm>
              <a:off x="5124603" y="3585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1" name="pt5241"/>
            <p:cNvSpPr/>
            <p:nvPr/>
          </p:nvSpPr>
          <p:spPr>
            <a:xfrm>
              <a:off x="5204785" y="35580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2" name="pt5242"/>
            <p:cNvSpPr/>
            <p:nvPr/>
          </p:nvSpPr>
          <p:spPr>
            <a:xfrm>
              <a:off x="5110602" y="35380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3" name="pt5243"/>
            <p:cNvSpPr/>
            <p:nvPr/>
          </p:nvSpPr>
          <p:spPr>
            <a:xfrm>
              <a:off x="5155638" y="357082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4" name="pt5244"/>
            <p:cNvSpPr/>
            <p:nvPr/>
          </p:nvSpPr>
          <p:spPr>
            <a:xfrm>
              <a:off x="5100622" y="35488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5" name="pt5245"/>
            <p:cNvSpPr/>
            <p:nvPr/>
          </p:nvSpPr>
          <p:spPr>
            <a:xfrm>
              <a:off x="5248038" y="35481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6" name="pt5246"/>
            <p:cNvSpPr/>
            <p:nvPr/>
          </p:nvSpPr>
          <p:spPr>
            <a:xfrm>
              <a:off x="5016601" y="35642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7" name="pt5247"/>
            <p:cNvSpPr/>
            <p:nvPr/>
          </p:nvSpPr>
          <p:spPr>
            <a:xfrm>
              <a:off x="5028362" y="3586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8" name="pt5248"/>
            <p:cNvSpPr/>
            <p:nvPr/>
          </p:nvSpPr>
          <p:spPr>
            <a:xfrm>
              <a:off x="5106401" y="35698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49" name="pt5249"/>
            <p:cNvSpPr/>
            <p:nvPr/>
          </p:nvSpPr>
          <p:spPr>
            <a:xfrm>
              <a:off x="5122008" y="35461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0" name="pt5250"/>
            <p:cNvSpPr/>
            <p:nvPr/>
          </p:nvSpPr>
          <p:spPr>
            <a:xfrm>
              <a:off x="5175578" y="35295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1" name="pt5251"/>
            <p:cNvSpPr/>
            <p:nvPr/>
          </p:nvSpPr>
          <p:spPr>
            <a:xfrm>
              <a:off x="5242156" y="35583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2" name="pt5252"/>
            <p:cNvSpPr/>
            <p:nvPr/>
          </p:nvSpPr>
          <p:spPr>
            <a:xfrm>
              <a:off x="5062424" y="35689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3" name="pt5253"/>
            <p:cNvSpPr/>
            <p:nvPr/>
          </p:nvSpPr>
          <p:spPr>
            <a:xfrm>
              <a:off x="5109642" y="3578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4" name="pt5254"/>
            <p:cNvSpPr/>
            <p:nvPr/>
          </p:nvSpPr>
          <p:spPr>
            <a:xfrm>
              <a:off x="5080898" y="35739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5" name="pt5255"/>
            <p:cNvSpPr/>
            <p:nvPr/>
          </p:nvSpPr>
          <p:spPr>
            <a:xfrm>
              <a:off x="5157727" y="35625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6" name="pt5256"/>
            <p:cNvSpPr/>
            <p:nvPr/>
          </p:nvSpPr>
          <p:spPr>
            <a:xfrm>
              <a:off x="5071824" y="35552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7" name="pt5257"/>
            <p:cNvSpPr/>
            <p:nvPr/>
          </p:nvSpPr>
          <p:spPr>
            <a:xfrm>
              <a:off x="5087505" y="35657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8" name="pt5258"/>
            <p:cNvSpPr/>
            <p:nvPr/>
          </p:nvSpPr>
          <p:spPr>
            <a:xfrm>
              <a:off x="5111450" y="35759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59" name="pt5259"/>
            <p:cNvSpPr/>
            <p:nvPr/>
          </p:nvSpPr>
          <p:spPr>
            <a:xfrm>
              <a:off x="5070071" y="35754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0" name="pt5260"/>
            <p:cNvSpPr/>
            <p:nvPr/>
          </p:nvSpPr>
          <p:spPr>
            <a:xfrm>
              <a:off x="5227622" y="35085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1" name="pt5261"/>
            <p:cNvSpPr/>
            <p:nvPr/>
          </p:nvSpPr>
          <p:spPr>
            <a:xfrm>
              <a:off x="5091667" y="35899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2" name="pt5262"/>
            <p:cNvSpPr/>
            <p:nvPr/>
          </p:nvSpPr>
          <p:spPr>
            <a:xfrm>
              <a:off x="5039079" y="35342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3" name="pt5263"/>
            <p:cNvSpPr/>
            <p:nvPr/>
          </p:nvSpPr>
          <p:spPr>
            <a:xfrm>
              <a:off x="5117802" y="35316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4" name="pt5264"/>
            <p:cNvSpPr/>
            <p:nvPr/>
          </p:nvSpPr>
          <p:spPr>
            <a:xfrm>
              <a:off x="5058166" y="35768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5" name="pt5265"/>
            <p:cNvSpPr/>
            <p:nvPr/>
          </p:nvSpPr>
          <p:spPr>
            <a:xfrm>
              <a:off x="5061484" y="3593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6" name="pt5266"/>
            <p:cNvSpPr/>
            <p:nvPr/>
          </p:nvSpPr>
          <p:spPr>
            <a:xfrm>
              <a:off x="5046288" y="3544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7" name="pt5267"/>
            <p:cNvSpPr/>
            <p:nvPr/>
          </p:nvSpPr>
          <p:spPr>
            <a:xfrm>
              <a:off x="5194098" y="3560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8" name="pt5268"/>
            <p:cNvSpPr/>
            <p:nvPr/>
          </p:nvSpPr>
          <p:spPr>
            <a:xfrm>
              <a:off x="5144095" y="35671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69" name="pt5269"/>
            <p:cNvSpPr/>
            <p:nvPr/>
          </p:nvSpPr>
          <p:spPr>
            <a:xfrm>
              <a:off x="5098105" y="35403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0" name="pt5270"/>
            <p:cNvSpPr/>
            <p:nvPr/>
          </p:nvSpPr>
          <p:spPr>
            <a:xfrm>
              <a:off x="5067355" y="3589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1" name="pt5271"/>
            <p:cNvSpPr/>
            <p:nvPr/>
          </p:nvSpPr>
          <p:spPr>
            <a:xfrm>
              <a:off x="5062944" y="35324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2" name="pt5272"/>
            <p:cNvSpPr/>
            <p:nvPr/>
          </p:nvSpPr>
          <p:spPr>
            <a:xfrm>
              <a:off x="5016520" y="35506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3" name="pt5273"/>
            <p:cNvSpPr/>
            <p:nvPr/>
          </p:nvSpPr>
          <p:spPr>
            <a:xfrm>
              <a:off x="4992014" y="35759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4" name="pt5274"/>
            <p:cNvSpPr/>
            <p:nvPr/>
          </p:nvSpPr>
          <p:spPr>
            <a:xfrm>
              <a:off x="5100057" y="35157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5" name="pt5275"/>
            <p:cNvSpPr/>
            <p:nvPr/>
          </p:nvSpPr>
          <p:spPr>
            <a:xfrm>
              <a:off x="5090465" y="35678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6" name="pt5276"/>
            <p:cNvSpPr/>
            <p:nvPr/>
          </p:nvSpPr>
          <p:spPr>
            <a:xfrm>
              <a:off x="5159136" y="3582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7" name="pt5277"/>
            <p:cNvSpPr/>
            <p:nvPr/>
          </p:nvSpPr>
          <p:spPr>
            <a:xfrm>
              <a:off x="5060451" y="35512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8" name="pt5278"/>
            <p:cNvSpPr/>
            <p:nvPr/>
          </p:nvSpPr>
          <p:spPr>
            <a:xfrm>
              <a:off x="5115765" y="35547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79" name="pt5279"/>
            <p:cNvSpPr/>
            <p:nvPr/>
          </p:nvSpPr>
          <p:spPr>
            <a:xfrm>
              <a:off x="5058714" y="35495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0" name="pt5280"/>
            <p:cNvSpPr/>
            <p:nvPr/>
          </p:nvSpPr>
          <p:spPr>
            <a:xfrm>
              <a:off x="5081684" y="35278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1" name="pt5281"/>
            <p:cNvSpPr/>
            <p:nvPr/>
          </p:nvSpPr>
          <p:spPr>
            <a:xfrm>
              <a:off x="5065462" y="35637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2" name="pt5282"/>
            <p:cNvSpPr/>
            <p:nvPr/>
          </p:nvSpPr>
          <p:spPr>
            <a:xfrm>
              <a:off x="5078268" y="3526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3" name="pt5283"/>
            <p:cNvSpPr/>
            <p:nvPr/>
          </p:nvSpPr>
          <p:spPr>
            <a:xfrm>
              <a:off x="5131393" y="35600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4" name="pt5284"/>
            <p:cNvSpPr/>
            <p:nvPr/>
          </p:nvSpPr>
          <p:spPr>
            <a:xfrm>
              <a:off x="5141948" y="3563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5" name="pt5285"/>
            <p:cNvSpPr/>
            <p:nvPr/>
          </p:nvSpPr>
          <p:spPr>
            <a:xfrm>
              <a:off x="5094764" y="3543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6" name="pt5286"/>
            <p:cNvSpPr/>
            <p:nvPr/>
          </p:nvSpPr>
          <p:spPr>
            <a:xfrm>
              <a:off x="5119949" y="35693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7" name="pt5287"/>
            <p:cNvSpPr/>
            <p:nvPr/>
          </p:nvSpPr>
          <p:spPr>
            <a:xfrm>
              <a:off x="5054764" y="35702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8" name="pt5288"/>
            <p:cNvSpPr/>
            <p:nvPr/>
          </p:nvSpPr>
          <p:spPr>
            <a:xfrm>
              <a:off x="5211527" y="35381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89" name="pt5289"/>
            <p:cNvSpPr/>
            <p:nvPr/>
          </p:nvSpPr>
          <p:spPr>
            <a:xfrm>
              <a:off x="5317957" y="358776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0" name="pt5290"/>
            <p:cNvSpPr/>
            <p:nvPr/>
          </p:nvSpPr>
          <p:spPr>
            <a:xfrm>
              <a:off x="5169648" y="3541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1" name="pt5291"/>
            <p:cNvSpPr/>
            <p:nvPr/>
          </p:nvSpPr>
          <p:spPr>
            <a:xfrm>
              <a:off x="5111887" y="35366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2" name="pt5292"/>
            <p:cNvSpPr/>
            <p:nvPr/>
          </p:nvSpPr>
          <p:spPr>
            <a:xfrm>
              <a:off x="5058952" y="35465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3" name="pt5293"/>
            <p:cNvSpPr/>
            <p:nvPr/>
          </p:nvSpPr>
          <p:spPr>
            <a:xfrm>
              <a:off x="5107986" y="35187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4" name="pt5294"/>
            <p:cNvSpPr/>
            <p:nvPr/>
          </p:nvSpPr>
          <p:spPr>
            <a:xfrm>
              <a:off x="5156348" y="35775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5" name="pt5295"/>
            <p:cNvSpPr/>
            <p:nvPr/>
          </p:nvSpPr>
          <p:spPr>
            <a:xfrm>
              <a:off x="5073268" y="35554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6" name="pt5296"/>
            <p:cNvSpPr/>
            <p:nvPr/>
          </p:nvSpPr>
          <p:spPr>
            <a:xfrm>
              <a:off x="5059475" y="3589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7" name="pt5297"/>
            <p:cNvSpPr/>
            <p:nvPr/>
          </p:nvSpPr>
          <p:spPr>
            <a:xfrm>
              <a:off x="5115296" y="3655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8" name="pt5298"/>
            <p:cNvSpPr/>
            <p:nvPr/>
          </p:nvSpPr>
          <p:spPr>
            <a:xfrm>
              <a:off x="5104884" y="35344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299" name="pt5299"/>
            <p:cNvSpPr/>
            <p:nvPr/>
          </p:nvSpPr>
          <p:spPr>
            <a:xfrm>
              <a:off x="4980041" y="35649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0" name="pt5300"/>
            <p:cNvSpPr/>
            <p:nvPr/>
          </p:nvSpPr>
          <p:spPr>
            <a:xfrm>
              <a:off x="5174449" y="35466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1" name="pt5301"/>
            <p:cNvSpPr/>
            <p:nvPr/>
          </p:nvSpPr>
          <p:spPr>
            <a:xfrm>
              <a:off x="5179899" y="35287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2" name="pt5302"/>
            <p:cNvSpPr/>
            <p:nvPr/>
          </p:nvSpPr>
          <p:spPr>
            <a:xfrm>
              <a:off x="5172884" y="35367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3" name="pt5303"/>
            <p:cNvSpPr/>
            <p:nvPr/>
          </p:nvSpPr>
          <p:spPr>
            <a:xfrm>
              <a:off x="5119345" y="35615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4" name="pt5304"/>
            <p:cNvSpPr/>
            <p:nvPr/>
          </p:nvSpPr>
          <p:spPr>
            <a:xfrm>
              <a:off x="5053147" y="35661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5" name="pt5305"/>
            <p:cNvSpPr/>
            <p:nvPr/>
          </p:nvSpPr>
          <p:spPr>
            <a:xfrm>
              <a:off x="5208145" y="36520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6" name="pt5306"/>
            <p:cNvSpPr/>
            <p:nvPr/>
          </p:nvSpPr>
          <p:spPr>
            <a:xfrm>
              <a:off x="4965558" y="35817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7" name="pt5307"/>
            <p:cNvSpPr/>
            <p:nvPr/>
          </p:nvSpPr>
          <p:spPr>
            <a:xfrm>
              <a:off x="5135017" y="360573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8" name="pt5308"/>
            <p:cNvSpPr/>
            <p:nvPr/>
          </p:nvSpPr>
          <p:spPr>
            <a:xfrm>
              <a:off x="5079233" y="35807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09" name="pt5309"/>
            <p:cNvSpPr/>
            <p:nvPr/>
          </p:nvSpPr>
          <p:spPr>
            <a:xfrm>
              <a:off x="4996584" y="35612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0" name="pt5310"/>
            <p:cNvSpPr/>
            <p:nvPr/>
          </p:nvSpPr>
          <p:spPr>
            <a:xfrm>
              <a:off x="5132929" y="35556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1" name="pt5311"/>
            <p:cNvSpPr/>
            <p:nvPr/>
          </p:nvSpPr>
          <p:spPr>
            <a:xfrm>
              <a:off x="5171130" y="3562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2" name="pt5312"/>
            <p:cNvSpPr/>
            <p:nvPr/>
          </p:nvSpPr>
          <p:spPr>
            <a:xfrm>
              <a:off x="5084582" y="35761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3" name="pt5313"/>
            <p:cNvSpPr/>
            <p:nvPr/>
          </p:nvSpPr>
          <p:spPr>
            <a:xfrm>
              <a:off x="5032928" y="35464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4" name="pt5314"/>
            <p:cNvSpPr/>
            <p:nvPr/>
          </p:nvSpPr>
          <p:spPr>
            <a:xfrm>
              <a:off x="5098302" y="3492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5" name="pt5315"/>
            <p:cNvSpPr/>
            <p:nvPr/>
          </p:nvSpPr>
          <p:spPr>
            <a:xfrm>
              <a:off x="5143166" y="35406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6" name="pt5316"/>
            <p:cNvSpPr/>
            <p:nvPr/>
          </p:nvSpPr>
          <p:spPr>
            <a:xfrm>
              <a:off x="5069703" y="35954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7" name="pt5317"/>
            <p:cNvSpPr/>
            <p:nvPr/>
          </p:nvSpPr>
          <p:spPr>
            <a:xfrm>
              <a:off x="5074613" y="36199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8" name="pt5318"/>
            <p:cNvSpPr/>
            <p:nvPr/>
          </p:nvSpPr>
          <p:spPr>
            <a:xfrm>
              <a:off x="5141215" y="35547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19" name="pt5319"/>
            <p:cNvSpPr/>
            <p:nvPr/>
          </p:nvSpPr>
          <p:spPr>
            <a:xfrm>
              <a:off x="5172533" y="35719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0" name="pt5320"/>
            <p:cNvSpPr/>
            <p:nvPr/>
          </p:nvSpPr>
          <p:spPr>
            <a:xfrm>
              <a:off x="5253848" y="35559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1" name="pt5321"/>
            <p:cNvSpPr/>
            <p:nvPr/>
          </p:nvSpPr>
          <p:spPr>
            <a:xfrm>
              <a:off x="5164116" y="35963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2" name="pt5322"/>
            <p:cNvSpPr/>
            <p:nvPr/>
          </p:nvSpPr>
          <p:spPr>
            <a:xfrm>
              <a:off x="5160413" y="35495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3" name="pt5323"/>
            <p:cNvSpPr/>
            <p:nvPr/>
          </p:nvSpPr>
          <p:spPr>
            <a:xfrm>
              <a:off x="5177964" y="35520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4" name="pt5324"/>
            <p:cNvSpPr/>
            <p:nvPr/>
          </p:nvSpPr>
          <p:spPr>
            <a:xfrm>
              <a:off x="5099038" y="35468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5" name="pt5325"/>
            <p:cNvSpPr/>
            <p:nvPr/>
          </p:nvSpPr>
          <p:spPr>
            <a:xfrm>
              <a:off x="5199358" y="35593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6" name="pt5326"/>
            <p:cNvSpPr/>
            <p:nvPr/>
          </p:nvSpPr>
          <p:spPr>
            <a:xfrm>
              <a:off x="5212846" y="36277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7" name="pt5327"/>
            <p:cNvSpPr/>
            <p:nvPr/>
          </p:nvSpPr>
          <p:spPr>
            <a:xfrm>
              <a:off x="5144258" y="35604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5128108" y="35195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5088770" y="35647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5044049" y="3567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5096204" y="35618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5278644" y="35452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5110557" y="3557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5081213" y="35538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5069634" y="35461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5208582" y="35300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5066592" y="35534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5138301" y="354713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5081810" y="35578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5177309" y="36115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5101976" y="35592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5094609" y="35509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5084335" y="35222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5175101" y="35482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5183106" y="35493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5248399" y="36249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5102524" y="35543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5075971" y="35650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5129050" y="35899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5136874" y="3563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5112081" y="35807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5165623" y="35722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5121979" y="35154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5123111" y="35448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5108413" y="35509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5225053" y="35321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5062566" y="35313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5082831" y="36690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5198548" y="35630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5125709" y="35692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5178512" y="35750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5073370" y="35560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5073574" y="35895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5076962" y="35408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5084994" y="35425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5074826" y="35818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5125297" y="35875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5127638" y="35445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5142634" y="35804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5119436" y="3546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5112423" y="35581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5110076" y="35790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5151564" y="35497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5134628" y="35371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5134695" y="35733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5104885" y="35948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5136880" y="35696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5239587" y="3548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5129353" y="35581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5153551" y="35651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5076087" y="35657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5181421" y="35342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4986605" y="35476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5075567" y="3552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5166072" y="3543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5048926" y="35464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5090083" y="35655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5135197" y="35059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5100168" y="35897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5052074" y="35930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5143817" y="35310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5072221" y="35533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5183879" y="35540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5061855" y="35245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5042011" y="35601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5159515" y="33935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5089549" y="3544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5121826" y="35856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5153113" y="35499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5152934" y="35351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5174700" y="355015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5224324" y="35468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5179709" y="35449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5097759" y="35525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5089087" y="356361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5132063" y="35538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5124526" y="354626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5108684" y="35966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5295796" y="35748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5255873" y="36150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5056533" y="35827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5149768" y="35655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5230229" y="35578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4983649" y="35577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4957988" y="35620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5140466" y="35274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5155261" y="3823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4979057" y="35746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5078323" y="357462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5153857" y="35509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5129456" y="35532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5144297" y="35642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5097134" y="35640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5145437" y="35658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5115076" y="355946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5155231" y="37652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5213201" y="34890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5076418" y="35605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5059862" y="35844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5152044" y="35768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5229448" y="35169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5156735" y="35529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5164337" y="356250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5068283" y="35598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5166722" y="35033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5096559" y="35705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5186363" y="35535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5176957" y="356433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39" name="pt5439"/>
            <p:cNvSpPr/>
            <p:nvPr/>
          </p:nvSpPr>
          <p:spPr>
            <a:xfrm>
              <a:off x="5139047" y="35616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0" name="pt5440"/>
            <p:cNvSpPr/>
            <p:nvPr/>
          </p:nvSpPr>
          <p:spPr>
            <a:xfrm>
              <a:off x="5162224" y="35678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1" name="pt5441"/>
            <p:cNvSpPr/>
            <p:nvPr/>
          </p:nvSpPr>
          <p:spPr>
            <a:xfrm>
              <a:off x="5066725" y="35839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2" name="pt5442"/>
            <p:cNvSpPr/>
            <p:nvPr/>
          </p:nvSpPr>
          <p:spPr>
            <a:xfrm>
              <a:off x="5118323" y="36813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3" name="pt5443"/>
            <p:cNvSpPr/>
            <p:nvPr/>
          </p:nvSpPr>
          <p:spPr>
            <a:xfrm>
              <a:off x="5071755" y="34806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4" name="pt5444"/>
            <p:cNvSpPr/>
            <p:nvPr/>
          </p:nvSpPr>
          <p:spPr>
            <a:xfrm>
              <a:off x="5122336" y="35835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5" name="pt5445"/>
            <p:cNvSpPr/>
            <p:nvPr/>
          </p:nvSpPr>
          <p:spPr>
            <a:xfrm>
              <a:off x="5147610" y="35482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6" name="pt5446"/>
            <p:cNvSpPr/>
            <p:nvPr/>
          </p:nvSpPr>
          <p:spPr>
            <a:xfrm>
              <a:off x="5117036" y="35769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7" name="pt5447"/>
            <p:cNvSpPr/>
            <p:nvPr/>
          </p:nvSpPr>
          <p:spPr>
            <a:xfrm>
              <a:off x="5093960" y="3550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8" name="pt5448"/>
            <p:cNvSpPr/>
            <p:nvPr/>
          </p:nvSpPr>
          <p:spPr>
            <a:xfrm>
              <a:off x="5055646" y="38089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49" name="pt5449"/>
            <p:cNvSpPr/>
            <p:nvPr/>
          </p:nvSpPr>
          <p:spPr>
            <a:xfrm>
              <a:off x="5160301" y="34837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0" name="pt5450"/>
            <p:cNvSpPr/>
            <p:nvPr/>
          </p:nvSpPr>
          <p:spPr>
            <a:xfrm>
              <a:off x="5396973" y="35720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1" name="pt5451"/>
            <p:cNvSpPr/>
            <p:nvPr/>
          </p:nvSpPr>
          <p:spPr>
            <a:xfrm>
              <a:off x="5036831" y="35947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2" name="pt5452"/>
            <p:cNvSpPr/>
            <p:nvPr/>
          </p:nvSpPr>
          <p:spPr>
            <a:xfrm>
              <a:off x="5084860" y="35959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3" name="pt5453"/>
            <p:cNvSpPr/>
            <p:nvPr/>
          </p:nvSpPr>
          <p:spPr>
            <a:xfrm>
              <a:off x="5098910" y="35569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4" name="pt5454"/>
            <p:cNvSpPr/>
            <p:nvPr/>
          </p:nvSpPr>
          <p:spPr>
            <a:xfrm>
              <a:off x="5043193" y="35684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5" name="pt5455"/>
            <p:cNvSpPr/>
            <p:nvPr/>
          </p:nvSpPr>
          <p:spPr>
            <a:xfrm>
              <a:off x="5128406" y="35484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6" name="pt5456"/>
            <p:cNvSpPr/>
            <p:nvPr/>
          </p:nvSpPr>
          <p:spPr>
            <a:xfrm>
              <a:off x="5198390" y="355711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7" name="pt5457"/>
            <p:cNvSpPr/>
            <p:nvPr/>
          </p:nvSpPr>
          <p:spPr>
            <a:xfrm>
              <a:off x="5063848" y="35679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8" name="pt5458"/>
            <p:cNvSpPr/>
            <p:nvPr/>
          </p:nvSpPr>
          <p:spPr>
            <a:xfrm>
              <a:off x="5175160" y="3556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59" name="pt5459"/>
            <p:cNvSpPr/>
            <p:nvPr/>
          </p:nvSpPr>
          <p:spPr>
            <a:xfrm>
              <a:off x="5101497" y="35469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0" name="pt5460"/>
            <p:cNvSpPr/>
            <p:nvPr/>
          </p:nvSpPr>
          <p:spPr>
            <a:xfrm>
              <a:off x="5206349" y="35606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1" name="pt5461"/>
            <p:cNvSpPr/>
            <p:nvPr/>
          </p:nvSpPr>
          <p:spPr>
            <a:xfrm>
              <a:off x="5057113" y="36725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2" name="pt5462"/>
            <p:cNvSpPr/>
            <p:nvPr/>
          </p:nvSpPr>
          <p:spPr>
            <a:xfrm>
              <a:off x="5115561" y="355303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3" name="pt5463"/>
            <p:cNvSpPr/>
            <p:nvPr/>
          </p:nvSpPr>
          <p:spPr>
            <a:xfrm>
              <a:off x="5088849" y="35617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4" name="pt5464"/>
            <p:cNvSpPr/>
            <p:nvPr/>
          </p:nvSpPr>
          <p:spPr>
            <a:xfrm>
              <a:off x="5200807" y="35695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5" name="pt5465"/>
            <p:cNvSpPr/>
            <p:nvPr/>
          </p:nvSpPr>
          <p:spPr>
            <a:xfrm>
              <a:off x="5081089" y="3477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6" name="pt5466"/>
            <p:cNvSpPr/>
            <p:nvPr/>
          </p:nvSpPr>
          <p:spPr>
            <a:xfrm>
              <a:off x="5118978" y="35666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7" name="pt5467"/>
            <p:cNvSpPr/>
            <p:nvPr/>
          </p:nvSpPr>
          <p:spPr>
            <a:xfrm>
              <a:off x="5149976" y="35643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8" name="pt5468"/>
            <p:cNvSpPr/>
            <p:nvPr/>
          </p:nvSpPr>
          <p:spPr>
            <a:xfrm>
              <a:off x="5145620" y="35518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69" name="pt5469"/>
            <p:cNvSpPr/>
            <p:nvPr/>
          </p:nvSpPr>
          <p:spPr>
            <a:xfrm>
              <a:off x="5319571" y="352778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0" name="pt5470"/>
            <p:cNvSpPr/>
            <p:nvPr/>
          </p:nvSpPr>
          <p:spPr>
            <a:xfrm>
              <a:off x="5081312" y="35670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1" name="pt5471"/>
            <p:cNvSpPr/>
            <p:nvPr/>
          </p:nvSpPr>
          <p:spPr>
            <a:xfrm>
              <a:off x="4980568" y="35581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2" name="pt5472"/>
            <p:cNvSpPr/>
            <p:nvPr/>
          </p:nvSpPr>
          <p:spPr>
            <a:xfrm>
              <a:off x="5044356" y="35058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3" name="pt5473"/>
            <p:cNvSpPr/>
            <p:nvPr/>
          </p:nvSpPr>
          <p:spPr>
            <a:xfrm>
              <a:off x="5128291" y="35903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4" name="pt5474"/>
            <p:cNvSpPr/>
            <p:nvPr/>
          </p:nvSpPr>
          <p:spPr>
            <a:xfrm>
              <a:off x="5066021" y="3546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5" name="pt5475"/>
            <p:cNvSpPr/>
            <p:nvPr/>
          </p:nvSpPr>
          <p:spPr>
            <a:xfrm>
              <a:off x="5123135" y="357415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6" name="pt5476"/>
            <p:cNvSpPr/>
            <p:nvPr/>
          </p:nvSpPr>
          <p:spPr>
            <a:xfrm>
              <a:off x="5130028" y="35404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7" name="pt5477"/>
            <p:cNvSpPr/>
            <p:nvPr/>
          </p:nvSpPr>
          <p:spPr>
            <a:xfrm>
              <a:off x="5088148" y="35494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8" name="pt5478"/>
            <p:cNvSpPr/>
            <p:nvPr/>
          </p:nvSpPr>
          <p:spPr>
            <a:xfrm>
              <a:off x="5165814" y="35820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79" name="pt5479"/>
            <p:cNvSpPr/>
            <p:nvPr/>
          </p:nvSpPr>
          <p:spPr>
            <a:xfrm>
              <a:off x="5074216" y="35345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0" name="pt5480"/>
            <p:cNvSpPr/>
            <p:nvPr/>
          </p:nvSpPr>
          <p:spPr>
            <a:xfrm>
              <a:off x="5152136" y="36300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1" name="pt5481"/>
            <p:cNvSpPr/>
            <p:nvPr/>
          </p:nvSpPr>
          <p:spPr>
            <a:xfrm>
              <a:off x="5076171" y="356185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2" name="pt5482"/>
            <p:cNvSpPr/>
            <p:nvPr/>
          </p:nvSpPr>
          <p:spPr>
            <a:xfrm>
              <a:off x="5182399" y="35911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3" name="pt5483"/>
            <p:cNvSpPr/>
            <p:nvPr/>
          </p:nvSpPr>
          <p:spPr>
            <a:xfrm>
              <a:off x="5111009" y="35970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4" name="pt5484"/>
            <p:cNvSpPr/>
            <p:nvPr/>
          </p:nvSpPr>
          <p:spPr>
            <a:xfrm>
              <a:off x="5068531" y="354837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5" name="pt5485"/>
            <p:cNvSpPr/>
            <p:nvPr/>
          </p:nvSpPr>
          <p:spPr>
            <a:xfrm>
              <a:off x="5085070" y="356048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6" name="pt5486"/>
            <p:cNvSpPr/>
            <p:nvPr/>
          </p:nvSpPr>
          <p:spPr>
            <a:xfrm>
              <a:off x="5173114" y="356766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7" name="pt5487"/>
            <p:cNvSpPr/>
            <p:nvPr/>
          </p:nvSpPr>
          <p:spPr>
            <a:xfrm>
              <a:off x="5101260" y="357479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8" name="pt5488"/>
            <p:cNvSpPr/>
            <p:nvPr/>
          </p:nvSpPr>
          <p:spPr>
            <a:xfrm>
              <a:off x="5179182" y="35841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89" name="pt5489"/>
            <p:cNvSpPr/>
            <p:nvPr/>
          </p:nvSpPr>
          <p:spPr>
            <a:xfrm>
              <a:off x="5191418" y="356560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0" name="pt5490"/>
            <p:cNvSpPr/>
            <p:nvPr/>
          </p:nvSpPr>
          <p:spPr>
            <a:xfrm>
              <a:off x="5107293" y="355899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1" name="pt5491"/>
            <p:cNvSpPr/>
            <p:nvPr/>
          </p:nvSpPr>
          <p:spPr>
            <a:xfrm>
              <a:off x="5057875" y="35392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2" name="pt5492"/>
            <p:cNvSpPr/>
            <p:nvPr/>
          </p:nvSpPr>
          <p:spPr>
            <a:xfrm>
              <a:off x="5062195" y="355975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3" name="pt5493"/>
            <p:cNvSpPr/>
            <p:nvPr/>
          </p:nvSpPr>
          <p:spPr>
            <a:xfrm>
              <a:off x="5019927" y="352491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4" name="pt5494"/>
            <p:cNvSpPr/>
            <p:nvPr/>
          </p:nvSpPr>
          <p:spPr>
            <a:xfrm>
              <a:off x="4985656" y="35505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5" name="pt5495"/>
            <p:cNvSpPr/>
            <p:nvPr/>
          </p:nvSpPr>
          <p:spPr>
            <a:xfrm>
              <a:off x="5136383" y="356728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6" name="pt5496"/>
            <p:cNvSpPr/>
            <p:nvPr/>
          </p:nvSpPr>
          <p:spPr>
            <a:xfrm>
              <a:off x="5091024" y="361156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7" name="pt5497"/>
            <p:cNvSpPr/>
            <p:nvPr/>
          </p:nvSpPr>
          <p:spPr>
            <a:xfrm>
              <a:off x="5179410" y="35955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8" name="pt5498"/>
            <p:cNvSpPr/>
            <p:nvPr/>
          </p:nvSpPr>
          <p:spPr>
            <a:xfrm>
              <a:off x="5159487" y="35615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499" name="pt5499"/>
            <p:cNvSpPr/>
            <p:nvPr/>
          </p:nvSpPr>
          <p:spPr>
            <a:xfrm>
              <a:off x="5122963" y="36075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0" name="pt5500"/>
            <p:cNvSpPr/>
            <p:nvPr/>
          </p:nvSpPr>
          <p:spPr>
            <a:xfrm>
              <a:off x="5092037" y="35517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1" name="pt5501"/>
            <p:cNvSpPr/>
            <p:nvPr/>
          </p:nvSpPr>
          <p:spPr>
            <a:xfrm>
              <a:off x="5061325" y="35620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2" name="pt5502"/>
            <p:cNvSpPr/>
            <p:nvPr/>
          </p:nvSpPr>
          <p:spPr>
            <a:xfrm>
              <a:off x="5170516" y="3539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3" name="pt5503"/>
            <p:cNvSpPr/>
            <p:nvPr/>
          </p:nvSpPr>
          <p:spPr>
            <a:xfrm>
              <a:off x="5094589" y="35637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4" name="pt5504"/>
            <p:cNvSpPr/>
            <p:nvPr/>
          </p:nvSpPr>
          <p:spPr>
            <a:xfrm>
              <a:off x="5261213" y="361547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5" name="pt5505"/>
            <p:cNvSpPr/>
            <p:nvPr/>
          </p:nvSpPr>
          <p:spPr>
            <a:xfrm>
              <a:off x="5155682" y="35565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6" name="pt5506"/>
            <p:cNvSpPr/>
            <p:nvPr/>
          </p:nvSpPr>
          <p:spPr>
            <a:xfrm>
              <a:off x="5130220" y="357941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7" name="pt5507"/>
            <p:cNvSpPr/>
            <p:nvPr/>
          </p:nvSpPr>
          <p:spPr>
            <a:xfrm>
              <a:off x="5002423" y="35740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8" name="pt5508"/>
            <p:cNvSpPr/>
            <p:nvPr/>
          </p:nvSpPr>
          <p:spPr>
            <a:xfrm>
              <a:off x="5144899" y="354931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09" name="pt5509"/>
            <p:cNvSpPr/>
            <p:nvPr/>
          </p:nvSpPr>
          <p:spPr>
            <a:xfrm>
              <a:off x="5189418" y="356532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0" name="pt5510"/>
            <p:cNvSpPr/>
            <p:nvPr/>
          </p:nvSpPr>
          <p:spPr>
            <a:xfrm>
              <a:off x="5143709" y="36468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1" name="pt5511"/>
            <p:cNvSpPr/>
            <p:nvPr/>
          </p:nvSpPr>
          <p:spPr>
            <a:xfrm>
              <a:off x="5150545" y="354613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2" name="pt5512"/>
            <p:cNvSpPr/>
            <p:nvPr/>
          </p:nvSpPr>
          <p:spPr>
            <a:xfrm>
              <a:off x="5054334" y="35896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3" name="pt5513"/>
            <p:cNvSpPr/>
            <p:nvPr/>
          </p:nvSpPr>
          <p:spPr>
            <a:xfrm>
              <a:off x="5114522" y="35493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4" name="pt5514"/>
            <p:cNvSpPr/>
            <p:nvPr/>
          </p:nvSpPr>
          <p:spPr>
            <a:xfrm>
              <a:off x="5045229" y="35690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5" name="pt5515"/>
            <p:cNvSpPr/>
            <p:nvPr/>
          </p:nvSpPr>
          <p:spPr>
            <a:xfrm>
              <a:off x="5072919" y="35547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6" name="pt5516"/>
            <p:cNvSpPr/>
            <p:nvPr/>
          </p:nvSpPr>
          <p:spPr>
            <a:xfrm>
              <a:off x="5046317" y="35261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7" name="pt5517"/>
            <p:cNvSpPr/>
            <p:nvPr/>
          </p:nvSpPr>
          <p:spPr>
            <a:xfrm>
              <a:off x="5099010" y="3584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18" name="pt5518"/>
            <p:cNvSpPr/>
            <p:nvPr/>
          </p:nvSpPr>
          <p:spPr>
            <a:xfrm>
              <a:off x="4992824" y="3644897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9" name="pt5519"/>
            <p:cNvSpPr/>
            <p:nvPr/>
          </p:nvSpPr>
          <p:spPr>
            <a:xfrm>
              <a:off x="4994771" y="35511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0" name="pt5520"/>
            <p:cNvSpPr/>
            <p:nvPr/>
          </p:nvSpPr>
          <p:spPr>
            <a:xfrm>
              <a:off x="5137971" y="35628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1" name="pt5521"/>
            <p:cNvSpPr/>
            <p:nvPr/>
          </p:nvSpPr>
          <p:spPr>
            <a:xfrm>
              <a:off x="5121854" y="355330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2" name="pt5522"/>
            <p:cNvSpPr/>
            <p:nvPr/>
          </p:nvSpPr>
          <p:spPr>
            <a:xfrm>
              <a:off x="5024517" y="353154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3" name="pt5523"/>
            <p:cNvSpPr/>
            <p:nvPr/>
          </p:nvSpPr>
          <p:spPr>
            <a:xfrm>
              <a:off x="5100227" y="35499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4" name="pt5524"/>
            <p:cNvSpPr/>
            <p:nvPr/>
          </p:nvSpPr>
          <p:spPr>
            <a:xfrm>
              <a:off x="5145216" y="359469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5" name="pt5525"/>
            <p:cNvSpPr/>
            <p:nvPr/>
          </p:nvSpPr>
          <p:spPr>
            <a:xfrm>
              <a:off x="5064971" y="35643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6" name="pt5526"/>
            <p:cNvSpPr/>
            <p:nvPr/>
          </p:nvSpPr>
          <p:spPr>
            <a:xfrm>
              <a:off x="5104084" y="35419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7" name="pt5527"/>
            <p:cNvSpPr/>
            <p:nvPr/>
          </p:nvSpPr>
          <p:spPr>
            <a:xfrm>
              <a:off x="5117333" y="353749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8" name="pt5528"/>
            <p:cNvSpPr/>
            <p:nvPr/>
          </p:nvSpPr>
          <p:spPr>
            <a:xfrm>
              <a:off x="5091388" y="355896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29" name="pt5529"/>
            <p:cNvSpPr/>
            <p:nvPr/>
          </p:nvSpPr>
          <p:spPr>
            <a:xfrm>
              <a:off x="5077783" y="35527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0" name="pt5530"/>
            <p:cNvSpPr/>
            <p:nvPr/>
          </p:nvSpPr>
          <p:spPr>
            <a:xfrm>
              <a:off x="5123876" y="35587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1" name="pt5531"/>
            <p:cNvSpPr/>
            <p:nvPr/>
          </p:nvSpPr>
          <p:spPr>
            <a:xfrm>
              <a:off x="5110028" y="356240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2" name="pt5532"/>
            <p:cNvSpPr/>
            <p:nvPr/>
          </p:nvSpPr>
          <p:spPr>
            <a:xfrm>
              <a:off x="5106201" y="35872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3" name="pt5533"/>
            <p:cNvSpPr/>
            <p:nvPr/>
          </p:nvSpPr>
          <p:spPr>
            <a:xfrm>
              <a:off x="5151703" y="356240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4" name="pt5534"/>
            <p:cNvSpPr/>
            <p:nvPr/>
          </p:nvSpPr>
          <p:spPr>
            <a:xfrm>
              <a:off x="5148180" y="355727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5" name="pt5535"/>
            <p:cNvSpPr/>
            <p:nvPr/>
          </p:nvSpPr>
          <p:spPr>
            <a:xfrm>
              <a:off x="5115821" y="354750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6" name="pt5536"/>
            <p:cNvSpPr/>
            <p:nvPr/>
          </p:nvSpPr>
          <p:spPr>
            <a:xfrm>
              <a:off x="5094329" y="35510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7" name="pt5537"/>
            <p:cNvSpPr/>
            <p:nvPr/>
          </p:nvSpPr>
          <p:spPr>
            <a:xfrm>
              <a:off x="5032084" y="35667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8" name="pt5538"/>
            <p:cNvSpPr/>
            <p:nvPr/>
          </p:nvSpPr>
          <p:spPr>
            <a:xfrm>
              <a:off x="5130890" y="359574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39" name="pt5539"/>
            <p:cNvSpPr/>
            <p:nvPr/>
          </p:nvSpPr>
          <p:spPr>
            <a:xfrm>
              <a:off x="5116640" y="355168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0" name="pt5540"/>
            <p:cNvSpPr/>
            <p:nvPr/>
          </p:nvSpPr>
          <p:spPr>
            <a:xfrm>
              <a:off x="5063990" y="356955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1" name="pt5541"/>
            <p:cNvSpPr/>
            <p:nvPr/>
          </p:nvSpPr>
          <p:spPr>
            <a:xfrm>
              <a:off x="5099372" y="35516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2" name="pt5542"/>
            <p:cNvSpPr/>
            <p:nvPr/>
          </p:nvSpPr>
          <p:spPr>
            <a:xfrm>
              <a:off x="5188596" y="356133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3" name="pt5543"/>
            <p:cNvSpPr/>
            <p:nvPr/>
          </p:nvSpPr>
          <p:spPr>
            <a:xfrm>
              <a:off x="5078677" y="35800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4" name="pt5544"/>
            <p:cNvSpPr/>
            <p:nvPr/>
          </p:nvSpPr>
          <p:spPr>
            <a:xfrm>
              <a:off x="5093230" y="35569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5" name="pt5545"/>
            <p:cNvSpPr/>
            <p:nvPr/>
          </p:nvSpPr>
          <p:spPr>
            <a:xfrm>
              <a:off x="5154600" y="35351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6" name="pt5546"/>
            <p:cNvSpPr/>
            <p:nvPr/>
          </p:nvSpPr>
          <p:spPr>
            <a:xfrm>
              <a:off x="5101596" y="35599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7" name="pt5547"/>
            <p:cNvSpPr/>
            <p:nvPr/>
          </p:nvSpPr>
          <p:spPr>
            <a:xfrm>
              <a:off x="5162582" y="3553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8" name="pt5548"/>
            <p:cNvSpPr/>
            <p:nvPr/>
          </p:nvSpPr>
          <p:spPr>
            <a:xfrm>
              <a:off x="5097498" y="356952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49" name="pt5549"/>
            <p:cNvSpPr/>
            <p:nvPr/>
          </p:nvSpPr>
          <p:spPr>
            <a:xfrm>
              <a:off x="5143823" y="358158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0" name="pt5550"/>
            <p:cNvSpPr/>
            <p:nvPr/>
          </p:nvSpPr>
          <p:spPr>
            <a:xfrm>
              <a:off x="5110315" y="35792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1" name="pt5551"/>
            <p:cNvSpPr/>
            <p:nvPr/>
          </p:nvSpPr>
          <p:spPr>
            <a:xfrm>
              <a:off x="5004599" y="355426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2" name="pt5552"/>
            <p:cNvSpPr/>
            <p:nvPr/>
          </p:nvSpPr>
          <p:spPr>
            <a:xfrm>
              <a:off x="5099897" y="35110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3" name="pt5553"/>
            <p:cNvSpPr/>
            <p:nvPr/>
          </p:nvSpPr>
          <p:spPr>
            <a:xfrm>
              <a:off x="5227668" y="35580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4" name="pt5554"/>
            <p:cNvSpPr/>
            <p:nvPr/>
          </p:nvSpPr>
          <p:spPr>
            <a:xfrm>
              <a:off x="5052405" y="355892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5" name="pt5555"/>
            <p:cNvSpPr/>
            <p:nvPr/>
          </p:nvSpPr>
          <p:spPr>
            <a:xfrm>
              <a:off x="5060044" y="36063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6" name="pt5556"/>
            <p:cNvSpPr/>
            <p:nvPr/>
          </p:nvSpPr>
          <p:spPr>
            <a:xfrm>
              <a:off x="5124826" y="35591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7" name="pt5557"/>
            <p:cNvSpPr/>
            <p:nvPr/>
          </p:nvSpPr>
          <p:spPr>
            <a:xfrm>
              <a:off x="5060357" y="35699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8" name="pt5558"/>
            <p:cNvSpPr/>
            <p:nvPr/>
          </p:nvSpPr>
          <p:spPr>
            <a:xfrm>
              <a:off x="5077273" y="36122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59" name="pt5559"/>
            <p:cNvSpPr/>
            <p:nvPr/>
          </p:nvSpPr>
          <p:spPr>
            <a:xfrm>
              <a:off x="5215859" y="355235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0" name="pt5560"/>
            <p:cNvSpPr/>
            <p:nvPr/>
          </p:nvSpPr>
          <p:spPr>
            <a:xfrm>
              <a:off x="5133142" y="356775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1" name="pt5561"/>
            <p:cNvSpPr/>
            <p:nvPr/>
          </p:nvSpPr>
          <p:spPr>
            <a:xfrm>
              <a:off x="5154052" y="36741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2" name="pt5562"/>
            <p:cNvSpPr/>
            <p:nvPr/>
          </p:nvSpPr>
          <p:spPr>
            <a:xfrm>
              <a:off x="5131864" y="355171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3" name="pt5563"/>
            <p:cNvSpPr/>
            <p:nvPr/>
          </p:nvSpPr>
          <p:spPr>
            <a:xfrm>
              <a:off x="5123981" y="35539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4" name="pt5564"/>
            <p:cNvSpPr/>
            <p:nvPr/>
          </p:nvSpPr>
          <p:spPr>
            <a:xfrm>
              <a:off x="5105723" y="355813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5" name="pt5565"/>
            <p:cNvSpPr/>
            <p:nvPr/>
          </p:nvSpPr>
          <p:spPr>
            <a:xfrm>
              <a:off x="5170884" y="355655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6" name="pt5566"/>
            <p:cNvSpPr/>
            <p:nvPr/>
          </p:nvSpPr>
          <p:spPr>
            <a:xfrm>
              <a:off x="5182893" y="35456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7" name="pt5567"/>
            <p:cNvSpPr/>
            <p:nvPr/>
          </p:nvSpPr>
          <p:spPr>
            <a:xfrm>
              <a:off x="5127637" y="35487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8" name="pt5568"/>
            <p:cNvSpPr/>
            <p:nvPr/>
          </p:nvSpPr>
          <p:spPr>
            <a:xfrm>
              <a:off x="5056490" y="35805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69" name="pt5569"/>
            <p:cNvSpPr/>
            <p:nvPr/>
          </p:nvSpPr>
          <p:spPr>
            <a:xfrm>
              <a:off x="5158174" y="355519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0" name="pt5570"/>
            <p:cNvSpPr/>
            <p:nvPr/>
          </p:nvSpPr>
          <p:spPr>
            <a:xfrm>
              <a:off x="5112600" y="35727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1" name="pt5571"/>
            <p:cNvSpPr/>
            <p:nvPr/>
          </p:nvSpPr>
          <p:spPr>
            <a:xfrm>
              <a:off x="5177287" y="356022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2" name="pt5572"/>
            <p:cNvSpPr/>
            <p:nvPr/>
          </p:nvSpPr>
          <p:spPr>
            <a:xfrm>
              <a:off x="5167050" y="334089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3" name="pt5573"/>
            <p:cNvSpPr/>
            <p:nvPr/>
          </p:nvSpPr>
          <p:spPr>
            <a:xfrm>
              <a:off x="5088449" y="357862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4" name="pt5574"/>
            <p:cNvSpPr/>
            <p:nvPr/>
          </p:nvSpPr>
          <p:spPr>
            <a:xfrm>
              <a:off x="5102815" y="355477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5" name="pt5575"/>
            <p:cNvSpPr/>
            <p:nvPr/>
          </p:nvSpPr>
          <p:spPr>
            <a:xfrm>
              <a:off x="5205275" y="352460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6" name="pt5576"/>
            <p:cNvSpPr/>
            <p:nvPr/>
          </p:nvSpPr>
          <p:spPr>
            <a:xfrm>
              <a:off x="5207413" y="353757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7" name="pt5577"/>
            <p:cNvSpPr/>
            <p:nvPr/>
          </p:nvSpPr>
          <p:spPr>
            <a:xfrm>
              <a:off x="5113559" y="35488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8" name="pt5578"/>
            <p:cNvSpPr/>
            <p:nvPr/>
          </p:nvSpPr>
          <p:spPr>
            <a:xfrm>
              <a:off x="5138261" y="356302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79" name="pt5579"/>
            <p:cNvSpPr/>
            <p:nvPr/>
          </p:nvSpPr>
          <p:spPr>
            <a:xfrm>
              <a:off x="5278393" y="35493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0" name="pt5580"/>
            <p:cNvSpPr/>
            <p:nvPr/>
          </p:nvSpPr>
          <p:spPr>
            <a:xfrm>
              <a:off x="4926399" y="352854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1" name="pt5581"/>
            <p:cNvSpPr/>
            <p:nvPr/>
          </p:nvSpPr>
          <p:spPr>
            <a:xfrm>
              <a:off x="5239277" y="355026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2" name="pt5582"/>
            <p:cNvSpPr/>
            <p:nvPr/>
          </p:nvSpPr>
          <p:spPr>
            <a:xfrm>
              <a:off x="5103634" y="357384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3" name="pt5583"/>
            <p:cNvSpPr/>
            <p:nvPr/>
          </p:nvSpPr>
          <p:spPr>
            <a:xfrm>
              <a:off x="5286993" y="354547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4" name="pt5584"/>
            <p:cNvSpPr/>
            <p:nvPr/>
          </p:nvSpPr>
          <p:spPr>
            <a:xfrm>
              <a:off x="5042734" y="355347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5" name="pt5585"/>
            <p:cNvSpPr/>
            <p:nvPr/>
          </p:nvSpPr>
          <p:spPr>
            <a:xfrm>
              <a:off x="5059398" y="35646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6" name="pt5586"/>
            <p:cNvSpPr/>
            <p:nvPr/>
          </p:nvSpPr>
          <p:spPr>
            <a:xfrm>
              <a:off x="5210585" y="355756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7" name="pt5587"/>
            <p:cNvSpPr/>
            <p:nvPr/>
          </p:nvSpPr>
          <p:spPr>
            <a:xfrm>
              <a:off x="5115201" y="356361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8" name="pt5588"/>
            <p:cNvSpPr/>
            <p:nvPr/>
          </p:nvSpPr>
          <p:spPr>
            <a:xfrm>
              <a:off x="4898288" y="359592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89" name="pt5589"/>
            <p:cNvSpPr/>
            <p:nvPr/>
          </p:nvSpPr>
          <p:spPr>
            <a:xfrm>
              <a:off x="5075695" y="355897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0" name="pt5590"/>
            <p:cNvSpPr/>
            <p:nvPr/>
          </p:nvSpPr>
          <p:spPr>
            <a:xfrm>
              <a:off x="5192299" y="356894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1" name="pt5591"/>
            <p:cNvSpPr/>
            <p:nvPr/>
          </p:nvSpPr>
          <p:spPr>
            <a:xfrm>
              <a:off x="5071084" y="372958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2" name="pt5592"/>
            <p:cNvSpPr/>
            <p:nvPr/>
          </p:nvSpPr>
          <p:spPr>
            <a:xfrm>
              <a:off x="5205314" y="35435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3" name="pt5593"/>
            <p:cNvSpPr/>
            <p:nvPr/>
          </p:nvSpPr>
          <p:spPr>
            <a:xfrm>
              <a:off x="5236076" y="352858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4" name="pt5594"/>
            <p:cNvSpPr/>
            <p:nvPr/>
          </p:nvSpPr>
          <p:spPr>
            <a:xfrm>
              <a:off x="5053301" y="35786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5" name="pt5595"/>
            <p:cNvSpPr/>
            <p:nvPr/>
          </p:nvSpPr>
          <p:spPr>
            <a:xfrm>
              <a:off x="5075527" y="354951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6" name="pt5596"/>
            <p:cNvSpPr/>
            <p:nvPr/>
          </p:nvSpPr>
          <p:spPr>
            <a:xfrm>
              <a:off x="5103683" y="358797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7" name="pt5597"/>
            <p:cNvSpPr/>
            <p:nvPr/>
          </p:nvSpPr>
          <p:spPr>
            <a:xfrm>
              <a:off x="5055578" y="35627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8" name="pt5598"/>
            <p:cNvSpPr/>
            <p:nvPr/>
          </p:nvSpPr>
          <p:spPr>
            <a:xfrm>
              <a:off x="5119729" y="3571331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599" name="pt5599"/>
            <p:cNvSpPr/>
            <p:nvPr/>
          </p:nvSpPr>
          <p:spPr>
            <a:xfrm>
              <a:off x="5204128" y="3558206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0" name="pt5600"/>
            <p:cNvSpPr/>
            <p:nvPr/>
          </p:nvSpPr>
          <p:spPr>
            <a:xfrm>
              <a:off x="5056500" y="355080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1" name="pt5601"/>
            <p:cNvSpPr/>
            <p:nvPr/>
          </p:nvSpPr>
          <p:spPr>
            <a:xfrm>
              <a:off x="5117804" y="356738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2" name="pt5602"/>
            <p:cNvSpPr/>
            <p:nvPr/>
          </p:nvSpPr>
          <p:spPr>
            <a:xfrm>
              <a:off x="5138287" y="35404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3" name="pt5603"/>
            <p:cNvSpPr/>
            <p:nvPr/>
          </p:nvSpPr>
          <p:spPr>
            <a:xfrm>
              <a:off x="5139310" y="353889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4" name="pt5604"/>
            <p:cNvSpPr/>
            <p:nvPr/>
          </p:nvSpPr>
          <p:spPr>
            <a:xfrm>
              <a:off x="5025769" y="359454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5" name="pt5605"/>
            <p:cNvSpPr/>
            <p:nvPr/>
          </p:nvSpPr>
          <p:spPr>
            <a:xfrm>
              <a:off x="5201910" y="357638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6" name="pt5606"/>
            <p:cNvSpPr/>
            <p:nvPr/>
          </p:nvSpPr>
          <p:spPr>
            <a:xfrm>
              <a:off x="5281533" y="355841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7" name="pt5607"/>
            <p:cNvSpPr/>
            <p:nvPr/>
          </p:nvSpPr>
          <p:spPr>
            <a:xfrm>
              <a:off x="5040360" y="353438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8" name="pt5608"/>
            <p:cNvSpPr/>
            <p:nvPr/>
          </p:nvSpPr>
          <p:spPr>
            <a:xfrm>
              <a:off x="5042737" y="356302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09" name="pt5609"/>
            <p:cNvSpPr/>
            <p:nvPr/>
          </p:nvSpPr>
          <p:spPr>
            <a:xfrm>
              <a:off x="5069256" y="3567840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0" name="pt5610"/>
            <p:cNvSpPr/>
            <p:nvPr/>
          </p:nvSpPr>
          <p:spPr>
            <a:xfrm>
              <a:off x="5073588" y="356117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1" name="pt5611"/>
            <p:cNvSpPr/>
            <p:nvPr/>
          </p:nvSpPr>
          <p:spPr>
            <a:xfrm>
              <a:off x="5102930" y="354193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2" name="pt5612"/>
            <p:cNvSpPr/>
            <p:nvPr/>
          </p:nvSpPr>
          <p:spPr>
            <a:xfrm>
              <a:off x="5045148" y="356125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3" name="pt5613"/>
            <p:cNvSpPr/>
            <p:nvPr/>
          </p:nvSpPr>
          <p:spPr>
            <a:xfrm>
              <a:off x="5121866" y="3563559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4" name="pt5614"/>
            <p:cNvSpPr/>
            <p:nvPr/>
          </p:nvSpPr>
          <p:spPr>
            <a:xfrm>
              <a:off x="5132703" y="357284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5" name="pt5615"/>
            <p:cNvSpPr/>
            <p:nvPr/>
          </p:nvSpPr>
          <p:spPr>
            <a:xfrm>
              <a:off x="5055254" y="354200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6" name="pt5616"/>
            <p:cNvSpPr/>
            <p:nvPr/>
          </p:nvSpPr>
          <p:spPr>
            <a:xfrm>
              <a:off x="5076580" y="354979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7" name="pt5617"/>
            <p:cNvSpPr/>
            <p:nvPr/>
          </p:nvSpPr>
          <p:spPr>
            <a:xfrm>
              <a:off x="5179619" y="3533843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8" name="pt5618"/>
            <p:cNvSpPr/>
            <p:nvPr/>
          </p:nvSpPr>
          <p:spPr>
            <a:xfrm>
              <a:off x="5034979" y="3546697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19" name="pt5619"/>
            <p:cNvSpPr/>
            <p:nvPr/>
          </p:nvSpPr>
          <p:spPr>
            <a:xfrm>
              <a:off x="4952024" y="3584192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0" name="pt5620"/>
            <p:cNvSpPr/>
            <p:nvPr/>
          </p:nvSpPr>
          <p:spPr>
            <a:xfrm>
              <a:off x="5149598" y="3551844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1" name="pt5621"/>
            <p:cNvSpPr/>
            <p:nvPr/>
          </p:nvSpPr>
          <p:spPr>
            <a:xfrm>
              <a:off x="5097831" y="3597068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2" name="pt5622"/>
            <p:cNvSpPr/>
            <p:nvPr/>
          </p:nvSpPr>
          <p:spPr>
            <a:xfrm>
              <a:off x="5140065" y="3570715"/>
              <a:ext cx="54165" cy="54165"/>
            </a:xfrm>
            <a:prstGeom prst="ellipse">
              <a:avLst/>
            </a:prstGeom>
            <a:solidFill>
              <a:srgbClr val="3288BD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3" name="pt5623"/>
            <p:cNvSpPr/>
            <p:nvPr/>
          </p:nvSpPr>
          <p:spPr>
            <a:xfrm>
              <a:off x="5107447" y="3529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4" name="pt5624"/>
            <p:cNvSpPr/>
            <p:nvPr/>
          </p:nvSpPr>
          <p:spPr>
            <a:xfrm>
              <a:off x="5185383" y="3536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5" name="pt5625"/>
            <p:cNvSpPr/>
            <p:nvPr/>
          </p:nvSpPr>
          <p:spPr>
            <a:xfrm>
              <a:off x="5150401" y="3130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6" name="pt5626"/>
            <p:cNvSpPr/>
            <p:nvPr/>
          </p:nvSpPr>
          <p:spPr>
            <a:xfrm>
              <a:off x="5112269" y="3559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7" name="pt5627"/>
            <p:cNvSpPr/>
            <p:nvPr/>
          </p:nvSpPr>
          <p:spPr>
            <a:xfrm>
              <a:off x="5128263" y="3325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8" name="pt5628"/>
            <p:cNvSpPr/>
            <p:nvPr/>
          </p:nvSpPr>
          <p:spPr>
            <a:xfrm>
              <a:off x="5205163" y="35448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29" name="pt5629"/>
            <p:cNvSpPr/>
            <p:nvPr/>
          </p:nvSpPr>
          <p:spPr>
            <a:xfrm>
              <a:off x="5142590" y="31671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0" name="pt5630"/>
            <p:cNvSpPr/>
            <p:nvPr/>
          </p:nvSpPr>
          <p:spPr>
            <a:xfrm>
              <a:off x="5122921" y="35509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1" name="pt5631"/>
            <p:cNvSpPr/>
            <p:nvPr/>
          </p:nvSpPr>
          <p:spPr>
            <a:xfrm>
              <a:off x="5123345" y="32707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2" name="pt5632"/>
            <p:cNvSpPr/>
            <p:nvPr/>
          </p:nvSpPr>
          <p:spPr>
            <a:xfrm>
              <a:off x="5122527" y="35358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3" name="pt5633"/>
            <p:cNvSpPr/>
            <p:nvPr/>
          </p:nvSpPr>
          <p:spPr>
            <a:xfrm>
              <a:off x="5172992" y="3535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4" name="pt5634"/>
            <p:cNvSpPr/>
            <p:nvPr/>
          </p:nvSpPr>
          <p:spPr>
            <a:xfrm>
              <a:off x="5136219" y="3197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5" name="pt5635"/>
            <p:cNvSpPr/>
            <p:nvPr/>
          </p:nvSpPr>
          <p:spPr>
            <a:xfrm>
              <a:off x="5156622" y="35557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6" name="pt5636"/>
            <p:cNvSpPr/>
            <p:nvPr/>
          </p:nvSpPr>
          <p:spPr>
            <a:xfrm>
              <a:off x="5159284" y="3552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7" name="pt5637"/>
            <p:cNvSpPr/>
            <p:nvPr/>
          </p:nvSpPr>
          <p:spPr>
            <a:xfrm>
              <a:off x="5067378" y="3421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8" name="pt5638"/>
            <p:cNvSpPr/>
            <p:nvPr/>
          </p:nvSpPr>
          <p:spPr>
            <a:xfrm>
              <a:off x="5118977" y="3586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39" name="pt5639"/>
            <p:cNvSpPr/>
            <p:nvPr/>
          </p:nvSpPr>
          <p:spPr>
            <a:xfrm>
              <a:off x="5139200" y="3911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0" name="pt5640"/>
            <p:cNvSpPr/>
            <p:nvPr/>
          </p:nvSpPr>
          <p:spPr>
            <a:xfrm>
              <a:off x="5210911" y="37901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1" name="pt5641"/>
            <p:cNvSpPr/>
            <p:nvPr/>
          </p:nvSpPr>
          <p:spPr>
            <a:xfrm>
              <a:off x="5139303" y="35571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2" name="pt5642"/>
            <p:cNvSpPr/>
            <p:nvPr/>
          </p:nvSpPr>
          <p:spPr>
            <a:xfrm>
              <a:off x="5173433" y="3585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3" name="pt5643"/>
            <p:cNvSpPr/>
            <p:nvPr/>
          </p:nvSpPr>
          <p:spPr>
            <a:xfrm>
              <a:off x="5135643" y="3552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4" name="pt5644"/>
            <p:cNvSpPr/>
            <p:nvPr/>
          </p:nvSpPr>
          <p:spPr>
            <a:xfrm>
              <a:off x="5141030" y="35717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5" name="pt5645"/>
            <p:cNvSpPr/>
            <p:nvPr/>
          </p:nvSpPr>
          <p:spPr>
            <a:xfrm>
              <a:off x="5183392" y="33573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6" name="pt5646"/>
            <p:cNvSpPr/>
            <p:nvPr/>
          </p:nvSpPr>
          <p:spPr>
            <a:xfrm>
              <a:off x="5157305" y="35631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7" name="pt5647"/>
            <p:cNvSpPr/>
            <p:nvPr/>
          </p:nvSpPr>
          <p:spPr>
            <a:xfrm>
              <a:off x="5151744" y="3543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8" name="pt5648"/>
            <p:cNvSpPr/>
            <p:nvPr/>
          </p:nvSpPr>
          <p:spPr>
            <a:xfrm>
              <a:off x="5165155" y="35974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49" name="pt5649"/>
            <p:cNvSpPr/>
            <p:nvPr/>
          </p:nvSpPr>
          <p:spPr>
            <a:xfrm>
              <a:off x="5117107" y="3510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0" name="pt5650"/>
            <p:cNvSpPr/>
            <p:nvPr/>
          </p:nvSpPr>
          <p:spPr>
            <a:xfrm>
              <a:off x="5305153" y="3612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1" name="pt5651"/>
            <p:cNvSpPr/>
            <p:nvPr/>
          </p:nvSpPr>
          <p:spPr>
            <a:xfrm>
              <a:off x="5147236" y="39723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2" name="pt5652"/>
            <p:cNvSpPr/>
            <p:nvPr/>
          </p:nvSpPr>
          <p:spPr>
            <a:xfrm>
              <a:off x="5179313" y="33748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3" name="pt5653"/>
            <p:cNvSpPr/>
            <p:nvPr/>
          </p:nvSpPr>
          <p:spPr>
            <a:xfrm>
              <a:off x="5143346" y="3478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4" name="pt5654"/>
            <p:cNvSpPr/>
            <p:nvPr/>
          </p:nvSpPr>
          <p:spPr>
            <a:xfrm>
              <a:off x="5065556" y="3557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5" name="pt5655"/>
            <p:cNvSpPr/>
            <p:nvPr/>
          </p:nvSpPr>
          <p:spPr>
            <a:xfrm>
              <a:off x="5185713" y="3613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6" name="pt5656"/>
            <p:cNvSpPr/>
            <p:nvPr/>
          </p:nvSpPr>
          <p:spPr>
            <a:xfrm>
              <a:off x="5144683" y="3525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7" name="pt5657"/>
            <p:cNvSpPr/>
            <p:nvPr/>
          </p:nvSpPr>
          <p:spPr>
            <a:xfrm>
              <a:off x="5141869" y="35474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8" name="pt5658"/>
            <p:cNvSpPr/>
            <p:nvPr/>
          </p:nvSpPr>
          <p:spPr>
            <a:xfrm>
              <a:off x="5204997" y="35573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59" name="pt5659"/>
            <p:cNvSpPr/>
            <p:nvPr/>
          </p:nvSpPr>
          <p:spPr>
            <a:xfrm>
              <a:off x="5165712" y="3569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0" name="pt5660"/>
            <p:cNvSpPr/>
            <p:nvPr/>
          </p:nvSpPr>
          <p:spPr>
            <a:xfrm>
              <a:off x="5308182" y="3412576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1" name="pt5661"/>
            <p:cNvSpPr/>
            <p:nvPr/>
          </p:nvSpPr>
          <p:spPr>
            <a:xfrm>
              <a:off x="5154072" y="3326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2" name="pt5662"/>
            <p:cNvSpPr/>
            <p:nvPr/>
          </p:nvSpPr>
          <p:spPr>
            <a:xfrm>
              <a:off x="5104750" y="36000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3" name="pt5663"/>
            <p:cNvSpPr/>
            <p:nvPr/>
          </p:nvSpPr>
          <p:spPr>
            <a:xfrm>
              <a:off x="5153672" y="35673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4" name="pt5664"/>
            <p:cNvSpPr/>
            <p:nvPr/>
          </p:nvSpPr>
          <p:spPr>
            <a:xfrm>
              <a:off x="5181482" y="35434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5" name="pt5665"/>
            <p:cNvSpPr/>
            <p:nvPr/>
          </p:nvSpPr>
          <p:spPr>
            <a:xfrm>
              <a:off x="5114051" y="3599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6" name="pt5666"/>
            <p:cNvSpPr/>
            <p:nvPr/>
          </p:nvSpPr>
          <p:spPr>
            <a:xfrm>
              <a:off x="5305300" y="3557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7" name="pt5667"/>
            <p:cNvSpPr/>
            <p:nvPr/>
          </p:nvSpPr>
          <p:spPr>
            <a:xfrm>
              <a:off x="5056646" y="35463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8" name="pt5668"/>
            <p:cNvSpPr/>
            <p:nvPr/>
          </p:nvSpPr>
          <p:spPr>
            <a:xfrm>
              <a:off x="5179867" y="4066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69" name="pt5669"/>
            <p:cNvSpPr/>
            <p:nvPr/>
          </p:nvSpPr>
          <p:spPr>
            <a:xfrm>
              <a:off x="5155016" y="3594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0" name="pt5670"/>
            <p:cNvSpPr/>
            <p:nvPr/>
          </p:nvSpPr>
          <p:spPr>
            <a:xfrm>
              <a:off x="5183873" y="3534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1" name="pt5671"/>
            <p:cNvSpPr/>
            <p:nvPr/>
          </p:nvSpPr>
          <p:spPr>
            <a:xfrm>
              <a:off x="5179158" y="37192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2" name="pt5672"/>
            <p:cNvSpPr/>
            <p:nvPr/>
          </p:nvSpPr>
          <p:spPr>
            <a:xfrm>
              <a:off x="5135587" y="3558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3" name="pt5673"/>
            <p:cNvSpPr/>
            <p:nvPr/>
          </p:nvSpPr>
          <p:spPr>
            <a:xfrm>
              <a:off x="5130935" y="3656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4" name="pt5674"/>
            <p:cNvSpPr/>
            <p:nvPr/>
          </p:nvSpPr>
          <p:spPr>
            <a:xfrm>
              <a:off x="5128815" y="3551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5" name="pt5675"/>
            <p:cNvSpPr/>
            <p:nvPr/>
          </p:nvSpPr>
          <p:spPr>
            <a:xfrm>
              <a:off x="5153734" y="34974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6" name="pt5676"/>
            <p:cNvSpPr/>
            <p:nvPr/>
          </p:nvSpPr>
          <p:spPr>
            <a:xfrm>
              <a:off x="5014595" y="35779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7" name="pt5677"/>
            <p:cNvSpPr/>
            <p:nvPr/>
          </p:nvSpPr>
          <p:spPr>
            <a:xfrm>
              <a:off x="5119761" y="35119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8" name="pt5678"/>
            <p:cNvSpPr/>
            <p:nvPr/>
          </p:nvSpPr>
          <p:spPr>
            <a:xfrm>
              <a:off x="5171063" y="33750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79" name="pt5679"/>
            <p:cNvSpPr/>
            <p:nvPr/>
          </p:nvSpPr>
          <p:spPr>
            <a:xfrm>
              <a:off x="5110507" y="3570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0" name="pt5680"/>
            <p:cNvSpPr/>
            <p:nvPr/>
          </p:nvSpPr>
          <p:spPr>
            <a:xfrm>
              <a:off x="5142789" y="3485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1" name="pt5681"/>
            <p:cNvSpPr/>
            <p:nvPr/>
          </p:nvSpPr>
          <p:spPr>
            <a:xfrm>
              <a:off x="5197371" y="3438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2" name="pt5682"/>
            <p:cNvSpPr/>
            <p:nvPr/>
          </p:nvSpPr>
          <p:spPr>
            <a:xfrm>
              <a:off x="5155095" y="34054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3" name="pt5683"/>
            <p:cNvSpPr/>
            <p:nvPr/>
          </p:nvSpPr>
          <p:spPr>
            <a:xfrm>
              <a:off x="5158369" y="38315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4" name="pt5684"/>
            <p:cNvSpPr/>
            <p:nvPr/>
          </p:nvSpPr>
          <p:spPr>
            <a:xfrm>
              <a:off x="5196613" y="3680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5" name="pt5685"/>
            <p:cNvSpPr/>
            <p:nvPr/>
          </p:nvSpPr>
          <p:spPr>
            <a:xfrm>
              <a:off x="5201081" y="34713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6" name="pt5686"/>
            <p:cNvSpPr/>
            <p:nvPr/>
          </p:nvSpPr>
          <p:spPr>
            <a:xfrm>
              <a:off x="5120482" y="3558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7" name="pt5687"/>
            <p:cNvSpPr/>
            <p:nvPr/>
          </p:nvSpPr>
          <p:spPr>
            <a:xfrm>
              <a:off x="5147130" y="3587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8" name="pt5688"/>
            <p:cNvSpPr/>
            <p:nvPr/>
          </p:nvSpPr>
          <p:spPr>
            <a:xfrm>
              <a:off x="5152046" y="3817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89" name="pt5689"/>
            <p:cNvSpPr/>
            <p:nvPr/>
          </p:nvSpPr>
          <p:spPr>
            <a:xfrm>
              <a:off x="5254578" y="35885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0" name="pt5690"/>
            <p:cNvSpPr/>
            <p:nvPr/>
          </p:nvSpPr>
          <p:spPr>
            <a:xfrm>
              <a:off x="5155391" y="3564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1" name="pt5691"/>
            <p:cNvSpPr/>
            <p:nvPr/>
          </p:nvSpPr>
          <p:spPr>
            <a:xfrm>
              <a:off x="5147143" y="3527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2" name="pt5692"/>
            <p:cNvSpPr/>
            <p:nvPr/>
          </p:nvSpPr>
          <p:spPr>
            <a:xfrm>
              <a:off x="5089494" y="1743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3" name="pt5693"/>
            <p:cNvSpPr/>
            <p:nvPr/>
          </p:nvSpPr>
          <p:spPr>
            <a:xfrm>
              <a:off x="5157844" y="36517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4" name="pt5694"/>
            <p:cNvSpPr/>
            <p:nvPr/>
          </p:nvSpPr>
          <p:spPr>
            <a:xfrm>
              <a:off x="5129377" y="3591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5" name="pt5695"/>
            <p:cNvSpPr/>
            <p:nvPr/>
          </p:nvSpPr>
          <p:spPr>
            <a:xfrm>
              <a:off x="5121395" y="35671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6" name="pt5696"/>
            <p:cNvSpPr/>
            <p:nvPr/>
          </p:nvSpPr>
          <p:spPr>
            <a:xfrm>
              <a:off x="5117539" y="3592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7" name="pt5697"/>
            <p:cNvSpPr/>
            <p:nvPr/>
          </p:nvSpPr>
          <p:spPr>
            <a:xfrm>
              <a:off x="5135322" y="36215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8" name="pt5698"/>
            <p:cNvSpPr/>
            <p:nvPr/>
          </p:nvSpPr>
          <p:spPr>
            <a:xfrm>
              <a:off x="5129271" y="35638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699" name="pt5699"/>
            <p:cNvSpPr/>
            <p:nvPr/>
          </p:nvSpPr>
          <p:spPr>
            <a:xfrm>
              <a:off x="5145938" y="3572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0" name="pt5700"/>
            <p:cNvSpPr/>
            <p:nvPr/>
          </p:nvSpPr>
          <p:spPr>
            <a:xfrm>
              <a:off x="5116492" y="35419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1" name="pt5701"/>
            <p:cNvSpPr/>
            <p:nvPr/>
          </p:nvSpPr>
          <p:spPr>
            <a:xfrm>
              <a:off x="5060404" y="35733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2" name="pt5702"/>
            <p:cNvSpPr/>
            <p:nvPr/>
          </p:nvSpPr>
          <p:spPr>
            <a:xfrm>
              <a:off x="5125205" y="3572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3" name="pt5703"/>
            <p:cNvSpPr/>
            <p:nvPr/>
          </p:nvSpPr>
          <p:spPr>
            <a:xfrm>
              <a:off x="5147978" y="34990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4" name="pt5704"/>
            <p:cNvSpPr/>
            <p:nvPr/>
          </p:nvSpPr>
          <p:spPr>
            <a:xfrm>
              <a:off x="5133989" y="3493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5" name="pt5705"/>
            <p:cNvSpPr/>
            <p:nvPr/>
          </p:nvSpPr>
          <p:spPr>
            <a:xfrm>
              <a:off x="5131182" y="34511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6" name="pt5706"/>
            <p:cNvSpPr/>
            <p:nvPr/>
          </p:nvSpPr>
          <p:spPr>
            <a:xfrm>
              <a:off x="5126293" y="36044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7" name="pt5707"/>
            <p:cNvSpPr/>
            <p:nvPr/>
          </p:nvSpPr>
          <p:spPr>
            <a:xfrm>
              <a:off x="5171619" y="33662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8" name="pt5708"/>
            <p:cNvSpPr/>
            <p:nvPr/>
          </p:nvSpPr>
          <p:spPr>
            <a:xfrm>
              <a:off x="5147099" y="3459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09" name="pt5709"/>
            <p:cNvSpPr/>
            <p:nvPr/>
          </p:nvSpPr>
          <p:spPr>
            <a:xfrm>
              <a:off x="5114260" y="35743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0" name="pt5710"/>
            <p:cNvSpPr/>
            <p:nvPr/>
          </p:nvSpPr>
          <p:spPr>
            <a:xfrm>
              <a:off x="5193867" y="35658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1" name="pt5711"/>
            <p:cNvSpPr/>
            <p:nvPr/>
          </p:nvSpPr>
          <p:spPr>
            <a:xfrm>
              <a:off x="5154084" y="39440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2" name="pt5712"/>
            <p:cNvSpPr/>
            <p:nvPr/>
          </p:nvSpPr>
          <p:spPr>
            <a:xfrm>
              <a:off x="5174493" y="39027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3" name="pt5713"/>
            <p:cNvSpPr/>
            <p:nvPr/>
          </p:nvSpPr>
          <p:spPr>
            <a:xfrm>
              <a:off x="5167783" y="3540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4" name="pt5714"/>
            <p:cNvSpPr/>
            <p:nvPr/>
          </p:nvSpPr>
          <p:spPr>
            <a:xfrm>
              <a:off x="5894630" y="539475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5" name="pt5715"/>
            <p:cNvSpPr/>
            <p:nvPr/>
          </p:nvSpPr>
          <p:spPr>
            <a:xfrm>
              <a:off x="5157350" y="3572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6" name="pt5716"/>
            <p:cNvSpPr/>
            <p:nvPr/>
          </p:nvSpPr>
          <p:spPr>
            <a:xfrm>
              <a:off x="5158786" y="35420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7" name="pt5717"/>
            <p:cNvSpPr/>
            <p:nvPr/>
          </p:nvSpPr>
          <p:spPr>
            <a:xfrm>
              <a:off x="5094821" y="35594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8" name="pt5718"/>
            <p:cNvSpPr/>
            <p:nvPr/>
          </p:nvSpPr>
          <p:spPr>
            <a:xfrm>
              <a:off x="5173432" y="35198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19" name="pt5719"/>
            <p:cNvSpPr/>
            <p:nvPr/>
          </p:nvSpPr>
          <p:spPr>
            <a:xfrm>
              <a:off x="5176912" y="3545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0" name="pt5720"/>
            <p:cNvSpPr/>
            <p:nvPr/>
          </p:nvSpPr>
          <p:spPr>
            <a:xfrm>
              <a:off x="5146077" y="35151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1" name="pt5721"/>
            <p:cNvSpPr/>
            <p:nvPr/>
          </p:nvSpPr>
          <p:spPr>
            <a:xfrm>
              <a:off x="5184620" y="3513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2" name="pt5722"/>
            <p:cNvSpPr/>
            <p:nvPr/>
          </p:nvSpPr>
          <p:spPr>
            <a:xfrm>
              <a:off x="5171086" y="35186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3" name="pt5723"/>
            <p:cNvSpPr/>
            <p:nvPr/>
          </p:nvSpPr>
          <p:spPr>
            <a:xfrm>
              <a:off x="5060481" y="35206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4" name="pt5724"/>
            <p:cNvSpPr/>
            <p:nvPr/>
          </p:nvSpPr>
          <p:spPr>
            <a:xfrm>
              <a:off x="5135516" y="3681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5" name="pt5725"/>
            <p:cNvSpPr/>
            <p:nvPr/>
          </p:nvSpPr>
          <p:spPr>
            <a:xfrm>
              <a:off x="5129432" y="37924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6" name="pt5726"/>
            <p:cNvSpPr/>
            <p:nvPr/>
          </p:nvSpPr>
          <p:spPr>
            <a:xfrm>
              <a:off x="5147730" y="4781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7" name="pt5727"/>
            <p:cNvSpPr/>
            <p:nvPr/>
          </p:nvSpPr>
          <p:spPr>
            <a:xfrm>
              <a:off x="5171840" y="3655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8" name="pt5728"/>
            <p:cNvSpPr/>
            <p:nvPr/>
          </p:nvSpPr>
          <p:spPr>
            <a:xfrm>
              <a:off x="5172139" y="4490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29" name="pt5729"/>
            <p:cNvSpPr/>
            <p:nvPr/>
          </p:nvSpPr>
          <p:spPr>
            <a:xfrm>
              <a:off x="5168151" y="40568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0" name="pt5730"/>
            <p:cNvSpPr/>
            <p:nvPr/>
          </p:nvSpPr>
          <p:spPr>
            <a:xfrm>
              <a:off x="5199624" y="4735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1" name="pt5731"/>
            <p:cNvSpPr/>
            <p:nvPr/>
          </p:nvSpPr>
          <p:spPr>
            <a:xfrm>
              <a:off x="5183836" y="4628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2" name="pt5732"/>
            <p:cNvSpPr/>
            <p:nvPr/>
          </p:nvSpPr>
          <p:spPr>
            <a:xfrm>
              <a:off x="5175214" y="33139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3" name="pt5733"/>
            <p:cNvSpPr/>
            <p:nvPr/>
          </p:nvSpPr>
          <p:spPr>
            <a:xfrm>
              <a:off x="5142652" y="3514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4" name="pt5734"/>
            <p:cNvSpPr/>
            <p:nvPr/>
          </p:nvSpPr>
          <p:spPr>
            <a:xfrm>
              <a:off x="5224665" y="3487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5" name="pt5735"/>
            <p:cNvSpPr/>
            <p:nvPr/>
          </p:nvSpPr>
          <p:spPr>
            <a:xfrm>
              <a:off x="5143540" y="3581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6" name="pt5736"/>
            <p:cNvSpPr/>
            <p:nvPr/>
          </p:nvSpPr>
          <p:spPr>
            <a:xfrm>
              <a:off x="5185492" y="35124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7" name="pt5737"/>
            <p:cNvSpPr/>
            <p:nvPr/>
          </p:nvSpPr>
          <p:spPr>
            <a:xfrm>
              <a:off x="5197237" y="3538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8" name="pt5738"/>
            <p:cNvSpPr/>
            <p:nvPr/>
          </p:nvSpPr>
          <p:spPr>
            <a:xfrm>
              <a:off x="5243589" y="35753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39" name="pt5739"/>
            <p:cNvSpPr/>
            <p:nvPr/>
          </p:nvSpPr>
          <p:spPr>
            <a:xfrm>
              <a:off x="5172925" y="3747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0" name="pt5740"/>
            <p:cNvSpPr/>
            <p:nvPr/>
          </p:nvSpPr>
          <p:spPr>
            <a:xfrm>
              <a:off x="5185865" y="3545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1" name="pt5741"/>
            <p:cNvSpPr/>
            <p:nvPr/>
          </p:nvSpPr>
          <p:spPr>
            <a:xfrm>
              <a:off x="5086409" y="3544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2" name="pt5742"/>
            <p:cNvSpPr/>
            <p:nvPr/>
          </p:nvSpPr>
          <p:spPr>
            <a:xfrm>
              <a:off x="5147308" y="3628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3" name="pt5743"/>
            <p:cNvSpPr/>
            <p:nvPr/>
          </p:nvSpPr>
          <p:spPr>
            <a:xfrm>
              <a:off x="5191013" y="36315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4" name="pt5744"/>
            <p:cNvSpPr/>
            <p:nvPr/>
          </p:nvSpPr>
          <p:spPr>
            <a:xfrm>
              <a:off x="5165190" y="3556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5" name="pt5745"/>
            <p:cNvSpPr/>
            <p:nvPr/>
          </p:nvSpPr>
          <p:spPr>
            <a:xfrm>
              <a:off x="5163484" y="35995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6" name="pt5746"/>
            <p:cNvSpPr/>
            <p:nvPr/>
          </p:nvSpPr>
          <p:spPr>
            <a:xfrm>
              <a:off x="5191121" y="3555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7" name="pt5747"/>
            <p:cNvSpPr/>
            <p:nvPr/>
          </p:nvSpPr>
          <p:spPr>
            <a:xfrm>
              <a:off x="5127123" y="35630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8" name="pt5748"/>
            <p:cNvSpPr/>
            <p:nvPr/>
          </p:nvSpPr>
          <p:spPr>
            <a:xfrm>
              <a:off x="5150108" y="3509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49" name="pt5749"/>
            <p:cNvSpPr/>
            <p:nvPr/>
          </p:nvSpPr>
          <p:spPr>
            <a:xfrm>
              <a:off x="5158633" y="3585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0" name="pt5750"/>
            <p:cNvSpPr/>
            <p:nvPr/>
          </p:nvSpPr>
          <p:spPr>
            <a:xfrm>
              <a:off x="5126147" y="35326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1" name="pt5751"/>
            <p:cNvSpPr/>
            <p:nvPr/>
          </p:nvSpPr>
          <p:spPr>
            <a:xfrm>
              <a:off x="5138301" y="3375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2" name="pt5752"/>
            <p:cNvSpPr/>
            <p:nvPr/>
          </p:nvSpPr>
          <p:spPr>
            <a:xfrm>
              <a:off x="5184142" y="3618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3" name="pt5753"/>
            <p:cNvSpPr/>
            <p:nvPr/>
          </p:nvSpPr>
          <p:spPr>
            <a:xfrm>
              <a:off x="5188741" y="36352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4" name="pt5754"/>
            <p:cNvSpPr/>
            <p:nvPr/>
          </p:nvSpPr>
          <p:spPr>
            <a:xfrm>
              <a:off x="5165141" y="3630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5" name="pt5755"/>
            <p:cNvSpPr/>
            <p:nvPr/>
          </p:nvSpPr>
          <p:spPr>
            <a:xfrm>
              <a:off x="5126089" y="3605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6" name="pt5756"/>
            <p:cNvSpPr/>
            <p:nvPr/>
          </p:nvSpPr>
          <p:spPr>
            <a:xfrm>
              <a:off x="5167645" y="3522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7" name="pt5757"/>
            <p:cNvSpPr/>
            <p:nvPr/>
          </p:nvSpPr>
          <p:spPr>
            <a:xfrm>
              <a:off x="4959024" y="35760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8" name="pt5758"/>
            <p:cNvSpPr/>
            <p:nvPr/>
          </p:nvSpPr>
          <p:spPr>
            <a:xfrm>
              <a:off x="5093240" y="3552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59" name="pt5759"/>
            <p:cNvSpPr/>
            <p:nvPr/>
          </p:nvSpPr>
          <p:spPr>
            <a:xfrm>
              <a:off x="5156200" y="35536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0" name="pt5760"/>
            <p:cNvSpPr/>
            <p:nvPr/>
          </p:nvSpPr>
          <p:spPr>
            <a:xfrm>
              <a:off x="5192875" y="3568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1" name="pt5761"/>
            <p:cNvSpPr/>
            <p:nvPr/>
          </p:nvSpPr>
          <p:spPr>
            <a:xfrm>
              <a:off x="5183028" y="38031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2" name="pt5762"/>
            <p:cNvSpPr/>
            <p:nvPr/>
          </p:nvSpPr>
          <p:spPr>
            <a:xfrm>
              <a:off x="5124709" y="3675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3" name="pt5763"/>
            <p:cNvSpPr/>
            <p:nvPr/>
          </p:nvSpPr>
          <p:spPr>
            <a:xfrm>
              <a:off x="5163939" y="36443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4" name="pt5764"/>
            <p:cNvSpPr/>
            <p:nvPr/>
          </p:nvSpPr>
          <p:spPr>
            <a:xfrm>
              <a:off x="5152557" y="37375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5" name="pt5765"/>
            <p:cNvSpPr/>
            <p:nvPr/>
          </p:nvSpPr>
          <p:spPr>
            <a:xfrm>
              <a:off x="5139775" y="35940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6" name="pt5766"/>
            <p:cNvSpPr/>
            <p:nvPr/>
          </p:nvSpPr>
          <p:spPr>
            <a:xfrm>
              <a:off x="5174686" y="3713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7" name="pt5767"/>
            <p:cNvSpPr/>
            <p:nvPr/>
          </p:nvSpPr>
          <p:spPr>
            <a:xfrm>
              <a:off x="5174439" y="35622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8" name="pt5768"/>
            <p:cNvSpPr/>
            <p:nvPr/>
          </p:nvSpPr>
          <p:spPr>
            <a:xfrm>
              <a:off x="5112435" y="35781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69" name="pt5769"/>
            <p:cNvSpPr/>
            <p:nvPr/>
          </p:nvSpPr>
          <p:spPr>
            <a:xfrm>
              <a:off x="5153116" y="36097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0" name="pt5770"/>
            <p:cNvSpPr/>
            <p:nvPr/>
          </p:nvSpPr>
          <p:spPr>
            <a:xfrm>
              <a:off x="5178385" y="3563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1" name="pt5771"/>
            <p:cNvSpPr/>
            <p:nvPr/>
          </p:nvSpPr>
          <p:spPr>
            <a:xfrm>
              <a:off x="5184945" y="34854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2" name="pt5772"/>
            <p:cNvSpPr/>
            <p:nvPr/>
          </p:nvSpPr>
          <p:spPr>
            <a:xfrm>
              <a:off x="5146592" y="3540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3" name="pt5773"/>
            <p:cNvSpPr/>
            <p:nvPr/>
          </p:nvSpPr>
          <p:spPr>
            <a:xfrm>
              <a:off x="5168098" y="34406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4" name="pt5774"/>
            <p:cNvSpPr/>
            <p:nvPr/>
          </p:nvSpPr>
          <p:spPr>
            <a:xfrm>
              <a:off x="5165180" y="3359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5" name="pt5775"/>
            <p:cNvSpPr/>
            <p:nvPr/>
          </p:nvSpPr>
          <p:spPr>
            <a:xfrm>
              <a:off x="5312752" y="35483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6" name="pt5776"/>
            <p:cNvSpPr/>
            <p:nvPr/>
          </p:nvSpPr>
          <p:spPr>
            <a:xfrm>
              <a:off x="5113769" y="3596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7" name="pt5777"/>
            <p:cNvSpPr/>
            <p:nvPr/>
          </p:nvSpPr>
          <p:spPr>
            <a:xfrm>
              <a:off x="5167663" y="3597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8" name="pt5778"/>
            <p:cNvSpPr/>
            <p:nvPr/>
          </p:nvSpPr>
          <p:spPr>
            <a:xfrm>
              <a:off x="5139656" y="35017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79" name="pt5779"/>
            <p:cNvSpPr/>
            <p:nvPr/>
          </p:nvSpPr>
          <p:spPr>
            <a:xfrm>
              <a:off x="5271381" y="35444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0" name="pt5780"/>
            <p:cNvSpPr/>
            <p:nvPr/>
          </p:nvSpPr>
          <p:spPr>
            <a:xfrm>
              <a:off x="5176541" y="3547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1" name="pt5781"/>
            <p:cNvSpPr/>
            <p:nvPr/>
          </p:nvSpPr>
          <p:spPr>
            <a:xfrm>
              <a:off x="5119163" y="35770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2" name="pt5782"/>
            <p:cNvSpPr/>
            <p:nvPr/>
          </p:nvSpPr>
          <p:spPr>
            <a:xfrm>
              <a:off x="5147321" y="3631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3" name="pt5783"/>
            <p:cNvSpPr/>
            <p:nvPr/>
          </p:nvSpPr>
          <p:spPr>
            <a:xfrm>
              <a:off x="5185934" y="36623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4" name="pt5784"/>
            <p:cNvSpPr/>
            <p:nvPr/>
          </p:nvSpPr>
          <p:spPr>
            <a:xfrm>
              <a:off x="5069596" y="3499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5" name="pt5785"/>
            <p:cNvSpPr/>
            <p:nvPr/>
          </p:nvSpPr>
          <p:spPr>
            <a:xfrm>
              <a:off x="5138122" y="35447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6" name="pt5786"/>
            <p:cNvSpPr/>
            <p:nvPr/>
          </p:nvSpPr>
          <p:spPr>
            <a:xfrm>
              <a:off x="5243532" y="3578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7" name="pt5787"/>
            <p:cNvSpPr/>
            <p:nvPr/>
          </p:nvSpPr>
          <p:spPr>
            <a:xfrm>
              <a:off x="5152511" y="38480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8" name="pt5788"/>
            <p:cNvSpPr/>
            <p:nvPr/>
          </p:nvSpPr>
          <p:spPr>
            <a:xfrm>
              <a:off x="5152957" y="37186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89" name="pt5789"/>
            <p:cNvSpPr/>
            <p:nvPr/>
          </p:nvSpPr>
          <p:spPr>
            <a:xfrm>
              <a:off x="5157082" y="3556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0" name="pt5790"/>
            <p:cNvSpPr/>
            <p:nvPr/>
          </p:nvSpPr>
          <p:spPr>
            <a:xfrm>
              <a:off x="5158106" y="3601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1" name="pt5791"/>
            <p:cNvSpPr/>
            <p:nvPr/>
          </p:nvSpPr>
          <p:spPr>
            <a:xfrm>
              <a:off x="5140417" y="35351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2" name="pt5792"/>
            <p:cNvSpPr/>
            <p:nvPr/>
          </p:nvSpPr>
          <p:spPr>
            <a:xfrm>
              <a:off x="5175748" y="3625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3" name="pt5793"/>
            <p:cNvSpPr/>
            <p:nvPr/>
          </p:nvSpPr>
          <p:spPr>
            <a:xfrm>
              <a:off x="5287170" y="3535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4" name="pt5794"/>
            <p:cNvSpPr/>
            <p:nvPr/>
          </p:nvSpPr>
          <p:spPr>
            <a:xfrm>
              <a:off x="5177461" y="3568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5" name="pt5795"/>
            <p:cNvSpPr/>
            <p:nvPr/>
          </p:nvSpPr>
          <p:spPr>
            <a:xfrm>
              <a:off x="5169848" y="3504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6" name="pt5796"/>
            <p:cNvSpPr/>
            <p:nvPr/>
          </p:nvSpPr>
          <p:spPr>
            <a:xfrm>
              <a:off x="5179318" y="35629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7" name="pt5797"/>
            <p:cNvSpPr/>
            <p:nvPr/>
          </p:nvSpPr>
          <p:spPr>
            <a:xfrm>
              <a:off x="5128309" y="35641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8" name="pt5798"/>
            <p:cNvSpPr/>
            <p:nvPr/>
          </p:nvSpPr>
          <p:spPr>
            <a:xfrm>
              <a:off x="5133640" y="35698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799" name="pt5799"/>
            <p:cNvSpPr/>
            <p:nvPr/>
          </p:nvSpPr>
          <p:spPr>
            <a:xfrm>
              <a:off x="5146368" y="36748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0" name="pt5800"/>
            <p:cNvSpPr/>
            <p:nvPr/>
          </p:nvSpPr>
          <p:spPr>
            <a:xfrm>
              <a:off x="5173533" y="3536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1" name="pt5801"/>
            <p:cNvSpPr/>
            <p:nvPr/>
          </p:nvSpPr>
          <p:spPr>
            <a:xfrm>
              <a:off x="5178313" y="3527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2" name="pt5802"/>
            <p:cNvSpPr/>
            <p:nvPr/>
          </p:nvSpPr>
          <p:spPr>
            <a:xfrm>
              <a:off x="5146451" y="3625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3" name="pt5803"/>
            <p:cNvSpPr/>
            <p:nvPr/>
          </p:nvSpPr>
          <p:spPr>
            <a:xfrm>
              <a:off x="5158879" y="35861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4" name="pt5804"/>
            <p:cNvSpPr/>
            <p:nvPr/>
          </p:nvSpPr>
          <p:spPr>
            <a:xfrm>
              <a:off x="5201863" y="35894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5" name="pt5805"/>
            <p:cNvSpPr/>
            <p:nvPr/>
          </p:nvSpPr>
          <p:spPr>
            <a:xfrm>
              <a:off x="5166651" y="36603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6" name="pt5806"/>
            <p:cNvSpPr/>
            <p:nvPr/>
          </p:nvSpPr>
          <p:spPr>
            <a:xfrm>
              <a:off x="5164199" y="35420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7" name="pt5807"/>
            <p:cNvSpPr/>
            <p:nvPr/>
          </p:nvSpPr>
          <p:spPr>
            <a:xfrm>
              <a:off x="5203928" y="35848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8" name="pt5808"/>
            <p:cNvSpPr/>
            <p:nvPr/>
          </p:nvSpPr>
          <p:spPr>
            <a:xfrm>
              <a:off x="5164836" y="3557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09" name="pt5809"/>
            <p:cNvSpPr/>
            <p:nvPr/>
          </p:nvSpPr>
          <p:spPr>
            <a:xfrm>
              <a:off x="5150494" y="3580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0" name="pt5810"/>
            <p:cNvSpPr/>
            <p:nvPr/>
          </p:nvSpPr>
          <p:spPr>
            <a:xfrm>
              <a:off x="5160675" y="36025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1" name="pt5811"/>
            <p:cNvSpPr/>
            <p:nvPr/>
          </p:nvSpPr>
          <p:spPr>
            <a:xfrm>
              <a:off x="5179156" y="35467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2" name="pt5812"/>
            <p:cNvSpPr/>
            <p:nvPr/>
          </p:nvSpPr>
          <p:spPr>
            <a:xfrm>
              <a:off x="5160519" y="3536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3" name="pt5813"/>
            <p:cNvSpPr/>
            <p:nvPr/>
          </p:nvSpPr>
          <p:spPr>
            <a:xfrm>
              <a:off x="5143976" y="35642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4" name="pt5814"/>
            <p:cNvSpPr/>
            <p:nvPr/>
          </p:nvSpPr>
          <p:spPr>
            <a:xfrm>
              <a:off x="5129131" y="3873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5" name="pt5815"/>
            <p:cNvSpPr/>
            <p:nvPr/>
          </p:nvSpPr>
          <p:spPr>
            <a:xfrm>
              <a:off x="5179236" y="34961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6" name="pt5816"/>
            <p:cNvSpPr/>
            <p:nvPr/>
          </p:nvSpPr>
          <p:spPr>
            <a:xfrm>
              <a:off x="5149950" y="34979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7" name="pt5817"/>
            <p:cNvSpPr/>
            <p:nvPr/>
          </p:nvSpPr>
          <p:spPr>
            <a:xfrm>
              <a:off x="5131269" y="3545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8" name="pt5818"/>
            <p:cNvSpPr/>
            <p:nvPr/>
          </p:nvSpPr>
          <p:spPr>
            <a:xfrm>
              <a:off x="5194936" y="35251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19" name="pt5819"/>
            <p:cNvSpPr/>
            <p:nvPr/>
          </p:nvSpPr>
          <p:spPr>
            <a:xfrm>
              <a:off x="5179822" y="3553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0" name="pt5820"/>
            <p:cNvSpPr/>
            <p:nvPr/>
          </p:nvSpPr>
          <p:spPr>
            <a:xfrm>
              <a:off x="5195697" y="35566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1" name="pt5821"/>
            <p:cNvSpPr/>
            <p:nvPr/>
          </p:nvSpPr>
          <p:spPr>
            <a:xfrm>
              <a:off x="5189440" y="3531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2" name="pt5822"/>
            <p:cNvSpPr/>
            <p:nvPr/>
          </p:nvSpPr>
          <p:spPr>
            <a:xfrm>
              <a:off x="5166916" y="3578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3" name="pt5823"/>
            <p:cNvSpPr/>
            <p:nvPr/>
          </p:nvSpPr>
          <p:spPr>
            <a:xfrm>
              <a:off x="5184745" y="3556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4" name="pt5824"/>
            <p:cNvSpPr/>
            <p:nvPr/>
          </p:nvSpPr>
          <p:spPr>
            <a:xfrm>
              <a:off x="5185592" y="35608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5" name="pt5825"/>
            <p:cNvSpPr/>
            <p:nvPr/>
          </p:nvSpPr>
          <p:spPr>
            <a:xfrm>
              <a:off x="5162030" y="3677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6" name="pt5826"/>
            <p:cNvSpPr/>
            <p:nvPr/>
          </p:nvSpPr>
          <p:spPr>
            <a:xfrm>
              <a:off x="5161261" y="3819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7" name="pt5827"/>
            <p:cNvSpPr/>
            <p:nvPr/>
          </p:nvSpPr>
          <p:spPr>
            <a:xfrm>
              <a:off x="5168470" y="3897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8" name="pt5828"/>
            <p:cNvSpPr/>
            <p:nvPr/>
          </p:nvSpPr>
          <p:spPr>
            <a:xfrm>
              <a:off x="5163387" y="3584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29" name="pt5829"/>
            <p:cNvSpPr/>
            <p:nvPr/>
          </p:nvSpPr>
          <p:spPr>
            <a:xfrm>
              <a:off x="5167096" y="3583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0" name="pt5830"/>
            <p:cNvSpPr/>
            <p:nvPr/>
          </p:nvSpPr>
          <p:spPr>
            <a:xfrm>
              <a:off x="5153394" y="3568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1" name="pt5831"/>
            <p:cNvSpPr/>
            <p:nvPr/>
          </p:nvSpPr>
          <p:spPr>
            <a:xfrm>
              <a:off x="5227881" y="35251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2" name="pt5832"/>
            <p:cNvSpPr/>
            <p:nvPr/>
          </p:nvSpPr>
          <p:spPr>
            <a:xfrm>
              <a:off x="5121876" y="35531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3" name="pt5833"/>
            <p:cNvSpPr/>
            <p:nvPr/>
          </p:nvSpPr>
          <p:spPr>
            <a:xfrm>
              <a:off x="5177535" y="3836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4" name="pt5834"/>
            <p:cNvSpPr/>
            <p:nvPr/>
          </p:nvSpPr>
          <p:spPr>
            <a:xfrm>
              <a:off x="5115060" y="34069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5" name="pt5835"/>
            <p:cNvSpPr/>
            <p:nvPr/>
          </p:nvSpPr>
          <p:spPr>
            <a:xfrm>
              <a:off x="5158544" y="35855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6" name="pt5836"/>
            <p:cNvSpPr/>
            <p:nvPr/>
          </p:nvSpPr>
          <p:spPr>
            <a:xfrm>
              <a:off x="4896993" y="3532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7" name="pt5837"/>
            <p:cNvSpPr/>
            <p:nvPr/>
          </p:nvSpPr>
          <p:spPr>
            <a:xfrm>
              <a:off x="5166225" y="35894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8" name="pt5838"/>
            <p:cNvSpPr/>
            <p:nvPr/>
          </p:nvSpPr>
          <p:spPr>
            <a:xfrm>
              <a:off x="5147645" y="3477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39" name="pt5839"/>
            <p:cNvSpPr/>
            <p:nvPr/>
          </p:nvSpPr>
          <p:spPr>
            <a:xfrm>
              <a:off x="5129321" y="35540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0" name="pt5840"/>
            <p:cNvSpPr/>
            <p:nvPr/>
          </p:nvSpPr>
          <p:spPr>
            <a:xfrm>
              <a:off x="5221316" y="3518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1" name="pt5841"/>
            <p:cNvSpPr/>
            <p:nvPr/>
          </p:nvSpPr>
          <p:spPr>
            <a:xfrm>
              <a:off x="5179820" y="35595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2" name="pt5842"/>
            <p:cNvSpPr/>
            <p:nvPr/>
          </p:nvSpPr>
          <p:spPr>
            <a:xfrm>
              <a:off x="5155814" y="36231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3" name="pt5843"/>
            <p:cNvSpPr/>
            <p:nvPr/>
          </p:nvSpPr>
          <p:spPr>
            <a:xfrm>
              <a:off x="5134681" y="35742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4" name="pt5844"/>
            <p:cNvSpPr/>
            <p:nvPr/>
          </p:nvSpPr>
          <p:spPr>
            <a:xfrm>
              <a:off x="5158189" y="24827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5" name="pt5845"/>
            <p:cNvSpPr/>
            <p:nvPr/>
          </p:nvSpPr>
          <p:spPr>
            <a:xfrm>
              <a:off x="5098452" y="35307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6" name="pt5846"/>
            <p:cNvSpPr/>
            <p:nvPr/>
          </p:nvSpPr>
          <p:spPr>
            <a:xfrm>
              <a:off x="5163159" y="3617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7" name="pt5847"/>
            <p:cNvSpPr/>
            <p:nvPr/>
          </p:nvSpPr>
          <p:spPr>
            <a:xfrm>
              <a:off x="5151846" y="39336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8" name="pt5848"/>
            <p:cNvSpPr/>
            <p:nvPr/>
          </p:nvSpPr>
          <p:spPr>
            <a:xfrm>
              <a:off x="5169161" y="36237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49" name="pt5849"/>
            <p:cNvSpPr/>
            <p:nvPr/>
          </p:nvSpPr>
          <p:spPr>
            <a:xfrm>
              <a:off x="5145948" y="35149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0" name="pt5850"/>
            <p:cNvSpPr/>
            <p:nvPr/>
          </p:nvSpPr>
          <p:spPr>
            <a:xfrm>
              <a:off x="5148463" y="35798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1" name="pt5851"/>
            <p:cNvSpPr/>
            <p:nvPr/>
          </p:nvSpPr>
          <p:spPr>
            <a:xfrm>
              <a:off x="5139451" y="3574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2" name="pt5852"/>
            <p:cNvSpPr/>
            <p:nvPr/>
          </p:nvSpPr>
          <p:spPr>
            <a:xfrm>
              <a:off x="5091543" y="3519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3" name="pt5853"/>
            <p:cNvSpPr/>
            <p:nvPr/>
          </p:nvSpPr>
          <p:spPr>
            <a:xfrm>
              <a:off x="5147361" y="35126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4" name="pt5854"/>
            <p:cNvSpPr/>
            <p:nvPr/>
          </p:nvSpPr>
          <p:spPr>
            <a:xfrm>
              <a:off x="5144711" y="3567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5" name="pt5855"/>
            <p:cNvSpPr/>
            <p:nvPr/>
          </p:nvSpPr>
          <p:spPr>
            <a:xfrm>
              <a:off x="5114591" y="34273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6" name="pt5856"/>
            <p:cNvSpPr/>
            <p:nvPr/>
          </p:nvSpPr>
          <p:spPr>
            <a:xfrm>
              <a:off x="5132869" y="36208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7" name="pt5857"/>
            <p:cNvSpPr/>
            <p:nvPr/>
          </p:nvSpPr>
          <p:spPr>
            <a:xfrm>
              <a:off x="5168735" y="35008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8" name="pt5858"/>
            <p:cNvSpPr/>
            <p:nvPr/>
          </p:nvSpPr>
          <p:spPr>
            <a:xfrm>
              <a:off x="5167502" y="3559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59" name="pt5859"/>
            <p:cNvSpPr/>
            <p:nvPr/>
          </p:nvSpPr>
          <p:spPr>
            <a:xfrm>
              <a:off x="5153281" y="35570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0" name="pt5860"/>
            <p:cNvSpPr/>
            <p:nvPr/>
          </p:nvSpPr>
          <p:spPr>
            <a:xfrm>
              <a:off x="5150074" y="35980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1" name="pt5861"/>
            <p:cNvSpPr/>
            <p:nvPr/>
          </p:nvSpPr>
          <p:spPr>
            <a:xfrm>
              <a:off x="5137247" y="3546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2" name="pt5862"/>
            <p:cNvSpPr/>
            <p:nvPr/>
          </p:nvSpPr>
          <p:spPr>
            <a:xfrm>
              <a:off x="5184050" y="3621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3" name="pt5863"/>
            <p:cNvSpPr/>
            <p:nvPr/>
          </p:nvSpPr>
          <p:spPr>
            <a:xfrm>
              <a:off x="5183018" y="3674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4" name="pt5864"/>
            <p:cNvSpPr/>
            <p:nvPr/>
          </p:nvSpPr>
          <p:spPr>
            <a:xfrm>
              <a:off x="5120374" y="35398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5" name="pt5865"/>
            <p:cNvSpPr/>
            <p:nvPr/>
          </p:nvSpPr>
          <p:spPr>
            <a:xfrm>
              <a:off x="5173945" y="35790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6" name="pt5866"/>
            <p:cNvSpPr/>
            <p:nvPr/>
          </p:nvSpPr>
          <p:spPr>
            <a:xfrm>
              <a:off x="5110785" y="3962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7" name="pt5867"/>
            <p:cNvSpPr/>
            <p:nvPr/>
          </p:nvSpPr>
          <p:spPr>
            <a:xfrm>
              <a:off x="5160307" y="3550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8" name="pt5868"/>
            <p:cNvSpPr/>
            <p:nvPr/>
          </p:nvSpPr>
          <p:spPr>
            <a:xfrm>
              <a:off x="5151017" y="36625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69" name="pt5869"/>
            <p:cNvSpPr/>
            <p:nvPr/>
          </p:nvSpPr>
          <p:spPr>
            <a:xfrm>
              <a:off x="5149327" y="3583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0" name="pt5870"/>
            <p:cNvSpPr/>
            <p:nvPr/>
          </p:nvSpPr>
          <p:spPr>
            <a:xfrm>
              <a:off x="5167055" y="34982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1" name="pt5871"/>
            <p:cNvSpPr/>
            <p:nvPr/>
          </p:nvSpPr>
          <p:spPr>
            <a:xfrm>
              <a:off x="5075875" y="3547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2" name="pt5872"/>
            <p:cNvSpPr/>
            <p:nvPr/>
          </p:nvSpPr>
          <p:spPr>
            <a:xfrm>
              <a:off x="5244958" y="3533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3" name="pt5873"/>
            <p:cNvSpPr/>
            <p:nvPr/>
          </p:nvSpPr>
          <p:spPr>
            <a:xfrm>
              <a:off x="5156010" y="3589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4" name="pt5874"/>
            <p:cNvSpPr/>
            <p:nvPr/>
          </p:nvSpPr>
          <p:spPr>
            <a:xfrm>
              <a:off x="5217759" y="3529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5" name="pt5875"/>
            <p:cNvSpPr/>
            <p:nvPr/>
          </p:nvSpPr>
          <p:spPr>
            <a:xfrm>
              <a:off x="5135847" y="3643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6" name="pt5876"/>
            <p:cNvSpPr/>
            <p:nvPr/>
          </p:nvSpPr>
          <p:spPr>
            <a:xfrm>
              <a:off x="5248835" y="31286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7" name="pt5877"/>
            <p:cNvSpPr/>
            <p:nvPr/>
          </p:nvSpPr>
          <p:spPr>
            <a:xfrm>
              <a:off x="5165691" y="3587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8" name="pt5878"/>
            <p:cNvSpPr/>
            <p:nvPr/>
          </p:nvSpPr>
          <p:spPr>
            <a:xfrm>
              <a:off x="5220217" y="35833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79" name="pt5879"/>
            <p:cNvSpPr/>
            <p:nvPr/>
          </p:nvSpPr>
          <p:spPr>
            <a:xfrm>
              <a:off x="5148056" y="35056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0" name="pt5880"/>
            <p:cNvSpPr/>
            <p:nvPr/>
          </p:nvSpPr>
          <p:spPr>
            <a:xfrm>
              <a:off x="5157587" y="3829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1" name="pt5881"/>
            <p:cNvSpPr/>
            <p:nvPr/>
          </p:nvSpPr>
          <p:spPr>
            <a:xfrm>
              <a:off x="5154317" y="3517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2" name="pt5882"/>
            <p:cNvSpPr/>
            <p:nvPr/>
          </p:nvSpPr>
          <p:spPr>
            <a:xfrm>
              <a:off x="5086938" y="33927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3" name="pt5883"/>
            <p:cNvSpPr/>
            <p:nvPr/>
          </p:nvSpPr>
          <p:spPr>
            <a:xfrm>
              <a:off x="5102725" y="3271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4" name="pt5884"/>
            <p:cNvSpPr/>
            <p:nvPr/>
          </p:nvSpPr>
          <p:spPr>
            <a:xfrm>
              <a:off x="5134029" y="35155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5" name="pt5885"/>
            <p:cNvSpPr/>
            <p:nvPr/>
          </p:nvSpPr>
          <p:spPr>
            <a:xfrm>
              <a:off x="5106832" y="3561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6" name="pt5886"/>
            <p:cNvSpPr/>
            <p:nvPr/>
          </p:nvSpPr>
          <p:spPr>
            <a:xfrm>
              <a:off x="4708404" y="35553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7" name="pt5887"/>
            <p:cNvSpPr/>
            <p:nvPr/>
          </p:nvSpPr>
          <p:spPr>
            <a:xfrm>
              <a:off x="5170534" y="34078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8" name="pt5888"/>
            <p:cNvSpPr/>
            <p:nvPr/>
          </p:nvSpPr>
          <p:spPr>
            <a:xfrm>
              <a:off x="5119887" y="3543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89" name="pt5889"/>
            <p:cNvSpPr/>
            <p:nvPr/>
          </p:nvSpPr>
          <p:spPr>
            <a:xfrm>
              <a:off x="5101437" y="3565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0" name="pt5890"/>
            <p:cNvSpPr/>
            <p:nvPr/>
          </p:nvSpPr>
          <p:spPr>
            <a:xfrm>
              <a:off x="4805143" y="3556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1" name="pt5891"/>
            <p:cNvSpPr/>
            <p:nvPr/>
          </p:nvSpPr>
          <p:spPr>
            <a:xfrm>
              <a:off x="4999134" y="35460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2" name="pt5892"/>
            <p:cNvSpPr/>
            <p:nvPr/>
          </p:nvSpPr>
          <p:spPr>
            <a:xfrm>
              <a:off x="5156493" y="35445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3" name="pt5893"/>
            <p:cNvSpPr/>
            <p:nvPr/>
          </p:nvSpPr>
          <p:spPr>
            <a:xfrm>
              <a:off x="5131340" y="36584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4" name="pt5894"/>
            <p:cNvSpPr/>
            <p:nvPr/>
          </p:nvSpPr>
          <p:spPr>
            <a:xfrm>
              <a:off x="5183222" y="3555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5" name="pt5895"/>
            <p:cNvSpPr/>
            <p:nvPr/>
          </p:nvSpPr>
          <p:spPr>
            <a:xfrm>
              <a:off x="5129547" y="3569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6" name="pt5896"/>
            <p:cNvSpPr/>
            <p:nvPr/>
          </p:nvSpPr>
          <p:spPr>
            <a:xfrm>
              <a:off x="5153052" y="35450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7" name="pt5897"/>
            <p:cNvSpPr/>
            <p:nvPr/>
          </p:nvSpPr>
          <p:spPr>
            <a:xfrm>
              <a:off x="5087334" y="36445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8" name="pt5898"/>
            <p:cNvSpPr/>
            <p:nvPr/>
          </p:nvSpPr>
          <p:spPr>
            <a:xfrm>
              <a:off x="5183108" y="3606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899" name="pt5899"/>
            <p:cNvSpPr/>
            <p:nvPr/>
          </p:nvSpPr>
          <p:spPr>
            <a:xfrm>
              <a:off x="5171556" y="3511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0" name="pt5900"/>
            <p:cNvSpPr/>
            <p:nvPr/>
          </p:nvSpPr>
          <p:spPr>
            <a:xfrm>
              <a:off x="5135271" y="3518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1" name="pt5901"/>
            <p:cNvSpPr/>
            <p:nvPr/>
          </p:nvSpPr>
          <p:spPr>
            <a:xfrm>
              <a:off x="5121971" y="36129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2" name="pt5902"/>
            <p:cNvSpPr/>
            <p:nvPr/>
          </p:nvSpPr>
          <p:spPr>
            <a:xfrm>
              <a:off x="5141083" y="3484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3" name="pt5903"/>
            <p:cNvSpPr/>
            <p:nvPr/>
          </p:nvSpPr>
          <p:spPr>
            <a:xfrm>
              <a:off x="5181009" y="3606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4" name="pt5904"/>
            <p:cNvSpPr/>
            <p:nvPr/>
          </p:nvSpPr>
          <p:spPr>
            <a:xfrm>
              <a:off x="5145069" y="3611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5" name="pt5905"/>
            <p:cNvSpPr/>
            <p:nvPr/>
          </p:nvSpPr>
          <p:spPr>
            <a:xfrm>
              <a:off x="5100550" y="3501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6" name="pt5906"/>
            <p:cNvSpPr/>
            <p:nvPr/>
          </p:nvSpPr>
          <p:spPr>
            <a:xfrm>
              <a:off x="5156628" y="3207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7" name="pt5907"/>
            <p:cNvSpPr/>
            <p:nvPr/>
          </p:nvSpPr>
          <p:spPr>
            <a:xfrm>
              <a:off x="5149389" y="35667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8" name="pt5908"/>
            <p:cNvSpPr/>
            <p:nvPr/>
          </p:nvSpPr>
          <p:spPr>
            <a:xfrm>
              <a:off x="5206194" y="35899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09" name="pt5909"/>
            <p:cNvSpPr/>
            <p:nvPr/>
          </p:nvSpPr>
          <p:spPr>
            <a:xfrm>
              <a:off x="5268218" y="3304058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0" name="pt5910"/>
            <p:cNvSpPr/>
            <p:nvPr/>
          </p:nvSpPr>
          <p:spPr>
            <a:xfrm>
              <a:off x="5150624" y="3543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1" name="pt5911"/>
            <p:cNvSpPr/>
            <p:nvPr/>
          </p:nvSpPr>
          <p:spPr>
            <a:xfrm>
              <a:off x="5186863" y="3763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2" name="pt5912"/>
            <p:cNvSpPr/>
            <p:nvPr/>
          </p:nvSpPr>
          <p:spPr>
            <a:xfrm>
              <a:off x="5164842" y="35734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3" name="pt5913"/>
            <p:cNvSpPr/>
            <p:nvPr/>
          </p:nvSpPr>
          <p:spPr>
            <a:xfrm>
              <a:off x="5179948" y="35889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4" name="pt5914"/>
            <p:cNvSpPr/>
            <p:nvPr/>
          </p:nvSpPr>
          <p:spPr>
            <a:xfrm>
              <a:off x="5218074" y="35532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5" name="pt5915"/>
            <p:cNvSpPr/>
            <p:nvPr/>
          </p:nvSpPr>
          <p:spPr>
            <a:xfrm>
              <a:off x="5120429" y="35113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6" name="pt5916"/>
            <p:cNvSpPr/>
            <p:nvPr/>
          </p:nvSpPr>
          <p:spPr>
            <a:xfrm>
              <a:off x="5152777" y="35196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7" name="pt5917"/>
            <p:cNvSpPr/>
            <p:nvPr/>
          </p:nvSpPr>
          <p:spPr>
            <a:xfrm>
              <a:off x="5165757" y="3539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8" name="pt5918"/>
            <p:cNvSpPr/>
            <p:nvPr/>
          </p:nvSpPr>
          <p:spPr>
            <a:xfrm>
              <a:off x="5147733" y="3581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19" name="pt5919"/>
            <p:cNvSpPr/>
            <p:nvPr/>
          </p:nvSpPr>
          <p:spPr>
            <a:xfrm>
              <a:off x="5207715" y="35136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0" name="pt5920"/>
            <p:cNvSpPr/>
            <p:nvPr/>
          </p:nvSpPr>
          <p:spPr>
            <a:xfrm>
              <a:off x="5151401" y="3574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1" name="pt5921"/>
            <p:cNvSpPr/>
            <p:nvPr/>
          </p:nvSpPr>
          <p:spPr>
            <a:xfrm>
              <a:off x="5195725" y="3564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2" name="pt5922"/>
            <p:cNvSpPr/>
            <p:nvPr/>
          </p:nvSpPr>
          <p:spPr>
            <a:xfrm>
              <a:off x="5149152" y="36154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3" name="pt5923"/>
            <p:cNvSpPr/>
            <p:nvPr/>
          </p:nvSpPr>
          <p:spPr>
            <a:xfrm>
              <a:off x="5194249" y="3571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4" name="pt5924"/>
            <p:cNvSpPr/>
            <p:nvPr/>
          </p:nvSpPr>
          <p:spPr>
            <a:xfrm>
              <a:off x="5131548" y="3595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5" name="pt5925"/>
            <p:cNvSpPr/>
            <p:nvPr/>
          </p:nvSpPr>
          <p:spPr>
            <a:xfrm>
              <a:off x="5154159" y="35630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6" name="pt5926"/>
            <p:cNvSpPr/>
            <p:nvPr/>
          </p:nvSpPr>
          <p:spPr>
            <a:xfrm>
              <a:off x="5176725" y="38153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7" name="pt5927"/>
            <p:cNvSpPr/>
            <p:nvPr/>
          </p:nvSpPr>
          <p:spPr>
            <a:xfrm>
              <a:off x="5154079" y="3564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8" name="pt5928"/>
            <p:cNvSpPr/>
            <p:nvPr/>
          </p:nvSpPr>
          <p:spPr>
            <a:xfrm>
              <a:off x="5146047" y="3759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29" name="pt5929"/>
            <p:cNvSpPr/>
            <p:nvPr/>
          </p:nvSpPr>
          <p:spPr>
            <a:xfrm>
              <a:off x="5060814" y="35559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0" name="pt5930"/>
            <p:cNvSpPr/>
            <p:nvPr/>
          </p:nvSpPr>
          <p:spPr>
            <a:xfrm>
              <a:off x="5286027" y="422633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1" name="pt5931"/>
            <p:cNvSpPr/>
            <p:nvPr/>
          </p:nvSpPr>
          <p:spPr>
            <a:xfrm>
              <a:off x="5189692" y="35701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2" name="pt5932"/>
            <p:cNvSpPr/>
            <p:nvPr/>
          </p:nvSpPr>
          <p:spPr>
            <a:xfrm>
              <a:off x="5160440" y="3554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3" name="pt5933"/>
            <p:cNvSpPr/>
            <p:nvPr/>
          </p:nvSpPr>
          <p:spPr>
            <a:xfrm>
              <a:off x="5166053" y="39076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4" name="pt5934"/>
            <p:cNvSpPr/>
            <p:nvPr/>
          </p:nvSpPr>
          <p:spPr>
            <a:xfrm>
              <a:off x="5088712" y="3575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5" name="pt5935"/>
            <p:cNvSpPr/>
            <p:nvPr/>
          </p:nvSpPr>
          <p:spPr>
            <a:xfrm>
              <a:off x="5115094" y="35627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6" name="pt5936"/>
            <p:cNvSpPr/>
            <p:nvPr/>
          </p:nvSpPr>
          <p:spPr>
            <a:xfrm>
              <a:off x="5131978" y="30932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7" name="pt5937"/>
            <p:cNvSpPr/>
            <p:nvPr/>
          </p:nvSpPr>
          <p:spPr>
            <a:xfrm>
              <a:off x="5120238" y="3045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8" name="pt5938"/>
            <p:cNvSpPr/>
            <p:nvPr/>
          </p:nvSpPr>
          <p:spPr>
            <a:xfrm>
              <a:off x="5151550" y="36592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39" name="pt5939"/>
            <p:cNvSpPr/>
            <p:nvPr/>
          </p:nvSpPr>
          <p:spPr>
            <a:xfrm>
              <a:off x="5161777" y="35542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0" name="pt5940"/>
            <p:cNvSpPr/>
            <p:nvPr/>
          </p:nvSpPr>
          <p:spPr>
            <a:xfrm>
              <a:off x="5261425" y="36314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1" name="pt5941"/>
            <p:cNvSpPr/>
            <p:nvPr/>
          </p:nvSpPr>
          <p:spPr>
            <a:xfrm>
              <a:off x="5179772" y="35434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2" name="pt5942"/>
            <p:cNvSpPr/>
            <p:nvPr/>
          </p:nvSpPr>
          <p:spPr>
            <a:xfrm>
              <a:off x="5254002" y="35599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3" name="pt5943"/>
            <p:cNvSpPr/>
            <p:nvPr/>
          </p:nvSpPr>
          <p:spPr>
            <a:xfrm>
              <a:off x="5146289" y="35395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4" name="pt5944"/>
            <p:cNvSpPr/>
            <p:nvPr/>
          </p:nvSpPr>
          <p:spPr>
            <a:xfrm>
              <a:off x="5183710" y="34846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5" name="pt5945"/>
            <p:cNvSpPr/>
            <p:nvPr/>
          </p:nvSpPr>
          <p:spPr>
            <a:xfrm>
              <a:off x="5125974" y="3569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6" name="pt5946"/>
            <p:cNvSpPr/>
            <p:nvPr/>
          </p:nvSpPr>
          <p:spPr>
            <a:xfrm>
              <a:off x="5171678" y="34773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7" name="pt5947"/>
            <p:cNvSpPr/>
            <p:nvPr/>
          </p:nvSpPr>
          <p:spPr>
            <a:xfrm>
              <a:off x="5155328" y="37151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8" name="pt5948"/>
            <p:cNvSpPr/>
            <p:nvPr/>
          </p:nvSpPr>
          <p:spPr>
            <a:xfrm>
              <a:off x="5143750" y="35646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49" name="pt5949"/>
            <p:cNvSpPr/>
            <p:nvPr/>
          </p:nvSpPr>
          <p:spPr>
            <a:xfrm>
              <a:off x="5134220" y="35697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0" name="pt5950"/>
            <p:cNvSpPr/>
            <p:nvPr/>
          </p:nvSpPr>
          <p:spPr>
            <a:xfrm>
              <a:off x="5142833" y="3516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1" name="pt5951"/>
            <p:cNvSpPr/>
            <p:nvPr/>
          </p:nvSpPr>
          <p:spPr>
            <a:xfrm>
              <a:off x="5169021" y="35325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2" name="pt5952"/>
            <p:cNvSpPr/>
            <p:nvPr/>
          </p:nvSpPr>
          <p:spPr>
            <a:xfrm>
              <a:off x="5202934" y="35815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3" name="pt5953"/>
            <p:cNvSpPr/>
            <p:nvPr/>
          </p:nvSpPr>
          <p:spPr>
            <a:xfrm>
              <a:off x="5195178" y="35980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4" name="pt5954"/>
            <p:cNvSpPr/>
            <p:nvPr/>
          </p:nvSpPr>
          <p:spPr>
            <a:xfrm>
              <a:off x="5170259" y="3380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5" name="pt5955"/>
            <p:cNvSpPr/>
            <p:nvPr/>
          </p:nvSpPr>
          <p:spPr>
            <a:xfrm>
              <a:off x="5038876" y="3524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6" name="pt5956"/>
            <p:cNvSpPr/>
            <p:nvPr/>
          </p:nvSpPr>
          <p:spPr>
            <a:xfrm>
              <a:off x="5163587" y="3412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7" name="pt5957"/>
            <p:cNvSpPr/>
            <p:nvPr/>
          </p:nvSpPr>
          <p:spPr>
            <a:xfrm>
              <a:off x="5168417" y="3545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8" name="pt5958"/>
            <p:cNvSpPr/>
            <p:nvPr/>
          </p:nvSpPr>
          <p:spPr>
            <a:xfrm>
              <a:off x="5009181" y="3504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59" name="pt5959"/>
            <p:cNvSpPr/>
            <p:nvPr/>
          </p:nvSpPr>
          <p:spPr>
            <a:xfrm>
              <a:off x="5158921" y="3957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0" name="pt5960"/>
            <p:cNvSpPr/>
            <p:nvPr/>
          </p:nvSpPr>
          <p:spPr>
            <a:xfrm>
              <a:off x="5166373" y="3723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1" name="pt5961"/>
            <p:cNvSpPr/>
            <p:nvPr/>
          </p:nvSpPr>
          <p:spPr>
            <a:xfrm>
              <a:off x="5154293" y="3561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2" name="pt5962"/>
            <p:cNvSpPr/>
            <p:nvPr/>
          </p:nvSpPr>
          <p:spPr>
            <a:xfrm>
              <a:off x="5127046" y="3538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3" name="pt5963"/>
            <p:cNvSpPr/>
            <p:nvPr/>
          </p:nvSpPr>
          <p:spPr>
            <a:xfrm>
              <a:off x="5073172" y="3716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4" name="pt5964"/>
            <p:cNvSpPr/>
            <p:nvPr/>
          </p:nvSpPr>
          <p:spPr>
            <a:xfrm>
              <a:off x="5092755" y="3548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5" name="pt5965"/>
            <p:cNvSpPr/>
            <p:nvPr/>
          </p:nvSpPr>
          <p:spPr>
            <a:xfrm>
              <a:off x="5266764" y="34955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6" name="pt5966"/>
            <p:cNvSpPr/>
            <p:nvPr/>
          </p:nvSpPr>
          <p:spPr>
            <a:xfrm>
              <a:off x="5186610" y="3403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7" name="pt5967"/>
            <p:cNvSpPr/>
            <p:nvPr/>
          </p:nvSpPr>
          <p:spPr>
            <a:xfrm>
              <a:off x="5162818" y="35232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8" name="pt5968"/>
            <p:cNvSpPr/>
            <p:nvPr/>
          </p:nvSpPr>
          <p:spPr>
            <a:xfrm>
              <a:off x="5172714" y="34802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69" name="pt5969"/>
            <p:cNvSpPr/>
            <p:nvPr/>
          </p:nvSpPr>
          <p:spPr>
            <a:xfrm>
              <a:off x="5145695" y="36116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0" name="pt5970"/>
            <p:cNvSpPr/>
            <p:nvPr/>
          </p:nvSpPr>
          <p:spPr>
            <a:xfrm>
              <a:off x="5028708" y="3613396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1" name="pt5971"/>
            <p:cNvSpPr/>
            <p:nvPr/>
          </p:nvSpPr>
          <p:spPr>
            <a:xfrm>
              <a:off x="5142997" y="3429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2" name="pt5972"/>
            <p:cNvSpPr/>
            <p:nvPr/>
          </p:nvSpPr>
          <p:spPr>
            <a:xfrm>
              <a:off x="5183660" y="35208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3" name="pt5973"/>
            <p:cNvSpPr/>
            <p:nvPr/>
          </p:nvSpPr>
          <p:spPr>
            <a:xfrm>
              <a:off x="5216783" y="3505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4" name="pt5974"/>
            <p:cNvSpPr/>
            <p:nvPr/>
          </p:nvSpPr>
          <p:spPr>
            <a:xfrm>
              <a:off x="5158850" y="35299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5" name="pt5975"/>
            <p:cNvSpPr/>
            <p:nvPr/>
          </p:nvSpPr>
          <p:spPr>
            <a:xfrm>
              <a:off x="5185623" y="3576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6" name="pt5976"/>
            <p:cNvSpPr/>
            <p:nvPr/>
          </p:nvSpPr>
          <p:spPr>
            <a:xfrm>
              <a:off x="5178584" y="3428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7" name="pt5977"/>
            <p:cNvSpPr/>
            <p:nvPr/>
          </p:nvSpPr>
          <p:spPr>
            <a:xfrm>
              <a:off x="5215212" y="33859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8" name="pt5978"/>
            <p:cNvSpPr/>
            <p:nvPr/>
          </p:nvSpPr>
          <p:spPr>
            <a:xfrm>
              <a:off x="5110516" y="3537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79" name="pt5979"/>
            <p:cNvSpPr/>
            <p:nvPr/>
          </p:nvSpPr>
          <p:spPr>
            <a:xfrm>
              <a:off x="5116677" y="36000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0" name="pt5980"/>
            <p:cNvSpPr/>
            <p:nvPr/>
          </p:nvSpPr>
          <p:spPr>
            <a:xfrm>
              <a:off x="5176961" y="34620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1" name="pt5981"/>
            <p:cNvSpPr/>
            <p:nvPr/>
          </p:nvSpPr>
          <p:spPr>
            <a:xfrm>
              <a:off x="5111625" y="35436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2" name="pt5982"/>
            <p:cNvSpPr/>
            <p:nvPr/>
          </p:nvSpPr>
          <p:spPr>
            <a:xfrm>
              <a:off x="5109754" y="3519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3" name="pt5983"/>
            <p:cNvSpPr/>
            <p:nvPr/>
          </p:nvSpPr>
          <p:spPr>
            <a:xfrm>
              <a:off x="5154367" y="35426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4" name="pt5984"/>
            <p:cNvSpPr/>
            <p:nvPr/>
          </p:nvSpPr>
          <p:spPr>
            <a:xfrm>
              <a:off x="5116569" y="3590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5" name="pt5985"/>
            <p:cNvSpPr/>
            <p:nvPr/>
          </p:nvSpPr>
          <p:spPr>
            <a:xfrm>
              <a:off x="5066550" y="3542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6" name="pt5986"/>
            <p:cNvSpPr/>
            <p:nvPr/>
          </p:nvSpPr>
          <p:spPr>
            <a:xfrm>
              <a:off x="5170670" y="35096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7" name="pt5987"/>
            <p:cNvSpPr/>
            <p:nvPr/>
          </p:nvSpPr>
          <p:spPr>
            <a:xfrm>
              <a:off x="5103134" y="36273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8" name="pt5988"/>
            <p:cNvSpPr/>
            <p:nvPr/>
          </p:nvSpPr>
          <p:spPr>
            <a:xfrm>
              <a:off x="5153049" y="41686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89" name="pt5989"/>
            <p:cNvSpPr/>
            <p:nvPr/>
          </p:nvSpPr>
          <p:spPr>
            <a:xfrm>
              <a:off x="5020185" y="3568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0" name="pt5990"/>
            <p:cNvSpPr/>
            <p:nvPr/>
          </p:nvSpPr>
          <p:spPr>
            <a:xfrm>
              <a:off x="5147886" y="35497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1" name="pt5991"/>
            <p:cNvSpPr/>
            <p:nvPr/>
          </p:nvSpPr>
          <p:spPr>
            <a:xfrm>
              <a:off x="5148359" y="3509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2" name="pt5992"/>
            <p:cNvSpPr/>
            <p:nvPr/>
          </p:nvSpPr>
          <p:spPr>
            <a:xfrm>
              <a:off x="5106780" y="3560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3" name="pt5993"/>
            <p:cNvSpPr/>
            <p:nvPr/>
          </p:nvSpPr>
          <p:spPr>
            <a:xfrm>
              <a:off x="5158343" y="35704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4" name="pt5994"/>
            <p:cNvSpPr/>
            <p:nvPr/>
          </p:nvSpPr>
          <p:spPr>
            <a:xfrm>
              <a:off x="5133961" y="35449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5" name="pt5995"/>
            <p:cNvSpPr/>
            <p:nvPr/>
          </p:nvSpPr>
          <p:spPr>
            <a:xfrm>
              <a:off x="5172972" y="37784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6" name="pt5996"/>
            <p:cNvSpPr/>
            <p:nvPr/>
          </p:nvSpPr>
          <p:spPr>
            <a:xfrm>
              <a:off x="5224883" y="34908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7" name="pt5997"/>
            <p:cNvSpPr/>
            <p:nvPr/>
          </p:nvSpPr>
          <p:spPr>
            <a:xfrm>
              <a:off x="5137893" y="36764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8" name="pt5998"/>
            <p:cNvSpPr/>
            <p:nvPr/>
          </p:nvSpPr>
          <p:spPr>
            <a:xfrm>
              <a:off x="5114188" y="3556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5999" name="pt5999"/>
            <p:cNvSpPr/>
            <p:nvPr/>
          </p:nvSpPr>
          <p:spPr>
            <a:xfrm>
              <a:off x="5102435" y="36588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0" name="pt6000"/>
            <p:cNvSpPr/>
            <p:nvPr/>
          </p:nvSpPr>
          <p:spPr>
            <a:xfrm>
              <a:off x="5117569" y="3528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1" name="pt6001"/>
            <p:cNvSpPr/>
            <p:nvPr/>
          </p:nvSpPr>
          <p:spPr>
            <a:xfrm>
              <a:off x="5165522" y="35766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2" name="pt6002"/>
            <p:cNvSpPr/>
            <p:nvPr/>
          </p:nvSpPr>
          <p:spPr>
            <a:xfrm>
              <a:off x="5166552" y="3023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3" name="pt6003"/>
            <p:cNvSpPr/>
            <p:nvPr/>
          </p:nvSpPr>
          <p:spPr>
            <a:xfrm>
              <a:off x="5161678" y="3561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4" name="pt6004"/>
            <p:cNvSpPr/>
            <p:nvPr/>
          </p:nvSpPr>
          <p:spPr>
            <a:xfrm>
              <a:off x="5142012" y="3538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5" name="pt6005"/>
            <p:cNvSpPr/>
            <p:nvPr/>
          </p:nvSpPr>
          <p:spPr>
            <a:xfrm>
              <a:off x="5194292" y="3532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6" name="pt6006"/>
            <p:cNvSpPr/>
            <p:nvPr/>
          </p:nvSpPr>
          <p:spPr>
            <a:xfrm>
              <a:off x="5228573" y="3574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7" name="pt6007"/>
            <p:cNvSpPr/>
            <p:nvPr/>
          </p:nvSpPr>
          <p:spPr>
            <a:xfrm>
              <a:off x="5198124" y="3839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8" name="pt6008"/>
            <p:cNvSpPr/>
            <p:nvPr/>
          </p:nvSpPr>
          <p:spPr>
            <a:xfrm>
              <a:off x="5106640" y="3559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09" name="pt6009"/>
            <p:cNvSpPr/>
            <p:nvPr/>
          </p:nvSpPr>
          <p:spPr>
            <a:xfrm>
              <a:off x="5219627" y="3755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0" name="pt6010"/>
            <p:cNvSpPr/>
            <p:nvPr/>
          </p:nvSpPr>
          <p:spPr>
            <a:xfrm>
              <a:off x="5099253" y="3562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1" name="pt6011"/>
            <p:cNvSpPr/>
            <p:nvPr/>
          </p:nvSpPr>
          <p:spPr>
            <a:xfrm>
              <a:off x="5156739" y="3739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2" name="pt6012"/>
            <p:cNvSpPr/>
            <p:nvPr/>
          </p:nvSpPr>
          <p:spPr>
            <a:xfrm>
              <a:off x="5147218" y="35319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3" name="pt6013"/>
            <p:cNvSpPr/>
            <p:nvPr/>
          </p:nvSpPr>
          <p:spPr>
            <a:xfrm>
              <a:off x="5106515" y="3362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4" name="pt6014"/>
            <p:cNvSpPr/>
            <p:nvPr/>
          </p:nvSpPr>
          <p:spPr>
            <a:xfrm>
              <a:off x="5190192" y="36773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5" name="pt6015"/>
            <p:cNvSpPr/>
            <p:nvPr/>
          </p:nvSpPr>
          <p:spPr>
            <a:xfrm>
              <a:off x="5221738" y="34931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6" name="pt6016"/>
            <p:cNvSpPr/>
            <p:nvPr/>
          </p:nvSpPr>
          <p:spPr>
            <a:xfrm>
              <a:off x="5156083" y="3570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7" name="pt6017"/>
            <p:cNvSpPr/>
            <p:nvPr/>
          </p:nvSpPr>
          <p:spPr>
            <a:xfrm>
              <a:off x="5161226" y="35255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8" name="pt6018"/>
            <p:cNvSpPr/>
            <p:nvPr/>
          </p:nvSpPr>
          <p:spPr>
            <a:xfrm>
              <a:off x="5208212" y="3552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19" name="pt6019"/>
            <p:cNvSpPr/>
            <p:nvPr/>
          </p:nvSpPr>
          <p:spPr>
            <a:xfrm>
              <a:off x="5218707" y="35120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0" name="pt6020"/>
            <p:cNvSpPr/>
            <p:nvPr/>
          </p:nvSpPr>
          <p:spPr>
            <a:xfrm>
              <a:off x="5179192" y="3557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1" name="pt6021"/>
            <p:cNvSpPr/>
            <p:nvPr/>
          </p:nvSpPr>
          <p:spPr>
            <a:xfrm>
              <a:off x="5166617" y="35565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2" name="pt6022"/>
            <p:cNvSpPr/>
            <p:nvPr/>
          </p:nvSpPr>
          <p:spPr>
            <a:xfrm>
              <a:off x="5058119" y="3586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3" name="pt6023"/>
            <p:cNvSpPr/>
            <p:nvPr/>
          </p:nvSpPr>
          <p:spPr>
            <a:xfrm>
              <a:off x="5136253" y="35792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4" name="pt6024"/>
            <p:cNvSpPr/>
            <p:nvPr/>
          </p:nvSpPr>
          <p:spPr>
            <a:xfrm>
              <a:off x="5100228" y="35871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5" name="pt6025"/>
            <p:cNvSpPr/>
            <p:nvPr/>
          </p:nvSpPr>
          <p:spPr>
            <a:xfrm>
              <a:off x="5140568" y="3496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6" name="pt6026"/>
            <p:cNvSpPr/>
            <p:nvPr/>
          </p:nvSpPr>
          <p:spPr>
            <a:xfrm>
              <a:off x="5116898" y="3545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7" name="pt6027"/>
            <p:cNvSpPr/>
            <p:nvPr/>
          </p:nvSpPr>
          <p:spPr>
            <a:xfrm>
              <a:off x="5123846" y="3536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8" name="pt6028"/>
            <p:cNvSpPr/>
            <p:nvPr/>
          </p:nvSpPr>
          <p:spPr>
            <a:xfrm>
              <a:off x="5146688" y="3582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29" name="pt6029"/>
            <p:cNvSpPr/>
            <p:nvPr/>
          </p:nvSpPr>
          <p:spPr>
            <a:xfrm>
              <a:off x="5121373" y="3328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0" name="pt6030"/>
            <p:cNvSpPr/>
            <p:nvPr/>
          </p:nvSpPr>
          <p:spPr>
            <a:xfrm>
              <a:off x="5131493" y="3549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1" name="pt6031"/>
            <p:cNvSpPr/>
            <p:nvPr/>
          </p:nvSpPr>
          <p:spPr>
            <a:xfrm>
              <a:off x="5115606" y="3587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2" name="pt6032"/>
            <p:cNvSpPr/>
            <p:nvPr/>
          </p:nvSpPr>
          <p:spPr>
            <a:xfrm>
              <a:off x="5117841" y="3574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3" name="pt6033"/>
            <p:cNvSpPr/>
            <p:nvPr/>
          </p:nvSpPr>
          <p:spPr>
            <a:xfrm>
              <a:off x="5127793" y="3506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4" name="pt6034"/>
            <p:cNvSpPr/>
            <p:nvPr/>
          </p:nvSpPr>
          <p:spPr>
            <a:xfrm>
              <a:off x="5138862" y="3525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5" name="pt6035"/>
            <p:cNvSpPr/>
            <p:nvPr/>
          </p:nvSpPr>
          <p:spPr>
            <a:xfrm>
              <a:off x="5172737" y="3633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6" name="pt6036"/>
            <p:cNvSpPr/>
            <p:nvPr/>
          </p:nvSpPr>
          <p:spPr>
            <a:xfrm>
              <a:off x="5190290" y="37334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7" name="pt6037"/>
            <p:cNvSpPr/>
            <p:nvPr/>
          </p:nvSpPr>
          <p:spPr>
            <a:xfrm>
              <a:off x="5138726" y="34659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8" name="pt6038"/>
            <p:cNvSpPr/>
            <p:nvPr/>
          </p:nvSpPr>
          <p:spPr>
            <a:xfrm>
              <a:off x="5146704" y="35423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39" name="pt6039"/>
            <p:cNvSpPr/>
            <p:nvPr/>
          </p:nvSpPr>
          <p:spPr>
            <a:xfrm>
              <a:off x="5148176" y="3069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0" name="pt6040"/>
            <p:cNvSpPr/>
            <p:nvPr/>
          </p:nvSpPr>
          <p:spPr>
            <a:xfrm>
              <a:off x="5101053" y="2797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1" name="pt6041"/>
            <p:cNvSpPr/>
            <p:nvPr/>
          </p:nvSpPr>
          <p:spPr>
            <a:xfrm>
              <a:off x="5134702" y="32991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2" name="pt6042"/>
            <p:cNvSpPr/>
            <p:nvPr/>
          </p:nvSpPr>
          <p:spPr>
            <a:xfrm>
              <a:off x="5032703" y="35837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3" name="pt6043"/>
            <p:cNvSpPr/>
            <p:nvPr/>
          </p:nvSpPr>
          <p:spPr>
            <a:xfrm>
              <a:off x="5147017" y="35586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4" name="pt6044"/>
            <p:cNvSpPr/>
            <p:nvPr/>
          </p:nvSpPr>
          <p:spPr>
            <a:xfrm>
              <a:off x="5178583" y="36211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5" name="pt6045"/>
            <p:cNvSpPr/>
            <p:nvPr/>
          </p:nvSpPr>
          <p:spPr>
            <a:xfrm>
              <a:off x="5147644" y="3578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6" name="pt6046"/>
            <p:cNvSpPr/>
            <p:nvPr/>
          </p:nvSpPr>
          <p:spPr>
            <a:xfrm>
              <a:off x="5183803" y="35349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7" name="pt6047"/>
            <p:cNvSpPr/>
            <p:nvPr/>
          </p:nvSpPr>
          <p:spPr>
            <a:xfrm>
              <a:off x="5153809" y="3555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8" name="pt6048"/>
            <p:cNvSpPr/>
            <p:nvPr/>
          </p:nvSpPr>
          <p:spPr>
            <a:xfrm>
              <a:off x="5186182" y="4384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49" name="pt6049"/>
            <p:cNvSpPr/>
            <p:nvPr/>
          </p:nvSpPr>
          <p:spPr>
            <a:xfrm>
              <a:off x="5173092" y="4163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0" name="pt6050"/>
            <p:cNvSpPr/>
            <p:nvPr/>
          </p:nvSpPr>
          <p:spPr>
            <a:xfrm>
              <a:off x="5182528" y="34627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1" name="pt6051"/>
            <p:cNvSpPr/>
            <p:nvPr/>
          </p:nvSpPr>
          <p:spPr>
            <a:xfrm>
              <a:off x="5077399" y="35241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2" name="pt6052"/>
            <p:cNvSpPr/>
            <p:nvPr/>
          </p:nvSpPr>
          <p:spPr>
            <a:xfrm>
              <a:off x="5147906" y="38082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3" name="pt6053"/>
            <p:cNvSpPr/>
            <p:nvPr/>
          </p:nvSpPr>
          <p:spPr>
            <a:xfrm>
              <a:off x="5136890" y="35928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4" name="pt6054"/>
            <p:cNvSpPr/>
            <p:nvPr/>
          </p:nvSpPr>
          <p:spPr>
            <a:xfrm>
              <a:off x="5153483" y="4086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5" name="pt6055"/>
            <p:cNvSpPr/>
            <p:nvPr/>
          </p:nvSpPr>
          <p:spPr>
            <a:xfrm>
              <a:off x="5019395" y="36526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6" name="pt6056"/>
            <p:cNvSpPr/>
            <p:nvPr/>
          </p:nvSpPr>
          <p:spPr>
            <a:xfrm>
              <a:off x="5131343" y="35872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7" name="pt6057"/>
            <p:cNvSpPr/>
            <p:nvPr/>
          </p:nvSpPr>
          <p:spPr>
            <a:xfrm>
              <a:off x="5163472" y="3563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8" name="pt6058"/>
            <p:cNvSpPr/>
            <p:nvPr/>
          </p:nvSpPr>
          <p:spPr>
            <a:xfrm>
              <a:off x="5148778" y="45239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59" name="pt6059"/>
            <p:cNvSpPr/>
            <p:nvPr/>
          </p:nvSpPr>
          <p:spPr>
            <a:xfrm>
              <a:off x="5196045" y="35668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0" name="pt6060"/>
            <p:cNvSpPr/>
            <p:nvPr/>
          </p:nvSpPr>
          <p:spPr>
            <a:xfrm>
              <a:off x="5146943" y="35762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1" name="pt6061"/>
            <p:cNvSpPr/>
            <p:nvPr/>
          </p:nvSpPr>
          <p:spPr>
            <a:xfrm>
              <a:off x="5155526" y="36892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2" name="pt6062"/>
            <p:cNvSpPr/>
            <p:nvPr/>
          </p:nvSpPr>
          <p:spPr>
            <a:xfrm>
              <a:off x="5137470" y="35562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3" name="pt6063"/>
            <p:cNvSpPr/>
            <p:nvPr/>
          </p:nvSpPr>
          <p:spPr>
            <a:xfrm>
              <a:off x="5079411" y="3564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4" name="pt6064"/>
            <p:cNvSpPr/>
            <p:nvPr/>
          </p:nvSpPr>
          <p:spPr>
            <a:xfrm>
              <a:off x="5193062" y="3582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5" name="pt6065"/>
            <p:cNvSpPr/>
            <p:nvPr/>
          </p:nvSpPr>
          <p:spPr>
            <a:xfrm>
              <a:off x="5162092" y="35667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6" name="pt6066"/>
            <p:cNvSpPr/>
            <p:nvPr/>
          </p:nvSpPr>
          <p:spPr>
            <a:xfrm>
              <a:off x="5114030" y="3606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7" name="pt6067"/>
            <p:cNvSpPr/>
            <p:nvPr/>
          </p:nvSpPr>
          <p:spPr>
            <a:xfrm>
              <a:off x="5155187" y="3511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8" name="pt6068"/>
            <p:cNvSpPr/>
            <p:nvPr/>
          </p:nvSpPr>
          <p:spPr>
            <a:xfrm>
              <a:off x="5192663" y="3574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69" name="pt6069"/>
            <p:cNvSpPr/>
            <p:nvPr/>
          </p:nvSpPr>
          <p:spPr>
            <a:xfrm>
              <a:off x="5155537" y="3521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0" name="pt6070"/>
            <p:cNvSpPr/>
            <p:nvPr/>
          </p:nvSpPr>
          <p:spPr>
            <a:xfrm>
              <a:off x="5106968" y="36048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1" name="pt6071"/>
            <p:cNvSpPr/>
            <p:nvPr/>
          </p:nvSpPr>
          <p:spPr>
            <a:xfrm>
              <a:off x="5215681" y="35391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2" name="pt6072"/>
            <p:cNvSpPr/>
            <p:nvPr/>
          </p:nvSpPr>
          <p:spPr>
            <a:xfrm>
              <a:off x="5075568" y="3548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3" name="pt6073"/>
            <p:cNvSpPr/>
            <p:nvPr/>
          </p:nvSpPr>
          <p:spPr>
            <a:xfrm>
              <a:off x="5075976" y="35932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4" name="pt6074"/>
            <p:cNvSpPr/>
            <p:nvPr/>
          </p:nvSpPr>
          <p:spPr>
            <a:xfrm>
              <a:off x="5183567" y="3800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5" name="pt6075"/>
            <p:cNvSpPr/>
            <p:nvPr/>
          </p:nvSpPr>
          <p:spPr>
            <a:xfrm>
              <a:off x="5201132" y="3391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6" name="pt6076"/>
            <p:cNvSpPr/>
            <p:nvPr/>
          </p:nvSpPr>
          <p:spPr>
            <a:xfrm>
              <a:off x="5242354" y="3539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7" name="pt6077"/>
            <p:cNvSpPr/>
            <p:nvPr/>
          </p:nvSpPr>
          <p:spPr>
            <a:xfrm>
              <a:off x="5173120" y="35765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8" name="pt6078"/>
            <p:cNvSpPr/>
            <p:nvPr/>
          </p:nvSpPr>
          <p:spPr>
            <a:xfrm>
              <a:off x="5162986" y="35563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79" name="pt6079"/>
            <p:cNvSpPr/>
            <p:nvPr/>
          </p:nvSpPr>
          <p:spPr>
            <a:xfrm>
              <a:off x="5119514" y="35603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0" name="pt6080"/>
            <p:cNvSpPr/>
            <p:nvPr/>
          </p:nvSpPr>
          <p:spPr>
            <a:xfrm>
              <a:off x="5206374" y="3581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1" name="pt6081"/>
            <p:cNvSpPr/>
            <p:nvPr/>
          </p:nvSpPr>
          <p:spPr>
            <a:xfrm>
              <a:off x="5166210" y="3540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2" name="pt6082"/>
            <p:cNvSpPr/>
            <p:nvPr/>
          </p:nvSpPr>
          <p:spPr>
            <a:xfrm>
              <a:off x="5174258" y="3551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3" name="pt6083"/>
            <p:cNvSpPr/>
            <p:nvPr/>
          </p:nvSpPr>
          <p:spPr>
            <a:xfrm>
              <a:off x="5165183" y="3465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4" name="pt6084"/>
            <p:cNvSpPr/>
            <p:nvPr/>
          </p:nvSpPr>
          <p:spPr>
            <a:xfrm>
              <a:off x="5214506" y="3485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5" name="pt6085"/>
            <p:cNvSpPr/>
            <p:nvPr/>
          </p:nvSpPr>
          <p:spPr>
            <a:xfrm>
              <a:off x="5165272" y="3533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6" name="pt6086"/>
            <p:cNvSpPr/>
            <p:nvPr/>
          </p:nvSpPr>
          <p:spPr>
            <a:xfrm>
              <a:off x="5118624" y="3259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7" name="pt6087"/>
            <p:cNvSpPr/>
            <p:nvPr/>
          </p:nvSpPr>
          <p:spPr>
            <a:xfrm>
              <a:off x="5195008" y="35687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8" name="pt6088"/>
            <p:cNvSpPr/>
            <p:nvPr/>
          </p:nvSpPr>
          <p:spPr>
            <a:xfrm>
              <a:off x="5246583" y="3591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89" name="pt6089"/>
            <p:cNvSpPr/>
            <p:nvPr/>
          </p:nvSpPr>
          <p:spPr>
            <a:xfrm>
              <a:off x="5154875" y="35470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0" name="pt6090"/>
            <p:cNvSpPr/>
            <p:nvPr/>
          </p:nvSpPr>
          <p:spPr>
            <a:xfrm>
              <a:off x="5126722" y="35967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1" name="pt6091"/>
            <p:cNvSpPr/>
            <p:nvPr/>
          </p:nvSpPr>
          <p:spPr>
            <a:xfrm>
              <a:off x="5111515" y="3734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2" name="pt6092"/>
            <p:cNvSpPr/>
            <p:nvPr/>
          </p:nvSpPr>
          <p:spPr>
            <a:xfrm>
              <a:off x="5183417" y="35669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3" name="pt6093"/>
            <p:cNvSpPr/>
            <p:nvPr/>
          </p:nvSpPr>
          <p:spPr>
            <a:xfrm>
              <a:off x="5152880" y="34165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4" name="pt6094"/>
            <p:cNvSpPr/>
            <p:nvPr/>
          </p:nvSpPr>
          <p:spPr>
            <a:xfrm>
              <a:off x="5155941" y="36304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5" name="pt6095"/>
            <p:cNvSpPr/>
            <p:nvPr/>
          </p:nvSpPr>
          <p:spPr>
            <a:xfrm>
              <a:off x="5122355" y="3511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6" name="pt6096"/>
            <p:cNvSpPr/>
            <p:nvPr/>
          </p:nvSpPr>
          <p:spPr>
            <a:xfrm>
              <a:off x="5063665" y="3607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7" name="pt6097"/>
            <p:cNvSpPr/>
            <p:nvPr/>
          </p:nvSpPr>
          <p:spPr>
            <a:xfrm>
              <a:off x="5173402" y="3527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8" name="pt6098"/>
            <p:cNvSpPr/>
            <p:nvPr/>
          </p:nvSpPr>
          <p:spPr>
            <a:xfrm>
              <a:off x="5163498" y="35873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099" name="pt6099"/>
            <p:cNvSpPr/>
            <p:nvPr/>
          </p:nvSpPr>
          <p:spPr>
            <a:xfrm>
              <a:off x="5126807" y="35533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0" name="pt6100"/>
            <p:cNvSpPr/>
            <p:nvPr/>
          </p:nvSpPr>
          <p:spPr>
            <a:xfrm>
              <a:off x="5136190" y="33210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1" name="pt6101"/>
            <p:cNvSpPr/>
            <p:nvPr/>
          </p:nvSpPr>
          <p:spPr>
            <a:xfrm>
              <a:off x="5147451" y="3639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2" name="pt6102"/>
            <p:cNvSpPr/>
            <p:nvPr/>
          </p:nvSpPr>
          <p:spPr>
            <a:xfrm>
              <a:off x="5173344" y="3491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3" name="pt6103"/>
            <p:cNvSpPr/>
            <p:nvPr/>
          </p:nvSpPr>
          <p:spPr>
            <a:xfrm>
              <a:off x="5113660" y="3551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4" name="pt6104"/>
            <p:cNvSpPr/>
            <p:nvPr/>
          </p:nvSpPr>
          <p:spPr>
            <a:xfrm>
              <a:off x="5153202" y="35203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5" name="pt6105"/>
            <p:cNvSpPr/>
            <p:nvPr/>
          </p:nvSpPr>
          <p:spPr>
            <a:xfrm>
              <a:off x="5166529" y="31276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6" name="pt6106"/>
            <p:cNvSpPr/>
            <p:nvPr/>
          </p:nvSpPr>
          <p:spPr>
            <a:xfrm>
              <a:off x="5102244" y="3480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7" name="pt6107"/>
            <p:cNvSpPr/>
            <p:nvPr/>
          </p:nvSpPr>
          <p:spPr>
            <a:xfrm>
              <a:off x="5177553" y="3542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8" name="pt6108"/>
            <p:cNvSpPr/>
            <p:nvPr/>
          </p:nvSpPr>
          <p:spPr>
            <a:xfrm>
              <a:off x="5106792" y="34781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09" name="pt6109"/>
            <p:cNvSpPr/>
            <p:nvPr/>
          </p:nvSpPr>
          <p:spPr>
            <a:xfrm>
              <a:off x="5236928" y="35152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0" name="pt6110"/>
            <p:cNvSpPr/>
            <p:nvPr/>
          </p:nvSpPr>
          <p:spPr>
            <a:xfrm>
              <a:off x="5079332" y="35508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1" name="pt6111"/>
            <p:cNvSpPr/>
            <p:nvPr/>
          </p:nvSpPr>
          <p:spPr>
            <a:xfrm>
              <a:off x="5219626" y="36085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2" name="pt6112"/>
            <p:cNvSpPr/>
            <p:nvPr/>
          </p:nvSpPr>
          <p:spPr>
            <a:xfrm>
              <a:off x="5139972" y="35925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3" name="pt6113"/>
            <p:cNvSpPr/>
            <p:nvPr/>
          </p:nvSpPr>
          <p:spPr>
            <a:xfrm>
              <a:off x="5182817" y="3575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4" name="pt6114"/>
            <p:cNvSpPr/>
            <p:nvPr/>
          </p:nvSpPr>
          <p:spPr>
            <a:xfrm>
              <a:off x="5232126" y="36021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5" name="pt6115"/>
            <p:cNvSpPr/>
            <p:nvPr/>
          </p:nvSpPr>
          <p:spPr>
            <a:xfrm>
              <a:off x="5190559" y="3534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6" name="pt6116"/>
            <p:cNvSpPr/>
            <p:nvPr/>
          </p:nvSpPr>
          <p:spPr>
            <a:xfrm>
              <a:off x="5193156" y="3564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7" name="pt6117"/>
            <p:cNvSpPr/>
            <p:nvPr/>
          </p:nvSpPr>
          <p:spPr>
            <a:xfrm>
              <a:off x="5147149" y="35310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8" name="pt6118"/>
            <p:cNvSpPr/>
            <p:nvPr/>
          </p:nvSpPr>
          <p:spPr>
            <a:xfrm>
              <a:off x="5134847" y="35627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19" name="pt6119"/>
            <p:cNvSpPr/>
            <p:nvPr/>
          </p:nvSpPr>
          <p:spPr>
            <a:xfrm>
              <a:off x="5197941" y="35842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0" name="pt6120"/>
            <p:cNvSpPr/>
            <p:nvPr/>
          </p:nvSpPr>
          <p:spPr>
            <a:xfrm>
              <a:off x="5128665" y="3539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1" name="pt6121"/>
            <p:cNvSpPr/>
            <p:nvPr/>
          </p:nvSpPr>
          <p:spPr>
            <a:xfrm>
              <a:off x="5183786" y="3926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2" name="pt6122"/>
            <p:cNvSpPr/>
            <p:nvPr/>
          </p:nvSpPr>
          <p:spPr>
            <a:xfrm>
              <a:off x="5138206" y="37070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3" name="pt6123"/>
            <p:cNvSpPr/>
            <p:nvPr/>
          </p:nvSpPr>
          <p:spPr>
            <a:xfrm>
              <a:off x="5152164" y="45643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4" name="pt6124"/>
            <p:cNvSpPr/>
            <p:nvPr/>
          </p:nvSpPr>
          <p:spPr>
            <a:xfrm>
              <a:off x="5187169" y="4884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5" name="pt6125"/>
            <p:cNvSpPr/>
            <p:nvPr/>
          </p:nvSpPr>
          <p:spPr>
            <a:xfrm>
              <a:off x="5198056" y="34998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6" name="pt6126"/>
            <p:cNvSpPr/>
            <p:nvPr/>
          </p:nvSpPr>
          <p:spPr>
            <a:xfrm>
              <a:off x="5083167" y="3533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7" name="pt6127"/>
            <p:cNvSpPr/>
            <p:nvPr/>
          </p:nvSpPr>
          <p:spPr>
            <a:xfrm>
              <a:off x="5181279" y="35323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8" name="pt6128"/>
            <p:cNvSpPr/>
            <p:nvPr/>
          </p:nvSpPr>
          <p:spPr>
            <a:xfrm>
              <a:off x="5161846" y="3572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29" name="pt6129"/>
            <p:cNvSpPr/>
            <p:nvPr/>
          </p:nvSpPr>
          <p:spPr>
            <a:xfrm>
              <a:off x="5167576" y="35996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0" name="pt6130"/>
            <p:cNvSpPr/>
            <p:nvPr/>
          </p:nvSpPr>
          <p:spPr>
            <a:xfrm>
              <a:off x="5116902" y="3557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1" name="pt6131"/>
            <p:cNvSpPr/>
            <p:nvPr/>
          </p:nvSpPr>
          <p:spPr>
            <a:xfrm>
              <a:off x="5150203" y="3593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2" name="pt6132"/>
            <p:cNvSpPr/>
            <p:nvPr/>
          </p:nvSpPr>
          <p:spPr>
            <a:xfrm>
              <a:off x="5124727" y="35456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3" name="pt6133"/>
            <p:cNvSpPr/>
            <p:nvPr/>
          </p:nvSpPr>
          <p:spPr>
            <a:xfrm>
              <a:off x="5235701" y="3598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4" name="pt6134"/>
            <p:cNvSpPr/>
            <p:nvPr/>
          </p:nvSpPr>
          <p:spPr>
            <a:xfrm>
              <a:off x="5123097" y="3551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5" name="pt6135"/>
            <p:cNvSpPr/>
            <p:nvPr/>
          </p:nvSpPr>
          <p:spPr>
            <a:xfrm>
              <a:off x="5279160" y="3334606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6" name="pt6136"/>
            <p:cNvSpPr/>
            <p:nvPr/>
          </p:nvSpPr>
          <p:spPr>
            <a:xfrm>
              <a:off x="5124684" y="3589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7" name="pt6137"/>
            <p:cNvSpPr/>
            <p:nvPr/>
          </p:nvSpPr>
          <p:spPr>
            <a:xfrm>
              <a:off x="5222678" y="3534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8" name="pt6138"/>
            <p:cNvSpPr/>
            <p:nvPr/>
          </p:nvSpPr>
          <p:spPr>
            <a:xfrm>
              <a:off x="5262679" y="3552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39" name="pt6139"/>
            <p:cNvSpPr/>
            <p:nvPr/>
          </p:nvSpPr>
          <p:spPr>
            <a:xfrm>
              <a:off x="5054788" y="35656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0" name="pt6140"/>
            <p:cNvSpPr/>
            <p:nvPr/>
          </p:nvSpPr>
          <p:spPr>
            <a:xfrm>
              <a:off x="5151023" y="3696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1" name="pt6141"/>
            <p:cNvSpPr/>
            <p:nvPr/>
          </p:nvSpPr>
          <p:spPr>
            <a:xfrm>
              <a:off x="5054208" y="3578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2" name="pt6142"/>
            <p:cNvSpPr/>
            <p:nvPr/>
          </p:nvSpPr>
          <p:spPr>
            <a:xfrm>
              <a:off x="5085968" y="3765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3" name="pt6143"/>
            <p:cNvSpPr/>
            <p:nvPr/>
          </p:nvSpPr>
          <p:spPr>
            <a:xfrm>
              <a:off x="5155727" y="3541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4" name="pt6144"/>
            <p:cNvSpPr/>
            <p:nvPr/>
          </p:nvSpPr>
          <p:spPr>
            <a:xfrm>
              <a:off x="5174154" y="3601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5" name="pt6145"/>
            <p:cNvSpPr/>
            <p:nvPr/>
          </p:nvSpPr>
          <p:spPr>
            <a:xfrm>
              <a:off x="5143240" y="34073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6" name="pt6146"/>
            <p:cNvSpPr/>
            <p:nvPr/>
          </p:nvSpPr>
          <p:spPr>
            <a:xfrm>
              <a:off x="5120878" y="3604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7" name="pt6147"/>
            <p:cNvSpPr/>
            <p:nvPr/>
          </p:nvSpPr>
          <p:spPr>
            <a:xfrm>
              <a:off x="5173303" y="3645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8" name="pt6148"/>
            <p:cNvSpPr/>
            <p:nvPr/>
          </p:nvSpPr>
          <p:spPr>
            <a:xfrm>
              <a:off x="5132368" y="3593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49" name="pt6149"/>
            <p:cNvSpPr/>
            <p:nvPr/>
          </p:nvSpPr>
          <p:spPr>
            <a:xfrm>
              <a:off x="5179822" y="3581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0" name="pt6150"/>
            <p:cNvSpPr/>
            <p:nvPr/>
          </p:nvSpPr>
          <p:spPr>
            <a:xfrm>
              <a:off x="5108214" y="35885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1" name="pt6151"/>
            <p:cNvSpPr/>
            <p:nvPr/>
          </p:nvSpPr>
          <p:spPr>
            <a:xfrm>
              <a:off x="5220270" y="35545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2" name="pt6152"/>
            <p:cNvSpPr/>
            <p:nvPr/>
          </p:nvSpPr>
          <p:spPr>
            <a:xfrm>
              <a:off x="5157134" y="3313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3" name="pt6153"/>
            <p:cNvSpPr/>
            <p:nvPr/>
          </p:nvSpPr>
          <p:spPr>
            <a:xfrm>
              <a:off x="5188383" y="3557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4" name="pt6154"/>
            <p:cNvSpPr/>
            <p:nvPr/>
          </p:nvSpPr>
          <p:spPr>
            <a:xfrm>
              <a:off x="5189228" y="3809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5" name="pt6155"/>
            <p:cNvSpPr/>
            <p:nvPr/>
          </p:nvSpPr>
          <p:spPr>
            <a:xfrm>
              <a:off x="5165058" y="3707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6" name="pt6156"/>
            <p:cNvSpPr/>
            <p:nvPr/>
          </p:nvSpPr>
          <p:spPr>
            <a:xfrm>
              <a:off x="5167378" y="41124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7" name="pt6157"/>
            <p:cNvSpPr/>
            <p:nvPr/>
          </p:nvSpPr>
          <p:spPr>
            <a:xfrm>
              <a:off x="5184815" y="3889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8" name="pt6158"/>
            <p:cNvSpPr/>
            <p:nvPr/>
          </p:nvSpPr>
          <p:spPr>
            <a:xfrm>
              <a:off x="5117474" y="35397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59" name="pt6159"/>
            <p:cNvSpPr/>
            <p:nvPr/>
          </p:nvSpPr>
          <p:spPr>
            <a:xfrm>
              <a:off x="5198988" y="35667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0" name="pt6160"/>
            <p:cNvSpPr/>
            <p:nvPr/>
          </p:nvSpPr>
          <p:spPr>
            <a:xfrm>
              <a:off x="5160727" y="3546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1" name="pt6161"/>
            <p:cNvSpPr/>
            <p:nvPr/>
          </p:nvSpPr>
          <p:spPr>
            <a:xfrm>
              <a:off x="5137080" y="34034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2" name="pt6162"/>
            <p:cNvSpPr/>
            <p:nvPr/>
          </p:nvSpPr>
          <p:spPr>
            <a:xfrm>
              <a:off x="5140319" y="34193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3" name="pt6163"/>
            <p:cNvSpPr/>
            <p:nvPr/>
          </p:nvSpPr>
          <p:spPr>
            <a:xfrm>
              <a:off x="5092851" y="3541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4" name="pt6164"/>
            <p:cNvSpPr/>
            <p:nvPr/>
          </p:nvSpPr>
          <p:spPr>
            <a:xfrm>
              <a:off x="5122559" y="33695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5" name="pt6165"/>
            <p:cNvSpPr/>
            <p:nvPr/>
          </p:nvSpPr>
          <p:spPr>
            <a:xfrm>
              <a:off x="5140408" y="32671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6" name="pt6166"/>
            <p:cNvSpPr/>
            <p:nvPr/>
          </p:nvSpPr>
          <p:spPr>
            <a:xfrm>
              <a:off x="5188856" y="35410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7" name="pt6167"/>
            <p:cNvSpPr/>
            <p:nvPr/>
          </p:nvSpPr>
          <p:spPr>
            <a:xfrm>
              <a:off x="5156252" y="3549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8" name="pt6168"/>
            <p:cNvSpPr/>
            <p:nvPr/>
          </p:nvSpPr>
          <p:spPr>
            <a:xfrm>
              <a:off x="5090881" y="35785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69" name="pt6169"/>
            <p:cNvSpPr/>
            <p:nvPr/>
          </p:nvSpPr>
          <p:spPr>
            <a:xfrm>
              <a:off x="5159746" y="36195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0" name="pt6170"/>
            <p:cNvSpPr/>
            <p:nvPr/>
          </p:nvSpPr>
          <p:spPr>
            <a:xfrm>
              <a:off x="5115237" y="35798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1" name="pt6171"/>
            <p:cNvSpPr/>
            <p:nvPr/>
          </p:nvSpPr>
          <p:spPr>
            <a:xfrm>
              <a:off x="5178725" y="3580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2" name="pt6172"/>
            <p:cNvSpPr/>
            <p:nvPr/>
          </p:nvSpPr>
          <p:spPr>
            <a:xfrm>
              <a:off x="5140334" y="36212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3" name="pt6173"/>
            <p:cNvSpPr/>
            <p:nvPr/>
          </p:nvSpPr>
          <p:spPr>
            <a:xfrm>
              <a:off x="5137775" y="3389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4" name="pt6174"/>
            <p:cNvSpPr/>
            <p:nvPr/>
          </p:nvSpPr>
          <p:spPr>
            <a:xfrm>
              <a:off x="5117991" y="3556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5" name="pt6175"/>
            <p:cNvSpPr/>
            <p:nvPr/>
          </p:nvSpPr>
          <p:spPr>
            <a:xfrm>
              <a:off x="5109164" y="36072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6" name="pt6176"/>
            <p:cNvSpPr/>
            <p:nvPr/>
          </p:nvSpPr>
          <p:spPr>
            <a:xfrm>
              <a:off x="5184671" y="35072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7" name="pt6177"/>
            <p:cNvSpPr/>
            <p:nvPr/>
          </p:nvSpPr>
          <p:spPr>
            <a:xfrm>
              <a:off x="5164839" y="3598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8" name="pt6178"/>
            <p:cNvSpPr/>
            <p:nvPr/>
          </p:nvSpPr>
          <p:spPr>
            <a:xfrm>
              <a:off x="5116652" y="35375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79" name="pt6179"/>
            <p:cNvSpPr/>
            <p:nvPr/>
          </p:nvSpPr>
          <p:spPr>
            <a:xfrm>
              <a:off x="5165880" y="3484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0" name="pt6180"/>
            <p:cNvSpPr/>
            <p:nvPr/>
          </p:nvSpPr>
          <p:spPr>
            <a:xfrm>
              <a:off x="5126841" y="3521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1" name="pt6181"/>
            <p:cNvSpPr/>
            <p:nvPr/>
          </p:nvSpPr>
          <p:spPr>
            <a:xfrm>
              <a:off x="5162037" y="3528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2" name="pt6182"/>
            <p:cNvSpPr/>
            <p:nvPr/>
          </p:nvSpPr>
          <p:spPr>
            <a:xfrm>
              <a:off x="5159893" y="41469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3" name="pt6183"/>
            <p:cNvSpPr/>
            <p:nvPr/>
          </p:nvSpPr>
          <p:spPr>
            <a:xfrm>
              <a:off x="5158525" y="34492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4" name="pt6184"/>
            <p:cNvSpPr/>
            <p:nvPr/>
          </p:nvSpPr>
          <p:spPr>
            <a:xfrm>
              <a:off x="5173658" y="3275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5" name="pt6185"/>
            <p:cNvSpPr/>
            <p:nvPr/>
          </p:nvSpPr>
          <p:spPr>
            <a:xfrm>
              <a:off x="5141899" y="3505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6" name="pt6186"/>
            <p:cNvSpPr/>
            <p:nvPr/>
          </p:nvSpPr>
          <p:spPr>
            <a:xfrm>
              <a:off x="5148708" y="3491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7" name="pt6187"/>
            <p:cNvSpPr/>
            <p:nvPr/>
          </p:nvSpPr>
          <p:spPr>
            <a:xfrm>
              <a:off x="5138126" y="35369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8" name="pt6188"/>
            <p:cNvSpPr/>
            <p:nvPr/>
          </p:nvSpPr>
          <p:spPr>
            <a:xfrm>
              <a:off x="5175050" y="3525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89" name="pt6189"/>
            <p:cNvSpPr/>
            <p:nvPr/>
          </p:nvSpPr>
          <p:spPr>
            <a:xfrm>
              <a:off x="5162410" y="35668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0" name="pt6190"/>
            <p:cNvSpPr/>
            <p:nvPr/>
          </p:nvSpPr>
          <p:spPr>
            <a:xfrm>
              <a:off x="5180874" y="3666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1" name="pt6191"/>
            <p:cNvSpPr/>
            <p:nvPr/>
          </p:nvSpPr>
          <p:spPr>
            <a:xfrm>
              <a:off x="5193123" y="38106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2" name="pt6192"/>
            <p:cNvSpPr/>
            <p:nvPr/>
          </p:nvSpPr>
          <p:spPr>
            <a:xfrm>
              <a:off x="5247915" y="37228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3" name="pt6193"/>
            <p:cNvSpPr/>
            <p:nvPr/>
          </p:nvSpPr>
          <p:spPr>
            <a:xfrm>
              <a:off x="5151414" y="35471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4" name="pt6194"/>
            <p:cNvSpPr/>
            <p:nvPr/>
          </p:nvSpPr>
          <p:spPr>
            <a:xfrm>
              <a:off x="5062468" y="35596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5" name="pt6195"/>
            <p:cNvSpPr/>
            <p:nvPr/>
          </p:nvSpPr>
          <p:spPr>
            <a:xfrm>
              <a:off x="5147164" y="3555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6" name="pt6196"/>
            <p:cNvSpPr/>
            <p:nvPr/>
          </p:nvSpPr>
          <p:spPr>
            <a:xfrm>
              <a:off x="5215870" y="3582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7" name="pt6197"/>
            <p:cNvSpPr/>
            <p:nvPr/>
          </p:nvSpPr>
          <p:spPr>
            <a:xfrm>
              <a:off x="4988469" y="3573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8" name="pt6198"/>
            <p:cNvSpPr/>
            <p:nvPr/>
          </p:nvSpPr>
          <p:spPr>
            <a:xfrm>
              <a:off x="5142235" y="35161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199" name="pt6199"/>
            <p:cNvSpPr/>
            <p:nvPr/>
          </p:nvSpPr>
          <p:spPr>
            <a:xfrm>
              <a:off x="5176035" y="3513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0" name="pt6200"/>
            <p:cNvSpPr/>
            <p:nvPr/>
          </p:nvSpPr>
          <p:spPr>
            <a:xfrm>
              <a:off x="5127462" y="3538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1" name="pt6201"/>
            <p:cNvSpPr/>
            <p:nvPr/>
          </p:nvSpPr>
          <p:spPr>
            <a:xfrm>
              <a:off x="5173747" y="3402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2" name="pt6202"/>
            <p:cNvSpPr/>
            <p:nvPr/>
          </p:nvSpPr>
          <p:spPr>
            <a:xfrm>
              <a:off x="5070591" y="3581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3" name="pt6203"/>
            <p:cNvSpPr/>
            <p:nvPr/>
          </p:nvSpPr>
          <p:spPr>
            <a:xfrm>
              <a:off x="5115005" y="36207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4" name="pt6204"/>
            <p:cNvSpPr/>
            <p:nvPr/>
          </p:nvSpPr>
          <p:spPr>
            <a:xfrm>
              <a:off x="5180115" y="3503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5" name="pt6205"/>
            <p:cNvSpPr/>
            <p:nvPr/>
          </p:nvSpPr>
          <p:spPr>
            <a:xfrm>
              <a:off x="5118262" y="31758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6" name="pt6206"/>
            <p:cNvSpPr/>
            <p:nvPr/>
          </p:nvSpPr>
          <p:spPr>
            <a:xfrm>
              <a:off x="5240009" y="35601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7" name="pt6207"/>
            <p:cNvSpPr/>
            <p:nvPr/>
          </p:nvSpPr>
          <p:spPr>
            <a:xfrm>
              <a:off x="5118621" y="3563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8" name="pt6208"/>
            <p:cNvSpPr/>
            <p:nvPr/>
          </p:nvSpPr>
          <p:spPr>
            <a:xfrm>
              <a:off x="5137079" y="35708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09" name="pt6209"/>
            <p:cNvSpPr/>
            <p:nvPr/>
          </p:nvSpPr>
          <p:spPr>
            <a:xfrm>
              <a:off x="5169477" y="34686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0" name="pt6210"/>
            <p:cNvSpPr/>
            <p:nvPr/>
          </p:nvSpPr>
          <p:spPr>
            <a:xfrm>
              <a:off x="5177974" y="34872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1" name="pt6211"/>
            <p:cNvSpPr/>
            <p:nvPr/>
          </p:nvSpPr>
          <p:spPr>
            <a:xfrm>
              <a:off x="5153965" y="35434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2" name="pt6212"/>
            <p:cNvSpPr/>
            <p:nvPr/>
          </p:nvSpPr>
          <p:spPr>
            <a:xfrm>
              <a:off x="5184675" y="32149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3" name="pt6213"/>
            <p:cNvSpPr/>
            <p:nvPr/>
          </p:nvSpPr>
          <p:spPr>
            <a:xfrm>
              <a:off x="5132573" y="3556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4" name="pt6214"/>
            <p:cNvSpPr/>
            <p:nvPr/>
          </p:nvSpPr>
          <p:spPr>
            <a:xfrm>
              <a:off x="5139585" y="3575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5" name="pt6215"/>
            <p:cNvSpPr/>
            <p:nvPr/>
          </p:nvSpPr>
          <p:spPr>
            <a:xfrm>
              <a:off x="5118539" y="35854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6" name="pt6216"/>
            <p:cNvSpPr/>
            <p:nvPr/>
          </p:nvSpPr>
          <p:spPr>
            <a:xfrm>
              <a:off x="5151775" y="36688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7" name="pt6217"/>
            <p:cNvSpPr/>
            <p:nvPr/>
          </p:nvSpPr>
          <p:spPr>
            <a:xfrm>
              <a:off x="5132099" y="3556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8" name="pt6218"/>
            <p:cNvSpPr/>
            <p:nvPr/>
          </p:nvSpPr>
          <p:spPr>
            <a:xfrm>
              <a:off x="5186876" y="35887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19" name="pt6219"/>
            <p:cNvSpPr/>
            <p:nvPr/>
          </p:nvSpPr>
          <p:spPr>
            <a:xfrm>
              <a:off x="5106413" y="35324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0" name="pt6220"/>
            <p:cNvSpPr/>
            <p:nvPr/>
          </p:nvSpPr>
          <p:spPr>
            <a:xfrm>
              <a:off x="5137697" y="3544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1" name="pt6221"/>
            <p:cNvSpPr/>
            <p:nvPr/>
          </p:nvSpPr>
          <p:spPr>
            <a:xfrm>
              <a:off x="5167452" y="3527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2" name="pt6222"/>
            <p:cNvSpPr/>
            <p:nvPr/>
          </p:nvSpPr>
          <p:spPr>
            <a:xfrm>
              <a:off x="5162547" y="3540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3" name="pt6223"/>
            <p:cNvSpPr/>
            <p:nvPr/>
          </p:nvSpPr>
          <p:spPr>
            <a:xfrm>
              <a:off x="5158782" y="35231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4" name="pt6224"/>
            <p:cNvSpPr/>
            <p:nvPr/>
          </p:nvSpPr>
          <p:spPr>
            <a:xfrm>
              <a:off x="5148716" y="35017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5" name="pt6225"/>
            <p:cNvSpPr/>
            <p:nvPr/>
          </p:nvSpPr>
          <p:spPr>
            <a:xfrm>
              <a:off x="5129414" y="3530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6" name="pt6226"/>
            <p:cNvSpPr/>
            <p:nvPr/>
          </p:nvSpPr>
          <p:spPr>
            <a:xfrm>
              <a:off x="5200025" y="35521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7" name="pt6227"/>
            <p:cNvSpPr/>
            <p:nvPr/>
          </p:nvSpPr>
          <p:spPr>
            <a:xfrm>
              <a:off x="5181821" y="35603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8" name="pt6228"/>
            <p:cNvSpPr/>
            <p:nvPr/>
          </p:nvSpPr>
          <p:spPr>
            <a:xfrm>
              <a:off x="5172331" y="35368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29" name="pt6229"/>
            <p:cNvSpPr/>
            <p:nvPr/>
          </p:nvSpPr>
          <p:spPr>
            <a:xfrm>
              <a:off x="5152765" y="3482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0" name="pt6230"/>
            <p:cNvSpPr/>
            <p:nvPr/>
          </p:nvSpPr>
          <p:spPr>
            <a:xfrm>
              <a:off x="5180150" y="3581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1" name="pt6231"/>
            <p:cNvSpPr/>
            <p:nvPr/>
          </p:nvSpPr>
          <p:spPr>
            <a:xfrm>
              <a:off x="5211883" y="3487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2" name="pt6232"/>
            <p:cNvSpPr/>
            <p:nvPr/>
          </p:nvSpPr>
          <p:spPr>
            <a:xfrm>
              <a:off x="5128672" y="35594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3" name="pt6233"/>
            <p:cNvSpPr/>
            <p:nvPr/>
          </p:nvSpPr>
          <p:spPr>
            <a:xfrm>
              <a:off x="5206352" y="3555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4" name="pt6234"/>
            <p:cNvSpPr/>
            <p:nvPr/>
          </p:nvSpPr>
          <p:spPr>
            <a:xfrm>
              <a:off x="5105108" y="35555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5" name="pt6235"/>
            <p:cNvSpPr/>
            <p:nvPr/>
          </p:nvSpPr>
          <p:spPr>
            <a:xfrm>
              <a:off x="5099682" y="3545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6" name="pt6236"/>
            <p:cNvSpPr/>
            <p:nvPr/>
          </p:nvSpPr>
          <p:spPr>
            <a:xfrm>
              <a:off x="5143136" y="3568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7" name="pt6237"/>
            <p:cNvSpPr/>
            <p:nvPr/>
          </p:nvSpPr>
          <p:spPr>
            <a:xfrm>
              <a:off x="5313184" y="3599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8" name="pt6238"/>
            <p:cNvSpPr/>
            <p:nvPr/>
          </p:nvSpPr>
          <p:spPr>
            <a:xfrm>
              <a:off x="5035080" y="3516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39" name="pt6239"/>
            <p:cNvSpPr/>
            <p:nvPr/>
          </p:nvSpPr>
          <p:spPr>
            <a:xfrm>
              <a:off x="5174617" y="35648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0" name="pt6240"/>
            <p:cNvSpPr/>
            <p:nvPr/>
          </p:nvSpPr>
          <p:spPr>
            <a:xfrm>
              <a:off x="5184843" y="35514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1" name="pt6241"/>
            <p:cNvSpPr/>
            <p:nvPr/>
          </p:nvSpPr>
          <p:spPr>
            <a:xfrm>
              <a:off x="5172176" y="3590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2" name="pt6242"/>
            <p:cNvSpPr/>
            <p:nvPr/>
          </p:nvSpPr>
          <p:spPr>
            <a:xfrm>
              <a:off x="5073067" y="35910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3" name="pt6243"/>
            <p:cNvSpPr/>
            <p:nvPr/>
          </p:nvSpPr>
          <p:spPr>
            <a:xfrm>
              <a:off x="5133354" y="40794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4" name="pt6244"/>
            <p:cNvSpPr/>
            <p:nvPr/>
          </p:nvSpPr>
          <p:spPr>
            <a:xfrm>
              <a:off x="5127879" y="3561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5" name="pt6245"/>
            <p:cNvSpPr/>
            <p:nvPr/>
          </p:nvSpPr>
          <p:spPr>
            <a:xfrm>
              <a:off x="5162209" y="3582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6" name="pt6246"/>
            <p:cNvSpPr/>
            <p:nvPr/>
          </p:nvSpPr>
          <p:spPr>
            <a:xfrm>
              <a:off x="5152389" y="3526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7" name="pt6247"/>
            <p:cNvSpPr/>
            <p:nvPr/>
          </p:nvSpPr>
          <p:spPr>
            <a:xfrm>
              <a:off x="5190368" y="3517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8" name="pt6248"/>
            <p:cNvSpPr/>
            <p:nvPr/>
          </p:nvSpPr>
          <p:spPr>
            <a:xfrm>
              <a:off x="5167198" y="35499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49" name="pt6249"/>
            <p:cNvSpPr/>
            <p:nvPr/>
          </p:nvSpPr>
          <p:spPr>
            <a:xfrm>
              <a:off x="5171914" y="3563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0" name="pt6250"/>
            <p:cNvSpPr/>
            <p:nvPr/>
          </p:nvSpPr>
          <p:spPr>
            <a:xfrm>
              <a:off x="5186092" y="3536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1" name="pt6251"/>
            <p:cNvSpPr/>
            <p:nvPr/>
          </p:nvSpPr>
          <p:spPr>
            <a:xfrm>
              <a:off x="5160049" y="3583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2" name="pt6252"/>
            <p:cNvSpPr/>
            <p:nvPr/>
          </p:nvSpPr>
          <p:spPr>
            <a:xfrm>
              <a:off x="5174849" y="35772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3" name="pt6253"/>
            <p:cNvSpPr/>
            <p:nvPr/>
          </p:nvSpPr>
          <p:spPr>
            <a:xfrm>
              <a:off x="5230116" y="3518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4" name="pt6254"/>
            <p:cNvSpPr/>
            <p:nvPr/>
          </p:nvSpPr>
          <p:spPr>
            <a:xfrm>
              <a:off x="5141847" y="35479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5" name="pt6255"/>
            <p:cNvSpPr/>
            <p:nvPr/>
          </p:nvSpPr>
          <p:spPr>
            <a:xfrm>
              <a:off x="5120489" y="35459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6" name="pt6256"/>
            <p:cNvSpPr/>
            <p:nvPr/>
          </p:nvSpPr>
          <p:spPr>
            <a:xfrm>
              <a:off x="5140235" y="3543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7" name="pt6257"/>
            <p:cNvSpPr/>
            <p:nvPr/>
          </p:nvSpPr>
          <p:spPr>
            <a:xfrm>
              <a:off x="5130609" y="3554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8" name="pt6258"/>
            <p:cNvSpPr/>
            <p:nvPr/>
          </p:nvSpPr>
          <p:spPr>
            <a:xfrm>
              <a:off x="5095942" y="35585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59" name="pt6259"/>
            <p:cNvSpPr/>
            <p:nvPr/>
          </p:nvSpPr>
          <p:spPr>
            <a:xfrm>
              <a:off x="5151779" y="35630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0" name="pt6260"/>
            <p:cNvSpPr/>
            <p:nvPr/>
          </p:nvSpPr>
          <p:spPr>
            <a:xfrm>
              <a:off x="5190955" y="35618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1" name="pt6261"/>
            <p:cNvSpPr/>
            <p:nvPr/>
          </p:nvSpPr>
          <p:spPr>
            <a:xfrm>
              <a:off x="5131895" y="3162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2" name="pt6262"/>
            <p:cNvSpPr/>
            <p:nvPr/>
          </p:nvSpPr>
          <p:spPr>
            <a:xfrm>
              <a:off x="5084526" y="3472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3" name="pt6263"/>
            <p:cNvSpPr/>
            <p:nvPr/>
          </p:nvSpPr>
          <p:spPr>
            <a:xfrm>
              <a:off x="5182202" y="3602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4" name="pt6264"/>
            <p:cNvSpPr/>
            <p:nvPr/>
          </p:nvSpPr>
          <p:spPr>
            <a:xfrm>
              <a:off x="5045845" y="3697905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5" name="pt6265"/>
            <p:cNvSpPr/>
            <p:nvPr/>
          </p:nvSpPr>
          <p:spPr>
            <a:xfrm>
              <a:off x="5177659" y="3541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6" name="pt6266"/>
            <p:cNvSpPr/>
            <p:nvPr/>
          </p:nvSpPr>
          <p:spPr>
            <a:xfrm>
              <a:off x="5101015" y="3696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7" name="pt6267"/>
            <p:cNvSpPr/>
            <p:nvPr/>
          </p:nvSpPr>
          <p:spPr>
            <a:xfrm>
              <a:off x="5162205" y="40427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8" name="pt6268"/>
            <p:cNvSpPr/>
            <p:nvPr/>
          </p:nvSpPr>
          <p:spPr>
            <a:xfrm>
              <a:off x="5210737" y="35442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69" name="pt6269"/>
            <p:cNvSpPr/>
            <p:nvPr/>
          </p:nvSpPr>
          <p:spPr>
            <a:xfrm>
              <a:off x="4986660" y="35877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0" name="pt6270"/>
            <p:cNvSpPr/>
            <p:nvPr/>
          </p:nvSpPr>
          <p:spPr>
            <a:xfrm>
              <a:off x="5122136" y="3503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1" name="pt6271"/>
            <p:cNvSpPr/>
            <p:nvPr/>
          </p:nvSpPr>
          <p:spPr>
            <a:xfrm>
              <a:off x="5194655" y="3570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2" name="pt6272"/>
            <p:cNvSpPr/>
            <p:nvPr/>
          </p:nvSpPr>
          <p:spPr>
            <a:xfrm>
              <a:off x="5148250" y="3600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3" name="pt6273"/>
            <p:cNvSpPr/>
            <p:nvPr/>
          </p:nvSpPr>
          <p:spPr>
            <a:xfrm>
              <a:off x="5096925" y="35839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4" name="pt6274"/>
            <p:cNvSpPr/>
            <p:nvPr/>
          </p:nvSpPr>
          <p:spPr>
            <a:xfrm>
              <a:off x="5112420" y="34956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5" name="pt6275"/>
            <p:cNvSpPr/>
            <p:nvPr/>
          </p:nvSpPr>
          <p:spPr>
            <a:xfrm>
              <a:off x="5210651" y="35720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6" name="pt6276"/>
            <p:cNvSpPr/>
            <p:nvPr/>
          </p:nvSpPr>
          <p:spPr>
            <a:xfrm>
              <a:off x="5170961" y="3311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7" name="pt6277"/>
            <p:cNvSpPr/>
            <p:nvPr/>
          </p:nvSpPr>
          <p:spPr>
            <a:xfrm>
              <a:off x="5151645" y="3531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8" name="pt6278"/>
            <p:cNvSpPr/>
            <p:nvPr/>
          </p:nvSpPr>
          <p:spPr>
            <a:xfrm>
              <a:off x="5120186" y="35326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79" name="pt6279"/>
            <p:cNvSpPr/>
            <p:nvPr/>
          </p:nvSpPr>
          <p:spPr>
            <a:xfrm>
              <a:off x="5144585" y="3532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0" name="pt6280"/>
            <p:cNvSpPr/>
            <p:nvPr/>
          </p:nvSpPr>
          <p:spPr>
            <a:xfrm>
              <a:off x="5136792" y="36440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1" name="pt6281"/>
            <p:cNvSpPr/>
            <p:nvPr/>
          </p:nvSpPr>
          <p:spPr>
            <a:xfrm>
              <a:off x="5105103" y="35724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2" name="pt6282"/>
            <p:cNvSpPr/>
            <p:nvPr/>
          </p:nvSpPr>
          <p:spPr>
            <a:xfrm>
              <a:off x="5166248" y="3580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3" name="pt6283"/>
            <p:cNvSpPr/>
            <p:nvPr/>
          </p:nvSpPr>
          <p:spPr>
            <a:xfrm>
              <a:off x="5214802" y="35303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4" name="pt6284"/>
            <p:cNvSpPr/>
            <p:nvPr/>
          </p:nvSpPr>
          <p:spPr>
            <a:xfrm>
              <a:off x="5141357" y="32314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5" name="pt6285"/>
            <p:cNvSpPr/>
            <p:nvPr/>
          </p:nvSpPr>
          <p:spPr>
            <a:xfrm>
              <a:off x="5152969" y="3559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6" name="pt6286"/>
            <p:cNvSpPr/>
            <p:nvPr/>
          </p:nvSpPr>
          <p:spPr>
            <a:xfrm>
              <a:off x="5213909" y="35643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7" name="pt6287"/>
            <p:cNvSpPr/>
            <p:nvPr/>
          </p:nvSpPr>
          <p:spPr>
            <a:xfrm>
              <a:off x="5194324" y="3513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8" name="pt6288"/>
            <p:cNvSpPr/>
            <p:nvPr/>
          </p:nvSpPr>
          <p:spPr>
            <a:xfrm>
              <a:off x="5130076" y="3417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89" name="pt6289"/>
            <p:cNvSpPr/>
            <p:nvPr/>
          </p:nvSpPr>
          <p:spPr>
            <a:xfrm>
              <a:off x="5153033" y="3564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0" name="pt6290"/>
            <p:cNvSpPr/>
            <p:nvPr/>
          </p:nvSpPr>
          <p:spPr>
            <a:xfrm>
              <a:off x="5195338" y="34937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1" name="pt6291"/>
            <p:cNvSpPr/>
            <p:nvPr/>
          </p:nvSpPr>
          <p:spPr>
            <a:xfrm>
              <a:off x="5184100" y="35784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2" name="pt6292"/>
            <p:cNvSpPr/>
            <p:nvPr/>
          </p:nvSpPr>
          <p:spPr>
            <a:xfrm>
              <a:off x="5184300" y="35864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3" name="pt6293"/>
            <p:cNvSpPr/>
            <p:nvPr/>
          </p:nvSpPr>
          <p:spPr>
            <a:xfrm>
              <a:off x="5126826" y="3207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4" name="pt6294"/>
            <p:cNvSpPr/>
            <p:nvPr/>
          </p:nvSpPr>
          <p:spPr>
            <a:xfrm>
              <a:off x="5112767" y="3521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5" name="pt6295"/>
            <p:cNvSpPr/>
            <p:nvPr/>
          </p:nvSpPr>
          <p:spPr>
            <a:xfrm>
              <a:off x="5155838" y="3605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6" name="pt6296"/>
            <p:cNvSpPr/>
            <p:nvPr/>
          </p:nvSpPr>
          <p:spPr>
            <a:xfrm>
              <a:off x="5028152" y="3669674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7" name="pt6297"/>
            <p:cNvSpPr/>
            <p:nvPr/>
          </p:nvSpPr>
          <p:spPr>
            <a:xfrm>
              <a:off x="5136590" y="3485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8" name="pt6298"/>
            <p:cNvSpPr/>
            <p:nvPr/>
          </p:nvSpPr>
          <p:spPr>
            <a:xfrm>
              <a:off x="5109886" y="3651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299" name="pt6299"/>
            <p:cNvSpPr/>
            <p:nvPr/>
          </p:nvSpPr>
          <p:spPr>
            <a:xfrm>
              <a:off x="5135154" y="35364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0" name="pt6300"/>
            <p:cNvSpPr/>
            <p:nvPr/>
          </p:nvSpPr>
          <p:spPr>
            <a:xfrm>
              <a:off x="5127793" y="3458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1" name="pt6301"/>
            <p:cNvSpPr/>
            <p:nvPr/>
          </p:nvSpPr>
          <p:spPr>
            <a:xfrm>
              <a:off x="5153661" y="3229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2" name="pt6302"/>
            <p:cNvSpPr/>
            <p:nvPr/>
          </p:nvSpPr>
          <p:spPr>
            <a:xfrm>
              <a:off x="5134750" y="3529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3" name="pt6303"/>
            <p:cNvSpPr/>
            <p:nvPr/>
          </p:nvSpPr>
          <p:spPr>
            <a:xfrm>
              <a:off x="5203183" y="35650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4" name="pt6304"/>
            <p:cNvSpPr/>
            <p:nvPr/>
          </p:nvSpPr>
          <p:spPr>
            <a:xfrm>
              <a:off x="5246909" y="35146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5" name="pt6305"/>
            <p:cNvSpPr/>
            <p:nvPr/>
          </p:nvSpPr>
          <p:spPr>
            <a:xfrm>
              <a:off x="5159687" y="3577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6" name="pt6306"/>
            <p:cNvSpPr/>
            <p:nvPr/>
          </p:nvSpPr>
          <p:spPr>
            <a:xfrm>
              <a:off x="5200774" y="3544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7" name="pt6307"/>
            <p:cNvSpPr/>
            <p:nvPr/>
          </p:nvSpPr>
          <p:spPr>
            <a:xfrm>
              <a:off x="5159649" y="35472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8" name="pt6308"/>
            <p:cNvSpPr/>
            <p:nvPr/>
          </p:nvSpPr>
          <p:spPr>
            <a:xfrm>
              <a:off x="5181141" y="2818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09" name="pt6309"/>
            <p:cNvSpPr/>
            <p:nvPr/>
          </p:nvSpPr>
          <p:spPr>
            <a:xfrm>
              <a:off x="5090650" y="35899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0" name="pt6310"/>
            <p:cNvSpPr/>
            <p:nvPr/>
          </p:nvSpPr>
          <p:spPr>
            <a:xfrm>
              <a:off x="5119858" y="34627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1" name="pt6311"/>
            <p:cNvSpPr/>
            <p:nvPr/>
          </p:nvSpPr>
          <p:spPr>
            <a:xfrm>
              <a:off x="5201856" y="35236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2" name="pt6312"/>
            <p:cNvSpPr/>
            <p:nvPr/>
          </p:nvSpPr>
          <p:spPr>
            <a:xfrm>
              <a:off x="5141213" y="34347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3" name="pt6313"/>
            <p:cNvSpPr/>
            <p:nvPr/>
          </p:nvSpPr>
          <p:spPr>
            <a:xfrm>
              <a:off x="5170468" y="35733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4" name="pt6314"/>
            <p:cNvSpPr/>
            <p:nvPr/>
          </p:nvSpPr>
          <p:spPr>
            <a:xfrm>
              <a:off x="5150544" y="36269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5" name="pt6315"/>
            <p:cNvSpPr/>
            <p:nvPr/>
          </p:nvSpPr>
          <p:spPr>
            <a:xfrm>
              <a:off x="5094638" y="35727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6" name="pt6316"/>
            <p:cNvSpPr/>
            <p:nvPr/>
          </p:nvSpPr>
          <p:spPr>
            <a:xfrm>
              <a:off x="5100418" y="3588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7" name="pt6317"/>
            <p:cNvSpPr/>
            <p:nvPr/>
          </p:nvSpPr>
          <p:spPr>
            <a:xfrm>
              <a:off x="5161171" y="3641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8" name="pt6318"/>
            <p:cNvSpPr/>
            <p:nvPr/>
          </p:nvSpPr>
          <p:spPr>
            <a:xfrm>
              <a:off x="5177202" y="3544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19" name="pt6319"/>
            <p:cNvSpPr/>
            <p:nvPr/>
          </p:nvSpPr>
          <p:spPr>
            <a:xfrm>
              <a:off x="5231180" y="3512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0" name="pt6320"/>
            <p:cNvSpPr/>
            <p:nvPr/>
          </p:nvSpPr>
          <p:spPr>
            <a:xfrm>
              <a:off x="5174395" y="3537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1" name="pt6321"/>
            <p:cNvSpPr/>
            <p:nvPr/>
          </p:nvSpPr>
          <p:spPr>
            <a:xfrm>
              <a:off x="5127250" y="35522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2" name="pt6322"/>
            <p:cNvSpPr/>
            <p:nvPr/>
          </p:nvSpPr>
          <p:spPr>
            <a:xfrm>
              <a:off x="5172233" y="3683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3" name="pt6323"/>
            <p:cNvSpPr/>
            <p:nvPr/>
          </p:nvSpPr>
          <p:spPr>
            <a:xfrm>
              <a:off x="5176156" y="3552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4" name="pt6324"/>
            <p:cNvSpPr/>
            <p:nvPr/>
          </p:nvSpPr>
          <p:spPr>
            <a:xfrm>
              <a:off x="5051506" y="35128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5" name="pt6325"/>
            <p:cNvSpPr/>
            <p:nvPr/>
          </p:nvSpPr>
          <p:spPr>
            <a:xfrm>
              <a:off x="5156335" y="3581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6" name="pt6326"/>
            <p:cNvSpPr/>
            <p:nvPr/>
          </p:nvSpPr>
          <p:spPr>
            <a:xfrm>
              <a:off x="5178152" y="35521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7" name="pt6327"/>
            <p:cNvSpPr/>
            <p:nvPr/>
          </p:nvSpPr>
          <p:spPr>
            <a:xfrm>
              <a:off x="5116712" y="3518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8" name="pt6328"/>
            <p:cNvSpPr/>
            <p:nvPr/>
          </p:nvSpPr>
          <p:spPr>
            <a:xfrm>
              <a:off x="5133914" y="35791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29" name="pt6329"/>
            <p:cNvSpPr/>
            <p:nvPr/>
          </p:nvSpPr>
          <p:spPr>
            <a:xfrm>
              <a:off x="5123586" y="35618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0" name="pt6330"/>
            <p:cNvSpPr/>
            <p:nvPr/>
          </p:nvSpPr>
          <p:spPr>
            <a:xfrm>
              <a:off x="5135103" y="35122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1" name="pt6331"/>
            <p:cNvSpPr/>
            <p:nvPr/>
          </p:nvSpPr>
          <p:spPr>
            <a:xfrm>
              <a:off x="5133747" y="35585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2" name="pt6332"/>
            <p:cNvSpPr/>
            <p:nvPr/>
          </p:nvSpPr>
          <p:spPr>
            <a:xfrm>
              <a:off x="5175191" y="35771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3" name="pt6333"/>
            <p:cNvSpPr/>
            <p:nvPr/>
          </p:nvSpPr>
          <p:spPr>
            <a:xfrm>
              <a:off x="5183724" y="3503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4" name="pt6334"/>
            <p:cNvSpPr/>
            <p:nvPr/>
          </p:nvSpPr>
          <p:spPr>
            <a:xfrm>
              <a:off x="5179977" y="3531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5" name="pt6335"/>
            <p:cNvSpPr/>
            <p:nvPr/>
          </p:nvSpPr>
          <p:spPr>
            <a:xfrm>
              <a:off x="5160316" y="34736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6" name="pt6336"/>
            <p:cNvSpPr/>
            <p:nvPr/>
          </p:nvSpPr>
          <p:spPr>
            <a:xfrm>
              <a:off x="5132968" y="3649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7" name="pt6337"/>
            <p:cNvSpPr/>
            <p:nvPr/>
          </p:nvSpPr>
          <p:spPr>
            <a:xfrm>
              <a:off x="5176327" y="35853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8" name="pt6338"/>
            <p:cNvSpPr/>
            <p:nvPr/>
          </p:nvSpPr>
          <p:spPr>
            <a:xfrm>
              <a:off x="5151973" y="3381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39" name="pt6339"/>
            <p:cNvSpPr/>
            <p:nvPr/>
          </p:nvSpPr>
          <p:spPr>
            <a:xfrm>
              <a:off x="5097116" y="3560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0" name="pt6340"/>
            <p:cNvSpPr/>
            <p:nvPr/>
          </p:nvSpPr>
          <p:spPr>
            <a:xfrm>
              <a:off x="5182790" y="3477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1" name="pt6341"/>
            <p:cNvSpPr/>
            <p:nvPr/>
          </p:nvSpPr>
          <p:spPr>
            <a:xfrm>
              <a:off x="5167991" y="35425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2" name="pt6342"/>
            <p:cNvSpPr/>
            <p:nvPr/>
          </p:nvSpPr>
          <p:spPr>
            <a:xfrm>
              <a:off x="5224424" y="3457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3" name="pt6343"/>
            <p:cNvSpPr/>
            <p:nvPr/>
          </p:nvSpPr>
          <p:spPr>
            <a:xfrm>
              <a:off x="5108393" y="3541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4" name="pt6344"/>
            <p:cNvSpPr/>
            <p:nvPr/>
          </p:nvSpPr>
          <p:spPr>
            <a:xfrm>
              <a:off x="5143768" y="35676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5" name="pt6345"/>
            <p:cNvSpPr/>
            <p:nvPr/>
          </p:nvSpPr>
          <p:spPr>
            <a:xfrm>
              <a:off x="5089498" y="3559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6" name="pt6346"/>
            <p:cNvSpPr/>
            <p:nvPr/>
          </p:nvSpPr>
          <p:spPr>
            <a:xfrm>
              <a:off x="5038425" y="3538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7" name="pt6347"/>
            <p:cNvSpPr/>
            <p:nvPr/>
          </p:nvSpPr>
          <p:spPr>
            <a:xfrm>
              <a:off x="5202953" y="3493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8" name="pt6348"/>
            <p:cNvSpPr/>
            <p:nvPr/>
          </p:nvSpPr>
          <p:spPr>
            <a:xfrm>
              <a:off x="5151506" y="3420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49" name="pt6349"/>
            <p:cNvSpPr/>
            <p:nvPr/>
          </p:nvSpPr>
          <p:spPr>
            <a:xfrm>
              <a:off x="5198336" y="33195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0" name="pt6350"/>
            <p:cNvSpPr/>
            <p:nvPr/>
          </p:nvSpPr>
          <p:spPr>
            <a:xfrm>
              <a:off x="5082701" y="3435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1" name="pt6351"/>
            <p:cNvSpPr/>
            <p:nvPr/>
          </p:nvSpPr>
          <p:spPr>
            <a:xfrm>
              <a:off x="5143007" y="34127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2" name="pt6352"/>
            <p:cNvSpPr/>
            <p:nvPr/>
          </p:nvSpPr>
          <p:spPr>
            <a:xfrm>
              <a:off x="5180281" y="35561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3" name="pt6353"/>
            <p:cNvSpPr/>
            <p:nvPr/>
          </p:nvSpPr>
          <p:spPr>
            <a:xfrm>
              <a:off x="5159915" y="3437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4" name="pt6354"/>
            <p:cNvSpPr/>
            <p:nvPr/>
          </p:nvSpPr>
          <p:spPr>
            <a:xfrm>
              <a:off x="5202134" y="3554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5" name="pt6355"/>
            <p:cNvSpPr/>
            <p:nvPr/>
          </p:nvSpPr>
          <p:spPr>
            <a:xfrm>
              <a:off x="5195431" y="37029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6" name="pt6356"/>
            <p:cNvSpPr/>
            <p:nvPr/>
          </p:nvSpPr>
          <p:spPr>
            <a:xfrm>
              <a:off x="5158158" y="31643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7" name="pt6357"/>
            <p:cNvSpPr/>
            <p:nvPr/>
          </p:nvSpPr>
          <p:spPr>
            <a:xfrm>
              <a:off x="5151630" y="32289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8" name="pt6358"/>
            <p:cNvSpPr/>
            <p:nvPr/>
          </p:nvSpPr>
          <p:spPr>
            <a:xfrm>
              <a:off x="5165102" y="3524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59" name="pt6359"/>
            <p:cNvSpPr/>
            <p:nvPr/>
          </p:nvSpPr>
          <p:spPr>
            <a:xfrm>
              <a:off x="5213488" y="35671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0" name="pt6360"/>
            <p:cNvSpPr/>
            <p:nvPr/>
          </p:nvSpPr>
          <p:spPr>
            <a:xfrm>
              <a:off x="5204227" y="35280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1" name="pt6361"/>
            <p:cNvSpPr/>
            <p:nvPr/>
          </p:nvSpPr>
          <p:spPr>
            <a:xfrm>
              <a:off x="5215367" y="3597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2" name="pt6362"/>
            <p:cNvSpPr/>
            <p:nvPr/>
          </p:nvSpPr>
          <p:spPr>
            <a:xfrm>
              <a:off x="5171509" y="35500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3" name="pt6363"/>
            <p:cNvSpPr/>
            <p:nvPr/>
          </p:nvSpPr>
          <p:spPr>
            <a:xfrm>
              <a:off x="5136365" y="35310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4" name="pt6364"/>
            <p:cNvSpPr/>
            <p:nvPr/>
          </p:nvSpPr>
          <p:spPr>
            <a:xfrm>
              <a:off x="5169269" y="32766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5" name="pt6365"/>
            <p:cNvSpPr/>
            <p:nvPr/>
          </p:nvSpPr>
          <p:spPr>
            <a:xfrm>
              <a:off x="5165008" y="33110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6" name="pt6366"/>
            <p:cNvSpPr/>
            <p:nvPr/>
          </p:nvSpPr>
          <p:spPr>
            <a:xfrm>
              <a:off x="5181925" y="35073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7" name="pt6367"/>
            <p:cNvSpPr/>
            <p:nvPr/>
          </p:nvSpPr>
          <p:spPr>
            <a:xfrm>
              <a:off x="5060108" y="3579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8" name="pt6368"/>
            <p:cNvSpPr/>
            <p:nvPr/>
          </p:nvSpPr>
          <p:spPr>
            <a:xfrm>
              <a:off x="5158448" y="3568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69" name="pt6369"/>
            <p:cNvSpPr/>
            <p:nvPr/>
          </p:nvSpPr>
          <p:spPr>
            <a:xfrm>
              <a:off x="5166108" y="35770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0" name="pt6370"/>
            <p:cNvSpPr/>
            <p:nvPr/>
          </p:nvSpPr>
          <p:spPr>
            <a:xfrm>
              <a:off x="5162342" y="35379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1" name="pt6371"/>
            <p:cNvSpPr/>
            <p:nvPr/>
          </p:nvSpPr>
          <p:spPr>
            <a:xfrm>
              <a:off x="5171797" y="3547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2" name="pt6372"/>
            <p:cNvSpPr/>
            <p:nvPr/>
          </p:nvSpPr>
          <p:spPr>
            <a:xfrm>
              <a:off x="5224791" y="3366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3" name="pt6373"/>
            <p:cNvSpPr/>
            <p:nvPr/>
          </p:nvSpPr>
          <p:spPr>
            <a:xfrm>
              <a:off x="5186110" y="35351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4" name="pt6374"/>
            <p:cNvSpPr/>
            <p:nvPr/>
          </p:nvSpPr>
          <p:spPr>
            <a:xfrm>
              <a:off x="5099877" y="3554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5" name="pt6375"/>
            <p:cNvSpPr/>
            <p:nvPr/>
          </p:nvSpPr>
          <p:spPr>
            <a:xfrm>
              <a:off x="5219606" y="3537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6" name="pt6376"/>
            <p:cNvSpPr/>
            <p:nvPr/>
          </p:nvSpPr>
          <p:spPr>
            <a:xfrm>
              <a:off x="5211120" y="36020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7" name="pt6377"/>
            <p:cNvSpPr/>
            <p:nvPr/>
          </p:nvSpPr>
          <p:spPr>
            <a:xfrm>
              <a:off x="5179953" y="35703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8" name="pt6378"/>
            <p:cNvSpPr/>
            <p:nvPr/>
          </p:nvSpPr>
          <p:spPr>
            <a:xfrm>
              <a:off x="5202805" y="3410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79" name="pt6379"/>
            <p:cNvSpPr/>
            <p:nvPr/>
          </p:nvSpPr>
          <p:spPr>
            <a:xfrm>
              <a:off x="5131630" y="3545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0" name="pt6380"/>
            <p:cNvSpPr/>
            <p:nvPr/>
          </p:nvSpPr>
          <p:spPr>
            <a:xfrm>
              <a:off x="5144959" y="3554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1" name="pt6381"/>
            <p:cNvSpPr/>
            <p:nvPr/>
          </p:nvSpPr>
          <p:spPr>
            <a:xfrm>
              <a:off x="5125461" y="36559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2" name="pt6382"/>
            <p:cNvSpPr/>
            <p:nvPr/>
          </p:nvSpPr>
          <p:spPr>
            <a:xfrm>
              <a:off x="5108853" y="3547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3" name="pt6383"/>
            <p:cNvSpPr/>
            <p:nvPr/>
          </p:nvSpPr>
          <p:spPr>
            <a:xfrm>
              <a:off x="5194390" y="3611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4" name="pt6384"/>
            <p:cNvSpPr/>
            <p:nvPr/>
          </p:nvSpPr>
          <p:spPr>
            <a:xfrm>
              <a:off x="5176442" y="3586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5" name="pt6385"/>
            <p:cNvSpPr/>
            <p:nvPr/>
          </p:nvSpPr>
          <p:spPr>
            <a:xfrm>
              <a:off x="5157578" y="3566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6" name="pt6386"/>
            <p:cNvSpPr/>
            <p:nvPr/>
          </p:nvSpPr>
          <p:spPr>
            <a:xfrm>
              <a:off x="5128844" y="36179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7" name="pt6387"/>
            <p:cNvSpPr/>
            <p:nvPr/>
          </p:nvSpPr>
          <p:spPr>
            <a:xfrm>
              <a:off x="5158032" y="35782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8" name="pt6388"/>
            <p:cNvSpPr/>
            <p:nvPr/>
          </p:nvSpPr>
          <p:spPr>
            <a:xfrm>
              <a:off x="5069392" y="3470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89" name="pt6389"/>
            <p:cNvSpPr/>
            <p:nvPr/>
          </p:nvSpPr>
          <p:spPr>
            <a:xfrm>
              <a:off x="5135157" y="3590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0" name="pt6390"/>
            <p:cNvSpPr/>
            <p:nvPr/>
          </p:nvSpPr>
          <p:spPr>
            <a:xfrm>
              <a:off x="5131275" y="3556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1" name="pt6391"/>
            <p:cNvSpPr/>
            <p:nvPr/>
          </p:nvSpPr>
          <p:spPr>
            <a:xfrm>
              <a:off x="5186340" y="35954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2" name="pt6392"/>
            <p:cNvSpPr/>
            <p:nvPr/>
          </p:nvSpPr>
          <p:spPr>
            <a:xfrm>
              <a:off x="5036100" y="3560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3" name="pt6393"/>
            <p:cNvSpPr/>
            <p:nvPr/>
          </p:nvSpPr>
          <p:spPr>
            <a:xfrm>
              <a:off x="5041724" y="36063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4" name="pt6394"/>
            <p:cNvSpPr/>
            <p:nvPr/>
          </p:nvSpPr>
          <p:spPr>
            <a:xfrm>
              <a:off x="5148235" y="35124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5" name="pt6395"/>
            <p:cNvSpPr/>
            <p:nvPr/>
          </p:nvSpPr>
          <p:spPr>
            <a:xfrm>
              <a:off x="5187731" y="3576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6" name="pt6396"/>
            <p:cNvSpPr/>
            <p:nvPr/>
          </p:nvSpPr>
          <p:spPr>
            <a:xfrm>
              <a:off x="5198749" y="34263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7" name="pt6397"/>
            <p:cNvSpPr/>
            <p:nvPr/>
          </p:nvSpPr>
          <p:spPr>
            <a:xfrm>
              <a:off x="5342169" y="3558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8" name="pt6398"/>
            <p:cNvSpPr/>
            <p:nvPr/>
          </p:nvSpPr>
          <p:spPr>
            <a:xfrm>
              <a:off x="5123916" y="3501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399" name="pt6399"/>
            <p:cNvSpPr/>
            <p:nvPr/>
          </p:nvSpPr>
          <p:spPr>
            <a:xfrm>
              <a:off x="5194357" y="3630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0" name="pt6400"/>
            <p:cNvSpPr/>
            <p:nvPr/>
          </p:nvSpPr>
          <p:spPr>
            <a:xfrm>
              <a:off x="5195700" y="3591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1" name="pt6401"/>
            <p:cNvSpPr/>
            <p:nvPr/>
          </p:nvSpPr>
          <p:spPr>
            <a:xfrm>
              <a:off x="5170385" y="35209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2" name="pt6402"/>
            <p:cNvSpPr/>
            <p:nvPr/>
          </p:nvSpPr>
          <p:spPr>
            <a:xfrm>
              <a:off x="5165306" y="3332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3" name="pt6403"/>
            <p:cNvSpPr/>
            <p:nvPr/>
          </p:nvSpPr>
          <p:spPr>
            <a:xfrm>
              <a:off x="5136389" y="3557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4" name="pt6404"/>
            <p:cNvSpPr/>
            <p:nvPr/>
          </p:nvSpPr>
          <p:spPr>
            <a:xfrm>
              <a:off x="5150871" y="3542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5" name="pt6405"/>
            <p:cNvSpPr/>
            <p:nvPr/>
          </p:nvSpPr>
          <p:spPr>
            <a:xfrm>
              <a:off x="5152269" y="35911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6" name="pt6406"/>
            <p:cNvSpPr/>
            <p:nvPr/>
          </p:nvSpPr>
          <p:spPr>
            <a:xfrm>
              <a:off x="5113970" y="35708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7" name="pt6407"/>
            <p:cNvSpPr/>
            <p:nvPr/>
          </p:nvSpPr>
          <p:spPr>
            <a:xfrm>
              <a:off x="5159320" y="34728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8" name="pt6408"/>
            <p:cNvSpPr/>
            <p:nvPr/>
          </p:nvSpPr>
          <p:spPr>
            <a:xfrm>
              <a:off x="5165136" y="35693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09" name="pt6409"/>
            <p:cNvSpPr/>
            <p:nvPr/>
          </p:nvSpPr>
          <p:spPr>
            <a:xfrm>
              <a:off x="5162267" y="35706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0" name="pt6410"/>
            <p:cNvSpPr/>
            <p:nvPr/>
          </p:nvSpPr>
          <p:spPr>
            <a:xfrm>
              <a:off x="5151304" y="34664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1" name="pt6411"/>
            <p:cNvSpPr/>
            <p:nvPr/>
          </p:nvSpPr>
          <p:spPr>
            <a:xfrm>
              <a:off x="5142806" y="3545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2" name="pt6412"/>
            <p:cNvSpPr/>
            <p:nvPr/>
          </p:nvSpPr>
          <p:spPr>
            <a:xfrm>
              <a:off x="5137270" y="35477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3" name="pt6413"/>
            <p:cNvSpPr/>
            <p:nvPr/>
          </p:nvSpPr>
          <p:spPr>
            <a:xfrm>
              <a:off x="5210868" y="3551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4" name="pt6414"/>
            <p:cNvSpPr/>
            <p:nvPr/>
          </p:nvSpPr>
          <p:spPr>
            <a:xfrm>
              <a:off x="5062115" y="3592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5" name="pt6415"/>
            <p:cNvSpPr/>
            <p:nvPr/>
          </p:nvSpPr>
          <p:spPr>
            <a:xfrm>
              <a:off x="5186967" y="36250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6" name="pt6416"/>
            <p:cNvSpPr/>
            <p:nvPr/>
          </p:nvSpPr>
          <p:spPr>
            <a:xfrm>
              <a:off x="5148914" y="3956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7" name="pt6417"/>
            <p:cNvSpPr/>
            <p:nvPr/>
          </p:nvSpPr>
          <p:spPr>
            <a:xfrm>
              <a:off x="5207894" y="35512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8" name="pt6418"/>
            <p:cNvSpPr/>
            <p:nvPr/>
          </p:nvSpPr>
          <p:spPr>
            <a:xfrm>
              <a:off x="5179405" y="36076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19" name="pt6419"/>
            <p:cNvSpPr/>
            <p:nvPr/>
          </p:nvSpPr>
          <p:spPr>
            <a:xfrm>
              <a:off x="5171772" y="35687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0" name="pt6420"/>
            <p:cNvSpPr/>
            <p:nvPr/>
          </p:nvSpPr>
          <p:spPr>
            <a:xfrm>
              <a:off x="5144404" y="33974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1" name="pt6421"/>
            <p:cNvSpPr/>
            <p:nvPr/>
          </p:nvSpPr>
          <p:spPr>
            <a:xfrm>
              <a:off x="5155145" y="3569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2" name="pt6422"/>
            <p:cNvSpPr/>
            <p:nvPr/>
          </p:nvSpPr>
          <p:spPr>
            <a:xfrm>
              <a:off x="5088160" y="35588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3" name="pt6423"/>
            <p:cNvSpPr/>
            <p:nvPr/>
          </p:nvSpPr>
          <p:spPr>
            <a:xfrm>
              <a:off x="5092910" y="3540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4" name="pt6424"/>
            <p:cNvSpPr/>
            <p:nvPr/>
          </p:nvSpPr>
          <p:spPr>
            <a:xfrm>
              <a:off x="5193019" y="3478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5" name="pt6425"/>
            <p:cNvSpPr/>
            <p:nvPr/>
          </p:nvSpPr>
          <p:spPr>
            <a:xfrm>
              <a:off x="5081663" y="3552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6" name="pt6426"/>
            <p:cNvSpPr/>
            <p:nvPr/>
          </p:nvSpPr>
          <p:spPr>
            <a:xfrm>
              <a:off x="5097518" y="35352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7" name="pt6427"/>
            <p:cNvSpPr/>
            <p:nvPr/>
          </p:nvSpPr>
          <p:spPr>
            <a:xfrm>
              <a:off x="5163955" y="35244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8" name="pt6428"/>
            <p:cNvSpPr/>
            <p:nvPr/>
          </p:nvSpPr>
          <p:spPr>
            <a:xfrm>
              <a:off x="5180919" y="33656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29" name="pt6429"/>
            <p:cNvSpPr/>
            <p:nvPr/>
          </p:nvSpPr>
          <p:spPr>
            <a:xfrm>
              <a:off x="5082070" y="40532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0" name="pt6430"/>
            <p:cNvSpPr/>
            <p:nvPr/>
          </p:nvSpPr>
          <p:spPr>
            <a:xfrm>
              <a:off x="5136267" y="36034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1" name="pt6431"/>
            <p:cNvSpPr/>
            <p:nvPr/>
          </p:nvSpPr>
          <p:spPr>
            <a:xfrm>
              <a:off x="5054515" y="33503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2" name="pt6432"/>
            <p:cNvSpPr/>
            <p:nvPr/>
          </p:nvSpPr>
          <p:spPr>
            <a:xfrm>
              <a:off x="5193301" y="3447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3" name="pt6433"/>
            <p:cNvSpPr/>
            <p:nvPr/>
          </p:nvSpPr>
          <p:spPr>
            <a:xfrm>
              <a:off x="5193106" y="3569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4" name="pt6434"/>
            <p:cNvSpPr/>
            <p:nvPr/>
          </p:nvSpPr>
          <p:spPr>
            <a:xfrm>
              <a:off x="5106000" y="3505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5" name="pt6435"/>
            <p:cNvSpPr/>
            <p:nvPr/>
          </p:nvSpPr>
          <p:spPr>
            <a:xfrm>
              <a:off x="5179682" y="3582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6" name="pt6436"/>
            <p:cNvSpPr/>
            <p:nvPr/>
          </p:nvSpPr>
          <p:spPr>
            <a:xfrm>
              <a:off x="5207777" y="33913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7" name="pt6437"/>
            <p:cNvSpPr/>
            <p:nvPr/>
          </p:nvSpPr>
          <p:spPr>
            <a:xfrm>
              <a:off x="5069410" y="35429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8" name="pt6438"/>
            <p:cNvSpPr/>
            <p:nvPr/>
          </p:nvSpPr>
          <p:spPr>
            <a:xfrm>
              <a:off x="5162972" y="3551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39" name="pt6439"/>
            <p:cNvSpPr/>
            <p:nvPr/>
          </p:nvSpPr>
          <p:spPr>
            <a:xfrm>
              <a:off x="5156368" y="3540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0" name="pt6440"/>
            <p:cNvSpPr/>
            <p:nvPr/>
          </p:nvSpPr>
          <p:spPr>
            <a:xfrm>
              <a:off x="5101989" y="35417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1" name="pt6441"/>
            <p:cNvSpPr/>
            <p:nvPr/>
          </p:nvSpPr>
          <p:spPr>
            <a:xfrm>
              <a:off x="5213236" y="3548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2" name="pt6442"/>
            <p:cNvSpPr/>
            <p:nvPr/>
          </p:nvSpPr>
          <p:spPr>
            <a:xfrm>
              <a:off x="5203529" y="35405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3" name="pt6443"/>
            <p:cNvSpPr/>
            <p:nvPr/>
          </p:nvSpPr>
          <p:spPr>
            <a:xfrm>
              <a:off x="5163156" y="3655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4" name="pt6444"/>
            <p:cNvSpPr/>
            <p:nvPr/>
          </p:nvSpPr>
          <p:spPr>
            <a:xfrm>
              <a:off x="5178600" y="35667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5" name="pt6445"/>
            <p:cNvSpPr/>
            <p:nvPr/>
          </p:nvSpPr>
          <p:spPr>
            <a:xfrm>
              <a:off x="5131438" y="35491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6" name="pt6446"/>
            <p:cNvSpPr/>
            <p:nvPr/>
          </p:nvSpPr>
          <p:spPr>
            <a:xfrm>
              <a:off x="5162736" y="3581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7" name="pt6447"/>
            <p:cNvSpPr/>
            <p:nvPr/>
          </p:nvSpPr>
          <p:spPr>
            <a:xfrm>
              <a:off x="5127799" y="3509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8" name="pt6448"/>
            <p:cNvSpPr/>
            <p:nvPr/>
          </p:nvSpPr>
          <p:spPr>
            <a:xfrm>
              <a:off x="5114429" y="35584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49" name="pt6449"/>
            <p:cNvSpPr/>
            <p:nvPr/>
          </p:nvSpPr>
          <p:spPr>
            <a:xfrm>
              <a:off x="5210356" y="35599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0" name="pt6450"/>
            <p:cNvSpPr/>
            <p:nvPr/>
          </p:nvSpPr>
          <p:spPr>
            <a:xfrm>
              <a:off x="5142432" y="34531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1" name="pt6451"/>
            <p:cNvSpPr/>
            <p:nvPr/>
          </p:nvSpPr>
          <p:spPr>
            <a:xfrm>
              <a:off x="5197813" y="35010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2" name="pt6452"/>
            <p:cNvSpPr/>
            <p:nvPr/>
          </p:nvSpPr>
          <p:spPr>
            <a:xfrm>
              <a:off x="5131592" y="3531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3" name="pt6453"/>
            <p:cNvSpPr/>
            <p:nvPr/>
          </p:nvSpPr>
          <p:spPr>
            <a:xfrm>
              <a:off x="5193815" y="3546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4" name="pt6454"/>
            <p:cNvSpPr/>
            <p:nvPr/>
          </p:nvSpPr>
          <p:spPr>
            <a:xfrm>
              <a:off x="5150160" y="3537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5" name="pt6455"/>
            <p:cNvSpPr/>
            <p:nvPr/>
          </p:nvSpPr>
          <p:spPr>
            <a:xfrm>
              <a:off x="5133423" y="3532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6" name="pt6456"/>
            <p:cNvSpPr/>
            <p:nvPr/>
          </p:nvSpPr>
          <p:spPr>
            <a:xfrm>
              <a:off x="5113612" y="3547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7" name="pt6457"/>
            <p:cNvSpPr/>
            <p:nvPr/>
          </p:nvSpPr>
          <p:spPr>
            <a:xfrm>
              <a:off x="5119025" y="3540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8" name="pt6458"/>
            <p:cNvSpPr/>
            <p:nvPr/>
          </p:nvSpPr>
          <p:spPr>
            <a:xfrm>
              <a:off x="5092732" y="35649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59" name="pt6459"/>
            <p:cNvSpPr/>
            <p:nvPr/>
          </p:nvSpPr>
          <p:spPr>
            <a:xfrm>
              <a:off x="5157554" y="35604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0" name="pt6460"/>
            <p:cNvSpPr/>
            <p:nvPr/>
          </p:nvSpPr>
          <p:spPr>
            <a:xfrm>
              <a:off x="5178534" y="3213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1" name="pt6461"/>
            <p:cNvSpPr/>
            <p:nvPr/>
          </p:nvSpPr>
          <p:spPr>
            <a:xfrm>
              <a:off x="5102989" y="34195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2" name="pt6462"/>
            <p:cNvSpPr/>
            <p:nvPr/>
          </p:nvSpPr>
          <p:spPr>
            <a:xfrm>
              <a:off x="5112342" y="35755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3" name="pt6463"/>
            <p:cNvSpPr/>
            <p:nvPr/>
          </p:nvSpPr>
          <p:spPr>
            <a:xfrm>
              <a:off x="5154095" y="35506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4" name="pt6464"/>
            <p:cNvSpPr/>
            <p:nvPr/>
          </p:nvSpPr>
          <p:spPr>
            <a:xfrm>
              <a:off x="5200367" y="3532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5" name="pt6465"/>
            <p:cNvSpPr/>
            <p:nvPr/>
          </p:nvSpPr>
          <p:spPr>
            <a:xfrm>
              <a:off x="5195019" y="3565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6" name="pt6466"/>
            <p:cNvSpPr/>
            <p:nvPr/>
          </p:nvSpPr>
          <p:spPr>
            <a:xfrm>
              <a:off x="5165252" y="3412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7" name="pt6467"/>
            <p:cNvSpPr/>
            <p:nvPr/>
          </p:nvSpPr>
          <p:spPr>
            <a:xfrm>
              <a:off x="5140328" y="35958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8" name="pt6468"/>
            <p:cNvSpPr/>
            <p:nvPr/>
          </p:nvSpPr>
          <p:spPr>
            <a:xfrm>
              <a:off x="5096831" y="35479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69" name="pt6469"/>
            <p:cNvSpPr/>
            <p:nvPr/>
          </p:nvSpPr>
          <p:spPr>
            <a:xfrm>
              <a:off x="5142918" y="3583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0" name="pt6470"/>
            <p:cNvSpPr/>
            <p:nvPr/>
          </p:nvSpPr>
          <p:spPr>
            <a:xfrm>
              <a:off x="5196722" y="3571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1" name="pt6471"/>
            <p:cNvSpPr/>
            <p:nvPr/>
          </p:nvSpPr>
          <p:spPr>
            <a:xfrm>
              <a:off x="5135844" y="35871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2" name="pt6472"/>
            <p:cNvSpPr/>
            <p:nvPr/>
          </p:nvSpPr>
          <p:spPr>
            <a:xfrm>
              <a:off x="5145895" y="35430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3" name="pt6473"/>
            <p:cNvSpPr/>
            <p:nvPr/>
          </p:nvSpPr>
          <p:spPr>
            <a:xfrm>
              <a:off x="5209028" y="35427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4" name="pt6474"/>
            <p:cNvSpPr/>
            <p:nvPr/>
          </p:nvSpPr>
          <p:spPr>
            <a:xfrm>
              <a:off x="5205572" y="35750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5" name="pt6475"/>
            <p:cNvSpPr/>
            <p:nvPr/>
          </p:nvSpPr>
          <p:spPr>
            <a:xfrm>
              <a:off x="5153943" y="3557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6" name="pt6476"/>
            <p:cNvSpPr/>
            <p:nvPr/>
          </p:nvSpPr>
          <p:spPr>
            <a:xfrm>
              <a:off x="5182209" y="3503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7" name="pt6477"/>
            <p:cNvSpPr/>
            <p:nvPr/>
          </p:nvSpPr>
          <p:spPr>
            <a:xfrm>
              <a:off x="5117899" y="34585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8" name="pt6478"/>
            <p:cNvSpPr/>
            <p:nvPr/>
          </p:nvSpPr>
          <p:spPr>
            <a:xfrm>
              <a:off x="5114147" y="35333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79" name="pt6479"/>
            <p:cNvSpPr/>
            <p:nvPr/>
          </p:nvSpPr>
          <p:spPr>
            <a:xfrm>
              <a:off x="5252938" y="35716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0" name="pt6480"/>
            <p:cNvSpPr/>
            <p:nvPr/>
          </p:nvSpPr>
          <p:spPr>
            <a:xfrm>
              <a:off x="5111902" y="34981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1" name="pt6481"/>
            <p:cNvSpPr/>
            <p:nvPr/>
          </p:nvSpPr>
          <p:spPr>
            <a:xfrm>
              <a:off x="5165226" y="35170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2" name="pt6482"/>
            <p:cNvSpPr/>
            <p:nvPr/>
          </p:nvSpPr>
          <p:spPr>
            <a:xfrm>
              <a:off x="5158668" y="37656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3" name="pt6483"/>
            <p:cNvSpPr/>
            <p:nvPr/>
          </p:nvSpPr>
          <p:spPr>
            <a:xfrm>
              <a:off x="5203348" y="35513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4" name="pt6484"/>
            <p:cNvSpPr/>
            <p:nvPr/>
          </p:nvSpPr>
          <p:spPr>
            <a:xfrm>
              <a:off x="5129379" y="36203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5" name="pt6485"/>
            <p:cNvSpPr/>
            <p:nvPr/>
          </p:nvSpPr>
          <p:spPr>
            <a:xfrm>
              <a:off x="5161354" y="3552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6" name="pt6486"/>
            <p:cNvSpPr/>
            <p:nvPr/>
          </p:nvSpPr>
          <p:spPr>
            <a:xfrm>
              <a:off x="5102804" y="35585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7" name="pt6487"/>
            <p:cNvSpPr/>
            <p:nvPr/>
          </p:nvSpPr>
          <p:spPr>
            <a:xfrm>
              <a:off x="5137994" y="3525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8" name="pt6488"/>
            <p:cNvSpPr/>
            <p:nvPr/>
          </p:nvSpPr>
          <p:spPr>
            <a:xfrm>
              <a:off x="5204598" y="35540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89" name="pt6489"/>
            <p:cNvSpPr/>
            <p:nvPr/>
          </p:nvSpPr>
          <p:spPr>
            <a:xfrm>
              <a:off x="5148968" y="34695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0" name="pt6490"/>
            <p:cNvSpPr/>
            <p:nvPr/>
          </p:nvSpPr>
          <p:spPr>
            <a:xfrm>
              <a:off x="5159368" y="35595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1" name="pt6491"/>
            <p:cNvSpPr/>
            <p:nvPr/>
          </p:nvSpPr>
          <p:spPr>
            <a:xfrm>
              <a:off x="5150464" y="34566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2" name="pt6492"/>
            <p:cNvSpPr/>
            <p:nvPr/>
          </p:nvSpPr>
          <p:spPr>
            <a:xfrm>
              <a:off x="5152365" y="35050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3" name="pt6493"/>
            <p:cNvSpPr/>
            <p:nvPr/>
          </p:nvSpPr>
          <p:spPr>
            <a:xfrm>
              <a:off x="5191600" y="3498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4" name="pt6494"/>
            <p:cNvSpPr/>
            <p:nvPr/>
          </p:nvSpPr>
          <p:spPr>
            <a:xfrm>
              <a:off x="5194813" y="3477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5" name="pt6495"/>
            <p:cNvSpPr/>
            <p:nvPr/>
          </p:nvSpPr>
          <p:spPr>
            <a:xfrm>
              <a:off x="5141180" y="35729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6" name="pt6496"/>
            <p:cNvSpPr/>
            <p:nvPr/>
          </p:nvSpPr>
          <p:spPr>
            <a:xfrm>
              <a:off x="5202914" y="34381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7" name="pt6497"/>
            <p:cNvSpPr/>
            <p:nvPr/>
          </p:nvSpPr>
          <p:spPr>
            <a:xfrm>
              <a:off x="5102733" y="3572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8" name="pt6498"/>
            <p:cNvSpPr/>
            <p:nvPr/>
          </p:nvSpPr>
          <p:spPr>
            <a:xfrm>
              <a:off x="5150563" y="3539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499" name="pt6499"/>
            <p:cNvSpPr/>
            <p:nvPr/>
          </p:nvSpPr>
          <p:spPr>
            <a:xfrm>
              <a:off x="5177952" y="35735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0" name="pt6500"/>
            <p:cNvSpPr/>
            <p:nvPr/>
          </p:nvSpPr>
          <p:spPr>
            <a:xfrm>
              <a:off x="5126125" y="34821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1" name="pt6501"/>
            <p:cNvSpPr/>
            <p:nvPr/>
          </p:nvSpPr>
          <p:spPr>
            <a:xfrm>
              <a:off x="4891222" y="35752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2" name="pt6502"/>
            <p:cNvSpPr/>
            <p:nvPr/>
          </p:nvSpPr>
          <p:spPr>
            <a:xfrm>
              <a:off x="5077878" y="3581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3" name="pt6503"/>
            <p:cNvSpPr/>
            <p:nvPr/>
          </p:nvSpPr>
          <p:spPr>
            <a:xfrm>
              <a:off x="5197369" y="3472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4" name="pt6504"/>
            <p:cNvSpPr/>
            <p:nvPr/>
          </p:nvSpPr>
          <p:spPr>
            <a:xfrm>
              <a:off x="5298252" y="35150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5" name="pt6505"/>
            <p:cNvSpPr/>
            <p:nvPr/>
          </p:nvSpPr>
          <p:spPr>
            <a:xfrm>
              <a:off x="5167393" y="35430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6" name="pt6506"/>
            <p:cNvSpPr/>
            <p:nvPr/>
          </p:nvSpPr>
          <p:spPr>
            <a:xfrm>
              <a:off x="5172426" y="3535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7" name="pt6507"/>
            <p:cNvSpPr/>
            <p:nvPr/>
          </p:nvSpPr>
          <p:spPr>
            <a:xfrm>
              <a:off x="5092245" y="3553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8" name="pt6508"/>
            <p:cNvSpPr/>
            <p:nvPr/>
          </p:nvSpPr>
          <p:spPr>
            <a:xfrm>
              <a:off x="5247112" y="35601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09" name="pt6509"/>
            <p:cNvSpPr/>
            <p:nvPr/>
          </p:nvSpPr>
          <p:spPr>
            <a:xfrm>
              <a:off x="5150814" y="35836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0" name="pt6510"/>
            <p:cNvSpPr/>
            <p:nvPr/>
          </p:nvSpPr>
          <p:spPr>
            <a:xfrm>
              <a:off x="4732265" y="3077546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1" name="pt6511"/>
            <p:cNvSpPr/>
            <p:nvPr/>
          </p:nvSpPr>
          <p:spPr>
            <a:xfrm>
              <a:off x="5175568" y="3756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2" name="pt6512"/>
            <p:cNvSpPr/>
            <p:nvPr/>
          </p:nvSpPr>
          <p:spPr>
            <a:xfrm>
              <a:off x="5144354" y="35430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3" name="pt6513"/>
            <p:cNvSpPr/>
            <p:nvPr/>
          </p:nvSpPr>
          <p:spPr>
            <a:xfrm>
              <a:off x="5178671" y="3255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4" name="pt6514"/>
            <p:cNvSpPr/>
            <p:nvPr/>
          </p:nvSpPr>
          <p:spPr>
            <a:xfrm>
              <a:off x="5071490" y="35822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5" name="pt6515"/>
            <p:cNvSpPr/>
            <p:nvPr/>
          </p:nvSpPr>
          <p:spPr>
            <a:xfrm>
              <a:off x="5151422" y="37218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6" name="pt6516"/>
            <p:cNvSpPr/>
            <p:nvPr/>
          </p:nvSpPr>
          <p:spPr>
            <a:xfrm>
              <a:off x="5233699" y="3543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7" name="pt6517"/>
            <p:cNvSpPr/>
            <p:nvPr/>
          </p:nvSpPr>
          <p:spPr>
            <a:xfrm>
              <a:off x="5194115" y="37183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8" name="pt6518"/>
            <p:cNvSpPr/>
            <p:nvPr/>
          </p:nvSpPr>
          <p:spPr>
            <a:xfrm>
              <a:off x="5189994" y="3593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19" name="pt6519"/>
            <p:cNvSpPr/>
            <p:nvPr/>
          </p:nvSpPr>
          <p:spPr>
            <a:xfrm>
              <a:off x="5223589" y="3560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0" name="pt6520"/>
            <p:cNvSpPr/>
            <p:nvPr/>
          </p:nvSpPr>
          <p:spPr>
            <a:xfrm>
              <a:off x="5074257" y="3578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1" name="pt6521"/>
            <p:cNvSpPr/>
            <p:nvPr/>
          </p:nvSpPr>
          <p:spPr>
            <a:xfrm>
              <a:off x="5049408" y="3639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2" name="pt6522"/>
            <p:cNvSpPr/>
            <p:nvPr/>
          </p:nvSpPr>
          <p:spPr>
            <a:xfrm>
              <a:off x="5098182" y="35890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3" name="pt6523"/>
            <p:cNvSpPr/>
            <p:nvPr/>
          </p:nvSpPr>
          <p:spPr>
            <a:xfrm>
              <a:off x="5103272" y="3379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4" name="pt6524"/>
            <p:cNvSpPr/>
            <p:nvPr/>
          </p:nvSpPr>
          <p:spPr>
            <a:xfrm>
              <a:off x="5137167" y="35094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5" name="pt6525"/>
            <p:cNvSpPr/>
            <p:nvPr/>
          </p:nvSpPr>
          <p:spPr>
            <a:xfrm>
              <a:off x="5144326" y="38220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6" name="pt6526"/>
            <p:cNvSpPr/>
            <p:nvPr/>
          </p:nvSpPr>
          <p:spPr>
            <a:xfrm>
              <a:off x="5197420" y="35464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7" name="pt6527"/>
            <p:cNvSpPr/>
            <p:nvPr/>
          </p:nvSpPr>
          <p:spPr>
            <a:xfrm>
              <a:off x="5148148" y="3377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8" name="pt6528"/>
            <p:cNvSpPr/>
            <p:nvPr/>
          </p:nvSpPr>
          <p:spPr>
            <a:xfrm>
              <a:off x="5109784" y="35508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29" name="pt6529"/>
            <p:cNvSpPr/>
            <p:nvPr/>
          </p:nvSpPr>
          <p:spPr>
            <a:xfrm>
              <a:off x="5146039" y="3585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0" name="pt6530"/>
            <p:cNvSpPr/>
            <p:nvPr/>
          </p:nvSpPr>
          <p:spPr>
            <a:xfrm>
              <a:off x="5142351" y="3617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1" name="pt6531"/>
            <p:cNvSpPr/>
            <p:nvPr/>
          </p:nvSpPr>
          <p:spPr>
            <a:xfrm>
              <a:off x="5266685" y="35487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2" name="pt6532"/>
            <p:cNvSpPr/>
            <p:nvPr/>
          </p:nvSpPr>
          <p:spPr>
            <a:xfrm>
              <a:off x="5177305" y="32826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3" name="pt6533"/>
            <p:cNvSpPr/>
            <p:nvPr/>
          </p:nvSpPr>
          <p:spPr>
            <a:xfrm>
              <a:off x="5048472" y="35993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4" name="pt6534"/>
            <p:cNvSpPr/>
            <p:nvPr/>
          </p:nvSpPr>
          <p:spPr>
            <a:xfrm>
              <a:off x="5166766" y="35563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5" name="pt6535"/>
            <p:cNvSpPr/>
            <p:nvPr/>
          </p:nvSpPr>
          <p:spPr>
            <a:xfrm>
              <a:off x="5173831" y="3574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6" name="pt6536"/>
            <p:cNvSpPr/>
            <p:nvPr/>
          </p:nvSpPr>
          <p:spPr>
            <a:xfrm>
              <a:off x="5134621" y="3212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7" name="pt6537"/>
            <p:cNvSpPr/>
            <p:nvPr/>
          </p:nvSpPr>
          <p:spPr>
            <a:xfrm>
              <a:off x="5172983" y="34985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8" name="pt6538"/>
            <p:cNvSpPr/>
            <p:nvPr/>
          </p:nvSpPr>
          <p:spPr>
            <a:xfrm>
              <a:off x="5208453" y="35589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39" name="pt6539"/>
            <p:cNvSpPr/>
            <p:nvPr/>
          </p:nvSpPr>
          <p:spPr>
            <a:xfrm>
              <a:off x="5142746" y="35836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0" name="pt6540"/>
            <p:cNvSpPr/>
            <p:nvPr/>
          </p:nvSpPr>
          <p:spPr>
            <a:xfrm>
              <a:off x="5174806" y="34213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1" name="pt6541"/>
            <p:cNvSpPr/>
            <p:nvPr/>
          </p:nvSpPr>
          <p:spPr>
            <a:xfrm>
              <a:off x="5184639" y="3584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2" name="pt6542"/>
            <p:cNvSpPr/>
            <p:nvPr/>
          </p:nvSpPr>
          <p:spPr>
            <a:xfrm>
              <a:off x="5154939" y="3593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3" name="pt6543"/>
            <p:cNvSpPr/>
            <p:nvPr/>
          </p:nvSpPr>
          <p:spPr>
            <a:xfrm>
              <a:off x="5163241" y="3543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4" name="pt6544"/>
            <p:cNvSpPr/>
            <p:nvPr/>
          </p:nvSpPr>
          <p:spPr>
            <a:xfrm>
              <a:off x="5102670" y="33767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5" name="pt6545"/>
            <p:cNvSpPr/>
            <p:nvPr/>
          </p:nvSpPr>
          <p:spPr>
            <a:xfrm>
              <a:off x="5064130" y="35328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6" name="pt6546"/>
            <p:cNvSpPr/>
            <p:nvPr/>
          </p:nvSpPr>
          <p:spPr>
            <a:xfrm>
              <a:off x="5182787" y="3577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7" name="pt6547"/>
            <p:cNvSpPr/>
            <p:nvPr/>
          </p:nvSpPr>
          <p:spPr>
            <a:xfrm>
              <a:off x="5138026" y="3535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8" name="pt6548"/>
            <p:cNvSpPr/>
            <p:nvPr/>
          </p:nvSpPr>
          <p:spPr>
            <a:xfrm>
              <a:off x="5367980" y="36763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49" name="pt6549"/>
            <p:cNvSpPr/>
            <p:nvPr/>
          </p:nvSpPr>
          <p:spPr>
            <a:xfrm>
              <a:off x="5157753" y="35501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0" name="pt6550"/>
            <p:cNvSpPr/>
            <p:nvPr/>
          </p:nvSpPr>
          <p:spPr>
            <a:xfrm>
              <a:off x="5183979" y="35032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1" name="pt6551"/>
            <p:cNvSpPr/>
            <p:nvPr/>
          </p:nvSpPr>
          <p:spPr>
            <a:xfrm>
              <a:off x="5078082" y="35590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2" name="pt6552"/>
            <p:cNvSpPr/>
            <p:nvPr/>
          </p:nvSpPr>
          <p:spPr>
            <a:xfrm>
              <a:off x="5183221" y="3545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3" name="pt6553"/>
            <p:cNvSpPr/>
            <p:nvPr/>
          </p:nvSpPr>
          <p:spPr>
            <a:xfrm>
              <a:off x="5147145" y="3709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4" name="pt6554"/>
            <p:cNvSpPr/>
            <p:nvPr/>
          </p:nvSpPr>
          <p:spPr>
            <a:xfrm>
              <a:off x="5151716" y="35640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5" name="pt6555"/>
            <p:cNvSpPr/>
            <p:nvPr/>
          </p:nvSpPr>
          <p:spPr>
            <a:xfrm>
              <a:off x="5234602" y="36674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6" name="pt6556"/>
            <p:cNvSpPr/>
            <p:nvPr/>
          </p:nvSpPr>
          <p:spPr>
            <a:xfrm>
              <a:off x="5198886" y="3567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7" name="pt6557"/>
            <p:cNvSpPr/>
            <p:nvPr/>
          </p:nvSpPr>
          <p:spPr>
            <a:xfrm>
              <a:off x="5187229" y="3569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8" name="pt6558"/>
            <p:cNvSpPr/>
            <p:nvPr/>
          </p:nvSpPr>
          <p:spPr>
            <a:xfrm>
              <a:off x="5138492" y="3564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59" name="pt6559"/>
            <p:cNvSpPr/>
            <p:nvPr/>
          </p:nvSpPr>
          <p:spPr>
            <a:xfrm>
              <a:off x="5170291" y="35491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0" name="pt6560"/>
            <p:cNvSpPr/>
            <p:nvPr/>
          </p:nvSpPr>
          <p:spPr>
            <a:xfrm>
              <a:off x="5171007" y="35539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1" name="pt6561"/>
            <p:cNvSpPr/>
            <p:nvPr/>
          </p:nvSpPr>
          <p:spPr>
            <a:xfrm>
              <a:off x="5142957" y="36255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2" name="pt6562"/>
            <p:cNvSpPr/>
            <p:nvPr/>
          </p:nvSpPr>
          <p:spPr>
            <a:xfrm>
              <a:off x="5169261" y="35573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3" name="pt6563"/>
            <p:cNvSpPr/>
            <p:nvPr/>
          </p:nvSpPr>
          <p:spPr>
            <a:xfrm>
              <a:off x="5155465" y="3531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4" name="pt6564"/>
            <p:cNvSpPr/>
            <p:nvPr/>
          </p:nvSpPr>
          <p:spPr>
            <a:xfrm>
              <a:off x="5190158" y="3574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5" name="pt6565"/>
            <p:cNvSpPr/>
            <p:nvPr/>
          </p:nvSpPr>
          <p:spPr>
            <a:xfrm>
              <a:off x="5141216" y="3436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6" name="pt6566"/>
            <p:cNvSpPr/>
            <p:nvPr/>
          </p:nvSpPr>
          <p:spPr>
            <a:xfrm>
              <a:off x="5188949" y="3601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7" name="pt6567"/>
            <p:cNvSpPr/>
            <p:nvPr/>
          </p:nvSpPr>
          <p:spPr>
            <a:xfrm>
              <a:off x="5137187" y="35960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8" name="pt6568"/>
            <p:cNvSpPr/>
            <p:nvPr/>
          </p:nvSpPr>
          <p:spPr>
            <a:xfrm>
              <a:off x="5194969" y="3550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69" name="pt6569"/>
            <p:cNvSpPr/>
            <p:nvPr/>
          </p:nvSpPr>
          <p:spPr>
            <a:xfrm>
              <a:off x="4794051" y="34891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0" name="pt6570"/>
            <p:cNvSpPr/>
            <p:nvPr/>
          </p:nvSpPr>
          <p:spPr>
            <a:xfrm>
              <a:off x="5140659" y="33618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1" name="pt6571"/>
            <p:cNvSpPr/>
            <p:nvPr/>
          </p:nvSpPr>
          <p:spPr>
            <a:xfrm>
              <a:off x="5163762" y="35590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2" name="pt6572"/>
            <p:cNvSpPr/>
            <p:nvPr/>
          </p:nvSpPr>
          <p:spPr>
            <a:xfrm>
              <a:off x="5038801" y="36376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3" name="pt6573"/>
            <p:cNvSpPr/>
            <p:nvPr/>
          </p:nvSpPr>
          <p:spPr>
            <a:xfrm>
              <a:off x="5154779" y="34671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4" name="pt6574"/>
            <p:cNvSpPr/>
            <p:nvPr/>
          </p:nvSpPr>
          <p:spPr>
            <a:xfrm>
              <a:off x="5118413" y="35576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5" name="pt6575"/>
            <p:cNvSpPr/>
            <p:nvPr/>
          </p:nvSpPr>
          <p:spPr>
            <a:xfrm>
              <a:off x="5138711" y="3548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6" name="pt6576"/>
            <p:cNvSpPr/>
            <p:nvPr/>
          </p:nvSpPr>
          <p:spPr>
            <a:xfrm>
              <a:off x="5233177" y="3454881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7" name="pt6577"/>
            <p:cNvSpPr/>
            <p:nvPr/>
          </p:nvSpPr>
          <p:spPr>
            <a:xfrm>
              <a:off x="5238510" y="3543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8" name="pt6578"/>
            <p:cNvSpPr/>
            <p:nvPr/>
          </p:nvSpPr>
          <p:spPr>
            <a:xfrm>
              <a:off x="5183876" y="35447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79" name="pt6579"/>
            <p:cNvSpPr/>
            <p:nvPr/>
          </p:nvSpPr>
          <p:spPr>
            <a:xfrm>
              <a:off x="5123209" y="3510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0" name="pt6580"/>
            <p:cNvSpPr/>
            <p:nvPr/>
          </p:nvSpPr>
          <p:spPr>
            <a:xfrm>
              <a:off x="5153547" y="3572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1" name="pt6581"/>
            <p:cNvSpPr/>
            <p:nvPr/>
          </p:nvSpPr>
          <p:spPr>
            <a:xfrm>
              <a:off x="5104010" y="3520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2" name="pt6582"/>
            <p:cNvSpPr/>
            <p:nvPr/>
          </p:nvSpPr>
          <p:spPr>
            <a:xfrm>
              <a:off x="5209728" y="36133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3" name="pt6583"/>
            <p:cNvSpPr/>
            <p:nvPr/>
          </p:nvSpPr>
          <p:spPr>
            <a:xfrm>
              <a:off x="5084398" y="35538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4" name="pt6584"/>
            <p:cNvSpPr/>
            <p:nvPr/>
          </p:nvSpPr>
          <p:spPr>
            <a:xfrm>
              <a:off x="5128565" y="37274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5" name="pt6585"/>
            <p:cNvSpPr/>
            <p:nvPr/>
          </p:nvSpPr>
          <p:spPr>
            <a:xfrm>
              <a:off x="5083052" y="36352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6" name="pt6586"/>
            <p:cNvSpPr/>
            <p:nvPr/>
          </p:nvSpPr>
          <p:spPr>
            <a:xfrm>
              <a:off x="5131997" y="3592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7" name="pt6587"/>
            <p:cNvSpPr/>
            <p:nvPr/>
          </p:nvSpPr>
          <p:spPr>
            <a:xfrm>
              <a:off x="5169917" y="3315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8" name="pt6588"/>
            <p:cNvSpPr/>
            <p:nvPr/>
          </p:nvSpPr>
          <p:spPr>
            <a:xfrm>
              <a:off x="5120601" y="3575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89" name="pt6589"/>
            <p:cNvSpPr/>
            <p:nvPr/>
          </p:nvSpPr>
          <p:spPr>
            <a:xfrm>
              <a:off x="5230142" y="3549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0" name="pt6590"/>
            <p:cNvSpPr/>
            <p:nvPr/>
          </p:nvSpPr>
          <p:spPr>
            <a:xfrm>
              <a:off x="5188538" y="35685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1" name="pt6591"/>
            <p:cNvSpPr/>
            <p:nvPr/>
          </p:nvSpPr>
          <p:spPr>
            <a:xfrm>
              <a:off x="5144556" y="3538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2" name="pt6592"/>
            <p:cNvSpPr/>
            <p:nvPr/>
          </p:nvSpPr>
          <p:spPr>
            <a:xfrm>
              <a:off x="5148750" y="35755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3" name="pt6593"/>
            <p:cNvSpPr/>
            <p:nvPr/>
          </p:nvSpPr>
          <p:spPr>
            <a:xfrm>
              <a:off x="5156583" y="3533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4" name="pt6594"/>
            <p:cNvSpPr/>
            <p:nvPr/>
          </p:nvSpPr>
          <p:spPr>
            <a:xfrm>
              <a:off x="5138197" y="35215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5" name="pt6595"/>
            <p:cNvSpPr/>
            <p:nvPr/>
          </p:nvSpPr>
          <p:spPr>
            <a:xfrm>
              <a:off x="5143750" y="3588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6" name="pt6596"/>
            <p:cNvSpPr/>
            <p:nvPr/>
          </p:nvSpPr>
          <p:spPr>
            <a:xfrm>
              <a:off x="5123915" y="35968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7" name="pt6597"/>
            <p:cNvSpPr/>
            <p:nvPr/>
          </p:nvSpPr>
          <p:spPr>
            <a:xfrm>
              <a:off x="5213567" y="44583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8" name="pt6598"/>
            <p:cNvSpPr/>
            <p:nvPr/>
          </p:nvSpPr>
          <p:spPr>
            <a:xfrm>
              <a:off x="5167294" y="35610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599" name="pt6599"/>
            <p:cNvSpPr/>
            <p:nvPr/>
          </p:nvSpPr>
          <p:spPr>
            <a:xfrm>
              <a:off x="5099035" y="3576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0" name="pt6600"/>
            <p:cNvSpPr/>
            <p:nvPr/>
          </p:nvSpPr>
          <p:spPr>
            <a:xfrm>
              <a:off x="5138532" y="35964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1" name="pt6601"/>
            <p:cNvSpPr/>
            <p:nvPr/>
          </p:nvSpPr>
          <p:spPr>
            <a:xfrm>
              <a:off x="5160094" y="3538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2" name="pt6602"/>
            <p:cNvSpPr/>
            <p:nvPr/>
          </p:nvSpPr>
          <p:spPr>
            <a:xfrm>
              <a:off x="5140539" y="34064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3" name="pt6603"/>
            <p:cNvSpPr/>
            <p:nvPr/>
          </p:nvSpPr>
          <p:spPr>
            <a:xfrm>
              <a:off x="5168308" y="35749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4" name="pt6604"/>
            <p:cNvSpPr/>
            <p:nvPr/>
          </p:nvSpPr>
          <p:spPr>
            <a:xfrm>
              <a:off x="5127035" y="3515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5" name="pt6605"/>
            <p:cNvSpPr/>
            <p:nvPr/>
          </p:nvSpPr>
          <p:spPr>
            <a:xfrm>
              <a:off x="5071656" y="3557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6" name="pt6606"/>
            <p:cNvSpPr/>
            <p:nvPr/>
          </p:nvSpPr>
          <p:spPr>
            <a:xfrm>
              <a:off x="5178452" y="35956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7" name="pt6607"/>
            <p:cNvSpPr/>
            <p:nvPr/>
          </p:nvSpPr>
          <p:spPr>
            <a:xfrm>
              <a:off x="5161459" y="35562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8" name="pt6608"/>
            <p:cNvSpPr/>
            <p:nvPr/>
          </p:nvSpPr>
          <p:spPr>
            <a:xfrm>
              <a:off x="5128787" y="3565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09" name="pt6609"/>
            <p:cNvSpPr/>
            <p:nvPr/>
          </p:nvSpPr>
          <p:spPr>
            <a:xfrm>
              <a:off x="5209594" y="35458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0" name="pt6610"/>
            <p:cNvSpPr/>
            <p:nvPr/>
          </p:nvSpPr>
          <p:spPr>
            <a:xfrm>
              <a:off x="5065560" y="3565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1" name="pt6611"/>
            <p:cNvSpPr/>
            <p:nvPr/>
          </p:nvSpPr>
          <p:spPr>
            <a:xfrm>
              <a:off x="5207719" y="35337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2" name="pt6612"/>
            <p:cNvSpPr/>
            <p:nvPr/>
          </p:nvSpPr>
          <p:spPr>
            <a:xfrm>
              <a:off x="5151837" y="3533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3" name="pt6613"/>
            <p:cNvSpPr/>
            <p:nvPr/>
          </p:nvSpPr>
          <p:spPr>
            <a:xfrm>
              <a:off x="5141384" y="35657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4" name="pt6614"/>
            <p:cNvSpPr/>
            <p:nvPr/>
          </p:nvSpPr>
          <p:spPr>
            <a:xfrm>
              <a:off x="5184682" y="34961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5" name="pt6615"/>
            <p:cNvSpPr/>
            <p:nvPr/>
          </p:nvSpPr>
          <p:spPr>
            <a:xfrm>
              <a:off x="5145027" y="3592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6" name="pt6616"/>
            <p:cNvSpPr/>
            <p:nvPr/>
          </p:nvSpPr>
          <p:spPr>
            <a:xfrm>
              <a:off x="5209031" y="35953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7" name="pt6617"/>
            <p:cNvSpPr/>
            <p:nvPr/>
          </p:nvSpPr>
          <p:spPr>
            <a:xfrm>
              <a:off x="5084388" y="3388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8" name="pt6618"/>
            <p:cNvSpPr/>
            <p:nvPr/>
          </p:nvSpPr>
          <p:spPr>
            <a:xfrm>
              <a:off x="5295397" y="35261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19" name="pt6619"/>
            <p:cNvSpPr/>
            <p:nvPr/>
          </p:nvSpPr>
          <p:spPr>
            <a:xfrm>
              <a:off x="5161284" y="3201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0" name="pt6620"/>
            <p:cNvSpPr/>
            <p:nvPr/>
          </p:nvSpPr>
          <p:spPr>
            <a:xfrm>
              <a:off x="5182062" y="3504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1" name="pt6621"/>
            <p:cNvSpPr/>
            <p:nvPr/>
          </p:nvSpPr>
          <p:spPr>
            <a:xfrm>
              <a:off x="5144550" y="35471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2" name="pt6622"/>
            <p:cNvSpPr/>
            <p:nvPr/>
          </p:nvSpPr>
          <p:spPr>
            <a:xfrm>
              <a:off x="5077523" y="3560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3" name="pt6623"/>
            <p:cNvSpPr/>
            <p:nvPr/>
          </p:nvSpPr>
          <p:spPr>
            <a:xfrm>
              <a:off x="5148866" y="3300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4" name="pt6624"/>
            <p:cNvSpPr/>
            <p:nvPr/>
          </p:nvSpPr>
          <p:spPr>
            <a:xfrm>
              <a:off x="5156858" y="3504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5" name="pt6625"/>
            <p:cNvSpPr/>
            <p:nvPr/>
          </p:nvSpPr>
          <p:spPr>
            <a:xfrm>
              <a:off x="5144633" y="36039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6" name="pt6626"/>
            <p:cNvSpPr/>
            <p:nvPr/>
          </p:nvSpPr>
          <p:spPr>
            <a:xfrm>
              <a:off x="5143909" y="3442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7" name="pt6627"/>
            <p:cNvSpPr/>
            <p:nvPr/>
          </p:nvSpPr>
          <p:spPr>
            <a:xfrm>
              <a:off x="5153154" y="3546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8" name="pt6628"/>
            <p:cNvSpPr/>
            <p:nvPr/>
          </p:nvSpPr>
          <p:spPr>
            <a:xfrm>
              <a:off x="5164543" y="35652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29" name="pt6629"/>
            <p:cNvSpPr/>
            <p:nvPr/>
          </p:nvSpPr>
          <p:spPr>
            <a:xfrm>
              <a:off x="5113842" y="36278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0" name="pt6630"/>
            <p:cNvSpPr/>
            <p:nvPr/>
          </p:nvSpPr>
          <p:spPr>
            <a:xfrm>
              <a:off x="5130803" y="35304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1" name="pt6631"/>
            <p:cNvSpPr/>
            <p:nvPr/>
          </p:nvSpPr>
          <p:spPr>
            <a:xfrm>
              <a:off x="5149699" y="34368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2" name="pt6632"/>
            <p:cNvSpPr/>
            <p:nvPr/>
          </p:nvSpPr>
          <p:spPr>
            <a:xfrm>
              <a:off x="5152564" y="35755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3" name="pt6633"/>
            <p:cNvSpPr/>
            <p:nvPr/>
          </p:nvSpPr>
          <p:spPr>
            <a:xfrm>
              <a:off x="5169337" y="3394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4" name="pt6634"/>
            <p:cNvSpPr/>
            <p:nvPr/>
          </p:nvSpPr>
          <p:spPr>
            <a:xfrm>
              <a:off x="5182285" y="3417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5" name="pt6635"/>
            <p:cNvSpPr/>
            <p:nvPr/>
          </p:nvSpPr>
          <p:spPr>
            <a:xfrm>
              <a:off x="5136596" y="35360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6" name="pt6636"/>
            <p:cNvSpPr/>
            <p:nvPr/>
          </p:nvSpPr>
          <p:spPr>
            <a:xfrm>
              <a:off x="5292478" y="35016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7" name="pt6637"/>
            <p:cNvSpPr/>
            <p:nvPr/>
          </p:nvSpPr>
          <p:spPr>
            <a:xfrm>
              <a:off x="5137588" y="35345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8" name="pt6638"/>
            <p:cNvSpPr/>
            <p:nvPr/>
          </p:nvSpPr>
          <p:spPr>
            <a:xfrm>
              <a:off x="5210777" y="35782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39" name="pt6639"/>
            <p:cNvSpPr/>
            <p:nvPr/>
          </p:nvSpPr>
          <p:spPr>
            <a:xfrm>
              <a:off x="5127571" y="3545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0" name="pt6640"/>
            <p:cNvSpPr/>
            <p:nvPr/>
          </p:nvSpPr>
          <p:spPr>
            <a:xfrm>
              <a:off x="5156170" y="36036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1" name="pt6641"/>
            <p:cNvSpPr/>
            <p:nvPr/>
          </p:nvSpPr>
          <p:spPr>
            <a:xfrm>
              <a:off x="5129644" y="3573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2" name="pt6642"/>
            <p:cNvSpPr/>
            <p:nvPr/>
          </p:nvSpPr>
          <p:spPr>
            <a:xfrm>
              <a:off x="5180015" y="35297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3" name="pt6643"/>
            <p:cNvSpPr/>
            <p:nvPr/>
          </p:nvSpPr>
          <p:spPr>
            <a:xfrm>
              <a:off x="5210672" y="35273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4" name="pt6644"/>
            <p:cNvSpPr/>
            <p:nvPr/>
          </p:nvSpPr>
          <p:spPr>
            <a:xfrm>
              <a:off x="5149084" y="3592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5" name="pt6645"/>
            <p:cNvSpPr/>
            <p:nvPr/>
          </p:nvSpPr>
          <p:spPr>
            <a:xfrm>
              <a:off x="5180943" y="3562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6" name="pt6646"/>
            <p:cNvSpPr/>
            <p:nvPr/>
          </p:nvSpPr>
          <p:spPr>
            <a:xfrm>
              <a:off x="5101710" y="38360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7" name="pt6647"/>
            <p:cNvSpPr/>
            <p:nvPr/>
          </p:nvSpPr>
          <p:spPr>
            <a:xfrm>
              <a:off x="5014038" y="35686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8" name="pt6648"/>
            <p:cNvSpPr/>
            <p:nvPr/>
          </p:nvSpPr>
          <p:spPr>
            <a:xfrm>
              <a:off x="5131970" y="35850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49" name="pt6649"/>
            <p:cNvSpPr/>
            <p:nvPr/>
          </p:nvSpPr>
          <p:spPr>
            <a:xfrm>
              <a:off x="5181055" y="3470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0" name="pt6650"/>
            <p:cNvSpPr/>
            <p:nvPr/>
          </p:nvSpPr>
          <p:spPr>
            <a:xfrm>
              <a:off x="5095268" y="3559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1" name="pt6651"/>
            <p:cNvSpPr/>
            <p:nvPr/>
          </p:nvSpPr>
          <p:spPr>
            <a:xfrm>
              <a:off x="5137862" y="3563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2" name="pt6652"/>
            <p:cNvSpPr/>
            <p:nvPr/>
          </p:nvSpPr>
          <p:spPr>
            <a:xfrm>
              <a:off x="5152456" y="35252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3" name="pt6653"/>
            <p:cNvSpPr/>
            <p:nvPr/>
          </p:nvSpPr>
          <p:spPr>
            <a:xfrm>
              <a:off x="5130046" y="34800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4" name="pt6654"/>
            <p:cNvSpPr/>
            <p:nvPr/>
          </p:nvSpPr>
          <p:spPr>
            <a:xfrm>
              <a:off x="5138867" y="32963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5" name="pt6655"/>
            <p:cNvSpPr/>
            <p:nvPr/>
          </p:nvSpPr>
          <p:spPr>
            <a:xfrm>
              <a:off x="5183018" y="3510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6" name="pt6656"/>
            <p:cNvSpPr/>
            <p:nvPr/>
          </p:nvSpPr>
          <p:spPr>
            <a:xfrm>
              <a:off x="5126068" y="3569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7" name="pt6657"/>
            <p:cNvSpPr/>
            <p:nvPr/>
          </p:nvSpPr>
          <p:spPr>
            <a:xfrm>
              <a:off x="5123081" y="35652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8" name="pt6658"/>
            <p:cNvSpPr/>
            <p:nvPr/>
          </p:nvSpPr>
          <p:spPr>
            <a:xfrm>
              <a:off x="5154995" y="3608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59" name="pt6659"/>
            <p:cNvSpPr/>
            <p:nvPr/>
          </p:nvSpPr>
          <p:spPr>
            <a:xfrm>
              <a:off x="5211721" y="35445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0" name="pt6660"/>
            <p:cNvSpPr/>
            <p:nvPr/>
          </p:nvSpPr>
          <p:spPr>
            <a:xfrm>
              <a:off x="5154327" y="35441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1" name="pt6661"/>
            <p:cNvSpPr/>
            <p:nvPr/>
          </p:nvSpPr>
          <p:spPr>
            <a:xfrm>
              <a:off x="5172240" y="35367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2" name="pt6662"/>
            <p:cNvSpPr/>
            <p:nvPr/>
          </p:nvSpPr>
          <p:spPr>
            <a:xfrm>
              <a:off x="5079224" y="3573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3" name="pt6663"/>
            <p:cNvSpPr/>
            <p:nvPr/>
          </p:nvSpPr>
          <p:spPr>
            <a:xfrm>
              <a:off x="5107317" y="3602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4" name="pt6664"/>
            <p:cNvSpPr/>
            <p:nvPr/>
          </p:nvSpPr>
          <p:spPr>
            <a:xfrm>
              <a:off x="5184903" y="35498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5" name="pt6665"/>
            <p:cNvSpPr/>
            <p:nvPr/>
          </p:nvSpPr>
          <p:spPr>
            <a:xfrm>
              <a:off x="5133283" y="3525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6" name="pt6666"/>
            <p:cNvSpPr/>
            <p:nvPr/>
          </p:nvSpPr>
          <p:spPr>
            <a:xfrm>
              <a:off x="5181474" y="3524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7" name="pt6667"/>
            <p:cNvSpPr/>
            <p:nvPr/>
          </p:nvSpPr>
          <p:spPr>
            <a:xfrm>
              <a:off x="5166319" y="35566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8" name="pt6668"/>
            <p:cNvSpPr/>
            <p:nvPr/>
          </p:nvSpPr>
          <p:spPr>
            <a:xfrm>
              <a:off x="5116497" y="35775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69" name="pt6669"/>
            <p:cNvSpPr/>
            <p:nvPr/>
          </p:nvSpPr>
          <p:spPr>
            <a:xfrm>
              <a:off x="5140523" y="36132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0" name="pt6670"/>
            <p:cNvSpPr/>
            <p:nvPr/>
          </p:nvSpPr>
          <p:spPr>
            <a:xfrm>
              <a:off x="5083331" y="3591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1" name="pt6671"/>
            <p:cNvSpPr/>
            <p:nvPr/>
          </p:nvSpPr>
          <p:spPr>
            <a:xfrm>
              <a:off x="5157124" y="35420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2" name="pt6672"/>
            <p:cNvSpPr/>
            <p:nvPr/>
          </p:nvSpPr>
          <p:spPr>
            <a:xfrm>
              <a:off x="5150716" y="35296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3" name="pt6673"/>
            <p:cNvSpPr/>
            <p:nvPr/>
          </p:nvSpPr>
          <p:spPr>
            <a:xfrm>
              <a:off x="5167293" y="3456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4" name="pt6674"/>
            <p:cNvSpPr/>
            <p:nvPr/>
          </p:nvSpPr>
          <p:spPr>
            <a:xfrm>
              <a:off x="5134644" y="34384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5" name="pt6675"/>
            <p:cNvSpPr/>
            <p:nvPr/>
          </p:nvSpPr>
          <p:spPr>
            <a:xfrm>
              <a:off x="5169204" y="35658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6" name="pt6676"/>
            <p:cNvSpPr/>
            <p:nvPr/>
          </p:nvSpPr>
          <p:spPr>
            <a:xfrm>
              <a:off x="4801721" y="34649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7" name="pt6677"/>
            <p:cNvSpPr/>
            <p:nvPr/>
          </p:nvSpPr>
          <p:spPr>
            <a:xfrm>
              <a:off x="5188540" y="3524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8" name="pt6678"/>
            <p:cNvSpPr/>
            <p:nvPr/>
          </p:nvSpPr>
          <p:spPr>
            <a:xfrm>
              <a:off x="5185038" y="35099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79" name="pt6679"/>
            <p:cNvSpPr/>
            <p:nvPr/>
          </p:nvSpPr>
          <p:spPr>
            <a:xfrm>
              <a:off x="5147725" y="3583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0" name="pt6680"/>
            <p:cNvSpPr/>
            <p:nvPr/>
          </p:nvSpPr>
          <p:spPr>
            <a:xfrm>
              <a:off x="5126669" y="35636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1" name="pt6681"/>
            <p:cNvSpPr/>
            <p:nvPr/>
          </p:nvSpPr>
          <p:spPr>
            <a:xfrm>
              <a:off x="5120004" y="35723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2" name="pt6682"/>
            <p:cNvSpPr/>
            <p:nvPr/>
          </p:nvSpPr>
          <p:spPr>
            <a:xfrm>
              <a:off x="5191575" y="3595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3" name="pt6683"/>
            <p:cNvSpPr/>
            <p:nvPr/>
          </p:nvSpPr>
          <p:spPr>
            <a:xfrm>
              <a:off x="5154816" y="35524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4" name="pt6684"/>
            <p:cNvSpPr/>
            <p:nvPr/>
          </p:nvSpPr>
          <p:spPr>
            <a:xfrm>
              <a:off x="5141813" y="3657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5" name="pt6685"/>
            <p:cNvSpPr/>
            <p:nvPr/>
          </p:nvSpPr>
          <p:spPr>
            <a:xfrm>
              <a:off x="5022452" y="36057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6" name="pt6686"/>
            <p:cNvSpPr/>
            <p:nvPr/>
          </p:nvSpPr>
          <p:spPr>
            <a:xfrm>
              <a:off x="5093548" y="3583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7" name="pt6687"/>
            <p:cNvSpPr/>
            <p:nvPr/>
          </p:nvSpPr>
          <p:spPr>
            <a:xfrm>
              <a:off x="5174253" y="41810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8" name="pt6688"/>
            <p:cNvSpPr/>
            <p:nvPr/>
          </p:nvSpPr>
          <p:spPr>
            <a:xfrm>
              <a:off x="5135214" y="36199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89" name="pt6689"/>
            <p:cNvSpPr/>
            <p:nvPr/>
          </p:nvSpPr>
          <p:spPr>
            <a:xfrm>
              <a:off x="5212846" y="35469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0" name="pt6690"/>
            <p:cNvSpPr/>
            <p:nvPr/>
          </p:nvSpPr>
          <p:spPr>
            <a:xfrm>
              <a:off x="5154150" y="3550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1" name="pt6691"/>
            <p:cNvSpPr/>
            <p:nvPr/>
          </p:nvSpPr>
          <p:spPr>
            <a:xfrm>
              <a:off x="5172708" y="3584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2" name="pt6692"/>
            <p:cNvSpPr/>
            <p:nvPr/>
          </p:nvSpPr>
          <p:spPr>
            <a:xfrm>
              <a:off x="5153294" y="36066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3" name="pt6693"/>
            <p:cNvSpPr/>
            <p:nvPr/>
          </p:nvSpPr>
          <p:spPr>
            <a:xfrm>
              <a:off x="5142949" y="35176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4" name="pt6694"/>
            <p:cNvSpPr/>
            <p:nvPr/>
          </p:nvSpPr>
          <p:spPr>
            <a:xfrm>
              <a:off x="5140716" y="3547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5" name="pt6695"/>
            <p:cNvSpPr/>
            <p:nvPr/>
          </p:nvSpPr>
          <p:spPr>
            <a:xfrm>
              <a:off x="5153275" y="35552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6" name="pt6696"/>
            <p:cNvSpPr/>
            <p:nvPr/>
          </p:nvSpPr>
          <p:spPr>
            <a:xfrm>
              <a:off x="5117819" y="35768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7" name="pt6697"/>
            <p:cNvSpPr/>
            <p:nvPr/>
          </p:nvSpPr>
          <p:spPr>
            <a:xfrm>
              <a:off x="5151723" y="35776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8" name="pt6698"/>
            <p:cNvSpPr/>
            <p:nvPr/>
          </p:nvSpPr>
          <p:spPr>
            <a:xfrm>
              <a:off x="5179326" y="36185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699" name="pt6699"/>
            <p:cNvSpPr/>
            <p:nvPr/>
          </p:nvSpPr>
          <p:spPr>
            <a:xfrm>
              <a:off x="4794742" y="3550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0" name="pt6700"/>
            <p:cNvSpPr/>
            <p:nvPr/>
          </p:nvSpPr>
          <p:spPr>
            <a:xfrm>
              <a:off x="5181749" y="3509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1" name="pt6701"/>
            <p:cNvSpPr/>
            <p:nvPr/>
          </p:nvSpPr>
          <p:spPr>
            <a:xfrm>
              <a:off x="5141245" y="3578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2" name="pt6702"/>
            <p:cNvSpPr/>
            <p:nvPr/>
          </p:nvSpPr>
          <p:spPr>
            <a:xfrm>
              <a:off x="5161532" y="36673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3" name="pt6703"/>
            <p:cNvSpPr/>
            <p:nvPr/>
          </p:nvSpPr>
          <p:spPr>
            <a:xfrm>
              <a:off x="5135118" y="3024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4" name="pt6704"/>
            <p:cNvSpPr/>
            <p:nvPr/>
          </p:nvSpPr>
          <p:spPr>
            <a:xfrm>
              <a:off x="5129179" y="3589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5" name="pt6705"/>
            <p:cNvSpPr/>
            <p:nvPr/>
          </p:nvSpPr>
          <p:spPr>
            <a:xfrm>
              <a:off x="5211125" y="35734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6" name="pt6706"/>
            <p:cNvSpPr/>
            <p:nvPr/>
          </p:nvSpPr>
          <p:spPr>
            <a:xfrm>
              <a:off x="5187697" y="3622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7" name="pt6707"/>
            <p:cNvSpPr/>
            <p:nvPr/>
          </p:nvSpPr>
          <p:spPr>
            <a:xfrm>
              <a:off x="5148311" y="3589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8" name="pt6708"/>
            <p:cNvSpPr/>
            <p:nvPr/>
          </p:nvSpPr>
          <p:spPr>
            <a:xfrm>
              <a:off x="5174268" y="34587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09" name="pt6709"/>
            <p:cNvSpPr/>
            <p:nvPr/>
          </p:nvSpPr>
          <p:spPr>
            <a:xfrm>
              <a:off x="5143310" y="3476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0" name="pt6710"/>
            <p:cNvSpPr/>
            <p:nvPr/>
          </p:nvSpPr>
          <p:spPr>
            <a:xfrm>
              <a:off x="5118053" y="34077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1" name="pt6711"/>
            <p:cNvSpPr/>
            <p:nvPr/>
          </p:nvSpPr>
          <p:spPr>
            <a:xfrm>
              <a:off x="5152819" y="3545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2" name="pt6712"/>
            <p:cNvSpPr/>
            <p:nvPr/>
          </p:nvSpPr>
          <p:spPr>
            <a:xfrm>
              <a:off x="5167748" y="3560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3" name="pt6713"/>
            <p:cNvSpPr/>
            <p:nvPr/>
          </p:nvSpPr>
          <p:spPr>
            <a:xfrm>
              <a:off x="5156984" y="35349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4" name="pt6714"/>
            <p:cNvSpPr/>
            <p:nvPr/>
          </p:nvSpPr>
          <p:spPr>
            <a:xfrm>
              <a:off x="5191160" y="3547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5" name="pt6715"/>
            <p:cNvSpPr/>
            <p:nvPr/>
          </p:nvSpPr>
          <p:spPr>
            <a:xfrm>
              <a:off x="5170828" y="3522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6" name="pt6716"/>
            <p:cNvSpPr/>
            <p:nvPr/>
          </p:nvSpPr>
          <p:spPr>
            <a:xfrm>
              <a:off x="5184769" y="3550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7" name="pt6717"/>
            <p:cNvSpPr/>
            <p:nvPr/>
          </p:nvSpPr>
          <p:spPr>
            <a:xfrm>
              <a:off x="5139605" y="3517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8" name="pt6718"/>
            <p:cNvSpPr/>
            <p:nvPr/>
          </p:nvSpPr>
          <p:spPr>
            <a:xfrm>
              <a:off x="5141573" y="35771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19" name="pt6719"/>
            <p:cNvSpPr/>
            <p:nvPr/>
          </p:nvSpPr>
          <p:spPr>
            <a:xfrm>
              <a:off x="5155704" y="3601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0" name="pt6720"/>
            <p:cNvSpPr/>
            <p:nvPr/>
          </p:nvSpPr>
          <p:spPr>
            <a:xfrm>
              <a:off x="5158237" y="35613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1" name="pt6721"/>
            <p:cNvSpPr/>
            <p:nvPr/>
          </p:nvSpPr>
          <p:spPr>
            <a:xfrm>
              <a:off x="5151537" y="35642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2" name="pt6722"/>
            <p:cNvSpPr/>
            <p:nvPr/>
          </p:nvSpPr>
          <p:spPr>
            <a:xfrm>
              <a:off x="5168995" y="35848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3" name="pt6723"/>
            <p:cNvSpPr/>
            <p:nvPr/>
          </p:nvSpPr>
          <p:spPr>
            <a:xfrm>
              <a:off x="5104594" y="3547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4" name="pt6724"/>
            <p:cNvSpPr/>
            <p:nvPr/>
          </p:nvSpPr>
          <p:spPr>
            <a:xfrm>
              <a:off x="5191645" y="35615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5" name="pt6725"/>
            <p:cNvSpPr/>
            <p:nvPr/>
          </p:nvSpPr>
          <p:spPr>
            <a:xfrm>
              <a:off x="5158275" y="33284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6" name="pt6726"/>
            <p:cNvSpPr/>
            <p:nvPr/>
          </p:nvSpPr>
          <p:spPr>
            <a:xfrm>
              <a:off x="5173305" y="3447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7" name="pt6727"/>
            <p:cNvSpPr/>
            <p:nvPr/>
          </p:nvSpPr>
          <p:spPr>
            <a:xfrm>
              <a:off x="5131233" y="36233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8" name="pt6728"/>
            <p:cNvSpPr/>
            <p:nvPr/>
          </p:nvSpPr>
          <p:spPr>
            <a:xfrm>
              <a:off x="5101292" y="35481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29" name="pt6729"/>
            <p:cNvSpPr/>
            <p:nvPr/>
          </p:nvSpPr>
          <p:spPr>
            <a:xfrm>
              <a:off x="5189011" y="3501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0" name="pt6730"/>
            <p:cNvSpPr/>
            <p:nvPr/>
          </p:nvSpPr>
          <p:spPr>
            <a:xfrm>
              <a:off x="5248055" y="36354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1" name="pt6731"/>
            <p:cNvSpPr/>
            <p:nvPr/>
          </p:nvSpPr>
          <p:spPr>
            <a:xfrm>
              <a:off x="5135746" y="3480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2" name="pt6732"/>
            <p:cNvSpPr/>
            <p:nvPr/>
          </p:nvSpPr>
          <p:spPr>
            <a:xfrm>
              <a:off x="5132700" y="36048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3" name="pt6733"/>
            <p:cNvSpPr/>
            <p:nvPr/>
          </p:nvSpPr>
          <p:spPr>
            <a:xfrm>
              <a:off x="5183613" y="3533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4" name="pt6734"/>
            <p:cNvSpPr/>
            <p:nvPr/>
          </p:nvSpPr>
          <p:spPr>
            <a:xfrm>
              <a:off x="5136452" y="36179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5" name="pt6735"/>
            <p:cNvSpPr/>
            <p:nvPr/>
          </p:nvSpPr>
          <p:spPr>
            <a:xfrm>
              <a:off x="5101539" y="31236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6" name="pt6736"/>
            <p:cNvSpPr/>
            <p:nvPr/>
          </p:nvSpPr>
          <p:spPr>
            <a:xfrm>
              <a:off x="5127685" y="3558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7" name="pt6737"/>
            <p:cNvSpPr/>
            <p:nvPr/>
          </p:nvSpPr>
          <p:spPr>
            <a:xfrm>
              <a:off x="5110966" y="3504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8" name="pt6738"/>
            <p:cNvSpPr/>
            <p:nvPr/>
          </p:nvSpPr>
          <p:spPr>
            <a:xfrm>
              <a:off x="5173438" y="33610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39" name="pt6739"/>
            <p:cNvSpPr/>
            <p:nvPr/>
          </p:nvSpPr>
          <p:spPr>
            <a:xfrm>
              <a:off x="5140824" y="3537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0" name="pt6740"/>
            <p:cNvSpPr/>
            <p:nvPr/>
          </p:nvSpPr>
          <p:spPr>
            <a:xfrm>
              <a:off x="5223021" y="34613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1" name="pt6741"/>
            <p:cNvSpPr/>
            <p:nvPr/>
          </p:nvSpPr>
          <p:spPr>
            <a:xfrm>
              <a:off x="5076865" y="3559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2" name="pt6742"/>
            <p:cNvSpPr/>
            <p:nvPr/>
          </p:nvSpPr>
          <p:spPr>
            <a:xfrm>
              <a:off x="5157572" y="2985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3" name="pt6743"/>
            <p:cNvSpPr/>
            <p:nvPr/>
          </p:nvSpPr>
          <p:spPr>
            <a:xfrm>
              <a:off x="5156292" y="3503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4" name="pt6744"/>
            <p:cNvSpPr/>
            <p:nvPr/>
          </p:nvSpPr>
          <p:spPr>
            <a:xfrm>
              <a:off x="5216802" y="35718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5" name="pt6745"/>
            <p:cNvSpPr/>
            <p:nvPr/>
          </p:nvSpPr>
          <p:spPr>
            <a:xfrm>
              <a:off x="5098167" y="3437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6" name="pt6746"/>
            <p:cNvSpPr/>
            <p:nvPr/>
          </p:nvSpPr>
          <p:spPr>
            <a:xfrm>
              <a:off x="5197025" y="3511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7" name="pt6747"/>
            <p:cNvSpPr/>
            <p:nvPr/>
          </p:nvSpPr>
          <p:spPr>
            <a:xfrm>
              <a:off x="5207566" y="3532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8" name="pt6748"/>
            <p:cNvSpPr/>
            <p:nvPr/>
          </p:nvSpPr>
          <p:spPr>
            <a:xfrm>
              <a:off x="5083503" y="3407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49" name="pt6749"/>
            <p:cNvSpPr/>
            <p:nvPr/>
          </p:nvSpPr>
          <p:spPr>
            <a:xfrm>
              <a:off x="5203456" y="3409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0" name="pt6750"/>
            <p:cNvSpPr/>
            <p:nvPr/>
          </p:nvSpPr>
          <p:spPr>
            <a:xfrm>
              <a:off x="5105433" y="35406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1" name="pt6751"/>
            <p:cNvSpPr/>
            <p:nvPr/>
          </p:nvSpPr>
          <p:spPr>
            <a:xfrm>
              <a:off x="5122795" y="29402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2" name="pt6752"/>
            <p:cNvSpPr/>
            <p:nvPr/>
          </p:nvSpPr>
          <p:spPr>
            <a:xfrm>
              <a:off x="5239456" y="3267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3" name="pt6753"/>
            <p:cNvSpPr/>
            <p:nvPr/>
          </p:nvSpPr>
          <p:spPr>
            <a:xfrm>
              <a:off x="5279925" y="340183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4" name="pt6754"/>
            <p:cNvSpPr/>
            <p:nvPr/>
          </p:nvSpPr>
          <p:spPr>
            <a:xfrm>
              <a:off x="5165366" y="3763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5" name="pt6755"/>
            <p:cNvSpPr/>
            <p:nvPr/>
          </p:nvSpPr>
          <p:spPr>
            <a:xfrm>
              <a:off x="5095701" y="3603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6" name="pt6756"/>
            <p:cNvSpPr/>
            <p:nvPr/>
          </p:nvSpPr>
          <p:spPr>
            <a:xfrm>
              <a:off x="5118010" y="35902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7" name="pt6757"/>
            <p:cNvSpPr/>
            <p:nvPr/>
          </p:nvSpPr>
          <p:spPr>
            <a:xfrm>
              <a:off x="5109093" y="3554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8" name="pt6758"/>
            <p:cNvSpPr/>
            <p:nvPr/>
          </p:nvSpPr>
          <p:spPr>
            <a:xfrm>
              <a:off x="5176550" y="35750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59" name="pt6759"/>
            <p:cNvSpPr/>
            <p:nvPr/>
          </p:nvSpPr>
          <p:spPr>
            <a:xfrm>
              <a:off x="5184056" y="35151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0" name="pt6760"/>
            <p:cNvSpPr/>
            <p:nvPr/>
          </p:nvSpPr>
          <p:spPr>
            <a:xfrm>
              <a:off x="5142445" y="3525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1" name="pt6761"/>
            <p:cNvSpPr/>
            <p:nvPr/>
          </p:nvSpPr>
          <p:spPr>
            <a:xfrm>
              <a:off x="5101472" y="36308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2" name="pt6762"/>
            <p:cNvSpPr/>
            <p:nvPr/>
          </p:nvSpPr>
          <p:spPr>
            <a:xfrm>
              <a:off x="5148868" y="3709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3" name="pt6763"/>
            <p:cNvSpPr/>
            <p:nvPr/>
          </p:nvSpPr>
          <p:spPr>
            <a:xfrm>
              <a:off x="5142675" y="35898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4" name="pt6764"/>
            <p:cNvSpPr/>
            <p:nvPr/>
          </p:nvSpPr>
          <p:spPr>
            <a:xfrm>
              <a:off x="5184873" y="36336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5" name="pt6765"/>
            <p:cNvSpPr/>
            <p:nvPr/>
          </p:nvSpPr>
          <p:spPr>
            <a:xfrm>
              <a:off x="5149681" y="3578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6" name="pt6766"/>
            <p:cNvSpPr/>
            <p:nvPr/>
          </p:nvSpPr>
          <p:spPr>
            <a:xfrm>
              <a:off x="5159039" y="36499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7" name="pt6767"/>
            <p:cNvSpPr/>
            <p:nvPr/>
          </p:nvSpPr>
          <p:spPr>
            <a:xfrm>
              <a:off x="5105324" y="35525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8" name="pt6768"/>
            <p:cNvSpPr/>
            <p:nvPr/>
          </p:nvSpPr>
          <p:spPr>
            <a:xfrm>
              <a:off x="5097345" y="3535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69" name="pt6769"/>
            <p:cNvSpPr/>
            <p:nvPr/>
          </p:nvSpPr>
          <p:spPr>
            <a:xfrm>
              <a:off x="5129070" y="34242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0" name="pt6770"/>
            <p:cNvSpPr/>
            <p:nvPr/>
          </p:nvSpPr>
          <p:spPr>
            <a:xfrm>
              <a:off x="5117223" y="4075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1" name="pt6771"/>
            <p:cNvSpPr/>
            <p:nvPr/>
          </p:nvSpPr>
          <p:spPr>
            <a:xfrm>
              <a:off x="5099128" y="35636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2" name="pt6772"/>
            <p:cNvSpPr/>
            <p:nvPr/>
          </p:nvSpPr>
          <p:spPr>
            <a:xfrm>
              <a:off x="5151248" y="30283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3" name="pt6773"/>
            <p:cNvSpPr/>
            <p:nvPr/>
          </p:nvSpPr>
          <p:spPr>
            <a:xfrm>
              <a:off x="5155293" y="3558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4" name="pt6774"/>
            <p:cNvSpPr/>
            <p:nvPr/>
          </p:nvSpPr>
          <p:spPr>
            <a:xfrm>
              <a:off x="5124007" y="3487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5" name="pt6775"/>
            <p:cNvSpPr/>
            <p:nvPr/>
          </p:nvSpPr>
          <p:spPr>
            <a:xfrm>
              <a:off x="5138492" y="3533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6" name="pt6776"/>
            <p:cNvSpPr/>
            <p:nvPr/>
          </p:nvSpPr>
          <p:spPr>
            <a:xfrm>
              <a:off x="5147628" y="35616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7" name="pt6777"/>
            <p:cNvSpPr/>
            <p:nvPr/>
          </p:nvSpPr>
          <p:spPr>
            <a:xfrm>
              <a:off x="4788884" y="3579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8" name="pt6778"/>
            <p:cNvSpPr/>
            <p:nvPr/>
          </p:nvSpPr>
          <p:spPr>
            <a:xfrm>
              <a:off x="5123992" y="3508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79" name="pt6779"/>
            <p:cNvSpPr/>
            <p:nvPr/>
          </p:nvSpPr>
          <p:spPr>
            <a:xfrm>
              <a:off x="5159055" y="3524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0" name="pt6780"/>
            <p:cNvSpPr/>
            <p:nvPr/>
          </p:nvSpPr>
          <p:spPr>
            <a:xfrm>
              <a:off x="5119630" y="34354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1" name="pt6781"/>
            <p:cNvSpPr/>
            <p:nvPr/>
          </p:nvSpPr>
          <p:spPr>
            <a:xfrm>
              <a:off x="5199606" y="34685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2" name="pt6782"/>
            <p:cNvSpPr/>
            <p:nvPr/>
          </p:nvSpPr>
          <p:spPr>
            <a:xfrm>
              <a:off x="5156265" y="35495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3" name="pt6783"/>
            <p:cNvSpPr/>
            <p:nvPr/>
          </p:nvSpPr>
          <p:spPr>
            <a:xfrm>
              <a:off x="5220128" y="3567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4" name="pt6784"/>
            <p:cNvSpPr/>
            <p:nvPr/>
          </p:nvSpPr>
          <p:spPr>
            <a:xfrm>
              <a:off x="5142023" y="3570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5" name="pt6785"/>
            <p:cNvSpPr/>
            <p:nvPr/>
          </p:nvSpPr>
          <p:spPr>
            <a:xfrm>
              <a:off x="5091737" y="33316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6" name="pt6786"/>
            <p:cNvSpPr/>
            <p:nvPr/>
          </p:nvSpPr>
          <p:spPr>
            <a:xfrm>
              <a:off x="5131439" y="36084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7" name="pt6787"/>
            <p:cNvSpPr/>
            <p:nvPr/>
          </p:nvSpPr>
          <p:spPr>
            <a:xfrm>
              <a:off x="5115995" y="36076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8" name="pt6788"/>
            <p:cNvSpPr/>
            <p:nvPr/>
          </p:nvSpPr>
          <p:spPr>
            <a:xfrm>
              <a:off x="5155874" y="36282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89" name="pt6789"/>
            <p:cNvSpPr/>
            <p:nvPr/>
          </p:nvSpPr>
          <p:spPr>
            <a:xfrm>
              <a:off x="5218205" y="35187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0" name="pt6790"/>
            <p:cNvSpPr/>
            <p:nvPr/>
          </p:nvSpPr>
          <p:spPr>
            <a:xfrm>
              <a:off x="5177443" y="36291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1" name="pt6791"/>
            <p:cNvSpPr/>
            <p:nvPr/>
          </p:nvSpPr>
          <p:spPr>
            <a:xfrm>
              <a:off x="5145616" y="3632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2" name="pt6792"/>
            <p:cNvSpPr/>
            <p:nvPr/>
          </p:nvSpPr>
          <p:spPr>
            <a:xfrm>
              <a:off x="5154499" y="3495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3" name="pt6793"/>
            <p:cNvSpPr/>
            <p:nvPr/>
          </p:nvSpPr>
          <p:spPr>
            <a:xfrm>
              <a:off x="5171123" y="3441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4" name="pt6794"/>
            <p:cNvSpPr/>
            <p:nvPr/>
          </p:nvSpPr>
          <p:spPr>
            <a:xfrm>
              <a:off x="5164710" y="35719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5" name="pt6795"/>
            <p:cNvSpPr/>
            <p:nvPr/>
          </p:nvSpPr>
          <p:spPr>
            <a:xfrm>
              <a:off x="5108134" y="35495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6" name="pt6796"/>
            <p:cNvSpPr/>
            <p:nvPr/>
          </p:nvSpPr>
          <p:spPr>
            <a:xfrm>
              <a:off x="5214608" y="3556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7" name="pt6797"/>
            <p:cNvSpPr/>
            <p:nvPr/>
          </p:nvSpPr>
          <p:spPr>
            <a:xfrm>
              <a:off x="5104023" y="3566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8" name="pt6798"/>
            <p:cNvSpPr/>
            <p:nvPr/>
          </p:nvSpPr>
          <p:spPr>
            <a:xfrm>
              <a:off x="5042919" y="3593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799" name="pt6799"/>
            <p:cNvSpPr/>
            <p:nvPr/>
          </p:nvSpPr>
          <p:spPr>
            <a:xfrm>
              <a:off x="5152070" y="3572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0" name="pt6800"/>
            <p:cNvSpPr/>
            <p:nvPr/>
          </p:nvSpPr>
          <p:spPr>
            <a:xfrm>
              <a:off x="5149341" y="36513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1" name="pt6801"/>
            <p:cNvSpPr/>
            <p:nvPr/>
          </p:nvSpPr>
          <p:spPr>
            <a:xfrm>
              <a:off x="5080673" y="3490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2" name="pt6802"/>
            <p:cNvSpPr/>
            <p:nvPr/>
          </p:nvSpPr>
          <p:spPr>
            <a:xfrm>
              <a:off x="5198151" y="42121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3" name="pt6803"/>
            <p:cNvSpPr/>
            <p:nvPr/>
          </p:nvSpPr>
          <p:spPr>
            <a:xfrm>
              <a:off x="5143551" y="36488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4" name="pt6804"/>
            <p:cNvSpPr/>
            <p:nvPr/>
          </p:nvSpPr>
          <p:spPr>
            <a:xfrm>
              <a:off x="5155669" y="3561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5" name="pt6805"/>
            <p:cNvSpPr/>
            <p:nvPr/>
          </p:nvSpPr>
          <p:spPr>
            <a:xfrm>
              <a:off x="5132267" y="35913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6" name="pt6806"/>
            <p:cNvSpPr/>
            <p:nvPr/>
          </p:nvSpPr>
          <p:spPr>
            <a:xfrm>
              <a:off x="5061861" y="329861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7" name="pt6807"/>
            <p:cNvSpPr/>
            <p:nvPr/>
          </p:nvSpPr>
          <p:spPr>
            <a:xfrm>
              <a:off x="5097610" y="35613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8" name="pt6808"/>
            <p:cNvSpPr/>
            <p:nvPr/>
          </p:nvSpPr>
          <p:spPr>
            <a:xfrm>
              <a:off x="5156519" y="38010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09" name="pt6809"/>
            <p:cNvSpPr/>
            <p:nvPr/>
          </p:nvSpPr>
          <p:spPr>
            <a:xfrm>
              <a:off x="5187388" y="3657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0" name="pt6810"/>
            <p:cNvSpPr/>
            <p:nvPr/>
          </p:nvSpPr>
          <p:spPr>
            <a:xfrm>
              <a:off x="5157486" y="3557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1" name="pt6811"/>
            <p:cNvSpPr/>
            <p:nvPr/>
          </p:nvSpPr>
          <p:spPr>
            <a:xfrm>
              <a:off x="5129808" y="35363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2" name="pt6812"/>
            <p:cNvSpPr/>
            <p:nvPr/>
          </p:nvSpPr>
          <p:spPr>
            <a:xfrm>
              <a:off x="5158299" y="35509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3" name="pt6813"/>
            <p:cNvSpPr/>
            <p:nvPr/>
          </p:nvSpPr>
          <p:spPr>
            <a:xfrm>
              <a:off x="5217585" y="34891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4" name="pt6814"/>
            <p:cNvSpPr/>
            <p:nvPr/>
          </p:nvSpPr>
          <p:spPr>
            <a:xfrm>
              <a:off x="5138998" y="35151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5" name="pt6815"/>
            <p:cNvSpPr/>
            <p:nvPr/>
          </p:nvSpPr>
          <p:spPr>
            <a:xfrm>
              <a:off x="5144782" y="3858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6" name="pt6816"/>
            <p:cNvSpPr/>
            <p:nvPr/>
          </p:nvSpPr>
          <p:spPr>
            <a:xfrm>
              <a:off x="5081473" y="37518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7" name="pt6817"/>
            <p:cNvSpPr/>
            <p:nvPr/>
          </p:nvSpPr>
          <p:spPr>
            <a:xfrm>
              <a:off x="5212885" y="3543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8" name="pt6818"/>
            <p:cNvSpPr/>
            <p:nvPr/>
          </p:nvSpPr>
          <p:spPr>
            <a:xfrm>
              <a:off x="5180656" y="3422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19" name="pt6819"/>
            <p:cNvSpPr/>
            <p:nvPr/>
          </p:nvSpPr>
          <p:spPr>
            <a:xfrm>
              <a:off x="5154346" y="3529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0" name="pt6820"/>
            <p:cNvSpPr/>
            <p:nvPr/>
          </p:nvSpPr>
          <p:spPr>
            <a:xfrm>
              <a:off x="5165038" y="35398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1" name="pt6821"/>
            <p:cNvSpPr/>
            <p:nvPr/>
          </p:nvSpPr>
          <p:spPr>
            <a:xfrm>
              <a:off x="5081607" y="35465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2" name="pt6822"/>
            <p:cNvSpPr/>
            <p:nvPr/>
          </p:nvSpPr>
          <p:spPr>
            <a:xfrm>
              <a:off x="5143922" y="35546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3" name="pt6823"/>
            <p:cNvSpPr/>
            <p:nvPr/>
          </p:nvSpPr>
          <p:spPr>
            <a:xfrm>
              <a:off x="5123649" y="35679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4" name="pt6824"/>
            <p:cNvSpPr/>
            <p:nvPr/>
          </p:nvSpPr>
          <p:spPr>
            <a:xfrm>
              <a:off x="5139625" y="3577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5" name="pt6825"/>
            <p:cNvSpPr/>
            <p:nvPr/>
          </p:nvSpPr>
          <p:spPr>
            <a:xfrm>
              <a:off x="5122402" y="35036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6" name="pt6826"/>
            <p:cNvSpPr/>
            <p:nvPr/>
          </p:nvSpPr>
          <p:spPr>
            <a:xfrm>
              <a:off x="5155009" y="3391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7" name="pt6827"/>
            <p:cNvSpPr/>
            <p:nvPr/>
          </p:nvSpPr>
          <p:spPr>
            <a:xfrm>
              <a:off x="5042739" y="35651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8" name="pt6828"/>
            <p:cNvSpPr/>
            <p:nvPr/>
          </p:nvSpPr>
          <p:spPr>
            <a:xfrm>
              <a:off x="5152131" y="35550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29" name="pt6829"/>
            <p:cNvSpPr/>
            <p:nvPr/>
          </p:nvSpPr>
          <p:spPr>
            <a:xfrm>
              <a:off x="5134912" y="3593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0" name="pt6830"/>
            <p:cNvSpPr/>
            <p:nvPr/>
          </p:nvSpPr>
          <p:spPr>
            <a:xfrm>
              <a:off x="5094768" y="35003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1" name="pt6831"/>
            <p:cNvSpPr/>
            <p:nvPr/>
          </p:nvSpPr>
          <p:spPr>
            <a:xfrm>
              <a:off x="5136736" y="35549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2" name="pt6832"/>
            <p:cNvSpPr/>
            <p:nvPr/>
          </p:nvSpPr>
          <p:spPr>
            <a:xfrm>
              <a:off x="5135110" y="3616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3" name="pt6833"/>
            <p:cNvSpPr/>
            <p:nvPr/>
          </p:nvSpPr>
          <p:spPr>
            <a:xfrm>
              <a:off x="5121178" y="3572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4" name="pt6834"/>
            <p:cNvSpPr/>
            <p:nvPr/>
          </p:nvSpPr>
          <p:spPr>
            <a:xfrm>
              <a:off x="5222523" y="35326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5" name="pt6835"/>
            <p:cNvSpPr/>
            <p:nvPr/>
          </p:nvSpPr>
          <p:spPr>
            <a:xfrm>
              <a:off x="5136203" y="3662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6" name="pt6836"/>
            <p:cNvSpPr/>
            <p:nvPr/>
          </p:nvSpPr>
          <p:spPr>
            <a:xfrm>
              <a:off x="5149592" y="35520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7" name="pt6837"/>
            <p:cNvSpPr/>
            <p:nvPr/>
          </p:nvSpPr>
          <p:spPr>
            <a:xfrm>
              <a:off x="5155847" y="3568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8" name="pt6838"/>
            <p:cNvSpPr/>
            <p:nvPr/>
          </p:nvSpPr>
          <p:spPr>
            <a:xfrm>
              <a:off x="5140438" y="35271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39" name="pt6839"/>
            <p:cNvSpPr/>
            <p:nvPr/>
          </p:nvSpPr>
          <p:spPr>
            <a:xfrm>
              <a:off x="5122200" y="3458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0" name="pt6840"/>
            <p:cNvSpPr/>
            <p:nvPr/>
          </p:nvSpPr>
          <p:spPr>
            <a:xfrm>
              <a:off x="5134613" y="3568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1" name="pt6841"/>
            <p:cNvSpPr/>
            <p:nvPr/>
          </p:nvSpPr>
          <p:spPr>
            <a:xfrm>
              <a:off x="5154273" y="35657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2" name="pt6842"/>
            <p:cNvSpPr/>
            <p:nvPr/>
          </p:nvSpPr>
          <p:spPr>
            <a:xfrm>
              <a:off x="5259986" y="36555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3" name="pt6843"/>
            <p:cNvSpPr/>
            <p:nvPr/>
          </p:nvSpPr>
          <p:spPr>
            <a:xfrm>
              <a:off x="5149444" y="3516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4" name="pt6844"/>
            <p:cNvSpPr/>
            <p:nvPr/>
          </p:nvSpPr>
          <p:spPr>
            <a:xfrm>
              <a:off x="5186082" y="36050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5" name="pt6845"/>
            <p:cNvSpPr/>
            <p:nvPr/>
          </p:nvSpPr>
          <p:spPr>
            <a:xfrm>
              <a:off x="5052339" y="35187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6" name="pt6846"/>
            <p:cNvSpPr/>
            <p:nvPr/>
          </p:nvSpPr>
          <p:spPr>
            <a:xfrm>
              <a:off x="4305037" y="335095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7" name="pt6847"/>
            <p:cNvSpPr/>
            <p:nvPr/>
          </p:nvSpPr>
          <p:spPr>
            <a:xfrm>
              <a:off x="5237646" y="35070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8" name="pt6848"/>
            <p:cNvSpPr/>
            <p:nvPr/>
          </p:nvSpPr>
          <p:spPr>
            <a:xfrm>
              <a:off x="5136938" y="34546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49" name="pt6849"/>
            <p:cNvSpPr/>
            <p:nvPr/>
          </p:nvSpPr>
          <p:spPr>
            <a:xfrm>
              <a:off x="5068920" y="3571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0" name="pt6850"/>
            <p:cNvSpPr/>
            <p:nvPr/>
          </p:nvSpPr>
          <p:spPr>
            <a:xfrm>
              <a:off x="3934605" y="35155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1" name="pt6851"/>
            <p:cNvSpPr/>
            <p:nvPr/>
          </p:nvSpPr>
          <p:spPr>
            <a:xfrm>
              <a:off x="5161205" y="3610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2" name="pt6852"/>
            <p:cNvSpPr/>
            <p:nvPr/>
          </p:nvSpPr>
          <p:spPr>
            <a:xfrm>
              <a:off x="5151722" y="3623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3" name="pt6853"/>
            <p:cNvSpPr/>
            <p:nvPr/>
          </p:nvSpPr>
          <p:spPr>
            <a:xfrm>
              <a:off x="5114434" y="3593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4" name="pt6854"/>
            <p:cNvSpPr/>
            <p:nvPr/>
          </p:nvSpPr>
          <p:spPr>
            <a:xfrm>
              <a:off x="5153730" y="48288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5" name="pt6855"/>
            <p:cNvSpPr/>
            <p:nvPr/>
          </p:nvSpPr>
          <p:spPr>
            <a:xfrm>
              <a:off x="5256934" y="484590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6" name="pt6856"/>
            <p:cNvSpPr/>
            <p:nvPr/>
          </p:nvSpPr>
          <p:spPr>
            <a:xfrm>
              <a:off x="5099384" y="3575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7" name="pt6857"/>
            <p:cNvSpPr/>
            <p:nvPr/>
          </p:nvSpPr>
          <p:spPr>
            <a:xfrm>
              <a:off x="5160244" y="3539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8" name="pt6858"/>
            <p:cNvSpPr/>
            <p:nvPr/>
          </p:nvSpPr>
          <p:spPr>
            <a:xfrm>
              <a:off x="5126862" y="34868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59" name="pt6859"/>
            <p:cNvSpPr/>
            <p:nvPr/>
          </p:nvSpPr>
          <p:spPr>
            <a:xfrm>
              <a:off x="5057870" y="36031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0" name="pt6860"/>
            <p:cNvSpPr/>
            <p:nvPr/>
          </p:nvSpPr>
          <p:spPr>
            <a:xfrm>
              <a:off x="5119249" y="30393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1" name="pt6861"/>
            <p:cNvSpPr/>
            <p:nvPr/>
          </p:nvSpPr>
          <p:spPr>
            <a:xfrm>
              <a:off x="5152653" y="3475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2" name="pt6862"/>
            <p:cNvSpPr/>
            <p:nvPr/>
          </p:nvSpPr>
          <p:spPr>
            <a:xfrm>
              <a:off x="5163330" y="35452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3" name="pt6863"/>
            <p:cNvSpPr/>
            <p:nvPr/>
          </p:nvSpPr>
          <p:spPr>
            <a:xfrm>
              <a:off x="5172161" y="35227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4" name="pt6864"/>
            <p:cNvSpPr/>
            <p:nvPr/>
          </p:nvSpPr>
          <p:spPr>
            <a:xfrm>
              <a:off x="5222830" y="3567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5" name="pt6865"/>
            <p:cNvSpPr/>
            <p:nvPr/>
          </p:nvSpPr>
          <p:spPr>
            <a:xfrm>
              <a:off x="5179908" y="36184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6" name="pt6866"/>
            <p:cNvSpPr/>
            <p:nvPr/>
          </p:nvSpPr>
          <p:spPr>
            <a:xfrm>
              <a:off x="5139756" y="35641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7" name="pt6867"/>
            <p:cNvSpPr/>
            <p:nvPr/>
          </p:nvSpPr>
          <p:spPr>
            <a:xfrm>
              <a:off x="5172999" y="34451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8" name="pt6868"/>
            <p:cNvSpPr/>
            <p:nvPr/>
          </p:nvSpPr>
          <p:spPr>
            <a:xfrm>
              <a:off x="5144526" y="3599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69" name="pt6869"/>
            <p:cNvSpPr/>
            <p:nvPr/>
          </p:nvSpPr>
          <p:spPr>
            <a:xfrm>
              <a:off x="5064593" y="3537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0" name="pt6870"/>
            <p:cNvSpPr/>
            <p:nvPr/>
          </p:nvSpPr>
          <p:spPr>
            <a:xfrm>
              <a:off x="5150650" y="36019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1" name="pt6871"/>
            <p:cNvSpPr/>
            <p:nvPr/>
          </p:nvSpPr>
          <p:spPr>
            <a:xfrm>
              <a:off x="5206785" y="3518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2" name="pt6872"/>
            <p:cNvSpPr/>
            <p:nvPr/>
          </p:nvSpPr>
          <p:spPr>
            <a:xfrm>
              <a:off x="5111668" y="36152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3" name="pt6873"/>
            <p:cNvSpPr/>
            <p:nvPr/>
          </p:nvSpPr>
          <p:spPr>
            <a:xfrm>
              <a:off x="5149162" y="3578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4" name="pt6874"/>
            <p:cNvSpPr/>
            <p:nvPr/>
          </p:nvSpPr>
          <p:spPr>
            <a:xfrm>
              <a:off x="5172475" y="33647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5" name="pt6875"/>
            <p:cNvSpPr/>
            <p:nvPr/>
          </p:nvSpPr>
          <p:spPr>
            <a:xfrm>
              <a:off x="5316906" y="36115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6" name="pt6876"/>
            <p:cNvSpPr/>
            <p:nvPr/>
          </p:nvSpPr>
          <p:spPr>
            <a:xfrm>
              <a:off x="5151115" y="3605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7" name="pt6877"/>
            <p:cNvSpPr/>
            <p:nvPr/>
          </p:nvSpPr>
          <p:spPr>
            <a:xfrm>
              <a:off x="5176222" y="3438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8" name="pt6878"/>
            <p:cNvSpPr/>
            <p:nvPr/>
          </p:nvSpPr>
          <p:spPr>
            <a:xfrm>
              <a:off x="5163634" y="3395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79" name="pt6879"/>
            <p:cNvSpPr/>
            <p:nvPr/>
          </p:nvSpPr>
          <p:spPr>
            <a:xfrm>
              <a:off x="5172575" y="3598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0" name="pt6880"/>
            <p:cNvSpPr/>
            <p:nvPr/>
          </p:nvSpPr>
          <p:spPr>
            <a:xfrm>
              <a:off x="5205300" y="35534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1" name="pt6881"/>
            <p:cNvSpPr/>
            <p:nvPr/>
          </p:nvSpPr>
          <p:spPr>
            <a:xfrm>
              <a:off x="5167246" y="35515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2" name="pt6882"/>
            <p:cNvSpPr/>
            <p:nvPr/>
          </p:nvSpPr>
          <p:spPr>
            <a:xfrm>
              <a:off x="5115037" y="35762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3" name="pt6883"/>
            <p:cNvSpPr/>
            <p:nvPr/>
          </p:nvSpPr>
          <p:spPr>
            <a:xfrm>
              <a:off x="5190156" y="3565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4" name="pt6884"/>
            <p:cNvSpPr/>
            <p:nvPr/>
          </p:nvSpPr>
          <p:spPr>
            <a:xfrm>
              <a:off x="5138913" y="3503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5" name="pt6885"/>
            <p:cNvSpPr/>
            <p:nvPr/>
          </p:nvSpPr>
          <p:spPr>
            <a:xfrm>
              <a:off x="5103205" y="35747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6" name="pt6886"/>
            <p:cNvSpPr/>
            <p:nvPr/>
          </p:nvSpPr>
          <p:spPr>
            <a:xfrm>
              <a:off x="4667847" y="35814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7" name="pt6887"/>
            <p:cNvSpPr/>
            <p:nvPr/>
          </p:nvSpPr>
          <p:spPr>
            <a:xfrm>
              <a:off x="5141175" y="35648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88" name="pt6888"/>
            <p:cNvSpPr/>
            <p:nvPr/>
          </p:nvSpPr>
          <p:spPr>
            <a:xfrm>
              <a:off x="5645711" y="456137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9" name="pt6889"/>
            <p:cNvSpPr/>
            <p:nvPr/>
          </p:nvSpPr>
          <p:spPr>
            <a:xfrm>
              <a:off x="5168667" y="36054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0" name="pt6890"/>
            <p:cNvSpPr/>
            <p:nvPr/>
          </p:nvSpPr>
          <p:spPr>
            <a:xfrm>
              <a:off x="5133849" y="35689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1" name="pt6891"/>
            <p:cNvSpPr/>
            <p:nvPr/>
          </p:nvSpPr>
          <p:spPr>
            <a:xfrm>
              <a:off x="5064580" y="3579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2" name="pt6892"/>
            <p:cNvSpPr/>
            <p:nvPr/>
          </p:nvSpPr>
          <p:spPr>
            <a:xfrm>
              <a:off x="5138385" y="34330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3" name="pt6893"/>
            <p:cNvSpPr/>
            <p:nvPr/>
          </p:nvSpPr>
          <p:spPr>
            <a:xfrm>
              <a:off x="5047862" y="329110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4" name="pt6894"/>
            <p:cNvSpPr/>
            <p:nvPr/>
          </p:nvSpPr>
          <p:spPr>
            <a:xfrm>
              <a:off x="5146266" y="3538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5" name="pt6895"/>
            <p:cNvSpPr/>
            <p:nvPr/>
          </p:nvSpPr>
          <p:spPr>
            <a:xfrm>
              <a:off x="5251561" y="3551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6" name="pt6896"/>
            <p:cNvSpPr/>
            <p:nvPr/>
          </p:nvSpPr>
          <p:spPr>
            <a:xfrm>
              <a:off x="5193029" y="35658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7" name="pt6897"/>
            <p:cNvSpPr/>
            <p:nvPr/>
          </p:nvSpPr>
          <p:spPr>
            <a:xfrm>
              <a:off x="5142065" y="35748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8" name="pt6898"/>
            <p:cNvSpPr/>
            <p:nvPr/>
          </p:nvSpPr>
          <p:spPr>
            <a:xfrm>
              <a:off x="5196528" y="3543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899" name="pt6899"/>
            <p:cNvSpPr/>
            <p:nvPr/>
          </p:nvSpPr>
          <p:spPr>
            <a:xfrm>
              <a:off x="5122382" y="3541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0" name="pt6900"/>
            <p:cNvSpPr/>
            <p:nvPr/>
          </p:nvSpPr>
          <p:spPr>
            <a:xfrm>
              <a:off x="5166696" y="35950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1" name="pt6901"/>
            <p:cNvSpPr/>
            <p:nvPr/>
          </p:nvSpPr>
          <p:spPr>
            <a:xfrm>
              <a:off x="5167214" y="35118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2" name="pt6902"/>
            <p:cNvSpPr/>
            <p:nvPr/>
          </p:nvSpPr>
          <p:spPr>
            <a:xfrm>
              <a:off x="5137030" y="3181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3" name="pt6903"/>
            <p:cNvSpPr/>
            <p:nvPr/>
          </p:nvSpPr>
          <p:spPr>
            <a:xfrm>
              <a:off x="5194602" y="35754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4" name="pt6904"/>
            <p:cNvSpPr/>
            <p:nvPr/>
          </p:nvSpPr>
          <p:spPr>
            <a:xfrm>
              <a:off x="5151498" y="3722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5" name="pt6905"/>
            <p:cNvSpPr/>
            <p:nvPr/>
          </p:nvSpPr>
          <p:spPr>
            <a:xfrm>
              <a:off x="5103264" y="35790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6" name="pt6906"/>
            <p:cNvSpPr/>
            <p:nvPr/>
          </p:nvSpPr>
          <p:spPr>
            <a:xfrm>
              <a:off x="5146151" y="33636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7" name="pt6907"/>
            <p:cNvSpPr/>
            <p:nvPr/>
          </p:nvSpPr>
          <p:spPr>
            <a:xfrm>
              <a:off x="5205344" y="3564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8" name="pt6908"/>
            <p:cNvSpPr/>
            <p:nvPr/>
          </p:nvSpPr>
          <p:spPr>
            <a:xfrm>
              <a:off x="5170705" y="35003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09" name="pt6909"/>
            <p:cNvSpPr/>
            <p:nvPr/>
          </p:nvSpPr>
          <p:spPr>
            <a:xfrm>
              <a:off x="5177996" y="35652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0" name="pt6910"/>
            <p:cNvSpPr/>
            <p:nvPr/>
          </p:nvSpPr>
          <p:spPr>
            <a:xfrm>
              <a:off x="5079384" y="3595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1" name="pt6911"/>
            <p:cNvSpPr/>
            <p:nvPr/>
          </p:nvSpPr>
          <p:spPr>
            <a:xfrm>
              <a:off x="5156726" y="3536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2" name="pt6912"/>
            <p:cNvSpPr/>
            <p:nvPr/>
          </p:nvSpPr>
          <p:spPr>
            <a:xfrm>
              <a:off x="5122454" y="3526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3" name="pt6913"/>
            <p:cNvSpPr/>
            <p:nvPr/>
          </p:nvSpPr>
          <p:spPr>
            <a:xfrm>
              <a:off x="5146430" y="32578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4" name="pt6914"/>
            <p:cNvSpPr/>
            <p:nvPr/>
          </p:nvSpPr>
          <p:spPr>
            <a:xfrm>
              <a:off x="5138971" y="36070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5" name="pt6915"/>
            <p:cNvSpPr/>
            <p:nvPr/>
          </p:nvSpPr>
          <p:spPr>
            <a:xfrm>
              <a:off x="5130528" y="34975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6" name="pt6916"/>
            <p:cNvSpPr/>
            <p:nvPr/>
          </p:nvSpPr>
          <p:spPr>
            <a:xfrm>
              <a:off x="5146994" y="3581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7" name="pt6917"/>
            <p:cNvSpPr/>
            <p:nvPr/>
          </p:nvSpPr>
          <p:spPr>
            <a:xfrm>
              <a:off x="5182598" y="35446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8" name="pt6918"/>
            <p:cNvSpPr/>
            <p:nvPr/>
          </p:nvSpPr>
          <p:spPr>
            <a:xfrm>
              <a:off x="5101880" y="36001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19" name="pt6919"/>
            <p:cNvSpPr/>
            <p:nvPr/>
          </p:nvSpPr>
          <p:spPr>
            <a:xfrm>
              <a:off x="5108302" y="35578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0" name="pt6920"/>
            <p:cNvSpPr/>
            <p:nvPr/>
          </p:nvSpPr>
          <p:spPr>
            <a:xfrm>
              <a:off x="5123498" y="35700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1" name="pt6921"/>
            <p:cNvSpPr/>
            <p:nvPr/>
          </p:nvSpPr>
          <p:spPr>
            <a:xfrm>
              <a:off x="5123480" y="3519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2" name="pt6922"/>
            <p:cNvSpPr/>
            <p:nvPr/>
          </p:nvSpPr>
          <p:spPr>
            <a:xfrm>
              <a:off x="5183468" y="3536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3" name="pt6923"/>
            <p:cNvSpPr/>
            <p:nvPr/>
          </p:nvSpPr>
          <p:spPr>
            <a:xfrm>
              <a:off x="5146014" y="35665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4" name="pt6924"/>
            <p:cNvSpPr/>
            <p:nvPr/>
          </p:nvSpPr>
          <p:spPr>
            <a:xfrm>
              <a:off x="5029422" y="34841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5" name="pt6925"/>
            <p:cNvSpPr/>
            <p:nvPr/>
          </p:nvSpPr>
          <p:spPr>
            <a:xfrm>
              <a:off x="5169411" y="35019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6" name="pt6926"/>
            <p:cNvSpPr/>
            <p:nvPr/>
          </p:nvSpPr>
          <p:spPr>
            <a:xfrm>
              <a:off x="5233415" y="35303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7" name="pt6927"/>
            <p:cNvSpPr/>
            <p:nvPr/>
          </p:nvSpPr>
          <p:spPr>
            <a:xfrm>
              <a:off x="5179412" y="31923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8" name="pt6928"/>
            <p:cNvSpPr/>
            <p:nvPr/>
          </p:nvSpPr>
          <p:spPr>
            <a:xfrm>
              <a:off x="5109773" y="35295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29" name="pt6929"/>
            <p:cNvSpPr/>
            <p:nvPr/>
          </p:nvSpPr>
          <p:spPr>
            <a:xfrm>
              <a:off x="5202145" y="35652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0" name="pt6930"/>
            <p:cNvSpPr/>
            <p:nvPr/>
          </p:nvSpPr>
          <p:spPr>
            <a:xfrm>
              <a:off x="5111837" y="35770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1" name="pt6931"/>
            <p:cNvSpPr/>
            <p:nvPr/>
          </p:nvSpPr>
          <p:spPr>
            <a:xfrm>
              <a:off x="5129964" y="35873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2" name="pt6932"/>
            <p:cNvSpPr/>
            <p:nvPr/>
          </p:nvSpPr>
          <p:spPr>
            <a:xfrm>
              <a:off x="5082438" y="3548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3" name="pt6933"/>
            <p:cNvSpPr/>
            <p:nvPr/>
          </p:nvSpPr>
          <p:spPr>
            <a:xfrm>
              <a:off x="5134038" y="35381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4" name="pt6934"/>
            <p:cNvSpPr/>
            <p:nvPr/>
          </p:nvSpPr>
          <p:spPr>
            <a:xfrm>
              <a:off x="5124133" y="34390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5" name="pt6935"/>
            <p:cNvSpPr/>
            <p:nvPr/>
          </p:nvSpPr>
          <p:spPr>
            <a:xfrm>
              <a:off x="5084421" y="35555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6" name="pt6936"/>
            <p:cNvSpPr/>
            <p:nvPr/>
          </p:nvSpPr>
          <p:spPr>
            <a:xfrm>
              <a:off x="5132561" y="3512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7" name="pt6937"/>
            <p:cNvSpPr/>
            <p:nvPr/>
          </p:nvSpPr>
          <p:spPr>
            <a:xfrm>
              <a:off x="5172923" y="35348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8" name="pt6938"/>
            <p:cNvSpPr/>
            <p:nvPr/>
          </p:nvSpPr>
          <p:spPr>
            <a:xfrm>
              <a:off x="5195699" y="3576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39" name="pt6939"/>
            <p:cNvSpPr/>
            <p:nvPr/>
          </p:nvSpPr>
          <p:spPr>
            <a:xfrm>
              <a:off x="5147653" y="4639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0" name="pt6940"/>
            <p:cNvSpPr/>
            <p:nvPr/>
          </p:nvSpPr>
          <p:spPr>
            <a:xfrm>
              <a:off x="5221327" y="3538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1" name="pt6941"/>
            <p:cNvSpPr/>
            <p:nvPr/>
          </p:nvSpPr>
          <p:spPr>
            <a:xfrm>
              <a:off x="5186534" y="3492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2" name="pt6942"/>
            <p:cNvSpPr/>
            <p:nvPr/>
          </p:nvSpPr>
          <p:spPr>
            <a:xfrm>
              <a:off x="5065096" y="35372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3" name="pt6943"/>
            <p:cNvSpPr/>
            <p:nvPr/>
          </p:nvSpPr>
          <p:spPr>
            <a:xfrm>
              <a:off x="5208883" y="3718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4" name="pt6944"/>
            <p:cNvSpPr/>
            <p:nvPr/>
          </p:nvSpPr>
          <p:spPr>
            <a:xfrm>
              <a:off x="5172254" y="3548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5" name="pt6945"/>
            <p:cNvSpPr/>
            <p:nvPr/>
          </p:nvSpPr>
          <p:spPr>
            <a:xfrm>
              <a:off x="5237697" y="35716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6" name="pt6946"/>
            <p:cNvSpPr/>
            <p:nvPr/>
          </p:nvSpPr>
          <p:spPr>
            <a:xfrm>
              <a:off x="5197277" y="3530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7" name="pt6947"/>
            <p:cNvSpPr/>
            <p:nvPr/>
          </p:nvSpPr>
          <p:spPr>
            <a:xfrm>
              <a:off x="5114567" y="3527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8" name="pt6948"/>
            <p:cNvSpPr/>
            <p:nvPr/>
          </p:nvSpPr>
          <p:spPr>
            <a:xfrm>
              <a:off x="5142428" y="3578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49" name="pt6949"/>
            <p:cNvSpPr/>
            <p:nvPr/>
          </p:nvSpPr>
          <p:spPr>
            <a:xfrm>
              <a:off x="5112291" y="35409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0" name="pt6950"/>
            <p:cNvSpPr/>
            <p:nvPr/>
          </p:nvSpPr>
          <p:spPr>
            <a:xfrm>
              <a:off x="5147014" y="30425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1" name="pt6951"/>
            <p:cNvSpPr/>
            <p:nvPr/>
          </p:nvSpPr>
          <p:spPr>
            <a:xfrm>
              <a:off x="5203981" y="3567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2" name="pt6952"/>
            <p:cNvSpPr/>
            <p:nvPr/>
          </p:nvSpPr>
          <p:spPr>
            <a:xfrm>
              <a:off x="5179464" y="3424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3" name="pt6953"/>
            <p:cNvSpPr/>
            <p:nvPr/>
          </p:nvSpPr>
          <p:spPr>
            <a:xfrm>
              <a:off x="5282176" y="3557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4" name="pt6954"/>
            <p:cNvSpPr/>
            <p:nvPr/>
          </p:nvSpPr>
          <p:spPr>
            <a:xfrm>
              <a:off x="5193592" y="3574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5" name="pt6955"/>
            <p:cNvSpPr/>
            <p:nvPr/>
          </p:nvSpPr>
          <p:spPr>
            <a:xfrm>
              <a:off x="5092987" y="36798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6" name="pt6956"/>
            <p:cNvSpPr/>
            <p:nvPr/>
          </p:nvSpPr>
          <p:spPr>
            <a:xfrm>
              <a:off x="5147260" y="36326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7" name="pt6957"/>
            <p:cNvSpPr/>
            <p:nvPr/>
          </p:nvSpPr>
          <p:spPr>
            <a:xfrm>
              <a:off x="5217967" y="3578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8" name="pt6958"/>
            <p:cNvSpPr/>
            <p:nvPr/>
          </p:nvSpPr>
          <p:spPr>
            <a:xfrm>
              <a:off x="5161670" y="33611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59" name="pt6959"/>
            <p:cNvSpPr/>
            <p:nvPr/>
          </p:nvSpPr>
          <p:spPr>
            <a:xfrm>
              <a:off x="5167532" y="3565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0" name="pt6960"/>
            <p:cNvSpPr/>
            <p:nvPr/>
          </p:nvSpPr>
          <p:spPr>
            <a:xfrm>
              <a:off x="5301781" y="35257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1" name="pt6961"/>
            <p:cNvSpPr/>
            <p:nvPr/>
          </p:nvSpPr>
          <p:spPr>
            <a:xfrm>
              <a:off x="5188004" y="35499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2" name="pt6962"/>
            <p:cNvSpPr/>
            <p:nvPr/>
          </p:nvSpPr>
          <p:spPr>
            <a:xfrm>
              <a:off x="5193193" y="3344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3" name="pt6963"/>
            <p:cNvSpPr/>
            <p:nvPr/>
          </p:nvSpPr>
          <p:spPr>
            <a:xfrm>
              <a:off x="5106281" y="3429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4" name="pt6964"/>
            <p:cNvSpPr/>
            <p:nvPr/>
          </p:nvSpPr>
          <p:spPr>
            <a:xfrm>
              <a:off x="5106905" y="3576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5" name="pt6965"/>
            <p:cNvSpPr/>
            <p:nvPr/>
          </p:nvSpPr>
          <p:spPr>
            <a:xfrm>
              <a:off x="5176213" y="3464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6" name="pt6966"/>
            <p:cNvSpPr/>
            <p:nvPr/>
          </p:nvSpPr>
          <p:spPr>
            <a:xfrm>
              <a:off x="5141793" y="3402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7" name="pt6967"/>
            <p:cNvSpPr/>
            <p:nvPr/>
          </p:nvSpPr>
          <p:spPr>
            <a:xfrm>
              <a:off x="5172123" y="35885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8" name="pt6968"/>
            <p:cNvSpPr/>
            <p:nvPr/>
          </p:nvSpPr>
          <p:spPr>
            <a:xfrm>
              <a:off x="5171510" y="36357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69" name="pt6969"/>
            <p:cNvSpPr/>
            <p:nvPr/>
          </p:nvSpPr>
          <p:spPr>
            <a:xfrm>
              <a:off x="5206252" y="3366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0" name="pt6970"/>
            <p:cNvSpPr/>
            <p:nvPr/>
          </p:nvSpPr>
          <p:spPr>
            <a:xfrm>
              <a:off x="5166355" y="34612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1" name="pt6971"/>
            <p:cNvSpPr/>
            <p:nvPr/>
          </p:nvSpPr>
          <p:spPr>
            <a:xfrm>
              <a:off x="5198051" y="3543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2" name="pt6972"/>
            <p:cNvSpPr/>
            <p:nvPr/>
          </p:nvSpPr>
          <p:spPr>
            <a:xfrm>
              <a:off x="5167968" y="35623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3" name="pt6973"/>
            <p:cNvSpPr/>
            <p:nvPr/>
          </p:nvSpPr>
          <p:spPr>
            <a:xfrm>
              <a:off x="5157594" y="3520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4" name="pt6974"/>
            <p:cNvSpPr/>
            <p:nvPr/>
          </p:nvSpPr>
          <p:spPr>
            <a:xfrm>
              <a:off x="4979141" y="386011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5" name="pt6975"/>
            <p:cNvSpPr/>
            <p:nvPr/>
          </p:nvSpPr>
          <p:spPr>
            <a:xfrm>
              <a:off x="5167209" y="36251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6" name="pt6976"/>
            <p:cNvSpPr/>
            <p:nvPr/>
          </p:nvSpPr>
          <p:spPr>
            <a:xfrm>
              <a:off x="5168878" y="3565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7" name="pt6977"/>
            <p:cNvSpPr/>
            <p:nvPr/>
          </p:nvSpPr>
          <p:spPr>
            <a:xfrm>
              <a:off x="5132917" y="35757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8" name="pt6978"/>
            <p:cNvSpPr/>
            <p:nvPr/>
          </p:nvSpPr>
          <p:spPr>
            <a:xfrm>
              <a:off x="5170535" y="36055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79" name="pt6979"/>
            <p:cNvSpPr/>
            <p:nvPr/>
          </p:nvSpPr>
          <p:spPr>
            <a:xfrm>
              <a:off x="5127410" y="35191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0" name="pt6980"/>
            <p:cNvSpPr/>
            <p:nvPr/>
          </p:nvSpPr>
          <p:spPr>
            <a:xfrm>
              <a:off x="5139728" y="3546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1" name="pt6981"/>
            <p:cNvSpPr/>
            <p:nvPr/>
          </p:nvSpPr>
          <p:spPr>
            <a:xfrm>
              <a:off x="5116454" y="35905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2" name="pt6982"/>
            <p:cNvSpPr/>
            <p:nvPr/>
          </p:nvSpPr>
          <p:spPr>
            <a:xfrm>
              <a:off x="5167541" y="3558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3" name="pt6983"/>
            <p:cNvSpPr/>
            <p:nvPr/>
          </p:nvSpPr>
          <p:spPr>
            <a:xfrm>
              <a:off x="5154113" y="34146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4" name="pt6984"/>
            <p:cNvSpPr/>
            <p:nvPr/>
          </p:nvSpPr>
          <p:spPr>
            <a:xfrm>
              <a:off x="5172065" y="3524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5" name="pt6985"/>
            <p:cNvSpPr/>
            <p:nvPr/>
          </p:nvSpPr>
          <p:spPr>
            <a:xfrm>
              <a:off x="5169406" y="35551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6" name="pt6986"/>
            <p:cNvSpPr/>
            <p:nvPr/>
          </p:nvSpPr>
          <p:spPr>
            <a:xfrm>
              <a:off x="5140398" y="34526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7" name="pt6987"/>
            <p:cNvSpPr/>
            <p:nvPr/>
          </p:nvSpPr>
          <p:spPr>
            <a:xfrm>
              <a:off x="5122486" y="35745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8" name="pt6988"/>
            <p:cNvSpPr/>
            <p:nvPr/>
          </p:nvSpPr>
          <p:spPr>
            <a:xfrm>
              <a:off x="5149926" y="3536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89" name="pt6989"/>
            <p:cNvSpPr/>
            <p:nvPr/>
          </p:nvSpPr>
          <p:spPr>
            <a:xfrm>
              <a:off x="5135757" y="3600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0" name="pt6990"/>
            <p:cNvSpPr/>
            <p:nvPr/>
          </p:nvSpPr>
          <p:spPr>
            <a:xfrm>
              <a:off x="5184878" y="3560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1" name="pt6991"/>
            <p:cNvSpPr/>
            <p:nvPr/>
          </p:nvSpPr>
          <p:spPr>
            <a:xfrm>
              <a:off x="5237328" y="35527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2" name="pt6992"/>
            <p:cNvSpPr/>
            <p:nvPr/>
          </p:nvSpPr>
          <p:spPr>
            <a:xfrm>
              <a:off x="5130174" y="35203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3" name="pt6993"/>
            <p:cNvSpPr/>
            <p:nvPr/>
          </p:nvSpPr>
          <p:spPr>
            <a:xfrm>
              <a:off x="5184788" y="3463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4" name="pt6994"/>
            <p:cNvSpPr/>
            <p:nvPr/>
          </p:nvSpPr>
          <p:spPr>
            <a:xfrm>
              <a:off x="5156178" y="3514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5" name="pt6995"/>
            <p:cNvSpPr/>
            <p:nvPr/>
          </p:nvSpPr>
          <p:spPr>
            <a:xfrm>
              <a:off x="5181546" y="3397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6" name="pt6996"/>
            <p:cNvSpPr/>
            <p:nvPr/>
          </p:nvSpPr>
          <p:spPr>
            <a:xfrm>
              <a:off x="5171524" y="35027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7" name="pt6997"/>
            <p:cNvSpPr/>
            <p:nvPr/>
          </p:nvSpPr>
          <p:spPr>
            <a:xfrm>
              <a:off x="5158289" y="32102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8" name="pt6998"/>
            <p:cNvSpPr/>
            <p:nvPr/>
          </p:nvSpPr>
          <p:spPr>
            <a:xfrm>
              <a:off x="5160697" y="36426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6999" name="pt6999"/>
            <p:cNvSpPr/>
            <p:nvPr/>
          </p:nvSpPr>
          <p:spPr>
            <a:xfrm>
              <a:off x="5145377" y="3281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0" name="pt7000"/>
            <p:cNvSpPr/>
            <p:nvPr/>
          </p:nvSpPr>
          <p:spPr>
            <a:xfrm>
              <a:off x="5189904" y="34221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1" name="pt7001"/>
            <p:cNvSpPr/>
            <p:nvPr/>
          </p:nvSpPr>
          <p:spPr>
            <a:xfrm>
              <a:off x="5382553" y="3590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2" name="pt7002"/>
            <p:cNvSpPr/>
            <p:nvPr/>
          </p:nvSpPr>
          <p:spPr>
            <a:xfrm>
              <a:off x="5150424" y="3576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3" name="pt7003"/>
            <p:cNvSpPr/>
            <p:nvPr/>
          </p:nvSpPr>
          <p:spPr>
            <a:xfrm>
              <a:off x="5154065" y="3553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4" name="pt7004"/>
            <p:cNvSpPr/>
            <p:nvPr/>
          </p:nvSpPr>
          <p:spPr>
            <a:xfrm>
              <a:off x="5106650" y="37918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5" name="pt7005"/>
            <p:cNvSpPr/>
            <p:nvPr/>
          </p:nvSpPr>
          <p:spPr>
            <a:xfrm>
              <a:off x="5154730" y="36270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6" name="pt7006"/>
            <p:cNvSpPr/>
            <p:nvPr/>
          </p:nvSpPr>
          <p:spPr>
            <a:xfrm>
              <a:off x="5149037" y="3562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7" name="pt7007"/>
            <p:cNvSpPr/>
            <p:nvPr/>
          </p:nvSpPr>
          <p:spPr>
            <a:xfrm>
              <a:off x="5177905" y="32697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8" name="pt7008"/>
            <p:cNvSpPr/>
            <p:nvPr/>
          </p:nvSpPr>
          <p:spPr>
            <a:xfrm>
              <a:off x="5107474" y="35931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09" name="pt7009"/>
            <p:cNvSpPr/>
            <p:nvPr/>
          </p:nvSpPr>
          <p:spPr>
            <a:xfrm>
              <a:off x="5131531" y="35913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0" name="pt7010"/>
            <p:cNvSpPr/>
            <p:nvPr/>
          </p:nvSpPr>
          <p:spPr>
            <a:xfrm>
              <a:off x="5168331" y="35098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1" name="pt7011"/>
            <p:cNvSpPr/>
            <p:nvPr/>
          </p:nvSpPr>
          <p:spPr>
            <a:xfrm>
              <a:off x="4909314" y="3558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2" name="pt7012"/>
            <p:cNvSpPr/>
            <p:nvPr/>
          </p:nvSpPr>
          <p:spPr>
            <a:xfrm>
              <a:off x="5150442" y="35738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3" name="pt7013"/>
            <p:cNvSpPr/>
            <p:nvPr/>
          </p:nvSpPr>
          <p:spPr>
            <a:xfrm>
              <a:off x="5144233" y="3499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4" name="pt7014"/>
            <p:cNvSpPr/>
            <p:nvPr/>
          </p:nvSpPr>
          <p:spPr>
            <a:xfrm>
              <a:off x="5134541" y="3526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5" name="pt7015"/>
            <p:cNvSpPr/>
            <p:nvPr/>
          </p:nvSpPr>
          <p:spPr>
            <a:xfrm>
              <a:off x="5196868" y="35746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6" name="pt7016"/>
            <p:cNvSpPr/>
            <p:nvPr/>
          </p:nvSpPr>
          <p:spPr>
            <a:xfrm>
              <a:off x="5189545" y="3498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7" name="pt7017"/>
            <p:cNvSpPr/>
            <p:nvPr/>
          </p:nvSpPr>
          <p:spPr>
            <a:xfrm>
              <a:off x="5152377" y="31741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8" name="pt7018"/>
            <p:cNvSpPr/>
            <p:nvPr/>
          </p:nvSpPr>
          <p:spPr>
            <a:xfrm>
              <a:off x="5162376" y="3267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19" name="pt7019"/>
            <p:cNvSpPr/>
            <p:nvPr/>
          </p:nvSpPr>
          <p:spPr>
            <a:xfrm>
              <a:off x="5117364" y="3569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0" name="pt7020"/>
            <p:cNvSpPr/>
            <p:nvPr/>
          </p:nvSpPr>
          <p:spPr>
            <a:xfrm>
              <a:off x="5045277" y="35952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1" name="pt7021"/>
            <p:cNvSpPr/>
            <p:nvPr/>
          </p:nvSpPr>
          <p:spPr>
            <a:xfrm>
              <a:off x="5170268" y="3570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2" name="pt7022"/>
            <p:cNvSpPr/>
            <p:nvPr/>
          </p:nvSpPr>
          <p:spPr>
            <a:xfrm>
              <a:off x="5186668" y="3494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3" name="pt7023"/>
            <p:cNvSpPr/>
            <p:nvPr/>
          </p:nvSpPr>
          <p:spPr>
            <a:xfrm>
              <a:off x="5176819" y="3428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4" name="pt7024"/>
            <p:cNvSpPr/>
            <p:nvPr/>
          </p:nvSpPr>
          <p:spPr>
            <a:xfrm>
              <a:off x="5103616" y="35563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5" name="pt7025"/>
            <p:cNvSpPr/>
            <p:nvPr/>
          </p:nvSpPr>
          <p:spPr>
            <a:xfrm>
              <a:off x="5126320" y="3502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6" name="pt7026"/>
            <p:cNvSpPr/>
            <p:nvPr/>
          </p:nvSpPr>
          <p:spPr>
            <a:xfrm>
              <a:off x="5154970" y="3402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7" name="pt7027"/>
            <p:cNvSpPr/>
            <p:nvPr/>
          </p:nvSpPr>
          <p:spPr>
            <a:xfrm>
              <a:off x="5088677" y="35982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8" name="pt7028"/>
            <p:cNvSpPr/>
            <p:nvPr/>
          </p:nvSpPr>
          <p:spPr>
            <a:xfrm>
              <a:off x="5117861" y="35662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29" name="pt7029"/>
            <p:cNvSpPr/>
            <p:nvPr/>
          </p:nvSpPr>
          <p:spPr>
            <a:xfrm>
              <a:off x="5141288" y="3542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0" name="pt7030"/>
            <p:cNvSpPr/>
            <p:nvPr/>
          </p:nvSpPr>
          <p:spPr>
            <a:xfrm>
              <a:off x="5202127" y="3535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1" name="pt7031"/>
            <p:cNvSpPr/>
            <p:nvPr/>
          </p:nvSpPr>
          <p:spPr>
            <a:xfrm>
              <a:off x="5186941" y="35253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2" name="pt7032"/>
            <p:cNvSpPr/>
            <p:nvPr/>
          </p:nvSpPr>
          <p:spPr>
            <a:xfrm>
              <a:off x="5190923" y="35091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3" name="pt7033"/>
            <p:cNvSpPr/>
            <p:nvPr/>
          </p:nvSpPr>
          <p:spPr>
            <a:xfrm>
              <a:off x="5204880" y="3513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4" name="pt7034"/>
            <p:cNvSpPr/>
            <p:nvPr/>
          </p:nvSpPr>
          <p:spPr>
            <a:xfrm>
              <a:off x="5196922" y="35317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5" name="pt7035"/>
            <p:cNvSpPr/>
            <p:nvPr/>
          </p:nvSpPr>
          <p:spPr>
            <a:xfrm>
              <a:off x="5142619" y="3515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6" name="pt7036"/>
            <p:cNvSpPr/>
            <p:nvPr/>
          </p:nvSpPr>
          <p:spPr>
            <a:xfrm>
              <a:off x="5341250" y="3726854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7" name="pt7037"/>
            <p:cNvSpPr/>
            <p:nvPr/>
          </p:nvSpPr>
          <p:spPr>
            <a:xfrm>
              <a:off x="5163780" y="3338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8" name="pt7038"/>
            <p:cNvSpPr/>
            <p:nvPr/>
          </p:nvSpPr>
          <p:spPr>
            <a:xfrm>
              <a:off x="5174475" y="3514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39" name="pt7039"/>
            <p:cNvSpPr/>
            <p:nvPr/>
          </p:nvSpPr>
          <p:spPr>
            <a:xfrm>
              <a:off x="5167869" y="3594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0" name="pt7040"/>
            <p:cNvSpPr/>
            <p:nvPr/>
          </p:nvSpPr>
          <p:spPr>
            <a:xfrm>
              <a:off x="5194873" y="35424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1" name="pt7041"/>
            <p:cNvSpPr/>
            <p:nvPr/>
          </p:nvSpPr>
          <p:spPr>
            <a:xfrm>
              <a:off x="5134292" y="32339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2" name="pt7042"/>
            <p:cNvSpPr/>
            <p:nvPr/>
          </p:nvSpPr>
          <p:spPr>
            <a:xfrm>
              <a:off x="5238321" y="3345604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3" name="pt7043"/>
            <p:cNvSpPr/>
            <p:nvPr/>
          </p:nvSpPr>
          <p:spPr>
            <a:xfrm>
              <a:off x="5137948" y="3570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4" name="pt7044"/>
            <p:cNvSpPr/>
            <p:nvPr/>
          </p:nvSpPr>
          <p:spPr>
            <a:xfrm>
              <a:off x="5197937" y="35082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5" name="pt7045"/>
            <p:cNvSpPr/>
            <p:nvPr/>
          </p:nvSpPr>
          <p:spPr>
            <a:xfrm>
              <a:off x="5177502" y="35750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6" name="pt7046"/>
            <p:cNvSpPr/>
            <p:nvPr/>
          </p:nvSpPr>
          <p:spPr>
            <a:xfrm>
              <a:off x="5030177" y="3531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7" name="pt7047"/>
            <p:cNvSpPr/>
            <p:nvPr/>
          </p:nvSpPr>
          <p:spPr>
            <a:xfrm>
              <a:off x="5106026" y="35642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8" name="pt7048"/>
            <p:cNvSpPr/>
            <p:nvPr/>
          </p:nvSpPr>
          <p:spPr>
            <a:xfrm>
              <a:off x="5084694" y="3969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49" name="pt7049"/>
            <p:cNvSpPr/>
            <p:nvPr/>
          </p:nvSpPr>
          <p:spPr>
            <a:xfrm>
              <a:off x="5245243" y="35740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0" name="pt7050"/>
            <p:cNvSpPr/>
            <p:nvPr/>
          </p:nvSpPr>
          <p:spPr>
            <a:xfrm>
              <a:off x="5141012" y="34128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1" name="pt7051"/>
            <p:cNvSpPr/>
            <p:nvPr/>
          </p:nvSpPr>
          <p:spPr>
            <a:xfrm>
              <a:off x="5121202" y="31714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2" name="pt7052"/>
            <p:cNvSpPr/>
            <p:nvPr/>
          </p:nvSpPr>
          <p:spPr>
            <a:xfrm>
              <a:off x="5146418" y="35090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3" name="pt7053"/>
            <p:cNvSpPr/>
            <p:nvPr/>
          </p:nvSpPr>
          <p:spPr>
            <a:xfrm>
              <a:off x="5123038" y="3695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4" name="pt7054"/>
            <p:cNvSpPr/>
            <p:nvPr/>
          </p:nvSpPr>
          <p:spPr>
            <a:xfrm>
              <a:off x="5113850" y="36159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5" name="pt7055"/>
            <p:cNvSpPr/>
            <p:nvPr/>
          </p:nvSpPr>
          <p:spPr>
            <a:xfrm>
              <a:off x="5140159" y="3591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6" name="pt7056"/>
            <p:cNvSpPr/>
            <p:nvPr/>
          </p:nvSpPr>
          <p:spPr>
            <a:xfrm>
              <a:off x="5083048" y="35710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7" name="pt7057"/>
            <p:cNvSpPr/>
            <p:nvPr/>
          </p:nvSpPr>
          <p:spPr>
            <a:xfrm>
              <a:off x="5022201" y="35800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8" name="pt7058"/>
            <p:cNvSpPr/>
            <p:nvPr/>
          </p:nvSpPr>
          <p:spPr>
            <a:xfrm>
              <a:off x="5169969" y="35326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59" name="pt7059"/>
            <p:cNvSpPr/>
            <p:nvPr/>
          </p:nvSpPr>
          <p:spPr>
            <a:xfrm>
              <a:off x="5198839" y="35901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0" name="pt7060"/>
            <p:cNvSpPr/>
            <p:nvPr/>
          </p:nvSpPr>
          <p:spPr>
            <a:xfrm>
              <a:off x="5092060" y="35629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1" name="pt7061"/>
            <p:cNvSpPr/>
            <p:nvPr/>
          </p:nvSpPr>
          <p:spPr>
            <a:xfrm>
              <a:off x="5132698" y="3575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2" name="pt7062"/>
            <p:cNvSpPr/>
            <p:nvPr/>
          </p:nvSpPr>
          <p:spPr>
            <a:xfrm>
              <a:off x="5191561" y="35425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3" name="pt7063"/>
            <p:cNvSpPr/>
            <p:nvPr/>
          </p:nvSpPr>
          <p:spPr>
            <a:xfrm>
              <a:off x="5122623" y="35577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4" name="pt7064"/>
            <p:cNvSpPr/>
            <p:nvPr/>
          </p:nvSpPr>
          <p:spPr>
            <a:xfrm>
              <a:off x="5182305" y="3492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5" name="pt7065"/>
            <p:cNvSpPr/>
            <p:nvPr/>
          </p:nvSpPr>
          <p:spPr>
            <a:xfrm>
              <a:off x="5158467" y="35488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6" name="pt7066"/>
            <p:cNvSpPr/>
            <p:nvPr/>
          </p:nvSpPr>
          <p:spPr>
            <a:xfrm>
              <a:off x="5163916" y="33290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7" name="pt7067"/>
            <p:cNvSpPr/>
            <p:nvPr/>
          </p:nvSpPr>
          <p:spPr>
            <a:xfrm>
              <a:off x="5132537" y="35191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8" name="pt7068"/>
            <p:cNvSpPr/>
            <p:nvPr/>
          </p:nvSpPr>
          <p:spPr>
            <a:xfrm>
              <a:off x="5056442" y="3738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69" name="pt7069"/>
            <p:cNvSpPr/>
            <p:nvPr/>
          </p:nvSpPr>
          <p:spPr>
            <a:xfrm>
              <a:off x="5180145" y="3542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0" name="pt7070"/>
            <p:cNvSpPr/>
            <p:nvPr/>
          </p:nvSpPr>
          <p:spPr>
            <a:xfrm>
              <a:off x="5133386" y="3494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1" name="pt7071"/>
            <p:cNvSpPr/>
            <p:nvPr/>
          </p:nvSpPr>
          <p:spPr>
            <a:xfrm>
              <a:off x="5151268" y="32865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2" name="pt7072"/>
            <p:cNvSpPr/>
            <p:nvPr/>
          </p:nvSpPr>
          <p:spPr>
            <a:xfrm>
              <a:off x="5156783" y="3415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3" name="pt7073"/>
            <p:cNvSpPr/>
            <p:nvPr/>
          </p:nvSpPr>
          <p:spPr>
            <a:xfrm>
              <a:off x="5114467" y="3693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4" name="pt7074"/>
            <p:cNvSpPr/>
            <p:nvPr/>
          </p:nvSpPr>
          <p:spPr>
            <a:xfrm>
              <a:off x="5226850" y="3529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5" name="pt7075"/>
            <p:cNvSpPr/>
            <p:nvPr/>
          </p:nvSpPr>
          <p:spPr>
            <a:xfrm>
              <a:off x="5176308" y="3427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6" name="pt7076"/>
            <p:cNvSpPr/>
            <p:nvPr/>
          </p:nvSpPr>
          <p:spPr>
            <a:xfrm>
              <a:off x="5135726" y="36553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7" name="pt7077"/>
            <p:cNvSpPr/>
            <p:nvPr/>
          </p:nvSpPr>
          <p:spPr>
            <a:xfrm>
              <a:off x="5172222" y="3451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8" name="pt7078"/>
            <p:cNvSpPr/>
            <p:nvPr/>
          </p:nvSpPr>
          <p:spPr>
            <a:xfrm>
              <a:off x="5218155" y="35075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79" name="pt7079"/>
            <p:cNvSpPr/>
            <p:nvPr/>
          </p:nvSpPr>
          <p:spPr>
            <a:xfrm>
              <a:off x="5129136" y="35175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0" name="pt7080"/>
            <p:cNvSpPr/>
            <p:nvPr/>
          </p:nvSpPr>
          <p:spPr>
            <a:xfrm>
              <a:off x="5185083" y="3483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1" name="pt7081"/>
            <p:cNvSpPr/>
            <p:nvPr/>
          </p:nvSpPr>
          <p:spPr>
            <a:xfrm>
              <a:off x="5133190" y="3386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2" name="pt7082"/>
            <p:cNvSpPr/>
            <p:nvPr/>
          </p:nvSpPr>
          <p:spPr>
            <a:xfrm>
              <a:off x="5162567" y="32880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3" name="pt7083"/>
            <p:cNvSpPr/>
            <p:nvPr/>
          </p:nvSpPr>
          <p:spPr>
            <a:xfrm>
              <a:off x="5152846" y="29059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4" name="pt7084"/>
            <p:cNvSpPr/>
            <p:nvPr/>
          </p:nvSpPr>
          <p:spPr>
            <a:xfrm>
              <a:off x="5063146" y="35921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5" name="pt7085"/>
            <p:cNvSpPr/>
            <p:nvPr/>
          </p:nvSpPr>
          <p:spPr>
            <a:xfrm>
              <a:off x="5156431" y="3520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6" name="pt7086"/>
            <p:cNvSpPr/>
            <p:nvPr/>
          </p:nvSpPr>
          <p:spPr>
            <a:xfrm>
              <a:off x="5153123" y="3592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7" name="pt7087"/>
            <p:cNvSpPr/>
            <p:nvPr/>
          </p:nvSpPr>
          <p:spPr>
            <a:xfrm>
              <a:off x="5099429" y="3617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8" name="pt7088"/>
            <p:cNvSpPr/>
            <p:nvPr/>
          </p:nvSpPr>
          <p:spPr>
            <a:xfrm>
              <a:off x="5025228" y="35175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89" name="pt7089"/>
            <p:cNvSpPr/>
            <p:nvPr/>
          </p:nvSpPr>
          <p:spPr>
            <a:xfrm>
              <a:off x="5181081" y="34873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0" name="pt7090"/>
            <p:cNvSpPr/>
            <p:nvPr/>
          </p:nvSpPr>
          <p:spPr>
            <a:xfrm>
              <a:off x="5154075" y="3554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1" name="pt7091"/>
            <p:cNvSpPr/>
            <p:nvPr/>
          </p:nvSpPr>
          <p:spPr>
            <a:xfrm>
              <a:off x="5165895" y="34967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2" name="pt7092"/>
            <p:cNvSpPr/>
            <p:nvPr/>
          </p:nvSpPr>
          <p:spPr>
            <a:xfrm>
              <a:off x="5228027" y="3605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3" name="pt7093"/>
            <p:cNvSpPr/>
            <p:nvPr/>
          </p:nvSpPr>
          <p:spPr>
            <a:xfrm>
              <a:off x="5193085" y="3498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4" name="pt7094"/>
            <p:cNvSpPr/>
            <p:nvPr/>
          </p:nvSpPr>
          <p:spPr>
            <a:xfrm>
              <a:off x="5155296" y="3585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5" name="pt7095"/>
            <p:cNvSpPr/>
            <p:nvPr/>
          </p:nvSpPr>
          <p:spPr>
            <a:xfrm>
              <a:off x="5162983" y="3301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6" name="pt7096"/>
            <p:cNvSpPr/>
            <p:nvPr/>
          </p:nvSpPr>
          <p:spPr>
            <a:xfrm>
              <a:off x="5157084" y="3475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7" name="pt7097"/>
            <p:cNvSpPr/>
            <p:nvPr/>
          </p:nvSpPr>
          <p:spPr>
            <a:xfrm>
              <a:off x="5161644" y="35878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8" name="pt7098"/>
            <p:cNvSpPr/>
            <p:nvPr/>
          </p:nvSpPr>
          <p:spPr>
            <a:xfrm>
              <a:off x="5136759" y="3386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099" name="pt7099"/>
            <p:cNvSpPr/>
            <p:nvPr/>
          </p:nvSpPr>
          <p:spPr>
            <a:xfrm>
              <a:off x="5099946" y="35125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0" name="pt7100"/>
            <p:cNvSpPr/>
            <p:nvPr/>
          </p:nvSpPr>
          <p:spPr>
            <a:xfrm>
              <a:off x="5136473" y="35062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1" name="pt7101"/>
            <p:cNvSpPr/>
            <p:nvPr/>
          </p:nvSpPr>
          <p:spPr>
            <a:xfrm>
              <a:off x="5039341" y="337945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2" name="pt7102"/>
            <p:cNvSpPr/>
            <p:nvPr/>
          </p:nvSpPr>
          <p:spPr>
            <a:xfrm>
              <a:off x="5139179" y="33172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3" name="pt7103"/>
            <p:cNvSpPr/>
            <p:nvPr/>
          </p:nvSpPr>
          <p:spPr>
            <a:xfrm>
              <a:off x="5160430" y="36465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4" name="pt7104"/>
            <p:cNvSpPr/>
            <p:nvPr/>
          </p:nvSpPr>
          <p:spPr>
            <a:xfrm>
              <a:off x="5110915" y="36204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5" name="pt7105"/>
            <p:cNvSpPr/>
            <p:nvPr/>
          </p:nvSpPr>
          <p:spPr>
            <a:xfrm>
              <a:off x="5098092" y="35733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6" name="pt7106"/>
            <p:cNvSpPr/>
            <p:nvPr/>
          </p:nvSpPr>
          <p:spPr>
            <a:xfrm>
              <a:off x="5127509" y="3525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7" name="pt7107"/>
            <p:cNvSpPr/>
            <p:nvPr/>
          </p:nvSpPr>
          <p:spPr>
            <a:xfrm>
              <a:off x="5169009" y="3558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8" name="pt7108"/>
            <p:cNvSpPr/>
            <p:nvPr/>
          </p:nvSpPr>
          <p:spPr>
            <a:xfrm>
              <a:off x="5076110" y="35633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09" name="pt7109"/>
            <p:cNvSpPr/>
            <p:nvPr/>
          </p:nvSpPr>
          <p:spPr>
            <a:xfrm>
              <a:off x="5150279" y="3515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0" name="pt7110"/>
            <p:cNvSpPr/>
            <p:nvPr/>
          </p:nvSpPr>
          <p:spPr>
            <a:xfrm>
              <a:off x="5213198" y="3562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1" name="pt7111"/>
            <p:cNvSpPr/>
            <p:nvPr/>
          </p:nvSpPr>
          <p:spPr>
            <a:xfrm>
              <a:off x="5130836" y="3512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2" name="pt7112"/>
            <p:cNvSpPr/>
            <p:nvPr/>
          </p:nvSpPr>
          <p:spPr>
            <a:xfrm>
              <a:off x="5204655" y="35312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3" name="pt7113"/>
            <p:cNvSpPr/>
            <p:nvPr/>
          </p:nvSpPr>
          <p:spPr>
            <a:xfrm>
              <a:off x="5147039" y="36041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4" name="pt7114"/>
            <p:cNvSpPr/>
            <p:nvPr/>
          </p:nvSpPr>
          <p:spPr>
            <a:xfrm>
              <a:off x="5184453" y="3599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5" name="pt7115"/>
            <p:cNvSpPr/>
            <p:nvPr/>
          </p:nvSpPr>
          <p:spPr>
            <a:xfrm>
              <a:off x="5171437" y="3467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6" name="pt7116"/>
            <p:cNvSpPr/>
            <p:nvPr/>
          </p:nvSpPr>
          <p:spPr>
            <a:xfrm>
              <a:off x="5221801" y="35998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7" name="pt7117"/>
            <p:cNvSpPr/>
            <p:nvPr/>
          </p:nvSpPr>
          <p:spPr>
            <a:xfrm>
              <a:off x="5130123" y="3519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8" name="pt7118"/>
            <p:cNvSpPr/>
            <p:nvPr/>
          </p:nvSpPr>
          <p:spPr>
            <a:xfrm>
              <a:off x="5167943" y="35465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19" name="pt7119"/>
            <p:cNvSpPr/>
            <p:nvPr/>
          </p:nvSpPr>
          <p:spPr>
            <a:xfrm>
              <a:off x="5146843" y="35760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0" name="pt7120"/>
            <p:cNvSpPr/>
            <p:nvPr/>
          </p:nvSpPr>
          <p:spPr>
            <a:xfrm>
              <a:off x="5150297" y="3582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1" name="pt7121"/>
            <p:cNvSpPr/>
            <p:nvPr/>
          </p:nvSpPr>
          <p:spPr>
            <a:xfrm>
              <a:off x="5164206" y="3313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2" name="pt7122"/>
            <p:cNvSpPr/>
            <p:nvPr/>
          </p:nvSpPr>
          <p:spPr>
            <a:xfrm>
              <a:off x="5177377" y="3375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3" name="pt7123"/>
            <p:cNvSpPr/>
            <p:nvPr/>
          </p:nvSpPr>
          <p:spPr>
            <a:xfrm>
              <a:off x="5133892" y="3592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4" name="pt7124"/>
            <p:cNvSpPr/>
            <p:nvPr/>
          </p:nvSpPr>
          <p:spPr>
            <a:xfrm>
              <a:off x="5149765" y="35343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5" name="pt7125"/>
            <p:cNvSpPr/>
            <p:nvPr/>
          </p:nvSpPr>
          <p:spPr>
            <a:xfrm>
              <a:off x="5260733" y="3487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6" name="pt7126"/>
            <p:cNvSpPr/>
            <p:nvPr/>
          </p:nvSpPr>
          <p:spPr>
            <a:xfrm>
              <a:off x="5022876" y="3598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7" name="pt7127"/>
            <p:cNvSpPr/>
            <p:nvPr/>
          </p:nvSpPr>
          <p:spPr>
            <a:xfrm>
              <a:off x="5151537" y="36106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8" name="pt7128"/>
            <p:cNvSpPr/>
            <p:nvPr/>
          </p:nvSpPr>
          <p:spPr>
            <a:xfrm>
              <a:off x="5172150" y="3426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29" name="pt7129"/>
            <p:cNvSpPr/>
            <p:nvPr/>
          </p:nvSpPr>
          <p:spPr>
            <a:xfrm>
              <a:off x="5042904" y="35517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0" name="pt7130"/>
            <p:cNvSpPr/>
            <p:nvPr/>
          </p:nvSpPr>
          <p:spPr>
            <a:xfrm>
              <a:off x="5177192" y="35327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1" name="pt7131"/>
            <p:cNvSpPr/>
            <p:nvPr/>
          </p:nvSpPr>
          <p:spPr>
            <a:xfrm>
              <a:off x="5151704" y="3594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2" name="pt7132"/>
            <p:cNvSpPr/>
            <p:nvPr/>
          </p:nvSpPr>
          <p:spPr>
            <a:xfrm>
              <a:off x="5179339" y="3565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3" name="pt7133"/>
            <p:cNvSpPr/>
            <p:nvPr/>
          </p:nvSpPr>
          <p:spPr>
            <a:xfrm>
              <a:off x="5151947" y="33469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4" name="pt7134"/>
            <p:cNvSpPr/>
            <p:nvPr/>
          </p:nvSpPr>
          <p:spPr>
            <a:xfrm>
              <a:off x="5089732" y="36170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5" name="pt7135"/>
            <p:cNvSpPr/>
            <p:nvPr/>
          </p:nvSpPr>
          <p:spPr>
            <a:xfrm>
              <a:off x="5107899" y="34975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6" name="pt7136"/>
            <p:cNvSpPr/>
            <p:nvPr/>
          </p:nvSpPr>
          <p:spPr>
            <a:xfrm>
              <a:off x="5121543" y="36130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7" name="pt7137"/>
            <p:cNvSpPr/>
            <p:nvPr/>
          </p:nvSpPr>
          <p:spPr>
            <a:xfrm>
              <a:off x="5131031" y="3564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8" name="pt7138"/>
            <p:cNvSpPr/>
            <p:nvPr/>
          </p:nvSpPr>
          <p:spPr>
            <a:xfrm>
              <a:off x="5218067" y="35318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39" name="pt7139"/>
            <p:cNvSpPr/>
            <p:nvPr/>
          </p:nvSpPr>
          <p:spPr>
            <a:xfrm>
              <a:off x="5140322" y="3582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0" name="pt7140"/>
            <p:cNvSpPr/>
            <p:nvPr/>
          </p:nvSpPr>
          <p:spPr>
            <a:xfrm>
              <a:off x="5137124" y="35508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1" name="pt7141"/>
            <p:cNvSpPr/>
            <p:nvPr/>
          </p:nvSpPr>
          <p:spPr>
            <a:xfrm>
              <a:off x="5065172" y="3176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2" name="pt7142"/>
            <p:cNvSpPr/>
            <p:nvPr/>
          </p:nvSpPr>
          <p:spPr>
            <a:xfrm>
              <a:off x="5162206" y="3402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3" name="pt7143"/>
            <p:cNvSpPr/>
            <p:nvPr/>
          </p:nvSpPr>
          <p:spPr>
            <a:xfrm>
              <a:off x="5155608" y="3574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4" name="pt7144"/>
            <p:cNvSpPr/>
            <p:nvPr/>
          </p:nvSpPr>
          <p:spPr>
            <a:xfrm>
              <a:off x="5106825" y="35503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5" name="pt7145"/>
            <p:cNvSpPr/>
            <p:nvPr/>
          </p:nvSpPr>
          <p:spPr>
            <a:xfrm>
              <a:off x="5128633" y="3479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6" name="pt7146"/>
            <p:cNvSpPr/>
            <p:nvPr/>
          </p:nvSpPr>
          <p:spPr>
            <a:xfrm>
              <a:off x="5203109" y="34359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7" name="pt7147"/>
            <p:cNvSpPr/>
            <p:nvPr/>
          </p:nvSpPr>
          <p:spPr>
            <a:xfrm>
              <a:off x="5138152" y="3545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8" name="pt7148"/>
            <p:cNvSpPr/>
            <p:nvPr/>
          </p:nvSpPr>
          <p:spPr>
            <a:xfrm>
              <a:off x="5154283" y="3287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49" name="pt7149"/>
            <p:cNvSpPr/>
            <p:nvPr/>
          </p:nvSpPr>
          <p:spPr>
            <a:xfrm>
              <a:off x="5146464" y="3523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0" name="pt7150"/>
            <p:cNvSpPr/>
            <p:nvPr/>
          </p:nvSpPr>
          <p:spPr>
            <a:xfrm>
              <a:off x="5184453" y="36055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1" name="pt7151"/>
            <p:cNvSpPr/>
            <p:nvPr/>
          </p:nvSpPr>
          <p:spPr>
            <a:xfrm>
              <a:off x="5136946" y="3584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2" name="pt7152"/>
            <p:cNvSpPr/>
            <p:nvPr/>
          </p:nvSpPr>
          <p:spPr>
            <a:xfrm>
              <a:off x="5115264" y="3525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3" name="pt7153"/>
            <p:cNvSpPr/>
            <p:nvPr/>
          </p:nvSpPr>
          <p:spPr>
            <a:xfrm>
              <a:off x="5176926" y="35550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4" name="pt7154"/>
            <p:cNvSpPr/>
            <p:nvPr/>
          </p:nvSpPr>
          <p:spPr>
            <a:xfrm>
              <a:off x="5106029" y="3590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5" name="pt7155"/>
            <p:cNvSpPr/>
            <p:nvPr/>
          </p:nvSpPr>
          <p:spPr>
            <a:xfrm>
              <a:off x="5899695" y="468043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6" name="pt7156"/>
            <p:cNvSpPr/>
            <p:nvPr/>
          </p:nvSpPr>
          <p:spPr>
            <a:xfrm>
              <a:off x="5156445" y="35277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7" name="pt7157"/>
            <p:cNvSpPr/>
            <p:nvPr/>
          </p:nvSpPr>
          <p:spPr>
            <a:xfrm>
              <a:off x="5207108" y="35238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8" name="pt7158"/>
            <p:cNvSpPr/>
            <p:nvPr/>
          </p:nvSpPr>
          <p:spPr>
            <a:xfrm>
              <a:off x="5175804" y="36043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59" name="pt7159"/>
            <p:cNvSpPr/>
            <p:nvPr/>
          </p:nvSpPr>
          <p:spPr>
            <a:xfrm>
              <a:off x="5145213" y="35761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0" name="pt7160"/>
            <p:cNvSpPr/>
            <p:nvPr/>
          </p:nvSpPr>
          <p:spPr>
            <a:xfrm>
              <a:off x="5113767" y="34222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1" name="pt7161"/>
            <p:cNvSpPr/>
            <p:nvPr/>
          </p:nvSpPr>
          <p:spPr>
            <a:xfrm>
              <a:off x="5191851" y="35239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2" name="pt7162"/>
            <p:cNvSpPr/>
            <p:nvPr/>
          </p:nvSpPr>
          <p:spPr>
            <a:xfrm>
              <a:off x="5129492" y="3559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3" name="pt7163"/>
            <p:cNvSpPr/>
            <p:nvPr/>
          </p:nvSpPr>
          <p:spPr>
            <a:xfrm>
              <a:off x="5173751" y="3524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4" name="pt7164"/>
            <p:cNvSpPr/>
            <p:nvPr/>
          </p:nvSpPr>
          <p:spPr>
            <a:xfrm>
              <a:off x="5155359" y="35296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5" name="pt7165"/>
            <p:cNvSpPr/>
            <p:nvPr/>
          </p:nvSpPr>
          <p:spPr>
            <a:xfrm>
              <a:off x="5167273" y="3529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6" name="pt7166"/>
            <p:cNvSpPr/>
            <p:nvPr/>
          </p:nvSpPr>
          <p:spPr>
            <a:xfrm>
              <a:off x="5035672" y="3530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7" name="pt7167"/>
            <p:cNvSpPr/>
            <p:nvPr/>
          </p:nvSpPr>
          <p:spPr>
            <a:xfrm>
              <a:off x="5212726" y="3526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8" name="pt7168"/>
            <p:cNvSpPr/>
            <p:nvPr/>
          </p:nvSpPr>
          <p:spPr>
            <a:xfrm>
              <a:off x="5090709" y="35216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69" name="pt7169"/>
            <p:cNvSpPr/>
            <p:nvPr/>
          </p:nvSpPr>
          <p:spPr>
            <a:xfrm>
              <a:off x="5151133" y="3483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0" name="pt7170"/>
            <p:cNvSpPr/>
            <p:nvPr/>
          </p:nvSpPr>
          <p:spPr>
            <a:xfrm>
              <a:off x="5168582" y="35287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1" name="pt7171"/>
            <p:cNvSpPr/>
            <p:nvPr/>
          </p:nvSpPr>
          <p:spPr>
            <a:xfrm>
              <a:off x="5214811" y="34442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2" name="pt7172"/>
            <p:cNvSpPr/>
            <p:nvPr/>
          </p:nvSpPr>
          <p:spPr>
            <a:xfrm>
              <a:off x="5217968" y="3484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3" name="pt7173"/>
            <p:cNvSpPr/>
            <p:nvPr/>
          </p:nvSpPr>
          <p:spPr>
            <a:xfrm>
              <a:off x="5182934" y="35792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4" name="pt7174"/>
            <p:cNvSpPr/>
            <p:nvPr/>
          </p:nvSpPr>
          <p:spPr>
            <a:xfrm>
              <a:off x="5166572" y="34824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5" name="pt7175"/>
            <p:cNvSpPr/>
            <p:nvPr/>
          </p:nvSpPr>
          <p:spPr>
            <a:xfrm>
              <a:off x="5200423" y="33738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6" name="pt7176"/>
            <p:cNvSpPr/>
            <p:nvPr/>
          </p:nvSpPr>
          <p:spPr>
            <a:xfrm>
              <a:off x="5140414" y="35374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7" name="pt7177"/>
            <p:cNvSpPr/>
            <p:nvPr/>
          </p:nvSpPr>
          <p:spPr>
            <a:xfrm>
              <a:off x="5127638" y="3604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8" name="pt7178"/>
            <p:cNvSpPr/>
            <p:nvPr/>
          </p:nvSpPr>
          <p:spPr>
            <a:xfrm>
              <a:off x="5158874" y="35821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79" name="pt7179"/>
            <p:cNvSpPr/>
            <p:nvPr/>
          </p:nvSpPr>
          <p:spPr>
            <a:xfrm>
              <a:off x="5146039" y="3548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0" name="pt7180"/>
            <p:cNvSpPr/>
            <p:nvPr/>
          </p:nvSpPr>
          <p:spPr>
            <a:xfrm>
              <a:off x="5152391" y="35117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1" name="pt7181"/>
            <p:cNvSpPr/>
            <p:nvPr/>
          </p:nvSpPr>
          <p:spPr>
            <a:xfrm>
              <a:off x="5175403" y="35319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2" name="pt7182"/>
            <p:cNvSpPr/>
            <p:nvPr/>
          </p:nvSpPr>
          <p:spPr>
            <a:xfrm>
              <a:off x="5164979" y="3413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3" name="pt7183"/>
            <p:cNvSpPr/>
            <p:nvPr/>
          </p:nvSpPr>
          <p:spPr>
            <a:xfrm>
              <a:off x="5202589" y="34879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4" name="pt7184"/>
            <p:cNvSpPr/>
            <p:nvPr/>
          </p:nvSpPr>
          <p:spPr>
            <a:xfrm>
              <a:off x="5175891" y="34245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5" name="pt7185"/>
            <p:cNvSpPr/>
            <p:nvPr/>
          </p:nvSpPr>
          <p:spPr>
            <a:xfrm>
              <a:off x="5142293" y="3480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6" name="pt7186"/>
            <p:cNvSpPr/>
            <p:nvPr/>
          </p:nvSpPr>
          <p:spPr>
            <a:xfrm>
              <a:off x="5179406" y="34819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7" name="pt7187"/>
            <p:cNvSpPr/>
            <p:nvPr/>
          </p:nvSpPr>
          <p:spPr>
            <a:xfrm>
              <a:off x="5200751" y="3565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8" name="pt7188"/>
            <p:cNvSpPr/>
            <p:nvPr/>
          </p:nvSpPr>
          <p:spPr>
            <a:xfrm>
              <a:off x="5152768" y="35334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89" name="pt7189"/>
            <p:cNvSpPr/>
            <p:nvPr/>
          </p:nvSpPr>
          <p:spPr>
            <a:xfrm>
              <a:off x="5137842" y="3510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0" name="pt7190"/>
            <p:cNvSpPr/>
            <p:nvPr/>
          </p:nvSpPr>
          <p:spPr>
            <a:xfrm>
              <a:off x="5172139" y="35128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1" name="pt7191"/>
            <p:cNvSpPr/>
            <p:nvPr/>
          </p:nvSpPr>
          <p:spPr>
            <a:xfrm>
              <a:off x="5148943" y="3244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2" name="pt7192"/>
            <p:cNvSpPr/>
            <p:nvPr/>
          </p:nvSpPr>
          <p:spPr>
            <a:xfrm>
              <a:off x="5160296" y="3330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3" name="pt7193"/>
            <p:cNvSpPr/>
            <p:nvPr/>
          </p:nvSpPr>
          <p:spPr>
            <a:xfrm>
              <a:off x="5185060" y="35458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4" name="pt7194"/>
            <p:cNvSpPr/>
            <p:nvPr/>
          </p:nvSpPr>
          <p:spPr>
            <a:xfrm>
              <a:off x="5147277" y="3221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5" name="pt7195"/>
            <p:cNvSpPr/>
            <p:nvPr/>
          </p:nvSpPr>
          <p:spPr>
            <a:xfrm>
              <a:off x="5209772" y="35060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6" name="pt7196"/>
            <p:cNvSpPr/>
            <p:nvPr/>
          </p:nvSpPr>
          <p:spPr>
            <a:xfrm>
              <a:off x="5171765" y="33262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7" name="pt7197"/>
            <p:cNvSpPr/>
            <p:nvPr/>
          </p:nvSpPr>
          <p:spPr>
            <a:xfrm>
              <a:off x="5225655" y="3532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8" name="pt7198"/>
            <p:cNvSpPr/>
            <p:nvPr/>
          </p:nvSpPr>
          <p:spPr>
            <a:xfrm>
              <a:off x="5146270" y="35324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199" name="pt7199"/>
            <p:cNvSpPr/>
            <p:nvPr/>
          </p:nvSpPr>
          <p:spPr>
            <a:xfrm>
              <a:off x="5236618" y="3558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0" name="pt7200"/>
            <p:cNvSpPr/>
            <p:nvPr/>
          </p:nvSpPr>
          <p:spPr>
            <a:xfrm>
              <a:off x="5179595" y="3428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1" name="pt7201"/>
            <p:cNvSpPr/>
            <p:nvPr/>
          </p:nvSpPr>
          <p:spPr>
            <a:xfrm>
              <a:off x="5172963" y="35429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2" name="pt7202"/>
            <p:cNvSpPr/>
            <p:nvPr/>
          </p:nvSpPr>
          <p:spPr>
            <a:xfrm>
              <a:off x="5160474" y="35522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3" name="pt7203"/>
            <p:cNvSpPr/>
            <p:nvPr/>
          </p:nvSpPr>
          <p:spPr>
            <a:xfrm>
              <a:off x="5146338" y="3576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4" name="pt7204"/>
            <p:cNvSpPr/>
            <p:nvPr/>
          </p:nvSpPr>
          <p:spPr>
            <a:xfrm>
              <a:off x="5101080" y="3578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5" name="pt7205"/>
            <p:cNvSpPr/>
            <p:nvPr/>
          </p:nvSpPr>
          <p:spPr>
            <a:xfrm>
              <a:off x="5124778" y="35862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6" name="pt7206"/>
            <p:cNvSpPr/>
            <p:nvPr/>
          </p:nvSpPr>
          <p:spPr>
            <a:xfrm>
              <a:off x="5151001" y="3494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7" name="pt7207"/>
            <p:cNvSpPr/>
            <p:nvPr/>
          </p:nvSpPr>
          <p:spPr>
            <a:xfrm>
              <a:off x="5109355" y="35539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8" name="pt7208"/>
            <p:cNvSpPr/>
            <p:nvPr/>
          </p:nvSpPr>
          <p:spPr>
            <a:xfrm>
              <a:off x="5128123" y="35525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09" name="pt7209"/>
            <p:cNvSpPr/>
            <p:nvPr/>
          </p:nvSpPr>
          <p:spPr>
            <a:xfrm>
              <a:off x="5154283" y="35168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0" name="pt7210"/>
            <p:cNvSpPr/>
            <p:nvPr/>
          </p:nvSpPr>
          <p:spPr>
            <a:xfrm>
              <a:off x="5187411" y="35433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1" name="pt7211"/>
            <p:cNvSpPr/>
            <p:nvPr/>
          </p:nvSpPr>
          <p:spPr>
            <a:xfrm>
              <a:off x="5178325" y="3438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2" name="pt7212"/>
            <p:cNvSpPr/>
            <p:nvPr/>
          </p:nvSpPr>
          <p:spPr>
            <a:xfrm>
              <a:off x="5118319" y="3594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3" name="pt7213"/>
            <p:cNvSpPr/>
            <p:nvPr/>
          </p:nvSpPr>
          <p:spPr>
            <a:xfrm>
              <a:off x="5077373" y="35779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4" name="pt7214"/>
            <p:cNvSpPr/>
            <p:nvPr/>
          </p:nvSpPr>
          <p:spPr>
            <a:xfrm>
              <a:off x="5152700" y="3513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5" name="pt7215"/>
            <p:cNvSpPr/>
            <p:nvPr/>
          </p:nvSpPr>
          <p:spPr>
            <a:xfrm>
              <a:off x="5166736" y="30486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6" name="pt7216"/>
            <p:cNvSpPr/>
            <p:nvPr/>
          </p:nvSpPr>
          <p:spPr>
            <a:xfrm>
              <a:off x="5153601" y="32517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7" name="pt7217"/>
            <p:cNvSpPr/>
            <p:nvPr/>
          </p:nvSpPr>
          <p:spPr>
            <a:xfrm>
              <a:off x="5177907" y="36082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8" name="pt7218"/>
            <p:cNvSpPr/>
            <p:nvPr/>
          </p:nvSpPr>
          <p:spPr>
            <a:xfrm>
              <a:off x="5194935" y="3554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19" name="pt7219"/>
            <p:cNvSpPr/>
            <p:nvPr/>
          </p:nvSpPr>
          <p:spPr>
            <a:xfrm>
              <a:off x="5149039" y="33472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0" name="pt7220"/>
            <p:cNvSpPr/>
            <p:nvPr/>
          </p:nvSpPr>
          <p:spPr>
            <a:xfrm>
              <a:off x="5146775" y="35348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1" name="pt7221"/>
            <p:cNvSpPr/>
            <p:nvPr/>
          </p:nvSpPr>
          <p:spPr>
            <a:xfrm>
              <a:off x="5124142" y="35914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2" name="pt7222"/>
            <p:cNvSpPr/>
            <p:nvPr/>
          </p:nvSpPr>
          <p:spPr>
            <a:xfrm>
              <a:off x="5142273" y="34612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3" name="pt7223"/>
            <p:cNvSpPr/>
            <p:nvPr/>
          </p:nvSpPr>
          <p:spPr>
            <a:xfrm>
              <a:off x="5156008" y="35342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4" name="pt7224"/>
            <p:cNvSpPr/>
            <p:nvPr/>
          </p:nvSpPr>
          <p:spPr>
            <a:xfrm>
              <a:off x="5171859" y="3377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5" name="pt7225"/>
            <p:cNvSpPr/>
            <p:nvPr/>
          </p:nvSpPr>
          <p:spPr>
            <a:xfrm>
              <a:off x="5163879" y="3056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6" name="pt7226"/>
            <p:cNvSpPr/>
            <p:nvPr/>
          </p:nvSpPr>
          <p:spPr>
            <a:xfrm>
              <a:off x="5133234" y="3516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7" name="pt7227"/>
            <p:cNvSpPr/>
            <p:nvPr/>
          </p:nvSpPr>
          <p:spPr>
            <a:xfrm>
              <a:off x="5164630" y="3530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8" name="pt7228"/>
            <p:cNvSpPr/>
            <p:nvPr/>
          </p:nvSpPr>
          <p:spPr>
            <a:xfrm>
              <a:off x="5168710" y="3519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29" name="pt7229"/>
            <p:cNvSpPr/>
            <p:nvPr/>
          </p:nvSpPr>
          <p:spPr>
            <a:xfrm>
              <a:off x="5121528" y="3525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0" name="pt7230"/>
            <p:cNvSpPr/>
            <p:nvPr/>
          </p:nvSpPr>
          <p:spPr>
            <a:xfrm>
              <a:off x="5141040" y="35565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1" name="pt7231"/>
            <p:cNvSpPr/>
            <p:nvPr/>
          </p:nvSpPr>
          <p:spPr>
            <a:xfrm>
              <a:off x="5177635" y="35427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2" name="pt7232"/>
            <p:cNvSpPr/>
            <p:nvPr/>
          </p:nvSpPr>
          <p:spPr>
            <a:xfrm>
              <a:off x="5169241" y="36096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3" name="pt7233"/>
            <p:cNvSpPr/>
            <p:nvPr/>
          </p:nvSpPr>
          <p:spPr>
            <a:xfrm>
              <a:off x="5157927" y="3562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4" name="pt7234"/>
            <p:cNvSpPr/>
            <p:nvPr/>
          </p:nvSpPr>
          <p:spPr>
            <a:xfrm>
              <a:off x="5014387" y="3560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5" name="pt7235"/>
            <p:cNvSpPr/>
            <p:nvPr/>
          </p:nvSpPr>
          <p:spPr>
            <a:xfrm>
              <a:off x="5151700" y="35822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6" name="pt7236"/>
            <p:cNvSpPr/>
            <p:nvPr/>
          </p:nvSpPr>
          <p:spPr>
            <a:xfrm>
              <a:off x="5241262" y="35374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7" name="pt7237"/>
            <p:cNvSpPr/>
            <p:nvPr/>
          </p:nvSpPr>
          <p:spPr>
            <a:xfrm>
              <a:off x="5181943" y="3404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8" name="pt7238"/>
            <p:cNvSpPr/>
            <p:nvPr/>
          </p:nvSpPr>
          <p:spPr>
            <a:xfrm>
              <a:off x="5186202" y="35827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39" name="pt7239"/>
            <p:cNvSpPr/>
            <p:nvPr/>
          </p:nvSpPr>
          <p:spPr>
            <a:xfrm>
              <a:off x="5133128" y="35671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0" name="pt7240"/>
            <p:cNvSpPr/>
            <p:nvPr/>
          </p:nvSpPr>
          <p:spPr>
            <a:xfrm>
              <a:off x="5069396" y="3593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1" name="pt7241"/>
            <p:cNvSpPr/>
            <p:nvPr/>
          </p:nvSpPr>
          <p:spPr>
            <a:xfrm>
              <a:off x="5167303" y="3575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2" name="pt7242"/>
            <p:cNvSpPr/>
            <p:nvPr/>
          </p:nvSpPr>
          <p:spPr>
            <a:xfrm>
              <a:off x="5088552" y="3536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3" name="pt7243"/>
            <p:cNvSpPr/>
            <p:nvPr/>
          </p:nvSpPr>
          <p:spPr>
            <a:xfrm>
              <a:off x="5140801" y="3309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4" name="pt7244"/>
            <p:cNvSpPr/>
            <p:nvPr/>
          </p:nvSpPr>
          <p:spPr>
            <a:xfrm>
              <a:off x="5192995" y="3604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5" name="pt7245"/>
            <p:cNvSpPr/>
            <p:nvPr/>
          </p:nvSpPr>
          <p:spPr>
            <a:xfrm>
              <a:off x="5156468" y="31666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6" name="pt7246"/>
            <p:cNvSpPr/>
            <p:nvPr/>
          </p:nvSpPr>
          <p:spPr>
            <a:xfrm>
              <a:off x="5145530" y="35583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7" name="pt7247"/>
            <p:cNvSpPr/>
            <p:nvPr/>
          </p:nvSpPr>
          <p:spPr>
            <a:xfrm>
              <a:off x="5154738" y="33159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8" name="pt7248"/>
            <p:cNvSpPr/>
            <p:nvPr/>
          </p:nvSpPr>
          <p:spPr>
            <a:xfrm>
              <a:off x="5184384" y="3562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49" name="pt7249"/>
            <p:cNvSpPr/>
            <p:nvPr/>
          </p:nvSpPr>
          <p:spPr>
            <a:xfrm>
              <a:off x="5137340" y="3551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0" name="pt7250"/>
            <p:cNvSpPr/>
            <p:nvPr/>
          </p:nvSpPr>
          <p:spPr>
            <a:xfrm>
              <a:off x="5159005" y="33747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1" name="pt7251"/>
            <p:cNvSpPr/>
            <p:nvPr/>
          </p:nvSpPr>
          <p:spPr>
            <a:xfrm>
              <a:off x="5149360" y="3526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2" name="pt7252"/>
            <p:cNvSpPr/>
            <p:nvPr/>
          </p:nvSpPr>
          <p:spPr>
            <a:xfrm>
              <a:off x="5154764" y="3553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3" name="pt7253"/>
            <p:cNvSpPr/>
            <p:nvPr/>
          </p:nvSpPr>
          <p:spPr>
            <a:xfrm>
              <a:off x="5078318" y="3583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4" name="pt7254"/>
            <p:cNvSpPr/>
            <p:nvPr/>
          </p:nvSpPr>
          <p:spPr>
            <a:xfrm>
              <a:off x="5169052" y="3583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5" name="pt7255"/>
            <p:cNvSpPr/>
            <p:nvPr/>
          </p:nvSpPr>
          <p:spPr>
            <a:xfrm>
              <a:off x="5179613" y="3475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6" name="pt7256"/>
            <p:cNvSpPr/>
            <p:nvPr/>
          </p:nvSpPr>
          <p:spPr>
            <a:xfrm>
              <a:off x="5106604" y="3336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7" name="pt7257"/>
            <p:cNvSpPr/>
            <p:nvPr/>
          </p:nvSpPr>
          <p:spPr>
            <a:xfrm>
              <a:off x="5173727" y="3560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8" name="pt7258"/>
            <p:cNvSpPr/>
            <p:nvPr/>
          </p:nvSpPr>
          <p:spPr>
            <a:xfrm>
              <a:off x="5178489" y="3564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59" name="pt7259"/>
            <p:cNvSpPr/>
            <p:nvPr/>
          </p:nvSpPr>
          <p:spPr>
            <a:xfrm>
              <a:off x="5142887" y="35243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0" name="pt7260"/>
            <p:cNvSpPr/>
            <p:nvPr/>
          </p:nvSpPr>
          <p:spPr>
            <a:xfrm>
              <a:off x="5310700" y="3571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1" name="pt7261"/>
            <p:cNvSpPr/>
            <p:nvPr/>
          </p:nvSpPr>
          <p:spPr>
            <a:xfrm>
              <a:off x="5163364" y="35313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2" name="pt7262"/>
            <p:cNvSpPr/>
            <p:nvPr/>
          </p:nvSpPr>
          <p:spPr>
            <a:xfrm>
              <a:off x="5067913" y="3786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3" name="pt7263"/>
            <p:cNvSpPr/>
            <p:nvPr/>
          </p:nvSpPr>
          <p:spPr>
            <a:xfrm>
              <a:off x="5195714" y="36119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4" name="pt7264"/>
            <p:cNvSpPr/>
            <p:nvPr/>
          </p:nvSpPr>
          <p:spPr>
            <a:xfrm>
              <a:off x="5177673" y="3495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5" name="pt7265"/>
            <p:cNvSpPr/>
            <p:nvPr/>
          </p:nvSpPr>
          <p:spPr>
            <a:xfrm>
              <a:off x="5153337" y="35591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6" name="pt7266"/>
            <p:cNvSpPr/>
            <p:nvPr/>
          </p:nvSpPr>
          <p:spPr>
            <a:xfrm>
              <a:off x="5177109" y="3480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7" name="pt7267"/>
            <p:cNvSpPr/>
            <p:nvPr/>
          </p:nvSpPr>
          <p:spPr>
            <a:xfrm>
              <a:off x="5179730" y="33839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8" name="pt7268"/>
            <p:cNvSpPr/>
            <p:nvPr/>
          </p:nvSpPr>
          <p:spPr>
            <a:xfrm>
              <a:off x="5205043" y="3467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69" name="pt7269"/>
            <p:cNvSpPr/>
            <p:nvPr/>
          </p:nvSpPr>
          <p:spPr>
            <a:xfrm>
              <a:off x="5128446" y="35662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0" name="pt7270"/>
            <p:cNvSpPr/>
            <p:nvPr/>
          </p:nvSpPr>
          <p:spPr>
            <a:xfrm>
              <a:off x="5173915" y="36184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1" name="pt7271"/>
            <p:cNvSpPr/>
            <p:nvPr/>
          </p:nvSpPr>
          <p:spPr>
            <a:xfrm>
              <a:off x="5161307" y="3585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2" name="pt7272"/>
            <p:cNvSpPr/>
            <p:nvPr/>
          </p:nvSpPr>
          <p:spPr>
            <a:xfrm>
              <a:off x="5084254" y="3554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3" name="pt7273"/>
            <p:cNvSpPr/>
            <p:nvPr/>
          </p:nvSpPr>
          <p:spPr>
            <a:xfrm>
              <a:off x="5154208" y="3592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4" name="pt7274"/>
            <p:cNvSpPr/>
            <p:nvPr/>
          </p:nvSpPr>
          <p:spPr>
            <a:xfrm>
              <a:off x="5185320" y="3537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5" name="pt7275"/>
            <p:cNvSpPr/>
            <p:nvPr/>
          </p:nvSpPr>
          <p:spPr>
            <a:xfrm>
              <a:off x="5156162" y="3529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6" name="pt7276"/>
            <p:cNvSpPr/>
            <p:nvPr/>
          </p:nvSpPr>
          <p:spPr>
            <a:xfrm>
              <a:off x="5166496" y="3617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7" name="pt7277"/>
            <p:cNvSpPr/>
            <p:nvPr/>
          </p:nvSpPr>
          <p:spPr>
            <a:xfrm>
              <a:off x="5174863" y="3541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8" name="pt7278"/>
            <p:cNvSpPr/>
            <p:nvPr/>
          </p:nvSpPr>
          <p:spPr>
            <a:xfrm>
              <a:off x="5165532" y="36126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79" name="pt7279"/>
            <p:cNvSpPr/>
            <p:nvPr/>
          </p:nvSpPr>
          <p:spPr>
            <a:xfrm>
              <a:off x="5132916" y="32182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0" name="pt7280"/>
            <p:cNvSpPr/>
            <p:nvPr/>
          </p:nvSpPr>
          <p:spPr>
            <a:xfrm>
              <a:off x="5153125" y="3443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1" name="pt7281"/>
            <p:cNvSpPr/>
            <p:nvPr/>
          </p:nvSpPr>
          <p:spPr>
            <a:xfrm>
              <a:off x="5141190" y="3482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2" name="pt7282"/>
            <p:cNvSpPr/>
            <p:nvPr/>
          </p:nvSpPr>
          <p:spPr>
            <a:xfrm>
              <a:off x="5186072" y="3257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3" name="pt7283"/>
            <p:cNvSpPr/>
            <p:nvPr/>
          </p:nvSpPr>
          <p:spPr>
            <a:xfrm>
              <a:off x="5130900" y="35427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4" name="pt7284"/>
            <p:cNvSpPr/>
            <p:nvPr/>
          </p:nvSpPr>
          <p:spPr>
            <a:xfrm>
              <a:off x="5196918" y="32625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5" name="pt7285"/>
            <p:cNvSpPr/>
            <p:nvPr/>
          </p:nvSpPr>
          <p:spPr>
            <a:xfrm>
              <a:off x="5144777" y="3400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6" name="pt7286"/>
            <p:cNvSpPr/>
            <p:nvPr/>
          </p:nvSpPr>
          <p:spPr>
            <a:xfrm>
              <a:off x="5158396" y="3484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7" name="pt7287"/>
            <p:cNvSpPr/>
            <p:nvPr/>
          </p:nvSpPr>
          <p:spPr>
            <a:xfrm>
              <a:off x="5088523" y="35536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8" name="pt7288"/>
            <p:cNvSpPr/>
            <p:nvPr/>
          </p:nvSpPr>
          <p:spPr>
            <a:xfrm>
              <a:off x="5138558" y="3531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89" name="pt7289"/>
            <p:cNvSpPr/>
            <p:nvPr/>
          </p:nvSpPr>
          <p:spPr>
            <a:xfrm>
              <a:off x="5159270" y="3591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0" name="pt7290"/>
            <p:cNvSpPr/>
            <p:nvPr/>
          </p:nvSpPr>
          <p:spPr>
            <a:xfrm>
              <a:off x="5168402" y="3514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1" name="pt7291"/>
            <p:cNvSpPr/>
            <p:nvPr/>
          </p:nvSpPr>
          <p:spPr>
            <a:xfrm>
              <a:off x="5196330" y="3553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2" name="pt7292"/>
            <p:cNvSpPr/>
            <p:nvPr/>
          </p:nvSpPr>
          <p:spPr>
            <a:xfrm>
              <a:off x="5226898" y="3563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3" name="pt7293"/>
            <p:cNvSpPr/>
            <p:nvPr/>
          </p:nvSpPr>
          <p:spPr>
            <a:xfrm>
              <a:off x="5110498" y="3561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4" name="pt7294"/>
            <p:cNvSpPr/>
            <p:nvPr/>
          </p:nvSpPr>
          <p:spPr>
            <a:xfrm>
              <a:off x="5061109" y="35684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5" name="pt7295"/>
            <p:cNvSpPr/>
            <p:nvPr/>
          </p:nvSpPr>
          <p:spPr>
            <a:xfrm>
              <a:off x="5184622" y="35257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6" name="pt7296"/>
            <p:cNvSpPr/>
            <p:nvPr/>
          </p:nvSpPr>
          <p:spPr>
            <a:xfrm>
              <a:off x="5135913" y="32788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7" name="pt7297"/>
            <p:cNvSpPr/>
            <p:nvPr/>
          </p:nvSpPr>
          <p:spPr>
            <a:xfrm>
              <a:off x="5143132" y="3517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8" name="pt7298"/>
            <p:cNvSpPr/>
            <p:nvPr/>
          </p:nvSpPr>
          <p:spPr>
            <a:xfrm>
              <a:off x="5162647" y="34995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299" name="pt7299"/>
            <p:cNvSpPr/>
            <p:nvPr/>
          </p:nvSpPr>
          <p:spPr>
            <a:xfrm>
              <a:off x="5139786" y="3535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0" name="pt7300"/>
            <p:cNvSpPr/>
            <p:nvPr/>
          </p:nvSpPr>
          <p:spPr>
            <a:xfrm>
              <a:off x="5084845" y="3590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1" name="pt7301"/>
            <p:cNvSpPr/>
            <p:nvPr/>
          </p:nvSpPr>
          <p:spPr>
            <a:xfrm>
              <a:off x="5107012" y="3554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2" name="pt7302"/>
            <p:cNvSpPr/>
            <p:nvPr/>
          </p:nvSpPr>
          <p:spPr>
            <a:xfrm>
              <a:off x="5134364" y="3546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3" name="pt7303"/>
            <p:cNvSpPr/>
            <p:nvPr/>
          </p:nvSpPr>
          <p:spPr>
            <a:xfrm>
              <a:off x="5161187" y="34869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4" name="pt7304"/>
            <p:cNvSpPr/>
            <p:nvPr/>
          </p:nvSpPr>
          <p:spPr>
            <a:xfrm>
              <a:off x="5165528" y="35492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5" name="pt7305"/>
            <p:cNvSpPr/>
            <p:nvPr/>
          </p:nvSpPr>
          <p:spPr>
            <a:xfrm>
              <a:off x="5212578" y="3556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6" name="pt7306"/>
            <p:cNvSpPr/>
            <p:nvPr/>
          </p:nvSpPr>
          <p:spPr>
            <a:xfrm>
              <a:off x="5209640" y="3608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7" name="pt7307"/>
            <p:cNvSpPr/>
            <p:nvPr/>
          </p:nvSpPr>
          <p:spPr>
            <a:xfrm>
              <a:off x="5152952" y="37735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8" name="pt7308"/>
            <p:cNvSpPr/>
            <p:nvPr/>
          </p:nvSpPr>
          <p:spPr>
            <a:xfrm>
              <a:off x="5079319" y="35286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09" name="pt7309"/>
            <p:cNvSpPr/>
            <p:nvPr/>
          </p:nvSpPr>
          <p:spPr>
            <a:xfrm>
              <a:off x="5216251" y="3581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0" name="pt7310"/>
            <p:cNvSpPr/>
            <p:nvPr/>
          </p:nvSpPr>
          <p:spPr>
            <a:xfrm>
              <a:off x="5123586" y="3512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1" name="pt7311"/>
            <p:cNvSpPr/>
            <p:nvPr/>
          </p:nvSpPr>
          <p:spPr>
            <a:xfrm>
              <a:off x="5162692" y="3507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2" name="pt7312"/>
            <p:cNvSpPr/>
            <p:nvPr/>
          </p:nvSpPr>
          <p:spPr>
            <a:xfrm>
              <a:off x="5149740" y="35122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3" name="pt7313"/>
            <p:cNvSpPr/>
            <p:nvPr/>
          </p:nvSpPr>
          <p:spPr>
            <a:xfrm>
              <a:off x="5198549" y="35177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4" name="pt7314"/>
            <p:cNvSpPr/>
            <p:nvPr/>
          </p:nvSpPr>
          <p:spPr>
            <a:xfrm>
              <a:off x="5192927" y="3616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5" name="pt7315"/>
            <p:cNvSpPr/>
            <p:nvPr/>
          </p:nvSpPr>
          <p:spPr>
            <a:xfrm>
              <a:off x="5156248" y="32938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6" name="pt7316"/>
            <p:cNvSpPr/>
            <p:nvPr/>
          </p:nvSpPr>
          <p:spPr>
            <a:xfrm>
              <a:off x="5158401" y="35837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7" name="pt7317"/>
            <p:cNvSpPr/>
            <p:nvPr/>
          </p:nvSpPr>
          <p:spPr>
            <a:xfrm>
              <a:off x="5152401" y="35747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8" name="pt7318"/>
            <p:cNvSpPr/>
            <p:nvPr/>
          </p:nvSpPr>
          <p:spPr>
            <a:xfrm>
              <a:off x="5118527" y="35924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19" name="pt7319"/>
            <p:cNvSpPr/>
            <p:nvPr/>
          </p:nvSpPr>
          <p:spPr>
            <a:xfrm>
              <a:off x="5238825" y="3550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0" name="pt7320"/>
            <p:cNvSpPr/>
            <p:nvPr/>
          </p:nvSpPr>
          <p:spPr>
            <a:xfrm>
              <a:off x="5135444" y="3444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1" name="pt7321"/>
            <p:cNvSpPr/>
            <p:nvPr/>
          </p:nvSpPr>
          <p:spPr>
            <a:xfrm>
              <a:off x="5173859" y="3556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2" name="pt7322"/>
            <p:cNvSpPr/>
            <p:nvPr/>
          </p:nvSpPr>
          <p:spPr>
            <a:xfrm>
              <a:off x="5143523" y="3342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3" name="pt7323"/>
            <p:cNvSpPr/>
            <p:nvPr/>
          </p:nvSpPr>
          <p:spPr>
            <a:xfrm>
              <a:off x="5228266" y="41293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4" name="pt7324"/>
            <p:cNvSpPr/>
            <p:nvPr/>
          </p:nvSpPr>
          <p:spPr>
            <a:xfrm>
              <a:off x="5092692" y="35641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5" name="pt7325"/>
            <p:cNvSpPr/>
            <p:nvPr/>
          </p:nvSpPr>
          <p:spPr>
            <a:xfrm>
              <a:off x="5177103" y="3336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6" name="pt7326"/>
            <p:cNvSpPr/>
            <p:nvPr/>
          </p:nvSpPr>
          <p:spPr>
            <a:xfrm>
              <a:off x="5166061" y="3560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7" name="pt7327"/>
            <p:cNvSpPr/>
            <p:nvPr/>
          </p:nvSpPr>
          <p:spPr>
            <a:xfrm>
              <a:off x="5175901" y="3559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8" name="pt7328"/>
            <p:cNvSpPr/>
            <p:nvPr/>
          </p:nvSpPr>
          <p:spPr>
            <a:xfrm>
              <a:off x="5131592" y="33338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29" name="pt7329"/>
            <p:cNvSpPr/>
            <p:nvPr/>
          </p:nvSpPr>
          <p:spPr>
            <a:xfrm>
              <a:off x="5147171" y="3447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0" name="pt7330"/>
            <p:cNvSpPr/>
            <p:nvPr/>
          </p:nvSpPr>
          <p:spPr>
            <a:xfrm>
              <a:off x="5188568" y="35395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1" name="pt7331"/>
            <p:cNvSpPr/>
            <p:nvPr/>
          </p:nvSpPr>
          <p:spPr>
            <a:xfrm>
              <a:off x="5146797" y="35952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2" name="pt7332"/>
            <p:cNvSpPr/>
            <p:nvPr/>
          </p:nvSpPr>
          <p:spPr>
            <a:xfrm>
              <a:off x="5164260" y="34154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3" name="pt7333"/>
            <p:cNvSpPr/>
            <p:nvPr/>
          </p:nvSpPr>
          <p:spPr>
            <a:xfrm>
              <a:off x="5272589" y="35729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4" name="pt7334"/>
            <p:cNvSpPr/>
            <p:nvPr/>
          </p:nvSpPr>
          <p:spPr>
            <a:xfrm>
              <a:off x="5100491" y="3600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5" name="pt7335"/>
            <p:cNvSpPr/>
            <p:nvPr/>
          </p:nvSpPr>
          <p:spPr>
            <a:xfrm>
              <a:off x="5175765" y="33220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6" name="pt7336"/>
            <p:cNvSpPr/>
            <p:nvPr/>
          </p:nvSpPr>
          <p:spPr>
            <a:xfrm>
              <a:off x="5169642" y="3542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7" name="pt7337"/>
            <p:cNvSpPr/>
            <p:nvPr/>
          </p:nvSpPr>
          <p:spPr>
            <a:xfrm>
              <a:off x="5192132" y="3520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8" name="pt7338"/>
            <p:cNvSpPr/>
            <p:nvPr/>
          </p:nvSpPr>
          <p:spPr>
            <a:xfrm>
              <a:off x="5173255" y="3573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39" name="pt7339"/>
            <p:cNvSpPr/>
            <p:nvPr/>
          </p:nvSpPr>
          <p:spPr>
            <a:xfrm>
              <a:off x="5148536" y="3552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0" name="pt7340"/>
            <p:cNvSpPr/>
            <p:nvPr/>
          </p:nvSpPr>
          <p:spPr>
            <a:xfrm>
              <a:off x="5064044" y="33530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1" name="pt7341"/>
            <p:cNvSpPr/>
            <p:nvPr/>
          </p:nvSpPr>
          <p:spPr>
            <a:xfrm>
              <a:off x="5190742" y="34596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2" name="pt7342"/>
            <p:cNvSpPr/>
            <p:nvPr/>
          </p:nvSpPr>
          <p:spPr>
            <a:xfrm>
              <a:off x="5192956" y="3504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3" name="pt7343"/>
            <p:cNvSpPr/>
            <p:nvPr/>
          </p:nvSpPr>
          <p:spPr>
            <a:xfrm>
              <a:off x="5151660" y="36030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4" name="pt7344"/>
            <p:cNvSpPr/>
            <p:nvPr/>
          </p:nvSpPr>
          <p:spPr>
            <a:xfrm>
              <a:off x="5174135" y="3483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5" name="pt7345"/>
            <p:cNvSpPr/>
            <p:nvPr/>
          </p:nvSpPr>
          <p:spPr>
            <a:xfrm>
              <a:off x="5147736" y="34372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6" name="pt7346"/>
            <p:cNvSpPr/>
            <p:nvPr/>
          </p:nvSpPr>
          <p:spPr>
            <a:xfrm>
              <a:off x="5174407" y="34842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7" name="pt7347"/>
            <p:cNvSpPr/>
            <p:nvPr/>
          </p:nvSpPr>
          <p:spPr>
            <a:xfrm>
              <a:off x="5108545" y="3579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8" name="pt7348"/>
            <p:cNvSpPr/>
            <p:nvPr/>
          </p:nvSpPr>
          <p:spPr>
            <a:xfrm>
              <a:off x="5156996" y="35216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49" name="pt7349"/>
            <p:cNvSpPr/>
            <p:nvPr/>
          </p:nvSpPr>
          <p:spPr>
            <a:xfrm>
              <a:off x="5219525" y="35469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0" name="pt7350"/>
            <p:cNvSpPr/>
            <p:nvPr/>
          </p:nvSpPr>
          <p:spPr>
            <a:xfrm>
              <a:off x="5164855" y="3549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1" name="pt7351"/>
            <p:cNvSpPr/>
            <p:nvPr/>
          </p:nvSpPr>
          <p:spPr>
            <a:xfrm>
              <a:off x="5165439" y="33436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2" name="pt7352"/>
            <p:cNvSpPr/>
            <p:nvPr/>
          </p:nvSpPr>
          <p:spPr>
            <a:xfrm>
              <a:off x="5156044" y="32444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3" name="pt7353"/>
            <p:cNvSpPr/>
            <p:nvPr/>
          </p:nvSpPr>
          <p:spPr>
            <a:xfrm>
              <a:off x="5148668" y="33466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4" name="pt7354"/>
            <p:cNvSpPr/>
            <p:nvPr/>
          </p:nvSpPr>
          <p:spPr>
            <a:xfrm>
              <a:off x="5175540" y="34858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5" name="pt7355"/>
            <p:cNvSpPr/>
            <p:nvPr/>
          </p:nvSpPr>
          <p:spPr>
            <a:xfrm>
              <a:off x="5102567" y="3373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6" name="pt7356"/>
            <p:cNvSpPr/>
            <p:nvPr/>
          </p:nvSpPr>
          <p:spPr>
            <a:xfrm>
              <a:off x="5142924" y="35211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7" name="pt7357"/>
            <p:cNvSpPr/>
            <p:nvPr/>
          </p:nvSpPr>
          <p:spPr>
            <a:xfrm>
              <a:off x="5117091" y="3575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8" name="pt7358"/>
            <p:cNvSpPr/>
            <p:nvPr/>
          </p:nvSpPr>
          <p:spPr>
            <a:xfrm>
              <a:off x="5132055" y="35838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59" name="pt7359"/>
            <p:cNvSpPr/>
            <p:nvPr/>
          </p:nvSpPr>
          <p:spPr>
            <a:xfrm>
              <a:off x="5320875" y="35218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0" name="pt7360"/>
            <p:cNvSpPr/>
            <p:nvPr/>
          </p:nvSpPr>
          <p:spPr>
            <a:xfrm>
              <a:off x="5140912" y="3526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1" name="pt7361"/>
            <p:cNvSpPr/>
            <p:nvPr/>
          </p:nvSpPr>
          <p:spPr>
            <a:xfrm>
              <a:off x="5144022" y="3551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2" name="pt7362"/>
            <p:cNvSpPr/>
            <p:nvPr/>
          </p:nvSpPr>
          <p:spPr>
            <a:xfrm>
              <a:off x="5112126" y="3518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3" name="pt7363"/>
            <p:cNvSpPr/>
            <p:nvPr/>
          </p:nvSpPr>
          <p:spPr>
            <a:xfrm>
              <a:off x="5149531" y="35419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4" name="pt7364"/>
            <p:cNvSpPr/>
            <p:nvPr/>
          </p:nvSpPr>
          <p:spPr>
            <a:xfrm>
              <a:off x="5119339" y="35332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5" name="pt7365"/>
            <p:cNvSpPr/>
            <p:nvPr/>
          </p:nvSpPr>
          <p:spPr>
            <a:xfrm>
              <a:off x="5177835" y="3574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6" name="pt7366"/>
            <p:cNvSpPr/>
            <p:nvPr/>
          </p:nvSpPr>
          <p:spPr>
            <a:xfrm>
              <a:off x="5145432" y="3413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7" name="pt7367"/>
            <p:cNvSpPr/>
            <p:nvPr/>
          </p:nvSpPr>
          <p:spPr>
            <a:xfrm>
              <a:off x="5159015" y="33072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8" name="pt7368"/>
            <p:cNvSpPr/>
            <p:nvPr/>
          </p:nvSpPr>
          <p:spPr>
            <a:xfrm>
              <a:off x="5225601" y="35167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69" name="pt7369"/>
            <p:cNvSpPr/>
            <p:nvPr/>
          </p:nvSpPr>
          <p:spPr>
            <a:xfrm>
              <a:off x="5169497" y="32600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0" name="pt7370"/>
            <p:cNvSpPr/>
            <p:nvPr/>
          </p:nvSpPr>
          <p:spPr>
            <a:xfrm>
              <a:off x="5034774" y="35753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1" name="pt7371"/>
            <p:cNvSpPr/>
            <p:nvPr/>
          </p:nvSpPr>
          <p:spPr>
            <a:xfrm>
              <a:off x="5158368" y="3572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2" name="pt7372"/>
            <p:cNvSpPr/>
            <p:nvPr/>
          </p:nvSpPr>
          <p:spPr>
            <a:xfrm>
              <a:off x="5213360" y="3578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3" name="pt7373"/>
            <p:cNvSpPr/>
            <p:nvPr/>
          </p:nvSpPr>
          <p:spPr>
            <a:xfrm>
              <a:off x="5266935" y="3526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4" name="pt7374"/>
            <p:cNvSpPr/>
            <p:nvPr/>
          </p:nvSpPr>
          <p:spPr>
            <a:xfrm>
              <a:off x="5053154" y="35385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5" name="pt7375"/>
            <p:cNvSpPr/>
            <p:nvPr/>
          </p:nvSpPr>
          <p:spPr>
            <a:xfrm>
              <a:off x="5125518" y="3496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6" name="pt7376"/>
            <p:cNvSpPr/>
            <p:nvPr/>
          </p:nvSpPr>
          <p:spPr>
            <a:xfrm>
              <a:off x="5153797" y="35510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7" name="pt7377"/>
            <p:cNvSpPr/>
            <p:nvPr/>
          </p:nvSpPr>
          <p:spPr>
            <a:xfrm>
              <a:off x="5155718" y="3556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8" name="pt7378"/>
            <p:cNvSpPr/>
            <p:nvPr/>
          </p:nvSpPr>
          <p:spPr>
            <a:xfrm>
              <a:off x="5169056" y="35444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79" name="pt7379"/>
            <p:cNvSpPr/>
            <p:nvPr/>
          </p:nvSpPr>
          <p:spPr>
            <a:xfrm>
              <a:off x="5186116" y="32591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0" name="pt7380"/>
            <p:cNvSpPr/>
            <p:nvPr/>
          </p:nvSpPr>
          <p:spPr>
            <a:xfrm>
              <a:off x="5106394" y="34889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1" name="pt7381"/>
            <p:cNvSpPr/>
            <p:nvPr/>
          </p:nvSpPr>
          <p:spPr>
            <a:xfrm>
              <a:off x="5164930" y="35759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2" name="pt7382"/>
            <p:cNvSpPr/>
            <p:nvPr/>
          </p:nvSpPr>
          <p:spPr>
            <a:xfrm>
              <a:off x="5180367" y="33638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3" name="pt7383"/>
            <p:cNvSpPr/>
            <p:nvPr/>
          </p:nvSpPr>
          <p:spPr>
            <a:xfrm>
              <a:off x="5185426" y="3560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t7384"/>
            <p:cNvSpPr/>
            <p:nvPr/>
          </p:nvSpPr>
          <p:spPr>
            <a:xfrm>
              <a:off x="5159088" y="3563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5" name="pt7385"/>
            <p:cNvSpPr/>
            <p:nvPr/>
          </p:nvSpPr>
          <p:spPr>
            <a:xfrm>
              <a:off x="5174698" y="3562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6" name="pt7386"/>
            <p:cNvSpPr/>
            <p:nvPr/>
          </p:nvSpPr>
          <p:spPr>
            <a:xfrm>
              <a:off x="5190676" y="31843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7" name="pt7387"/>
            <p:cNvSpPr/>
            <p:nvPr/>
          </p:nvSpPr>
          <p:spPr>
            <a:xfrm>
              <a:off x="5236423" y="35204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8" name="pt7388"/>
            <p:cNvSpPr/>
            <p:nvPr/>
          </p:nvSpPr>
          <p:spPr>
            <a:xfrm>
              <a:off x="5125009" y="35241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89" name="pt7389"/>
            <p:cNvSpPr/>
            <p:nvPr/>
          </p:nvSpPr>
          <p:spPr>
            <a:xfrm>
              <a:off x="5125216" y="35480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0" name="pt7390"/>
            <p:cNvSpPr/>
            <p:nvPr/>
          </p:nvSpPr>
          <p:spPr>
            <a:xfrm>
              <a:off x="5172856" y="3515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1" name="pt7391"/>
            <p:cNvSpPr/>
            <p:nvPr/>
          </p:nvSpPr>
          <p:spPr>
            <a:xfrm>
              <a:off x="5124086" y="3580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2" name="pt7392"/>
            <p:cNvSpPr/>
            <p:nvPr/>
          </p:nvSpPr>
          <p:spPr>
            <a:xfrm>
              <a:off x="5165705" y="3183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3" name="pt7393"/>
            <p:cNvSpPr/>
            <p:nvPr/>
          </p:nvSpPr>
          <p:spPr>
            <a:xfrm>
              <a:off x="5137270" y="35831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4" name="pt7394"/>
            <p:cNvSpPr/>
            <p:nvPr/>
          </p:nvSpPr>
          <p:spPr>
            <a:xfrm>
              <a:off x="5137845" y="3547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5" name="pt7395"/>
            <p:cNvSpPr/>
            <p:nvPr/>
          </p:nvSpPr>
          <p:spPr>
            <a:xfrm>
              <a:off x="5176727" y="3536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6" name="pt7396"/>
            <p:cNvSpPr/>
            <p:nvPr/>
          </p:nvSpPr>
          <p:spPr>
            <a:xfrm>
              <a:off x="5178177" y="3532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7" name="pt7397"/>
            <p:cNvSpPr/>
            <p:nvPr/>
          </p:nvSpPr>
          <p:spPr>
            <a:xfrm>
              <a:off x="5163490" y="3496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8" name="pt7398"/>
            <p:cNvSpPr/>
            <p:nvPr/>
          </p:nvSpPr>
          <p:spPr>
            <a:xfrm>
              <a:off x="5173663" y="34283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399" name="pt7399"/>
            <p:cNvSpPr/>
            <p:nvPr/>
          </p:nvSpPr>
          <p:spPr>
            <a:xfrm>
              <a:off x="5168729" y="35889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0" name="pt7400"/>
            <p:cNvSpPr/>
            <p:nvPr/>
          </p:nvSpPr>
          <p:spPr>
            <a:xfrm>
              <a:off x="5106564" y="3387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1" name="pt7401"/>
            <p:cNvSpPr/>
            <p:nvPr/>
          </p:nvSpPr>
          <p:spPr>
            <a:xfrm>
              <a:off x="5168873" y="34753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2" name="pt7402"/>
            <p:cNvSpPr/>
            <p:nvPr/>
          </p:nvSpPr>
          <p:spPr>
            <a:xfrm>
              <a:off x="5207068" y="3609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t7403"/>
            <p:cNvSpPr/>
            <p:nvPr/>
          </p:nvSpPr>
          <p:spPr>
            <a:xfrm>
              <a:off x="5208505" y="35711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4" name="pt7404"/>
            <p:cNvSpPr/>
            <p:nvPr/>
          </p:nvSpPr>
          <p:spPr>
            <a:xfrm>
              <a:off x="5142028" y="3581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5" name="pt7405"/>
            <p:cNvSpPr/>
            <p:nvPr/>
          </p:nvSpPr>
          <p:spPr>
            <a:xfrm>
              <a:off x="5219231" y="3526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6" name="pt7406"/>
            <p:cNvSpPr/>
            <p:nvPr/>
          </p:nvSpPr>
          <p:spPr>
            <a:xfrm>
              <a:off x="5197397" y="3581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7" name="pt7407"/>
            <p:cNvSpPr/>
            <p:nvPr/>
          </p:nvSpPr>
          <p:spPr>
            <a:xfrm>
              <a:off x="5081903" y="33719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8" name="pt7408"/>
            <p:cNvSpPr/>
            <p:nvPr/>
          </p:nvSpPr>
          <p:spPr>
            <a:xfrm>
              <a:off x="5140235" y="35570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09" name="pt7409"/>
            <p:cNvSpPr/>
            <p:nvPr/>
          </p:nvSpPr>
          <p:spPr>
            <a:xfrm>
              <a:off x="5185391" y="3567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0" name="pt7410"/>
            <p:cNvSpPr/>
            <p:nvPr/>
          </p:nvSpPr>
          <p:spPr>
            <a:xfrm>
              <a:off x="5078925" y="36356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1" name="pt7411"/>
            <p:cNvSpPr/>
            <p:nvPr/>
          </p:nvSpPr>
          <p:spPr>
            <a:xfrm>
              <a:off x="5119555" y="35450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2" name="pt7412"/>
            <p:cNvSpPr/>
            <p:nvPr/>
          </p:nvSpPr>
          <p:spPr>
            <a:xfrm>
              <a:off x="5194258" y="3535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3" name="pt7413"/>
            <p:cNvSpPr/>
            <p:nvPr/>
          </p:nvSpPr>
          <p:spPr>
            <a:xfrm>
              <a:off x="5207496" y="35669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4" name="pt7414"/>
            <p:cNvSpPr/>
            <p:nvPr/>
          </p:nvSpPr>
          <p:spPr>
            <a:xfrm>
              <a:off x="5151352" y="34981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5" name="pt7415"/>
            <p:cNvSpPr/>
            <p:nvPr/>
          </p:nvSpPr>
          <p:spPr>
            <a:xfrm>
              <a:off x="5126838" y="35862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6" name="pt7416"/>
            <p:cNvSpPr/>
            <p:nvPr/>
          </p:nvSpPr>
          <p:spPr>
            <a:xfrm>
              <a:off x="5145098" y="35619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7" name="pt7417"/>
            <p:cNvSpPr/>
            <p:nvPr/>
          </p:nvSpPr>
          <p:spPr>
            <a:xfrm>
              <a:off x="5204181" y="3427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8" name="pt7418"/>
            <p:cNvSpPr/>
            <p:nvPr/>
          </p:nvSpPr>
          <p:spPr>
            <a:xfrm>
              <a:off x="5068754" y="3543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19" name="pt7419"/>
            <p:cNvSpPr/>
            <p:nvPr/>
          </p:nvSpPr>
          <p:spPr>
            <a:xfrm>
              <a:off x="5203839" y="35584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0" name="pt7420"/>
            <p:cNvSpPr/>
            <p:nvPr/>
          </p:nvSpPr>
          <p:spPr>
            <a:xfrm>
              <a:off x="5172344" y="35914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1" name="pt7421"/>
            <p:cNvSpPr/>
            <p:nvPr/>
          </p:nvSpPr>
          <p:spPr>
            <a:xfrm>
              <a:off x="5130335" y="32242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2" name="pt7422"/>
            <p:cNvSpPr/>
            <p:nvPr/>
          </p:nvSpPr>
          <p:spPr>
            <a:xfrm>
              <a:off x="5122855" y="35767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3" name="pt7423"/>
            <p:cNvSpPr/>
            <p:nvPr/>
          </p:nvSpPr>
          <p:spPr>
            <a:xfrm>
              <a:off x="5156720" y="3507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4" name="pt7424"/>
            <p:cNvSpPr/>
            <p:nvPr/>
          </p:nvSpPr>
          <p:spPr>
            <a:xfrm>
              <a:off x="5160762" y="3565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5" name="pt7425"/>
            <p:cNvSpPr/>
            <p:nvPr/>
          </p:nvSpPr>
          <p:spPr>
            <a:xfrm>
              <a:off x="5197214" y="3563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6" name="pt7426"/>
            <p:cNvSpPr/>
            <p:nvPr/>
          </p:nvSpPr>
          <p:spPr>
            <a:xfrm>
              <a:off x="5156387" y="3472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7" name="pt7427"/>
            <p:cNvSpPr/>
            <p:nvPr/>
          </p:nvSpPr>
          <p:spPr>
            <a:xfrm>
              <a:off x="5156018" y="35125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8" name="pt7428"/>
            <p:cNvSpPr/>
            <p:nvPr/>
          </p:nvSpPr>
          <p:spPr>
            <a:xfrm>
              <a:off x="5168734" y="3562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29" name="pt7429"/>
            <p:cNvSpPr/>
            <p:nvPr/>
          </p:nvSpPr>
          <p:spPr>
            <a:xfrm>
              <a:off x="5117384" y="3570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0" name="pt7430"/>
            <p:cNvSpPr/>
            <p:nvPr/>
          </p:nvSpPr>
          <p:spPr>
            <a:xfrm>
              <a:off x="5157800" y="3358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1" name="pt7431"/>
            <p:cNvSpPr/>
            <p:nvPr/>
          </p:nvSpPr>
          <p:spPr>
            <a:xfrm>
              <a:off x="5155397" y="32466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2" name="pt7432"/>
            <p:cNvSpPr/>
            <p:nvPr/>
          </p:nvSpPr>
          <p:spPr>
            <a:xfrm>
              <a:off x="5168648" y="36388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3" name="pt7433"/>
            <p:cNvSpPr/>
            <p:nvPr/>
          </p:nvSpPr>
          <p:spPr>
            <a:xfrm>
              <a:off x="5163881" y="3540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4" name="pt7434"/>
            <p:cNvSpPr/>
            <p:nvPr/>
          </p:nvSpPr>
          <p:spPr>
            <a:xfrm>
              <a:off x="5184407" y="3471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5" name="pt7435"/>
            <p:cNvSpPr/>
            <p:nvPr/>
          </p:nvSpPr>
          <p:spPr>
            <a:xfrm>
              <a:off x="5207427" y="3516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6" name="pt7436"/>
            <p:cNvSpPr/>
            <p:nvPr/>
          </p:nvSpPr>
          <p:spPr>
            <a:xfrm>
              <a:off x="5107743" y="3319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7" name="pt7437"/>
            <p:cNvSpPr/>
            <p:nvPr/>
          </p:nvSpPr>
          <p:spPr>
            <a:xfrm>
              <a:off x="5171393" y="3383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8" name="pt7438"/>
            <p:cNvSpPr/>
            <p:nvPr/>
          </p:nvSpPr>
          <p:spPr>
            <a:xfrm>
              <a:off x="5155882" y="3512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39" name="pt7439"/>
            <p:cNvSpPr/>
            <p:nvPr/>
          </p:nvSpPr>
          <p:spPr>
            <a:xfrm>
              <a:off x="5159349" y="3486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0" name="pt7440"/>
            <p:cNvSpPr/>
            <p:nvPr/>
          </p:nvSpPr>
          <p:spPr>
            <a:xfrm>
              <a:off x="5172195" y="34932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1" name="pt7441"/>
            <p:cNvSpPr/>
            <p:nvPr/>
          </p:nvSpPr>
          <p:spPr>
            <a:xfrm>
              <a:off x="5145867" y="3517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2" name="pt7442"/>
            <p:cNvSpPr/>
            <p:nvPr/>
          </p:nvSpPr>
          <p:spPr>
            <a:xfrm>
              <a:off x="5209769" y="35530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3" name="pt7443"/>
            <p:cNvSpPr/>
            <p:nvPr/>
          </p:nvSpPr>
          <p:spPr>
            <a:xfrm>
              <a:off x="5143847" y="35266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4" name="pt7444"/>
            <p:cNvSpPr/>
            <p:nvPr/>
          </p:nvSpPr>
          <p:spPr>
            <a:xfrm>
              <a:off x="5155435" y="35212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5" name="pt7445"/>
            <p:cNvSpPr/>
            <p:nvPr/>
          </p:nvSpPr>
          <p:spPr>
            <a:xfrm>
              <a:off x="5140217" y="35754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6" name="pt7446"/>
            <p:cNvSpPr/>
            <p:nvPr/>
          </p:nvSpPr>
          <p:spPr>
            <a:xfrm>
              <a:off x="5179732" y="3588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7" name="pt7447"/>
            <p:cNvSpPr/>
            <p:nvPr/>
          </p:nvSpPr>
          <p:spPr>
            <a:xfrm>
              <a:off x="5162239" y="3577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8" name="pt7448"/>
            <p:cNvSpPr/>
            <p:nvPr/>
          </p:nvSpPr>
          <p:spPr>
            <a:xfrm>
              <a:off x="5154610" y="3472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49" name="pt7449"/>
            <p:cNvSpPr/>
            <p:nvPr/>
          </p:nvSpPr>
          <p:spPr>
            <a:xfrm>
              <a:off x="5184888" y="34567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0" name="pt7450"/>
            <p:cNvSpPr/>
            <p:nvPr/>
          </p:nvSpPr>
          <p:spPr>
            <a:xfrm>
              <a:off x="5159541" y="35023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1" name="pt7451"/>
            <p:cNvSpPr/>
            <p:nvPr/>
          </p:nvSpPr>
          <p:spPr>
            <a:xfrm>
              <a:off x="5178654" y="3534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2" name="pt7452"/>
            <p:cNvSpPr/>
            <p:nvPr/>
          </p:nvSpPr>
          <p:spPr>
            <a:xfrm>
              <a:off x="5147064" y="35528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3" name="pt7453"/>
            <p:cNvSpPr/>
            <p:nvPr/>
          </p:nvSpPr>
          <p:spPr>
            <a:xfrm>
              <a:off x="5178247" y="3552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4" name="pt7454"/>
            <p:cNvSpPr/>
            <p:nvPr/>
          </p:nvSpPr>
          <p:spPr>
            <a:xfrm>
              <a:off x="5086760" y="3505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5" name="pt7455"/>
            <p:cNvSpPr/>
            <p:nvPr/>
          </p:nvSpPr>
          <p:spPr>
            <a:xfrm>
              <a:off x="5137380" y="34201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6" name="pt7456"/>
            <p:cNvSpPr/>
            <p:nvPr/>
          </p:nvSpPr>
          <p:spPr>
            <a:xfrm>
              <a:off x="5185268" y="35540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7" name="pt7457"/>
            <p:cNvSpPr/>
            <p:nvPr/>
          </p:nvSpPr>
          <p:spPr>
            <a:xfrm>
              <a:off x="5161174" y="3302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8" name="pt7458"/>
            <p:cNvSpPr/>
            <p:nvPr/>
          </p:nvSpPr>
          <p:spPr>
            <a:xfrm>
              <a:off x="5178283" y="3533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59" name="pt7459"/>
            <p:cNvSpPr/>
            <p:nvPr/>
          </p:nvSpPr>
          <p:spPr>
            <a:xfrm>
              <a:off x="5185160" y="3530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0" name="pt7460"/>
            <p:cNvSpPr/>
            <p:nvPr/>
          </p:nvSpPr>
          <p:spPr>
            <a:xfrm>
              <a:off x="5130672" y="3559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1" name="pt7461"/>
            <p:cNvSpPr/>
            <p:nvPr/>
          </p:nvSpPr>
          <p:spPr>
            <a:xfrm>
              <a:off x="5137980" y="3530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2" name="pt7462"/>
            <p:cNvSpPr/>
            <p:nvPr/>
          </p:nvSpPr>
          <p:spPr>
            <a:xfrm>
              <a:off x="5142818" y="33375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3" name="pt7463"/>
            <p:cNvSpPr/>
            <p:nvPr/>
          </p:nvSpPr>
          <p:spPr>
            <a:xfrm>
              <a:off x="5192190" y="3540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4" name="pt7464"/>
            <p:cNvSpPr/>
            <p:nvPr/>
          </p:nvSpPr>
          <p:spPr>
            <a:xfrm>
              <a:off x="5176772" y="3289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5" name="pt7465"/>
            <p:cNvSpPr/>
            <p:nvPr/>
          </p:nvSpPr>
          <p:spPr>
            <a:xfrm>
              <a:off x="5161200" y="35074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6" name="pt7466"/>
            <p:cNvSpPr/>
            <p:nvPr/>
          </p:nvSpPr>
          <p:spPr>
            <a:xfrm>
              <a:off x="5113388" y="33942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7" name="pt7467"/>
            <p:cNvSpPr/>
            <p:nvPr/>
          </p:nvSpPr>
          <p:spPr>
            <a:xfrm>
              <a:off x="5158115" y="32796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8" name="pt7468"/>
            <p:cNvSpPr/>
            <p:nvPr/>
          </p:nvSpPr>
          <p:spPr>
            <a:xfrm>
              <a:off x="5049848" y="3378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69" name="pt7469"/>
            <p:cNvSpPr/>
            <p:nvPr/>
          </p:nvSpPr>
          <p:spPr>
            <a:xfrm>
              <a:off x="5144645" y="36108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0" name="pt7470"/>
            <p:cNvSpPr/>
            <p:nvPr/>
          </p:nvSpPr>
          <p:spPr>
            <a:xfrm>
              <a:off x="5137808" y="3395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1" name="pt7471"/>
            <p:cNvSpPr/>
            <p:nvPr/>
          </p:nvSpPr>
          <p:spPr>
            <a:xfrm>
              <a:off x="5164068" y="3542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2" name="pt7472"/>
            <p:cNvSpPr/>
            <p:nvPr/>
          </p:nvSpPr>
          <p:spPr>
            <a:xfrm>
              <a:off x="5236162" y="3529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3" name="pt7473"/>
            <p:cNvSpPr/>
            <p:nvPr/>
          </p:nvSpPr>
          <p:spPr>
            <a:xfrm>
              <a:off x="5168053" y="34852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4" name="pt7474"/>
            <p:cNvSpPr/>
            <p:nvPr/>
          </p:nvSpPr>
          <p:spPr>
            <a:xfrm>
              <a:off x="4920167" y="331996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pt7475"/>
            <p:cNvSpPr/>
            <p:nvPr/>
          </p:nvSpPr>
          <p:spPr>
            <a:xfrm>
              <a:off x="5064414" y="3507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6" name="pt7476"/>
            <p:cNvSpPr/>
            <p:nvPr/>
          </p:nvSpPr>
          <p:spPr>
            <a:xfrm>
              <a:off x="5174851" y="3530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7" name="pt7477"/>
            <p:cNvSpPr/>
            <p:nvPr/>
          </p:nvSpPr>
          <p:spPr>
            <a:xfrm>
              <a:off x="5143087" y="31133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8" name="pt7478"/>
            <p:cNvSpPr/>
            <p:nvPr/>
          </p:nvSpPr>
          <p:spPr>
            <a:xfrm>
              <a:off x="5047261" y="35870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79" name="pt7479"/>
            <p:cNvSpPr/>
            <p:nvPr/>
          </p:nvSpPr>
          <p:spPr>
            <a:xfrm>
              <a:off x="5105743" y="36120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0" name="pt7480"/>
            <p:cNvSpPr/>
            <p:nvPr/>
          </p:nvSpPr>
          <p:spPr>
            <a:xfrm>
              <a:off x="5114339" y="34931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1" name="pt7481"/>
            <p:cNvSpPr/>
            <p:nvPr/>
          </p:nvSpPr>
          <p:spPr>
            <a:xfrm>
              <a:off x="5186868" y="36127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2" name="pt7482"/>
            <p:cNvSpPr/>
            <p:nvPr/>
          </p:nvSpPr>
          <p:spPr>
            <a:xfrm>
              <a:off x="5241960" y="3508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3" name="pt7483"/>
            <p:cNvSpPr/>
            <p:nvPr/>
          </p:nvSpPr>
          <p:spPr>
            <a:xfrm>
              <a:off x="5178930" y="35610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4" name="pt7484"/>
            <p:cNvSpPr/>
            <p:nvPr/>
          </p:nvSpPr>
          <p:spPr>
            <a:xfrm>
              <a:off x="5160916" y="35364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5" name="pt7485"/>
            <p:cNvSpPr/>
            <p:nvPr/>
          </p:nvSpPr>
          <p:spPr>
            <a:xfrm>
              <a:off x="5172666" y="35176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6" name="pt7486"/>
            <p:cNvSpPr/>
            <p:nvPr/>
          </p:nvSpPr>
          <p:spPr>
            <a:xfrm>
              <a:off x="5146225" y="34304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7" name="pt7487"/>
            <p:cNvSpPr/>
            <p:nvPr/>
          </p:nvSpPr>
          <p:spPr>
            <a:xfrm>
              <a:off x="5204861" y="35123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8" name="pt7488"/>
            <p:cNvSpPr/>
            <p:nvPr/>
          </p:nvSpPr>
          <p:spPr>
            <a:xfrm>
              <a:off x="5145863" y="32800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89" name="pt7489"/>
            <p:cNvSpPr/>
            <p:nvPr/>
          </p:nvSpPr>
          <p:spPr>
            <a:xfrm>
              <a:off x="5172289" y="3253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0" name="pt7490"/>
            <p:cNvSpPr/>
            <p:nvPr/>
          </p:nvSpPr>
          <p:spPr>
            <a:xfrm>
              <a:off x="5170071" y="3464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1" name="pt7491"/>
            <p:cNvSpPr/>
            <p:nvPr/>
          </p:nvSpPr>
          <p:spPr>
            <a:xfrm>
              <a:off x="5137541" y="3483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2" name="pt7492"/>
            <p:cNvSpPr/>
            <p:nvPr/>
          </p:nvSpPr>
          <p:spPr>
            <a:xfrm>
              <a:off x="5159274" y="3531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3" name="pt7493"/>
            <p:cNvSpPr/>
            <p:nvPr/>
          </p:nvSpPr>
          <p:spPr>
            <a:xfrm>
              <a:off x="5185715" y="3526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4" name="pt7494"/>
            <p:cNvSpPr/>
            <p:nvPr/>
          </p:nvSpPr>
          <p:spPr>
            <a:xfrm>
              <a:off x="5111807" y="35531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5" name="pt7495"/>
            <p:cNvSpPr/>
            <p:nvPr/>
          </p:nvSpPr>
          <p:spPr>
            <a:xfrm>
              <a:off x="5151065" y="34709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6" name="pt7496"/>
            <p:cNvSpPr/>
            <p:nvPr/>
          </p:nvSpPr>
          <p:spPr>
            <a:xfrm>
              <a:off x="5157650" y="35316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7" name="pt7497"/>
            <p:cNvSpPr/>
            <p:nvPr/>
          </p:nvSpPr>
          <p:spPr>
            <a:xfrm>
              <a:off x="5153782" y="3516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8" name="pt7498"/>
            <p:cNvSpPr/>
            <p:nvPr/>
          </p:nvSpPr>
          <p:spPr>
            <a:xfrm>
              <a:off x="5177084" y="3290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499" name="pt7499"/>
            <p:cNvSpPr/>
            <p:nvPr/>
          </p:nvSpPr>
          <p:spPr>
            <a:xfrm>
              <a:off x="5217467" y="3396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0" name="pt7500"/>
            <p:cNvSpPr/>
            <p:nvPr/>
          </p:nvSpPr>
          <p:spPr>
            <a:xfrm>
              <a:off x="5160827" y="35784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1" name="pt7501"/>
            <p:cNvSpPr/>
            <p:nvPr/>
          </p:nvSpPr>
          <p:spPr>
            <a:xfrm>
              <a:off x="5185360" y="36286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2" name="pt7502"/>
            <p:cNvSpPr/>
            <p:nvPr/>
          </p:nvSpPr>
          <p:spPr>
            <a:xfrm>
              <a:off x="5203030" y="3409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3" name="pt7503"/>
            <p:cNvSpPr/>
            <p:nvPr/>
          </p:nvSpPr>
          <p:spPr>
            <a:xfrm>
              <a:off x="5138476" y="35393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4" name="pt7504"/>
            <p:cNvSpPr/>
            <p:nvPr/>
          </p:nvSpPr>
          <p:spPr>
            <a:xfrm>
              <a:off x="5074758" y="32980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5" name="pt7505"/>
            <p:cNvSpPr/>
            <p:nvPr/>
          </p:nvSpPr>
          <p:spPr>
            <a:xfrm>
              <a:off x="5198678" y="3546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6" name="pt7506"/>
            <p:cNvSpPr/>
            <p:nvPr/>
          </p:nvSpPr>
          <p:spPr>
            <a:xfrm>
              <a:off x="5211856" y="3490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7" name="pt7507"/>
            <p:cNvSpPr/>
            <p:nvPr/>
          </p:nvSpPr>
          <p:spPr>
            <a:xfrm>
              <a:off x="5178361" y="3430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8" name="pt7508"/>
            <p:cNvSpPr/>
            <p:nvPr/>
          </p:nvSpPr>
          <p:spPr>
            <a:xfrm>
              <a:off x="5196844" y="35004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09" name="pt7509"/>
            <p:cNvSpPr/>
            <p:nvPr/>
          </p:nvSpPr>
          <p:spPr>
            <a:xfrm>
              <a:off x="5235896" y="3519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0" name="pt7510"/>
            <p:cNvSpPr/>
            <p:nvPr/>
          </p:nvSpPr>
          <p:spPr>
            <a:xfrm>
              <a:off x="5125481" y="33440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1" name="pt7511"/>
            <p:cNvSpPr/>
            <p:nvPr/>
          </p:nvSpPr>
          <p:spPr>
            <a:xfrm>
              <a:off x="5182099" y="33673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2" name="pt7512"/>
            <p:cNvSpPr/>
            <p:nvPr/>
          </p:nvSpPr>
          <p:spPr>
            <a:xfrm>
              <a:off x="5234636" y="35196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3" name="pt7513"/>
            <p:cNvSpPr/>
            <p:nvPr/>
          </p:nvSpPr>
          <p:spPr>
            <a:xfrm>
              <a:off x="5230022" y="35162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4" name="pt7514"/>
            <p:cNvSpPr/>
            <p:nvPr/>
          </p:nvSpPr>
          <p:spPr>
            <a:xfrm>
              <a:off x="5135523" y="35787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5" name="pt7515"/>
            <p:cNvSpPr/>
            <p:nvPr/>
          </p:nvSpPr>
          <p:spPr>
            <a:xfrm>
              <a:off x="5192523" y="3563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6" name="pt7516"/>
            <p:cNvSpPr/>
            <p:nvPr/>
          </p:nvSpPr>
          <p:spPr>
            <a:xfrm>
              <a:off x="5134664" y="35139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7" name="pt7517"/>
            <p:cNvSpPr/>
            <p:nvPr/>
          </p:nvSpPr>
          <p:spPr>
            <a:xfrm>
              <a:off x="5214300" y="35591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8" name="pt7518"/>
            <p:cNvSpPr/>
            <p:nvPr/>
          </p:nvSpPr>
          <p:spPr>
            <a:xfrm>
              <a:off x="5239365" y="36134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19" name="pt7519"/>
            <p:cNvSpPr/>
            <p:nvPr/>
          </p:nvSpPr>
          <p:spPr>
            <a:xfrm>
              <a:off x="5160148" y="37250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0" name="pt7520"/>
            <p:cNvSpPr/>
            <p:nvPr/>
          </p:nvSpPr>
          <p:spPr>
            <a:xfrm>
              <a:off x="5237177" y="35570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1" name="pt7521"/>
            <p:cNvSpPr/>
            <p:nvPr/>
          </p:nvSpPr>
          <p:spPr>
            <a:xfrm>
              <a:off x="5226389" y="35879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2" name="pt7522"/>
            <p:cNvSpPr/>
            <p:nvPr/>
          </p:nvSpPr>
          <p:spPr>
            <a:xfrm>
              <a:off x="5208248" y="36124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3" name="pt7523"/>
            <p:cNvSpPr/>
            <p:nvPr/>
          </p:nvSpPr>
          <p:spPr>
            <a:xfrm>
              <a:off x="5134012" y="35231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4" name="pt7524"/>
            <p:cNvSpPr/>
            <p:nvPr/>
          </p:nvSpPr>
          <p:spPr>
            <a:xfrm>
              <a:off x="5122113" y="3375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5" name="pt7525"/>
            <p:cNvSpPr/>
            <p:nvPr/>
          </p:nvSpPr>
          <p:spPr>
            <a:xfrm>
              <a:off x="5142731" y="36003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6" name="pt7526"/>
            <p:cNvSpPr/>
            <p:nvPr/>
          </p:nvSpPr>
          <p:spPr>
            <a:xfrm>
              <a:off x="5121260" y="35632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7" name="pt7527"/>
            <p:cNvSpPr/>
            <p:nvPr/>
          </p:nvSpPr>
          <p:spPr>
            <a:xfrm>
              <a:off x="5116671" y="3544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8" name="pt7528"/>
            <p:cNvSpPr/>
            <p:nvPr/>
          </p:nvSpPr>
          <p:spPr>
            <a:xfrm>
              <a:off x="5070738" y="3570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29" name="pt7529"/>
            <p:cNvSpPr/>
            <p:nvPr/>
          </p:nvSpPr>
          <p:spPr>
            <a:xfrm>
              <a:off x="5236061" y="3597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0" name="pt7530"/>
            <p:cNvSpPr/>
            <p:nvPr/>
          </p:nvSpPr>
          <p:spPr>
            <a:xfrm>
              <a:off x="5083088" y="35554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t7531"/>
            <p:cNvSpPr/>
            <p:nvPr/>
          </p:nvSpPr>
          <p:spPr>
            <a:xfrm>
              <a:off x="5152587" y="3481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2" name="pt7532"/>
            <p:cNvSpPr/>
            <p:nvPr/>
          </p:nvSpPr>
          <p:spPr>
            <a:xfrm>
              <a:off x="5252025" y="3446188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pt7533"/>
            <p:cNvSpPr/>
            <p:nvPr/>
          </p:nvSpPr>
          <p:spPr>
            <a:xfrm>
              <a:off x="5161061" y="36081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4" name="pt7534"/>
            <p:cNvSpPr/>
            <p:nvPr/>
          </p:nvSpPr>
          <p:spPr>
            <a:xfrm>
              <a:off x="5155471" y="3554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5" name="pt7535"/>
            <p:cNvSpPr/>
            <p:nvPr/>
          </p:nvSpPr>
          <p:spPr>
            <a:xfrm>
              <a:off x="5161521" y="3601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6" name="pt7536"/>
            <p:cNvSpPr/>
            <p:nvPr/>
          </p:nvSpPr>
          <p:spPr>
            <a:xfrm>
              <a:off x="5179550" y="3545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7" name="pt7537"/>
            <p:cNvSpPr/>
            <p:nvPr/>
          </p:nvSpPr>
          <p:spPr>
            <a:xfrm>
              <a:off x="5207632" y="35429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8" name="pt7538"/>
            <p:cNvSpPr/>
            <p:nvPr/>
          </p:nvSpPr>
          <p:spPr>
            <a:xfrm>
              <a:off x="5207410" y="36234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39" name="pt7539"/>
            <p:cNvSpPr/>
            <p:nvPr/>
          </p:nvSpPr>
          <p:spPr>
            <a:xfrm>
              <a:off x="5170071" y="35624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0" name="pt7540"/>
            <p:cNvSpPr/>
            <p:nvPr/>
          </p:nvSpPr>
          <p:spPr>
            <a:xfrm>
              <a:off x="5179908" y="3523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1" name="pt7541"/>
            <p:cNvSpPr/>
            <p:nvPr/>
          </p:nvSpPr>
          <p:spPr>
            <a:xfrm>
              <a:off x="5060413" y="3595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2" name="pt7542"/>
            <p:cNvSpPr/>
            <p:nvPr/>
          </p:nvSpPr>
          <p:spPr>
            <a:xfrm>
              <a:off x="4963147" y="3210185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pt7543"/>
            <p:cNvSpPr/>
            <p:nvPr/>
          </p:nvSpPr>
          <p:spPr>
            <a:xfrm>
              <a:off x="5145295" y="33207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4" name="pt7544"/>
            <p:cNvSpPr/>
            <p:nvPr/>
          </p:nvSpPr>
          <p:spPr>
            <a:xfrm>
              <a:off x="5099598" y="32984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5" name="pt7545"/>
            <p:cNvSpPr/>
            <p:nvPr/>
          </p:nvSpPr>
          <p:spPr>
            <a:xfrm>
              <a:off x="5139926" y="32959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6" name="pt7546"/>
            <p:cNvSpPr/>
            <p:nvPr/>
          </p:nvSpPr>
          <p:spPr>
            <a:xfrm>
              <a:off x="5070778" y="35061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7" name="pt7547"/>
            <p:cNvSpPr/>
            <p:nvPr/>
          </p:nvSpPr>
          <p:spPr>
            <a:xfrm>
              <a:off x="5183281" y="3395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8" name="pt7548"/>
            <p:cNvSpPr/>
            <p:nvPr/>
          </p:nvSpPr>
          <p:spPr>
            <a:xfrm>
              <a:off x="5203679" y="3628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49" name="pt7549"/>
            <p:cNvSpPr/>
            <p:nvPr/>
          </p:nvSpPr>
          <p:spPr>
            <a:xfrm>
              <a:off x="5111262" y="3554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0" name="pt7550"/>
            <p:cNvSpPr/>
            <p:nvPr/>
          </p:nvSpPr>
          <p:spPr>
            <a:xfrm>
              <a:off x="5173227" y="3533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1" name="pt7551"/>
            <p:cNvSpPr/>
            <p:nvPr/>
          </p:nvSpPr>
          <p:spPr>
            <a:xfrm>
              <a:off x="5168315" y="34678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2" name="pt7552"/>
            <p:cNvSpPr/>
            <p:nvPr/>
          </p:nvSpPr>
          <p:spPr>
            <a:xfrm>
              <a:off x="5162358" y="35452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3" name="pt7553"/>
            <p:cNvSpPr/>
            <p:nvPr/>
          </p:nvSpPr>
          <p:spPr>
            <a:xfrm>
              <a:off x="5185056" y="36064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4" name="pt7554"/>
            <p:cNvSpPr/>
            <p:nvPr/>
          </p:nvSpPr>
          <p:spPr>
            <a:xfrm>
              <a:off x="5150264" y="37147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5" name="pt7555"/>
            <p:cNvSpPr/>
            <p:nvPr/>
          </p:nvSpPr>
          <p:spPr>
            <a:xfrm>
              <a:off x="5176496" y="36008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6" name="pt7556"/>
            <p:cNvSpPr/>
            <p:nvPr/>
          </p:nvSpPr>
          <p:spPr>
            <a:xfrm>
              <a:off x="5149397" y="3563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7" name="pt7557"/>
            <p:cNvSpPr/>
            <p:nvPr/>
          </p:nvSpPr>
          <p:spPr>
            <a:xfrm>
              <a:off x="5186733" y="3444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8" name="pt7558"/>
            <p:cNvSpPr/>
            <p:nvPr/>
          </p:nvSpPr>
          <p:spPr>
            <a:xfrm>
              <a:off x="5130580" y="3505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59" name="pt7559"/>
            <p:cNvSpPr/>
            <p:nvPr/>
          </p:nvSpPr>
          <p:spPr>
            <a:xfrm>
              <a:off x="5097280" y="3334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0" name="pt7560"/>
            <p:cNvSpPr/>
            <p:nvPr/>
          </p:nvSpPr>
          <p:spPr>
            <a:xfrm>
              <a:off x="5091135" y="3724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1" name="pt7561"/>
            <p:cNvSpPr/>
            <p:nvPr/>
          </p:nvSpPr>
          <p:spPr>
            <a:xfrm>
              <a:off x="5134377" y="35389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2" name="pt7562"/>
            <p:cNvSpPr/>
            <p:nvPr/>
          </p:nvSpPr>
          <p:spPr>
            <a:xfrm>
              <a:off x="5149869" y="32240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3" name="pt7563"/>
            <p:cNvSpPr/>
            <p:nvPr/>
          </p:nvSpPr>
          <p:spPr>
            <a:xfrm>
              <a:off x="5025889" y="3224176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pt7564"/>
            <p:cNvSpPr/>
            <p:nvPr/>
          </p:nvSpPr>
          <p:spPr>
            <a:xfrm>
              <a:off x="5165206" y="34764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5" name="pt7565"/>
            <p:cNvSpPr/>
            <p:nvPr/>
          </p:nvSpPr>
          <p:spPr>
            <a:xfrm>
              <a:off x="5162742" y="35636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6" name="pt7566"/>
            <p:cNvSpPr/>
            <p:nvPr/>
          </p:nvSpPr>
          <p:spPr>
            <a:xfrm>
              <a:off x="5204286" y="35487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7" name="pt7567"/>
            <p:cNvSpPr/>
            <p:nvPr/>
          </p:nvSpPr>
          <p:spPr>
            <a:xfrm>
              <a:off x="5171125" y="34192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8" name="pt7568"/>
            <p:cNvSpPr/>
            <p:nvPr/>
          </p:nvSpPr>
          <p:spPr>
            <a:xfrm>
              <a:off x="5143164" y="35934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69" name="pt7569"/>
            <p:cNvSpPr/>
            <p:nvPr/>
          </p:nvSpPr>
          <p:spPr>
            <a:xfrm>
              <a:off x="5208942" y="3457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0" name="pt7570"/>
            <p:cNvSpPr/>
            <p:nvPr/>
          </p:nvSpPr>
          <p:spPr>
            <a:xfrm>
              <a:off x="5105098" y="3484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1" name="pt7571"/>
            <p:cNvSpPr/>
            <p:nvPr/>
          </p:nvSpPr>
          <p:spPr>
            <a:xfrm>
              <a:off x="5152697" y="3555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2" name="pt7572"/>
            <p:cNvSpPr/>
            <p:nvPr/>
          </p:nvSpPr>
          <p:spPr>
            <a:xfrm>
              <a:off x="5136974" y="3533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3" name="pt7573"/>
            <p:cNvSpPr/>
            <p:nvPr/>
          </p:nvSpPr>
          <p:spPr>
            <a:xfrm>
              <a:off x="5202400" y="35508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4" name="pt7574"/>
            <p:cNvSpPr/>
            <p:nvPr/>
          </p:nvSpPr>
          <p:spPr>
            <a:xfrm>
              <a:off x="5156412" y="3573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5" name="pt7575"/>
            <p:cNvSpPr/>
            <p:nvPr/>
          </p:nvSpPr>
          <p:spPr>
            <a:xfrm>
              <a:off x="5137698" y="35805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6" name="pt7576"/>
            <p:cNvSpPr/>
            <p:nvPr/>
          </p:nvSpPr>
          <p:spPr>
            <a:xfrm>
              <a:off x="5192162" y="35512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7" name="pt7577"/>
            <p:cNvSpPr/>
            <p:nvPr/>
          </p:nvSpPr>
          <p:spPr>
            <a:xfrm>
              <a:off x="5151569" y="35482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8" name="pt7578"/>
            <p:cNvSpPr/>
            <p:nvPr/>
          </p:nvSpPr>
          <p:spPr>
            <a:xfrm>
              <a:off x="5122831" y="3580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79" name="pt7579"/>
            <p:cNvSpPr/>
            <p:nvPr/>
          </p:nvSpPr>
          <p:spPr>
            <a:xfrm>
              <a:off x="5175121" y="3712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0" name="pt7580"/>
            <p:cNvSpPr/>
            <p:nvPr/>
          </p:nvSpPr>
          <p:spPr>
            <a:xfrm>
              <a:off x="5164111" y="3591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1" name="pt7581"/>
            <p:cNvSpPr/>
            <p:nvPr/>
          </p:nvSpPr>
          <p:spPr>
            <a:xfrm>
              <a:off x="5166232" y="35950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2" name="pt7582"/>
            <p:cNvSpPr/>
            <p:nvPr/>
          </p:nvSpPr>
          <p:spPr>
            <a:xfrm>
              <a:off x="5151425" y="35574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3" name="pt7583"/>
            <p:cNvSpPr/>
            <p:nvPr/>
          </p:nvSpPr>
          <p:spPr>
            <a:xfrm>
              <a:off x="5178996" y="36041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4" name="pt7584"/>
            <p:cNvSpPr/>
            <p:nvPr/>
          </p:nvSpPr>
          <p:spPr>
            <a:xfrm>
              <a:off x="5175147" y="35234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5" name="pt7585"/>
            <p:cNvSpPr/>
            <p:nvPr/>
          </p:nvSpPr>
          <p:spPr>
            <a:xfrm>
              <a:off x="5210889" y="3524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6" name="pt7586"/>
            <p:cNvSpPr/>
            <p:nvPr/>
          </p:nvSpPr>
          <p:spPr>
            <a:xfrm>
              <a:off x="5169751" y="35223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7" name="pt7587"/>
            <p:cNvSpPr/>
            <p:nvPr/>
          </p:nvSpPr>
          <p:spPr>
            <a:xfrm>
              <a:off x="5117082" y="3547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8" name="pt7588"/>
            <p:cNvSpPr/>
            <p:nvPr/>
          </p:nvSpPr>
          <p:spPr>
            <a:xfrm>
              <a:off x="5143954" y="3507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89" name="pt7589"/>
            <p:cNvSpPr/>
            <p:nvPr/>
          </p:nvSpPr>
          <p:spPr>
            <a:xfrm>
              <a:off x="5137197" y="3478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0" name="pt7590"/>
            <p:cNvSpPr/>
            <p:nvPr/>
          </p:nvSpPr>
          <p:spPr>
            <a:xfrm>
              <a:off x="5214109" y="3470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1" name="pt7591"/>
            <p:cNvSpPr/>
            <p:nvPr/>
          </p:nvSpPr>
          <p:spPr>
            <a:xfrm>
              <a:off x="5154906" y="3490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2" name="pt7592"/>
            <p:cNvSpPr/>
            <p:nvPr/>
          </p:nvSpPr>
          <p:spPr>
            <a:xfrm>
              <a:off x="5193295" y="3588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3" name="pt7593"/>
            <p:cNvSpPr/>
            <p:nvPr/>
          </p:nvSpPr>
          <p:spPr>
            <a:xfrm>
              <a:off x="5219924" y="3573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4" name="pt7594"/>
            <p:cNvSpPr/>
            <p:nvPr/>
          </p:nvSpPr>
          <p:spPr>
            <a:xfrm>
              <a:off x="5170385" y="35037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5" name="pt7595"/>
            <p:cNvSpPr/>
            <p:nvPr/>
          </p:nvSpPr>
          <p:spPr>
            <a:xfrm>
              <a:off x="5158923" y="3589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6" name="pt7596"/>
            <p:cNvSpPr/>
            <p:nvPr/>
          </p:nvSpPr>
          <p:spPr>
            <a:xfrm>
              <a:off x="5079366" y="35589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7" name="pt7597"/>
            <p:cNvSpPr/>
            <p:nvPr/>
          </p:nvSpPr>
          <p:spPr>
            <a:xfrm>
              <a:off x="5165688" y="3430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8" name="pt7598"/>
            <p:cNvSpPr/>
            <p:nvPr/>
          </p:nvSpPr>
          <p:spPr>
            <a:xfrm>
              <a:off x="4371293" y="34489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599" name="pt7599"/>
            <p:cNvSpPr/>
            <p:nvPr/>
          </p:nvSpPr>
          <p:spPr>
            <a:xfrm>
              <a:off x="5168126" y="35261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0" name="pt7600"/>
            <p:cNvSpPr/>
            <p:nvPr/>
          </p:nvSpPr>
          <p:spPr>
            <a:xfrm>
              <a:off x="5196517" y="3535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1" name="pt7601"/>
            <p:cNvSpPr/>
            <p:nvPr/>
          </p:nvSpPr>
          <p:spPr>
            <a:xfrm>
              <a:off x="5135742" y="3532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2" name="pt7602"/>
            <p:cNvSpPr/>
            <p:nvPr/>
          </p:nvSpPr>
          <p:spPr>
            <a:xfrm>
              <a:off x="5168912" y="35832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3" name="pt7603"/>
            <p:cNvSpPr/>
            <p:nvPr/>
          </p:nvSpPr>
          <p:spPr>
            <a:xfrm>
              <a:off x="5167665" y="3557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4" name="pt7604"/>
            <p:cNvSpPr/>
            <p:nvPr/>
          </p:nvSpPr>
          <p:spPr>
            <a:xfrm>
              <a:off x="5086198" y="33576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5" name="pt7605"/>
            <p:cNvSpPr/>
            <p:nvPr/>
          </p:nvSpPr>
          <p:spPr>
            <a:xfrm>
              <a:off x="5174637" y="3570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6" name="pt7606"/>
            <p:cNvSpPr/>
            <p:nvPr/>
          </p:nvSpPr>
          <p:spPr>
            <a:xfrm>
              <a:off x="5138222" y="3572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7" name="pt7607"/>
            <p:cNvSpPr/>
            <p:nvPr/>
          </p:nvSpPr>
          <p:spPr>
            <a:xfrm>
              <a:off x="5169821" y="3470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08" name="pt7608"/>
            <p:cNvSpPr/>
            <p:nvPr/>
          </p:nvSpPr>
          <p:spPr>
            <a:xfrm>
              <a:off x="4680028" y="3190478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pt7609"/>
            <p:cNvSpPr/>
            <p:nvPr/>
          </p:nvSpPr>
          <p:spPr>
            <a:xfrm>
              <a:off x="5291451" y="3498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0" name="pt7610"/>
            <p:cNvSpPr/>
            <p:nvPr/>
          </p:nvSpPr>
          <p:spPr>
            <a:xfrm>
              <a:off x="5136537" y="35496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1" name="pt7611"/>
            <p:cNvSpPr/>
            <p:nvPr/>
          </p:nvSpPr>
          <p:spPr>
            <a:xfrm>
              <a:off x="5133889" y="3464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2" name="pt7612"/>
            <p:cNvSpPr/>
            <p:nvPr/>
          </p:nvSpPr>
          <p:spPr>
            <a:xfrm>
              <a:off x="5201279" y="33122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3" name="pt7613"/>
            <p:cNvSpPr/>
            <p:nvPr/>
          </p:nvSpPr>
          <p:spPr>
            <a:xfrm>
              <a:off x="5189526" y="35195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4" name="pt7614"/>
            <p:cNvSpPr/>
            <p:nvPr/>
          </p:nvSpPr>
          <p:spPr>
            <a:xfrm>
              <a:off x="5183642" y="3530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5" name="pt7615"/>
            <p:cNvSpPr/>
            <p:nvPr/>
          </p:nvSpPr>
          <p:spPr>
            <a:xfrm>
              <a:off x="5118459" y="3577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6" name="pt7616"/>
            <p:cNvSpPr/>
            <p:nvPr/>
          </p:nvSpPr>
          <p:spPr>
            <a:xfrm>
              <a:off x="5195636" y="35253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7" name="pt7617"/>
            <p:cNvSpPr/>
            <p:nvPr/>
          </p:nvSpPr>
          <p:spPr>
            <a:xfrm>
              <a:off x="5171086" y="3412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8" name="pt7618"/>
            <p:cNvSpPr/>
            <p:nvPr/>
          </p:nvSpPr>
          <p:spPr>
            <a:xfrm>
              <a:off x="5109278" y="35274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19" name="pt7619"/>
            <p:cNvSpPr/>
            <p:nvPr/>
          </p:nvSpPr>
          <p:spPr>
            <a:xfrm>
              <a:off x="5168737" y="3498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0" name="pt7620"/>
            <p:cNvSpPr/>
            <p:nvPr/>
          </p:nvSpPr>
          <p:spPr>
            <a:xfrm>
              <a:off x="5095162" y="34439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1" name="pt7621"/>
            <p:cNvSpPr/>
            <p:nvPr/>
          </p:nvSpPr>
          <p:spPr>
            <a:xfrm>
              <a:off x="5161509" y="35710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2" name="pt7622"/>
            <p:cNvSpPr/>
            <p:nvPr/>
          </p:nvSpPr>
          <p:spPr>
            <a:xfrm>
              <a:off x="5193279" y="36337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3" name="pt7623"/>
            <p:cNvSpPr/>
            <p:nvPr/>
          </p:nvSpPr>
          <p:spPr>
            <a:xfrm>
              <a:off x="5176670" y="35683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4" name="pt7624"/>
            <p:cNvSpPr/>
            <p:nvPr/>
          </p:nvSpPr>
          <p:spPr>
            <a:xfrm>
              <a:off x="5179632" y="3404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5" name="pt7625"/>
            <p:cNvSpPr/>
            <p:nvPr/>
          </p:nvSpPr>
          <p:spPr>
            <a:xfrm>
              <a:off x="5200403" y="35563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6" name="pt7626"/>
            <p:cNvSpPr/>
            <p:nvPr/>
          </p:nvSpPr>
          <p:spPr>
            <a:xfrm>
              <a:off x="5195674" y="34805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7" name="pt7627"/>
            <p:cNvSpPr/>
            <p:nvPr/>
          </p:nvSpPr>
          <p:spPr>
            <a:xfrm>
              <a:off x="5162375" y="3456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8" name="pt7628"/>
            <p:cNvSpPr/>
            <p:nvPr/>
          </p:nvSpPr>
          <p:spPr>
            <a:xfrm>
              <a:off x="5106882" y="3541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29" name="pt7629"/>
            <p:cNvSpPr/>
            <p:nvPr/>
          </p:nvSpPr>
          <p:spPr>
            <a:xfrm>
              <a:off x="5152003" y="3561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0" name="pt7630"/>
            <p:cNvSpPr/>
            <p:nvPr/>
          </p:nvSpPr>
          <p:spPr>
            <a:xfrm>
              <a:off x="5048387" y="3563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1" name="pt7631"/>
            <p:cNvSpPr/>
            <p:nvPr/>
          </p:nvSpPr>
          <p:spPr>
            <a:xfrm>
              <a:off x="5085625" y="3581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2" name="pt7632"/>
            <p:cNvSpPr/>
            <p:nvPr/>
          </p:nvSpPr>
          <p:spPr>
            <a:xfrm>
              <a:off x="5167429" y="34277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3" name="pt7633"/>
            <p:cNvSpPr/>
            <p:nvPr/>
          </p:nvSpPr>
          <p:spPr>
            <a:xfrm>
              <a:off x="5161238" y="35118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4" name="pt7634"/>
            <p:cNvSpPr/>
            <p:nvPr/>
          </p:nvSpPr>
          <p:spPr>
            <a:xfrm>
              <a:off x="5163380" y="3498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5" name="pt7635"/>
            <p:cNvSpPr/>
            <p:nvPr/>
          </p:nvSpPr>
          <p:spPr>
            <a:xfrm>
              <a:off x="5133034" y="32796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6" name="pt7636"/>
            <p:cNvSpPr/>
            <p:nvPr/>
          </p:nvSpPr>
          <p:spPr>
            <a:xfrm>
              <a:off x="5160679" y="36627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7" name="pt7637"/>
            <p:cNvSpPr/>
            <p:nvPr/>
          </p:nvSpPr>
          <p:spPr>
            <a:xfrm>
              <a:off x="5120376" y="3458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8" name="pt7638"/>
            <p:cNvSpPr/>
            <p:nvPr/>
          </p:nvSpPr>
          <p:spPr>
            <a:xfrm>
              <a:off x="5210592" y="3302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39" name="pt7639"/>
            <p:cNvSpPr/>
            <p:nvPr/>
          </p:nvSpPr>
          <p:spPr>
            <a:xfrm>
              <a:off x="5143668" y="34642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0" name="pt7640"/>
            <p:cNvSpPr/>
            <p:nvPr/>
          </p:nvSpPr>
          <p:spPr>
            <a:xfrm>
              <a:off x="5149790" y="3597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1" name="pt7641"/>
            <p:cNvSpPr/>
            <p:nvPr/>
          </p:nvSpPr>
          <p:spPr>
            <a:xfrm>
              <a:off x="5173756" y="33965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2" name="pt7642"/>
            <p:cNvSpPr/>
            <p:nvPr/>
          </p:nvSpPr>
          <p:spPr>
            <a:xfrm>
              <a:off x="5154041" y="34191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t7643"/>
            <p:cNvSpPr/>
            <p:nvPr/>
          </p:nvSpPr>
          <p:spPr>
            <a:xfrm>
              <a:off x="5175906" y="34551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4" name="pt7644"/>
            <p:cNvSpPr/>
            <p:nvPr/>
          </p:nvSpPr>
          <p:spPr>
            <a:xfrm>
              <a:off x="5271552" y="35045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5" name="pt7645"/>
            <p:cNvSpPr/>
            <p:nvPr/>
          </p:nvSpPr>
          <p:spPr>
            <a:xfrm>
              <a:off x="5201957" y="35247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6" name="pt7646"/>
            <p:cNvSpPr/>
            <p:nvPr/>
          </p:nvSpPr>
          <p:spPr>
            <a:xfrm>
              <a:off x="5121140" y="34825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7" name="pt7647"/>
            <p:cNvSpPr/>
            <p:nvPr/>
          </p:nvSpPr>
          <p:spPr>
            <a:xfrm>
              <a:off x="5177958" y="33376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8" name="pt7648"/>
            <p:cNvSpPr/>
            <p:nvPr/>
          </p:nvSpPr>
          <p:spPr>
            <a:xfrm>
              <a:off x="5146220" y="34161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49" name="pt7649"/>
            <p:cNvSpPr/>
            <p:nvPr/>
          </p:nvSpPr>
          <p:spPr>
            <a:xfrm>
              <a:off x="5163837" y="3610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0" name="pt7650"/>
            <p:cNvSpPr/>
            <p:nvPr/>
          </p:nvSpPr>
          <p:spPr>
            <a:xfrm>
              <a:off x="5243822" y="35426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1" name="pt7651"/>
            <p:cNvSpPr/>
            <p:nvPr/>
          </p:nvSpPr>
          <p:spPr>
            <a:xfrm>
              <a:off x="5071889" y="3546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2" name="pt7652"/>
            <p:cNvSpPr/>
            <p:nvPr/>
          </p:nvSpPr>
          <p:spPr>
            <a:xfrm>
              <a:off x="5175447" y="3447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3" name="pt7653"/>
            <p:cNvSpPr/>
            <p:nvPr/>
          </p:nvSpPr>
          <p:spPr>
            <a:xfrm>
              <a:off x="5274112" y="4914860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pt7654"/>
            <p:cNvSpPr/>
            <p:nvPr/>
          </p:nvSpPr>
          <p:spPr>
            <a:xfrm>
              <a:off x="5157860" y="36156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5" name="pt7655"/>
            <p:cNvSpPr/>
            <p:nvPr/>
          </p:nvSpPr>
          <p:spPr>
            <a:xfrm>
              <a:off x="5134533" y="3590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6" name="pt7656"/>
            <p:cNvSpPr/>
            <p:nvPr/>
          </p:nvSpPr>
          <p:spPr>
            <a:xfrm>
              <a:off x="5146989" y="35284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7" name="pt7657"/>
            <p:cNvSpPr/>
            <p:nvPr/>
          </p:nvSpPr>
          <p:spPr>
            <a:xfrm>
              <a:off x="5205079" y="35383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8" name="pt7658"/>
            <p:cNvSpPr/>
            <p:nvPr/>
          </p:nvSpPr>
          <p:spPr>
            <a:xfrm>
              <a:off x="5178964" y="34834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59" name="pt7659"/>
            <p:cNvSpPr/>
            <p:nvPr/>
          </p:nvSpPr>
          <p:spPr>
            <a:xfrm>
              <a:off x="5164789" y="33475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0" name="pt7660"/>
            <p:cNvSpPr/>
            <p:nvPr/>
          </p:nvSpPr>
          <p:spPr>
            <a:xfrm>
              <a:off x="5182564" y="36385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1" name="pt7661"/>
            <p:cNvSpPr/>
            <p:nvPr/>
          </p:nvSpPr>
          <p:spPr>
            <a:xfrm>
              <a:off x="5137036" y="35334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2" name="pt7662"/>
            <p:cNvSpPr/>
            <p:nvPr/>
          </p:nvSpPr>
          <p:spPr>
            <a:xfrm>
              <a:off x="5101356" y="3542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3" name="pt7663"/>
            <p:cNvSpPr/>
            <p:nvPr/>
          </p:nvSpPr>
          <p:spPr>
            <a:xfrm>
              <a:off x="5195043" y="35486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4" name="pt7664"/>
            <p:cNvSpPr/>
            <p:nvPr/>
          </p:nvSpPr>
          <p:spPr>
            <a:xfrm>
              <a:off x="5147691" y="33170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5" name="pt7665"/>
            <p:cNvSpPr/>
            <p:nvPr/>
          </p:nvSpPr>
          <p:spPr>
            <a:xfrm>
              <a:off x="5122448" y="35736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6" name="pt7666"/>
            <p:cNvSpPr/>
            <p:nvPr/>
          </p:nvSpPr>
          <p:spPr>
            <a:xfrm>
              <a:off x="5138037" y="35148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7" name="pt7667"/>
            <p:cNvSpPr/>
            <p:nvPr/>
          </p:nvSpPr>
          <p:spPr>
            <a:xfrm>
              <a:off x="5173172" y="3419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8" name="pt7668"/>
            <p:cNvSpPr/>
            <p:nvPr/>
          </p:nvSpPr>
          <p:spPr>
            <a:xfrm>
              <a:off x="5123172" y="35424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69" name="pt7669"/>
            <p:cNvSpPr/>
            <p:nvPr/>
          </p:nvSpPr>
          <p:spPr>
            <a:xfrm>
              <a:off x="5156398" y="3375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0" name="pt7670"/>
            <p:cNvSpPr/>
            <p:nvPr/>
          </p:nvSpPr>
          <p:spPr>
            <a:xfrm>
              <a:off x="5126613" y="3618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1" name="pt7671"/>
            <p:cNvSpPr/>
            <p:nvPr/>
          </p:nvSpPr>
          <p:spPr>
            <a:xfrm>
              <a:off x="5183221" y="3415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2" name="pt7672"/>
            <p:cNvSpPr/>
            <p:nvPr/>
          </p:nvSpPr>
          <p:spPr>
            <a:xfrm>
              <a:off x="5171282" y="3320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3" name="pt7673"/>
            <p:cNvSpPr/>
            <p:nvPr/>
          </p:nvSpPr>
          <p:spPr>
            <a:xfrm>
              <a:off x="5256392" y="35325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4" name="pt7674"/>
            <p:cNvSpPr/>
            <p:nvPr/>
          </p:nvSpPr>
          <p:spPr>
            <a:xfrm>
              <a:off x="5110429" y="35417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t7675"/>
            <p:cNvSpPr/>
            <p:nvPr/>
          </p:nvSpPr>
          <p:spPr>
            <a:xfrm>
              <a:off x="5203119" y="3579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6" name="pt7676"/>
            <p:cNvSpPr/>
            <p:nvPr/>
          </p:nvSpPr>
          <p:spPr>
            <a:xfrm>
              <a:off x="5111342" y="3557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7" name="pt7677"/>
            <p:cNvSpPr/>
            <p:nvPr/>
          </p:nvSpPr>
          <p:spPr>
            <a:xfrm>
              <a:off x="5168851" y="35551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8" name="pt7678"/>
            <p:cNvSpPr/>
            <p:nvPr/>
          </p:nvSpPr>
          <p:spPr>
            <a:xfrm>
              <a:off x="5155293" y="3595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79" name="pt7679"/>
            <p:cNvSpPr/>
            <p:nvPr/>
          </p:nvSpPr>
          <p:spPr>
            <a:xfrm>
              <a:off x="5182032" y="33998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0" name="pt7680"/>
            <p:cNvSpPr/>
            <p:nvPr/>
          </p:nvSpPr>
          <p:spPr>
            <a:xfrm>
              <a:off x="5164138" y="35258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1" name="pt7681"/>
            <p:cNvSpPr/>
            <p:nvPr/>
          </p:nvSpPr>
          <p:spPr>
            <a:xfrm>
              <a:off x="5183673" y="3549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2" name="pt7682"/>
            <p:cNvSpPr/>
            <p:nvPr/>
          </p:nvSpPr>
          <p:spPr>
            <a:xfrm>
              <a:off x="5195258" y="3583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3" name="pt7683"/>
            <p:cNvSpPr/>
            <p:nvPr/>
          </p:nvSpPr>
          <p:spPr>
            <a:xfrm>
              <a:off x="5091328" y="3557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4" name="pt7684"/>
            <p:cNvSpPr/>
            <p:nvPr/>
          </p:nvSpPr>
          <p:spPr>
            <a:xfrm>
              <a:off x="5191093" y="3531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5" name="pt7685"/>
            <p:cNvSpPr/>
            <p:nvPr/>
          </p:nvSpPr>
          <p:spPr>
            <a:xfrm>
              <a:off x="5176228" y="3389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6" name="pt7686"/>
            <p:cNvSpPr/>
            <p:nvPr/>
          </p:nvSpPr>
          <p:spPr>
            <a:xfrm>
              <a:off x="5183159" y="35438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7" name="pt7687"/>
            <p:cNvSpPr/>
            <p:nvPr/>
          </p:nvSpPr>
          <p:spPr>
            <a:xfrm>
              <a:off x="5103609" y="3537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8" name="pt7688"/>
            <p:cNvSpPr/>
            <p:nvPr/>
          </p:nvSpPr>
          <p:spPr>
            <a:xfrm>
              <a:off x="5174023" y="35039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89" name="pt7689"/>
            <p:cNvSpPr/>
            <p:nvPr/>
          </p:nvSpPr>
          <p:spPr>
            <a:xfrm>
              <a:off x="5213400" y="3534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0" name="pt7690"/>
            <p:cNvSpPr/>
            <p:nvPr/>
          </p:nvSpPr>
          <p:spPr>
            <a:xfrm>
              <a:off x="5114801" y="3606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1" name="pt7691"/>
            <p:cNvSpPr/>
            <p:nvPr/>
          </p:nvSpPr>
          <p:spPr>
            <a:xfrm>
              <a:off x="5118321" y="3524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2" name="pt7692"/>
            <p:cNvSpPr/>
            <p:nvPr/>
          </p:nvSpPr>
          <p:spPr>
            <a:xfrm>
              <a:off x="5163479" y="3421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3" name="pt7693"/>
            <p:cNvSpPr/>
            <p:nvPr/>
          </p:nvSpPr>
          <p:spPr>
            <a:xfrm>
              <a:off x="5149555" y="34838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4" name="pt7694"/>
            <p:cNvSpPr/>
            <p:nvPr/>
          </p:nvSpPr>
          <p:spPr>
            <a:xfrm>
              <a:off x="5203015" y="34947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5" name="pt7695"/>
            <p:cNvSpPr/>
            <p:nvPr/>
          </p:nvSpPr>
          <p:spPr>
            <a:xfrm>
              <a:off x="5166869" y="35820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6" name="pt7696"/>
            <p:cNvSpPr/>
            <p:nvPr/>
          </p:nvSpPr>
          <p:spPr>
            <a:xfrm>
              <a:off x="5235793" y="35450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7" name="pt7697"/>
            <p:cNvSpPr/>
            <p:nvPr/>
          </p:nvSpPr>
          <p:spPr>
            <a:xfrm>
              <a:off x="5172082" y="35239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8" name="pt7698"/>
            <p:cNvSpPr/>
            <p:nvPr/>
          </p:nvSpPr>
          <p:spPr>
            <a:xfrm>
              <a:off x="5168577" y="3517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699" name="pt7699"/>
            <p:cNvSpPr/>
            <p:nvPr/>
          </p:nvSpPr>
          <p:spPr>
            <a:xfrm>
              <a:off x="5080915" y="35481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0" name="pt7700"/>
            <p:cNvSpPr/>
            <p:nvPr/>
          </p:nvSpPr>
          <p:spPr>
            <a:xfrm>
              <a:off x="5149598" y="35609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1" name="pt7701"/>
            <p:cNvSpPr/>
            <p:nvPr/>
          </p:nvSpPr>
          <p:spPr>
            <a:xfrm>
              <a:off x="5183989" y="35776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2" name="pt7702"/>
            <p:cNvSpPr/>
            <p:nvPr/>
          </p:nvSpPr>
          <p:spPr>
            <a:xfrm>
              <a:off x="5156003" y="3567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3" name="pt7703"/>
            <p:cNvSpPr/>
            <p:nvPr/>
          </p:nvSpPr>
          <p:spPr>
            <a:xfrm>
              <a:off x="5176740" y="35575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4" name="pt7704"/>
            <p:cNvSpPr/>
            <p:nvPr/>
          </p:nvSpPr>
          <p:spPr>
            <a:xfrm>
              <a:off x="5170584" y="3504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5" name="pt7705"/>
            <p:cNvSpPr/>
            <p:nvPr/>
          </p:nvSpPr>
          <p:spPr>
            <a:xfrm>
              <a:off x="5140691" y="35527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t7706"/>
            <p:cNvSpPr/>
            <p:nvPr/>
          </p:nvSpPr>
          <p:spPr>
            <a:xfrm>
              <a:off x="5163721" y="35096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7" name="pt7707"/>
            <p:cNvSpPr/>
            <p:nvPr/>
          </p:nvSpPr>
          <p:spPr>
            <a:xfrm>
              <a:off x="5225176" y="3526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8" name="pt7708"/>
            <p:cNvSpPr/>
            <p:nvPr/>
          </p:nvSpPr>
          <p:spPr>
            <a:xfrm>
              <a:off x="5160751" y="3549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09" name="pt7709"/>
            <p:cNvSpPr/>
            <p:nvPr/>
          </p:nvSpPr>
          <p:spPr>
            <a:xfrm>
              <a:off x="5179617" y="35584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0" name="pt7710"/>
            <p:cNvSpPr/>
            <p:nvPr/>
          </p:nvSpPr>
          <p:spPr>
            <a:xfrm>
              <a:off x="5219767" y="35649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1" name="pt7711"/>
            <p:cNvSpPr/>
            <p:nvPr/>
          </p:nvSpPr>
          <p:spPr>
            <a:xfrm>
              <a:off x="5181152" y="33461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2" name="pt7712"/>
            <p:cNvSpPr/>
            <p:nvPr/>
          </p:nvSpPr>
          <p:spPr>
            <a:xfrm>
              <a:off x="5114103" y="3636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3" name="pt7713"/>
            <p:cNvSpPr/>
            <p:nvPr/>
          </p:nvSpPr>
          <p:spPr>
            <a:xfrm>
              <a:off x="5145025" y="35652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4" name="pt7714"/>
            <p:cNvSpPr/>
            <p:nvPr/>
          </p:nvSpPr>
          <p:spPr>
            <a:xfrm>
              <a:off x="5162091" y="34902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5" name="pt7715"/>
            <p:cNvSpPr/>
            <p:nvPr/>
          </p:nvSpPr>
          <p:spPr>
            <a:xfrm>
              <a:off x="4917661" y="3543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6" name="pt7716"/>
            <p:cNvSpPr/>
            <p:nvPr/>
          </p:nvSpPr>
          <p:spPr>
            <a:xfrm>
              <a:off x="5182207" y="3570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7" name="pt7717"/>
            <p:cNvSpPr/>
            <p:nvPr/>
          </p:nvSpPr>
          <p:spPr>
            <a:xfrm>
              <a:off x="5157565" y="34348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8" name="pt7718"/>
            <p:cNvSpPr/>
            <p:nvPr/>
          </p:nvSpPr>
          <p:spPr>
            <a:xfrm>
              <a:off x="5208598" y="35982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19" name="pt7719"/>
            <p:cNvSpPr/>
            <p:nvPr/>
          </p:nvSpPr>
          <p:spPr>
            <a:xfrm>
              <a:off x="5203842" y="35704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0" name="pt7720"/>
            <p:cNvSpPr/>
            <p:nvPr/>
          </p:nvSpPr>
          <p:spPr>
            <a:xfrm>
              <a:off x="5155867" y="34917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1" name="pt7721"/>
            <p:cNvSpPr/>
            <p:nvPr/>
          </p:nvSpPr>
          <p:spPr>
            <a:xfrm>
              <a:off x="5117567" y="3437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2" name="pt7722"/>
            <p:cNvSpPr/>
            <p:nvPr/>
          </p:nvSpPr>
          <p:spPr>
            <a:xfrm>
              <a:off x="5104916" y="3532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3" name="pt7723"/>
            <p:cNvSpPr/>
            <p:nvPr/>
          </p:nvSpPr>
          <p:spPr>
            <a:xfrm>
              <a:off x="5222682" y="3145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4" name="pt7724"/>
            <p:cNvSpPr/>
            <p:nvPr/>
          </p:nvSpPr>
          <p:spPr>
            <a:xfrm>
              <a:off x="5167376" y="36242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5" name="pt7725"/>
            <p:cNvSpPr/>
            <p:nvPr/>
          </p:nvSpPr>
          <p:spPr>
            <a:xfrm>
              <a:off x="5149798" y="35479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6" name="pt7726"/>
            <p:cNvSpPr/>
            <p:nvPr/>
          </p:nvSpPr>
          <p:spPr>
            <a:xfrm>
              <a:off x="5159683" y="3496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7" name="pt7727"/>
            <p:cNvSpPr/>
            <p:nvPr/>
          </p:nvSpPr>
          <p:spPr>
            <a:xfrm>
              <a:off x="5227207" y="35948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8" name="pt7728"/>
            <p:cNvSpPr/>
            <p:nvPr/>
          </p:nvSpPr>
          <p:spPr>
            <a:xfrm>
              <a:off x="5169999" y="35531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29" name="pt7729"/>
            <p:cNvSpPr/>
            <p:nvPr/>
          </p:nvSpPr>
          <p:spPr>
            <a:xfrm>
              <a:off x="5135544" y="3575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0" name="pt7730"/>
            <p:cNvSpPr/>
            <p:nvPr/>
          </p:nvSpPr>
          <p:spPr>
            <a:xfrm>
              <a:off x="5168343" y="31747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1" name="pt7731"/>
            <p:cNvSpPr/>
            <p:nvPr/>
          </p:nvSpPr>
          <p:spPr>
            <a:xfrm>
              <a:off x="5149476" y="35507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2" name="pt7732"/>
            <p:cNvSpPr/>
            <p:nvPr/>
          </p:nvSpPr>
          <p:spPr>
            <a:xfrm>
              <a:off x="5107297" y="3552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3" name="pt7733"/>
            <p:cNvSpPr/>
            <p:nvPr/>
          </p:nvSpPr>
          <p:spPr>
            <a:xfrm>
              <a:off x="5233738" y="35549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4" name="pt7734"/>
            <p:cNvSpPr/>
            <p:nvPr/>
          </p:nvSpPr>
          <p:spPr>
            <a:xfrm>
              <a:off x="5144100" y="35839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5" name="pt7735"/>
            <p:cNvSpPr/>
            <p:nvPr/>
          </p:nvSpPr>
          <p:spPr>
            <a:xfrm>
              <a:off x="5142341" y="3574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6" name="pt7736"/>
            <p:cNvSpPr/>
            <p:nvPr/>
          </p:nvSpPr>
          <p:spPr>
            <a:xfrm>
              <a:off x="5167503" y="3495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7" name="pt7737"/>
            <p:cNvSpPr/>
            <p:nvPr/>
          </p:nvSpPr>
          <p:spPr>
            <a:xfrm>
              <a:off x="5205580" y="3585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8" name="pt7738"/>
            <p:cNvSpPr/>
            <p:nvPr/>
          </p:nvSpPr>
          <p:spPr>
            <a:xfrm>
              <a:off x="5150732" y="35534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39" name="pt7739"/>
            <p:cNvSpPr/>
            <p:nvPr/>
          </p:nvSpPr>
          <p:spPr>
            <a:xfrm>
              <a:off x="5156265" y="3563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0" name="pt7740"/>
            <p:cNvSpPr/>
            <p:nvPr/>
          </p:nvSpPr>
          <p:spPr>
            <a:xfrm>
              <a:off x="5190748" y="35184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1" name="pt7741"/>
            <p:cNvSpPr/>
            <p:nvPr/>
          </p:nvSpPr>
          <p:spPr>
            <a:xfrm>
              <a:off x="5112566" y="30805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2" name="pt7742"/>
            <p:cNvSpPr/>
            <p:nvPr/>
          </p:nvSpPr>
          <p:spPr>
            <a:xfrm>
              <a:off x="5139173" y="36231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3" name="pt7743"/>
            <p:cNvSpPr/>
            <p:nvPr/>
          </p:nvSpPr>
          <p:spPr>
            <a:xfrm>
              <a:off x="5153836" y="33203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4" name="pt7744"/>
            <p:cNvSpPr/>
            <p:nvPr/>
          </p:nvSpPr>
          <p:spPr>
            <a:xfrm>
              <a:off x="5181646" y="35564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5" name="pt7745"/>
            <p:cNvSpPr/>
            <p:nvPr/>
          </p:nvSpPr>
          <p:spPr>
            <a:xfrm>
              <a:off x="5162320" y="3480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6" name="pt7746"/>
            <p:cNvSpPr/>
            <p:nvPr/>
          </p:nvSpPr>
          <p:spPr>
            <a:xfrm>
              <a:off x="5118945" y="35669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7" name="pt7747"/>
            <p:cNvSpPr/>
            <p:nvPr/>
          </p:nvSpPr>
          <p:spPr>
            <a:xfrm>
              <a:off x="5206985" y="35339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8" name="pt7748"/>
            <p:cNvSpPr/>
            <p:nvPr/>
          </p:nvSpPr>
          <p:spPr>
            <a:xfrm>
              <a:off x="5052833" y="39299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49" name="pt7749"/>
            <p:cNvSpPr/>
            <p:nvPr/>
          </p:nvSpPr>
          <p:spPr>
            <a:xfrm>
              <a:off x="5179966" y="36255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0" name="pt7750"/>
            <p:cNvSpPr/>
            <p:nvPr/>
          </p:nvSpPr>
          <p:spPr>
            <a:xfrm>
              <a:off x="5168074" y="3472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1" name="pt7751"/>
            <p:cNvSpPr/>
            <p:nvPr/>
          </p:nvSpPr>
          <p:spPr>
            <a:xfrm>
              <a:off x="5160120" y="3551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2" name="pt7752"/>
            <p:cNvSpPr/>
            <p:nvPr/>
          </p:nvSpPr>
          <p:spPr>
            <a:xfrm>
              <a:off x="5156492" y="3518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3" name="pt7753"/>
            <p:cNvSpPr/>
            <p:nvPr/>
          </p:nvSpPr>
          <p:spPr>
            <a:xfrm>
              <a:off x="5172510" y="3550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4" name="pt7754"/>
            <p:cNvSpPr/>
            <p:nvPr/>
          </p:nvSpPr>
          <p:spPr>
            <a:xfrm>
              <a:off x="5208661" y="3581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5" name="pt7755"/>
            <p:cNvSpPr/>
            <p:nvPr/>
          </p:nvSpPr>
          <p:spPr>
            <a:xfrm>
              <a:off x="4896039" y="3574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6" name="pt7756"/>
            <p:cNvSpPr/>
            <p:nvPr/>
          </p:nvSpPr>
          <p:spPr>
            <a:xfrm>
              <a:off x="5149353" y="3523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7" name="pt7757"/>
            <p:cNvSpPr/>
            <p:nvPr/>
          </p:nvSpPr>
          <p:spPr>
            <a:xfrm>
              <a:off x="5137654" y="33443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8" name="pt7758"/>
            <p:cNvSpPr/>
            <p:nvPr/>
          </p:nvSpPr>
          <p:spPr>
            <a:xfrm>
              <a:off x="5183701" y="35281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59" name="pt7759"/>
            <p:cNvSpPr/>
            <p:nvPr/>
          </p:nvSpPr>
          <p:spPr>
            <a:xfrm>
              <a:off x="5145962" y="32683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0" name="pt7760"/>
            <p:cNvSpPr/>
            <p:nvPr/>
          </p:nvSpPr>
          <p:spPr>
            <a:xfrm>
              <a:off x="5182535" y="33446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1" name="pt7761"/>
            <p:cNvSpPr/>
            <p:nvPr/>
          </p:nvSpPr>
          <p:spPr>
            <a:xfrm>
              <a:off x="5235865" y="35851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2" name="pt7762"/>
            <p:cNvSpPr/>
            <p:nvPr/>
          </p:nvSpPr>
          <p:spPr>
            <a:xfrm>
              <a:off x="5173030" y="3459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3" name="pt7763"/>
            <p:cNvSpPr/>
            <p:nvPr/>
          </p:nvSpPr>
          <p:spPr>
            <a:xfrm>
              <a:off x="5145697" y="34888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4" name="pt7764"/>
            <p:cNvSpPr/>
            <p:nvPr/>
          </p:nvSpPr>
          <p:spPr>
            <a:xfrm>
              <a:off x="5149490" y="3420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5" name="pt7765"/>
            <p:cNvSpPr/>
            <p:nvPr/>
          </p:nvSpPr>
          <p:spPr>
            <a:xfrm>
              <a:off x="5169299" y="3458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6" name="pt7766"/>
            <p:cNvSpPr/>
            <p:nvPr/>
          </p:nvSpPr>
          <p:spPr>
            <a:xfrm>
              <a:off x="5087348" y="35437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7" name="pt7767"/>
            <p:cNvSpPr/>
            <p:nvPr/>
          </p:nvSpPr>
          <p:spPr>
            <a:xfrm>
              <a:off x="5092789" y="3553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8" name="pt7768"/>
            <p:cNvSpPr/>
            <p:nvPr/>
          </p:nvSpPr>
          <p:spPr>
            <a:xfrm>
              <a:off x="5214792" y="3595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69" name="pt7769"/>
            <p:cNvSpPr/>
            <p:nvPr/>
          </p:nvSpPr>
          <p:spPr>
            <a:xfrm>
              <a:off x="5246871" y="35534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0" name="pt7770"/>
            <p:cNvSpPr/>
            <p:nvPr/>
          </p:nvSpPr>
          <p:spPr>
            <a:xfrm>
              <a:off x="5168554" y="3529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1" name="pt7771"/>
            <p:cNvSpPr/>
            <p:nvPr/>
          </p:nvSpPr>
          <p:spPr>
            <a:xfrm>
              <a:off x="5182791" y="3439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2" name="pt7772"/>
            <p:cNvSpPr/>
            <p:nvPr/>
          </p:nvSpPr>
          <p:spPr>
            <a:xfrm>
              <a:off x="5071021" y="35264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3" name="pt7773"/>
            <p:cNvSpPr/>
            <p:nvPr/>
          </p:nvSpPr>
          <p:spPr>
            <a:xfrm>
              <a:off x="5105598" y="36169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4" name="pt7774"/>
            <p:cNvSpPr/>
            <p:nvPr/>
          </p:nvSpPr>
          <p:spPr>
            <a:xfrm>
              <a:off x="5201801" y="3520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5" name="pt7775"/>
            <p:cNvSpPr/>
            <p:nvPr/>
          </p:nvSpPr>
          <p:spPr>
            <a:xfrm>
              <a:off x="5184930" y="35680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6" name="pt7776"/>
            <p:cNvSpPr/>
            <p:nvPr/>
          </p:nvSpPr>
          <p:spPr>
            <a:xfrm>
              <a:off x="5191009" y="3506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t7777"/>
            <p:cNvSpPr/>
            <p:nvPr/>
          </p:nvSpPr>
          <p:spPr>
            <a:xfrm>
              <a:off x="5080389" y="35606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8" name="pt7778"/>
            <p:cNvSpPr/>
            <p:nvPr/>
          </p:nvSpPr>
          <p:spPr>
            <a:xfrm>
              <a:off x="5167337" y="35578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79" name="pt7779"/>
            <p:cNvSpPr/>
            <p:nvPr/>
          </p:nvSpPr>
          <p:spPr>
            <a:xfrm>
              <a:off x="5065137" y="371184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pt7780"/>
            <p:cNvSpPr/>
            <p:nvPr/>
          </p:nvSpPr>
          <p:spPr>
            <a:xfrm>
              <a:off x="5207270" y="3529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1" name="pt7781"/>
            <p:cNvSpPr/>
            <p:nvPr/>
          </p:nvSpPr>
          <p:spPr>
            <a:xfrm>
              <a:off x="5160129" y="3561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2" name="pt7782"/>
            <p:cNvSpPr/>
            <p:nvPr/>
          </p:nvSpPr>
          <p:spPr>
            <a:xfrm>
              <a:off x="5146081" y="35334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3" name="pt7783"/>
            <p:cNvSpPr/>
            <p:nvPr/>
          </p:nvSpPr>
          <p:spPr>
            <a:xfrm>
              <a:off x="5155356" y="3532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4" name="pt7784"/>
            <p:cNvSpPr/>
            <p:nvPr/>
          </p:nvSpPr>
          <p:spPr>
            <a:xfrm>
              <a:off x="5162462" y="3523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5" name="pt7785"/>
            <p:cNvSpPr/>
            <p:nvPr/>
          </p:nvSpPr>
          <p:spPr>
            <a:xfrm>
              <a:off x="5173949" y="35591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6" name="pt7786"/>
            <p:cNvSpPr/>
            <p:nvPr/>
          </p:nvSpPr>
          <p:spPr>
            <a:xfrm>
              <a:off x="5136888" y="3546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7" name="pt7787"/>
            <p:cNvSpPr/>
            <p:nvPr/>
          </p:nvSpPr>
          <p:spPr>
            <a:xfrm>
              <a:off x="5167470" y="3528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8" name="pt7788"/>
            <p:cNvSpPr/>
            <p:nvPr/>
          </p:nvSpPr>
          <p:spPr>
            <a:xfrm>
              <a:off x="5206403" y="35501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89" name="pt7789"/>
            <p:cNvSpPr/>
            <p:nvPr/>
          </p:nvSpPr>
          <p:spPr>
            <a:xfrm>
              <a:off x="5159587" y="33297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0" name="pt7790"/>
            <p:cNvSpPr/>
            <p:nvPr/>
          </p:nvSpPr>
          <p:spPr>
            <a:xfrm>
              <a:off x="5221580" y="3516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1" name="pt7791"/>
            <p:cNvSpPr/>
            <p:nvPr/>
          </p:nvSpPr>
          <p:spPr>
            <a:xfrm>
              <a:off x="5214490" y="3531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2" name="pt7792"/>
            <p:cNvSpPr/>
            <p:nvPr/>
          </p:nvSpPr>
          <p:spPr>
            <a:xfrm>
              <a:off x="5141247" y="35496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3" name="pt7793"/>
            <p:cNvSpPr/>
            <p:nvPr/>
          </p:nvSpPr>
          <p:spPr>
            <a:xfrm>
              <a:off x="5186616" y="3485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4" name="pt7794"/>
            <p:cNvSpPr/>
            <p:nvPr/>
          </p:nvSpPr>
          <p:spPr>
            <a:xfrm>
              <a:off x="5136056" y="35320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5" name="pt7795"/>
            <p:cNvSpPr/>
            <p:nvPr/>
          </p:nvSpPr>
          <p:spPr>
            <a:xfrm>
              <a:off x="5113462" y="3605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6" name="pt7796"/>
            <p:cNvSpPr/>
            <p:nvPr/>
          </p:nvSpPr>
          <p:spPr>
            <a:xfrm>
              <a:off x="5172985" y="3569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7" name="pt7797"/>
            <p:cNvSpPr/>
            <p:nvPr/>
          </p:nvSpPr>
          <p:spPr>
            <a:xfrm>
              <a:off x="5165008" y="34871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8" name="pt7798"/>
            <p:cNvSpPr/>
            <p:nvPr/>
          </p:nvSpPr>
          <p:spPr>
            <a:xfrm>
              <a:off x="5168269" y="3570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799" name="pt7799"/>
            <p:cNvSpPr/>
            <p:nvPr/>
          </p:nvSpPr>
          <p:spPr>
            <a:xfrm>
              <a:off x="5096935" y="3576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0" name="pt7800"/>
            <p:cNvSpPr/>
            <p:nvPr/>
          </p:nvSpPr>
          <p:spPr>
            <a:xfrm>
              <a:off x="5138123" y="3595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1" name="pt7801"/>
            <p:cNvSpPr/>
            <p:nvPr/>
          </p:nvSpPr>
          <p:spPr>
            <a:xfrm>
              <a:off x="5148688" y="3588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2" name="pt7802"/>
            <p:cNvSpPr/>
            <p:nvPr/>
          </p:nvSpPr>
          <p:spPr>
            <a:xfrm>
              <a:off x="5181846" y="3489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3" name="pt7803"/>
            <p:cNvSpPr/>
            <p:nvPr/>
          </p:nvSpPr>
          <p:spPr>
            <a:xfrm>
              <a:off x="5211972" y="35719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4" name="pt7804"/>
            <p:cNvSpPr/>
            <p:nvPr/>
          </p:nvSpPr>
          <p:spPr>
            <a:xfrm>
              <a:off x="5191614" y="3528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5" name="pt7805"/>
            <p:cNvSpPr/>
            <p:nvPr/>
          </p:nvSpPr>
          <p:spPr>
            <a:xfrm>
              <a:off x="5120068" y="3538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6" name="pt7806"/>
            <p:cNvSpPr/>
            <p:nvPr/>
          </p:nvSpPr>
          <p:spPr>
            <a:xfrm>
              <a:off x="5173368" y="35972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7" name="pt7807"/>
            <p:cNvSpPr/>
            <p:nvPr/>
          </p:nvSpPr>
          <p:spPr>
            <a:xfrm>
              <a:off x="5128523" y="38732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8" name="pt7808"/>
            <p:cNvSpPr/>
            <p:nvPr/>
          </p:nvSpPr>
          <p:spPr>
            <a:xfrm>
              <a:off x="5187951" y="35299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09" name="pt7809"/>
            <p:cNvSpPr/>
            <p:nvPr/>
          </p:nvSpPr>
          <p:spPr>
            <a:xfrm>
              <a:off x="5183306" y="3452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0" name="pt7810"/>
            <p:cNvSpPr/>
            <p:nvPr/>
          </p:nvSpPr>
          <p:spPr>
            <a:xfrm>
              <a:off x="5138795" y="2792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1" name="pt7811"/>
            <p:cNvSpPr/>
            <p:nvPr/>
          </p:nvSpPr>
          <p:spPr>
            <a:xfrm>
              <a:off x="5213550" y="34970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2" name="pt7812"/>
            <p:cNvSpPr/>
            <p:nvPr/>
          </p:nvSpPr>
          <p:spPr>
            <a:xfrm>
              <a:off x="5211929" y="3533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3" name="pt7813"/>
            <p:cNvSpPr/>
            <p:nvPr/>
          </p:nvSpPr>
          <p:spPr>
            <a:xfrm>
              <a:off x="5152231" y="3443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4" name="pt7814"/>
            <p:cNvSpPr/>
            <p:nvPr/>
          </p:nvSpPr>
          <p:spPr>
            <a:xfrm>
              <a:off x="5082200" y="3572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5" name="pt7815"/>
            <p:cNvSpPr/>
            <p:nvPr/>
          </p:nvSpPr>
          <p:spPr>
            <a:xfrm>
              <a:off x="5166941" y="35051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6" name="pt7816"/>
            <p:cNvSpPr/>
            <p:nvPr/>
          </p:nvSpPr>
          <p:spPr>
            <a:xfrm>
              <a:off x="5147127" y="3402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7" name="pt7817"/>
            <p:cNvSpPr/>
            <p:nvPr/>
          </p:nvSpPr>
          <p:spPr>
            <a:xfrm>
              <a:off x="5159938" y="34849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8" name="pt7818"/>
            <p:cNvSpPr/>
            <p:nvPr/>
          </p:nvSpPr>
          <p:spPr>
            <a:xfrm>
              <a:off x="5179789" y="33418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19" name="pt7819"/>
            <p:cNvSpPr/>
            <p:nvPr/>
          </p:nvSpPr>
          <p:spPr>
            <a:xfrm>
              <a:off x="5165099" y="3496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0" name="pt7820"/>
            <p:cNvSpPr/>
            <p:nvPr/>
          </p:nvSpPr>
          <p:spPr>
            <a:xfrm>
              <a:off x="5152705" y="3545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1" name="pt7821"/>
            <p:cNvSpPr/>
            <p:nvPr/>
          </p:nvSpPr>
          <p:spPr>
            <a:xfrm>
              <a:off x="5185863" y="35452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2" name="pt7822"/>
            <p:cNvSpPr/>
            <p:nvPr/>
          </p:nvSpPr>
          <p:spPr>
            <a:xfrm>
              <a:off x="5169002" y="3408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3" name="pt7823"/>
            <p:cNvSpPr/>
            <p:nvPr/>
          </p:nvSpPr>
          <p:spPr>
            <a:xfrm>
              <a:off x="5086943" y="34915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4" name="pt7824"/>
            <p:cNvSpPr/>
            <p:nvPr/>
          </p:nvSpPr>
          <p:spPr>
            <a:xfrm>
              <a:off x="5150558" y="33387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5" name="pt7825"/>
            <p:cNvSpPr/>
            <p:nvPr/>
          </p:nvSpPr>
          <p:spPr>
            <a:xfrm>
              <a:off x="5150673" y="3574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6" name="pt7826"/>
            <p:cNvSpPr/>
            <p:nvPr/>
          </p:nvSpPr>
          <p:spPr>
            <a:xfrm>
              <a:off x="5155135" y="3341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7" name="pt7827"/>
            <p:cNvSpPr/>
            <p:nvPr/>
          </p:nvSpPr>
          <p:spPr>
            <a:xfrm>
              <a:off x="5167798" y="35883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8" name="pt7828"/>
            <p:cNvSpPr/>
            <p:nvPr/>
          </p:nvSpPr>
          <p:spPr>
            <a:xfrm>
              <a:off x="5186758" y="39285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29" name="pt7829"/>
            <p:cNvSpPr/>
            <p:nvPr/>
          </p:nvSpPr>
          <p:spPr>
            <a:xfrm>
              <a:off x="5187892" y="3537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0" name="pt7830"/>
            <p:cNvSpPr/>
            <p:nvPr/>
          </p:nvSpPr>
          <p:spPr>
            <a:xfrm>
              <a:off x="5225872" y="35532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1" name="pt7831"/>
            <p:cNvSpPr/>
            <p:nvPr/>
          </p:nvSpPr>
          <p:spPr>
            <a:xfrm>
              <a:off x="5167184" y="35378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2" name="pt7832"/>
            <p:cNvSpPr/>
            <p:nvPr/>
          </p:nvSpPr>
          <p:spPr>
            <a:xfrm>
              <a:off x="5207401" y="36313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3" name="pt7833"/>
            <p:cNvSpPr/>
            <p:nvPr/>
          </p:nvSpPr>
          <p:spPr>
            <a:xfrm>
              <a:off x="5196700" y="3541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4" name="pt7834"/>
            <p:cNvSpPr/>
            <p:nvPr/>
          </p:nvSpPr>
          <p:spPr>
            <a:xfrm>
              <a:off x="5184257" y="3543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5" name="pt7835"/>
            <p:cNvSpPr/>
            <p:nvPr/>
          </p:nvSpPr>
          <p:spPr>
            <a:xfrm>
              <a:off x="5273851" y="3522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6" name="pt7836"/>
            <p:cNvSpPr/>
            <p:nvPr/>
          </p:nvSpPr>
          <p:spPr>
            <a:xfrm>
              <a:off x="5181822" y="35445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7" name="pt7837"/>
            <p:cNvSpPr/>
            <p:nvPr/>
          </p:nvSpPr>
          <p:spPr>
            <a:xfrm>
              <a:off x="5141044" y="3574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8" name="pt7838"/>
            <p:cNvSpPr/>
            <p:nvPr/>
          </p:nvSpPr>
          <p:spPr>
            <a:xfrm>
              <a:off x="5151933" y="3686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39" name="pt7839"/>
            <p:cNvSpPr/>
            <p:nvPr/>
          </p:nvSpPr>
          <p:spPr>
            <a:xfrm>
              <a:off x="5153977" y="32682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0" name="pt7840"/>
            <p:cNvSpPr/>
            <p:nvPr/>
          </p:nvSpPr>
          <p:spPr>
            <a:xfrm>
              <a:off x="5168674" y="3540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1" name="pt7841"/>
            <p:cNvSpPr/>
            <p:nvPr/>
          </p:nvSpPr>
          <p:spPr>
            <a:xfrm>
              <a:off x="5257694" y="35227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2" name="pt7842"/>
            <p:cNvSpPr/>
            <p:nvPr/>
          </p:nvSpPr>
          <p:spPr>
            <a:xfrm>
              <a:off x="5154258" y="35583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3" name="pt7843"/>
            <p:cNvSpPr/>
            <p:nvPr/>
          </p:nvSpPr>
          <p:spPr>
            <a:xfrm>
              <a:off x="5271538" y="35338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4" name="pt7844"/>
            <p:cNvSpPr/>
            <p:nvPr/>
          </p:nvSpPr>
          <p:spPr>
            <a:xfrm>
              <a:off x="5137735" y="34953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5" name="pt7845"/>
            <p:cNvSpPr/>
            <p:nvPr/>
          </p:nvSpPr>
          <p:spPr>
            <a:xfrm>
              <a:off x="5187479" y="35207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6" name="pt7846"/>
            <p:cNvSpPr/>
            <p:nvPr/>
          </p:nvSpPr>
          <p:spPr>
            <a:xfrm>
              <a:off x="5172616" y="35666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7" name="pt7847"/>
            <p:cNvSpPr/>
            <p:nvPr/>
          </p:nvSpPr>
          <p:spPr>
            <a:xfrm>
              <a:off x="5132676" y="3552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8" name="pt7848"/>
            <p:cNvSpPr/>
            <p:nvPr/>
          </p:nvSpPr>
          <p:spPr>
            <a:xfrm>
              <a:off x="5148438" y="35051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49" name="pt7849"/>
            <p:cNvSpPr/>
            <p:nvPr/>
          </p:nvSpPr>
          <p:spPr>
            <a:xfrm>
              <a:off x="5182621" y="34755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0" name="pt7850"/>
            <p:cNvSpPr/>
            <p:nvPr/>
          </p:nvSpPr>
          <p:spPr>
            <a:xfrm>
              <a:off x="5176610" y="3504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1" name="pt7851"/>
            <p:cNvSpPr/>
            <p:nvPr/>
          </p:nvSpPr>
          <p:spPr>
            <a:xfrm>
              <a:off x="5161314" y="35150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2" name="pt7852"/>
            <p:cNvSpPr/>
            <p:nvPr/>
          </p:nvSpPr>
          <p:spPr>
            <a:xfrm>
              <a:off x="5172893" y="35401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3" name="pt7853"/>
            <p:cNvSpPr/>
            <p:nvPr/>
          </p:nvSpPr>
          <p:spPr>
            <a:xfrm>
              <a:off x="5138518" y="3590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4" name="pt7854"/>
            <p:cNvSpPr/>
            <p:nvPr/>
          </p:nvSpPr>
          <p:spPr>
            <a:xfrm>
              <a:off x="5172356" y="35988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5" name="pt7855"/>
            <p:cNvSpPr/>
            <p:nvPr/>
          </p:nvSpPr>
          <p:spPr>
            <a:xfrm>
              <a:off x="5149392" y="35435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6" name="pt7856"/>
            <p:cNvSpPr/>
            <p:nvPr/>
          </p:nvSpPr>
          <p:spPr>
            <a:xfrm>
              <a:off x="5129716" y="3558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7" name="pt7857"/>
            <p:cNvSpPr/>
            <p:nvPr/>
          </p:nvSpPr>
          <p:spPr>
            <a:xfrm>
              <a:off x="5119269" y="35584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8" name="pt7858"/>
            <p:cNvSpPr/>
            <p:nvPr/>
          </p:nvSpPr>
          <p:spPr>
            <a:xfrm>
              <a:off x="5183965" y="3382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59" name="pt7859"/>
            <p:cNvSpPr/>
            <p:nvPr/>
          </p:nvSpPr>
          <p:spPr>
            <a:xfrm>
              <a:off x="5069856" y="3203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0" name="pt7860"/>
            <p:cNvSpPr/>
            <p:nvPr/>
          </p:nvSpPr>
          <p:spPr>
            <a:xfrm>
              <a:off x="5166137" y="35419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1" name="pt7861"/>
            <p:cNvSpPr/>
            <p:nvPr/>
          </p:nvSpPr>
          <p:spPr>
            <a:xfrm>
              <a:off x="5198860" y="35765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2" name="pt7862"/>
            <p:cNvSpPr/>
            <p:nvPr/>
          </p:nvSpPr>
          <p:spPr>
            <a:xfrm>
              <a:off x="5154635" y="3602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3" name="pt7863"/>
            <p:cNvSpPr/>
            <p:nvPr/>
          </p:nvSpPr>
          <p:spPr>
            <a:xfrm>
              <a:off x="5106285" y="35449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4" name="pt7864"/>
            <p:cNvSpPr/>
            <p:nvPr/>
          </p:nvSpPr>
          <p:spPr>
            <a:xfrm>
              <a:off x="5114014" y="3557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t7865"/>
            <p:cNvSpPr/>
            <p:nvPr/>
          </p:nvSpPr>
          <p:spPr>
            <a:xfrm>
              <a:off x="5159151" y="3294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6" name="pt7866"/>
            <p:cNvSpPr/>
            <p:nvPr/>
          </p:nvSpPr>
          <p:spPr>
            <a:xfrm>
              <a:off x="5222126" y="3530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7" name="pt7867"/>
            <p:cNvSpPr/>
            <p:nvPr/>
          </p:nvSpPr>
          <p:spPr>
            <a:xfrm>
              <a:off x="5143303" y="35137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t7868"/>
            <p:cNvSpPr/>
            <p:nvPr/>
          </p:nvSpPr>
          <p:spPr>
            <a:xfrm>
              <a:off x="5160509" y="35849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t7869"/>
            <p:cNvSpPr/>
            <p:nvPr/>
          </p:nvSpPr>
          <p:spPr>
            <a:xfrm>
              <a:off x="5190173" y="3512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0" name="pt7870"/>
            <p:cNvSpPr/>
            <p:nvPr/>
          </p:nvSpPr>
          <p:spPr>
            <a:xfrm>
              <a:off x="5171165" y="3308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1" name="pt7871"/>
            <p:cNvSpPr/>
            <p:nvPr/>
          </p:nvSpPr>
          <p:spPr>
            <a:xfrm>
              <a:off x="5131329" y="31825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2" name="pt7872"/>
            <p:cNvSpPr/>
            <p:nvPr/>
          </p:nvSpPr>
          <p:spPr>
            <a:xfrm>
              <a:off x="5129749" y="35279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3" name="pt7873"/>
            <p:cNvSpPr/>
            <p:nvPr/>
          </p:nvSpPr>
          <p:spPr>
            <a:xfrm>
              <a:off x="5096071" y="33797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4" name="pt7874"/>
            <p:cNvSpPr/>
            <p:nvPr/>
          </p:nvSpPr>
          <p:spPr>
            <a:xfrm>
              <a:off x="5089917" y="3559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5" name="pt7875"/>
            <p:cNvSpPr/>
            <p:nvPr/>
          </p:nvSpPr>
          <p:spPr>
            <a:xfrm>
              <a:off x="5086084" y="34340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6" name="pt7876"/>
            <p:cNvSpPr/>
            <p:nvPr/>
          </p:nvSpPr>
          <p:spPr>
            <a:xfrm>
              <a:off x="5147356" y="3558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7" name="pt7877"/>
            <p:cNvSpPr/>
            <p:nvPr/>
          </p:nvSpPr>
          <p:spPr>
            <a:xfrm>
              <a:off x="5175951" y="3576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8" name="pt7878"/>
            <p:cNvSpPr/>
            <p:nvPr/>
          </p:nvSpPr>
          <p:spPr>
            <a:xfrm>
              <a:off x="5166627" y="3499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79" name="pt7879"/>
            <p:cNvSpPr/>
            <p:nvPr/>
          </p:nvSpPr>
          <p:spPr>
            <a:xfrm>
              <a:off x="5203166" y="32859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0" name="pt7880"/>
            <p:cNvSpPr/>
            <p:nvPr/>
          </p:nvSpPr>
          <p:spPr>
            <a:xfrm>
              <a:off x="5086011" y="3600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1" name="pt7881"/>
            <p:cNvSpPr/>
            <p:nvPr/>
          </p:nvSpPr>
          <p:spPr>
            <a:xfrm>
              <a:off x="5190423" y="3527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2" name="pt7882"/>
            <p:cNvSpPr/>
            <p:nvPr/>
          </p:nvSpPr>
          <p:spPr>
            <a:xfrm>
              <a:off x="5175190" y="3422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3" name="pt7883"/>
            <p:cNvSpPr/>
            <p:nvPr/>
          </p:nvSpPr>
          <p:spPr>
            <a:xfrm>
              <a:off x="5193700" y="34550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4" name="pt7884"/>
            <p:cNvSpPr/>
            <p:nvPr/>
          </p:nvSpPr>
          <p:spPr>
            <a:xfrm>
              <a:off x="5109228" y="3551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5" name="pt7885"/>
            <p:cNvSpPr/>
            <p:nvPr/>
          </p:nvSpPr>
          <p:spPr>
            <a:xfrm>
              <a:off x="5158404" y="35595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6" name="pt7886"/>
            <p:cNvSpPr/>
            <p:nvPr/>
          </p:nvSpPr>
          <p:spPr>
            <a:xfrm>
              <a:off x="5178806" y="35648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t7887"/>
            <p:cNvSpPr/>
            <p:nvPr/>
          </p:nvSpPr>
          <p:spPr>
            <a:xfrm>
              <a:off x="5138186" y="34847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8" name="pt7888"/>
            <p:cNvSpPr/>
            <p:nvPr/>
          </p:nvSpPr>
          <p:spPr>
            <a:xfrm>
              <a:off x="5151592" y="35703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89" name="pt7889"/>
            <p:cNvSpPr/>
            <p:nvPr/>
          </p:nvSpPr>
          <p:spPr>
            <a:xfrm>
              <a:off x="5149549" y="3539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0" name="pt7890"/>
            <p:cNvSpPr/>
            <p:nvPr/>
          </p:nvSpPr>
          <p:spPr>
            <a:xfrm>
              <a:off x="5170597" y="34835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1" name="pt7891"/>
            <p:cNvSpPr/>
            <p:nvPr/>
          </p:nvSpPr>
          <p:spPr>
            <a:xfrm>
              <a:off x="5212704" y="35647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2" name="pt7892"/>
            <p:cNvSpPr/>
            <p:nvPr/>
          </p:nvSpPr>
          <p:spPr>
            <a:xfrm>
              <a:off x="5167025" y="3474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3" name="pt7893"/>
            <p:cNvSpPr/>
            <p:nvPr/>
          </p:nvSpPr>
          <p:spPr>
            <a:xfrm>
              <a:off x="5166208" y="35837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4" name="pt7894"/>
            <p:cNvSpPr/>
            <p:nvPr/>
          </p:nvSpPr>
          <p:spPr>
            <a:xfrm>
              <a:off x="5154624" y="3561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5" name="pt7895"/>
            <p:cNvSpPr/>
            <p:nvPr/>
          </p:nvSpPr>
          <p:spPr>
            <a:xfrm>
              <a:off x="5162383" y="34909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6" name="pt7896"/>
            <p:cNvSpPr/>
            <p:nvPr/>
          </p:nvSpPr>
          <p:spPr>
            <a:xfrm>
              <a:off x="5178725" y="3601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7" name="pt7897"/>
            <p:cNvSpPr/>
            <p:nvPr/>
          </p:nvSpPr>
          <p:spPr>
            <a:xfrm>
              <a:off x="5126884" y="36467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8" name="pt7898"/>
            <p:cNvSpPr/>
            <p:nvPr/>
          </p:nvSpPr>
          <p:spPr>
            <a:xfrm>
              <a:off x="5150394" y="3554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899" name="pt7899"/>
            <p:cNvSpPr/>
            <p:nvPr/>
          </p:nvSpPr>
          <p:spPr>
            <a:xfrm>
              <a:off x="5093538" y="3580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0" name="pt7900"/>
            <p:cNvSpPr/>
            <p:nvPr/>
          </p:nvSpPr>
          <p:spPr>
            <a:xfrm>
              <a:off x="5162986" y="3573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1" name="pt7901"/>
            <p:cNvSpPr/>
            <p:nvPr/>
          </p:nvSpPr>
          <p:spPr>
            <a:xfrm>
              <a:off x="5109496" y="35645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2" name="pt7902"/>
            <p:cNvSpPr/>
            <p:nvPr/>
          </p:nvSpPr>
          <p:spPr>
            <a:xfrm>
              <a:off x="5111436" y="33397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3" name="pt7903"/>
            <p:cNvSpPr/>
            <p:nvPr/>
          </p:nvSpPr>
          <p:spPr>
            <a:xfrm>
              <a:off x="5183772" y="3530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4" name="pt7904"/>
            <p:cNvSpPr/>
            <p:nvPr/>
          </p:nvSpPr>
          <p:spPr>
            <a:xfrm>
              <a:off x="5185643" y="3578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5" name="pt7905"/>
            <p:cNvSpPr/>
            <p:nvPr/>
          </p:nvSpPr>
          <p:spPr>
            <a:xfrm>
              <a:off x="5265280" y="342649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pt7906"/>
            <p:cNvSpPr/>
            <p:nvPr/>
          </p:nvSpPr>
          <p:spPr>
            <a:xfrm>
              <a:off x="5089044" y="35831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7" name="pt7907"/>
            <p:cNvSpPr/>
            <p:nvPr/>
          </p:nvSpPr>
          <p:spPr>
            <a:xfrm>
              <a:off x="5183344" y="34861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8" name="pt7908"/>
            <p:cNvSpPr/>
            <p:nvPr/>
          </p:nvSpPr>
          <p:spPr>
            <a:xfrm>
              <a:off x="5122067" y="3437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09" name="pt7909"/>
            <p:cNvSpPr/>
            <p:nvPr/>
          </p:nvSpPr>
          <p:spPr>
            <a:xfrm>
              <a:off x="5122679" y="35651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0" name="pt7910"/>
            <p:cNvSpPr/>
            <p:nvPr/>
          </p:nvSpPr>
          <p:spPr>
            <a:xfrm>
              <a:off x="5187872" y="3536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1" name="pt7911"/>
            <p:cNvSpPr/>
            <p:nvPr/>
          </p:nvSpPr>
          <p:spPr>
            <a:xfrm>
              <a:off x="5174609" y="3528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2" name="pt7912"/>
            <p:cNvSpPr/>
            <p:nvPr/>
          </p:nvSpPr>
          <p:spPr>
            <a:xfrm>
              <a:off x="5133457" y="3499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3" name="pt7913"/>
            <p:cNvSpPr/>
            <p:nvPr/>
          </p:nvSpPr>
          <p:spPr>
            <a:xfrm>
              <a:off x="5184777" y="3473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4" name="pt7914"/>
            <p:cNvSpPr/>
            <p:nvPr/>
          </p:nvSpPr>
          <p:spPr>
            <a:xfrm>
              <a:off x="5191373" y="35260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5" name="pt7915"/>
            <p:cNvSpPr/>
            <p:nvPr/>
          </p:nvSpPr>
          <p:spPr>
            <a:xfrm>
              <a:off x="5202629" y="35358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6" name="pt7916"/>
            <p:cNvSpPr/>
            <p:nvPr/>
          </p:nvSpPr>
          <p:spPr>
            <a:xfrm>
              <a:off x="5265178" y="35569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7" name="pt7917"/>
            <p:cNvSpPr/>
            <p:nvPr/>
          </p:nvSpPr>
          <p:spPr>
            <a:xfrm>
              <a:off x="5138634" y="3586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8" name="pt7918"/>
            <p:cNvSpPr/>
            <p:nvPr/>
          </p:nvSpPr>
          <p:spPr>
            <a:xfrm>
              <a:off x="5100458" y="3503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19" name="pt7919"/>
            <p:cNvSpPr/>
            <p:nvPr/>
          </p:nvSpPr>
          <p:spPr>
            <a:xfrm>
              <a:off x="5132511" y="35552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0" name="pt7920"/>
            <p:cNvSpPr/>
            <p:nvPr/>
          </p:nvSpPr>
          <p:spPr>
            <a:xfrm>
              <a:off x="5125442" y="3537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1" name="pt7921"/>
            <p:cNvSpPr/>
            <p:nvPr/>
          </p:nvSpPr>
          <p:spPr>
            <a:xfrm>
              <a:off x="5250529" y="3540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2" name="pt7922"/>
            <p:cNvSpPr/>
            <p:nvPr/>
          </p:nvSpPr>
          <p:spPr>
            <a:xfrm>
              <a:off x="5162523" y="35528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3" name="pt7923"/>
            <p:cNvSpPr/>
            <p:nvPr/>
          </p:nvSpPr>
          <p:spPr>
            <a:xfrm>
              <a:off x="5172216" y="35817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4" name="pt7924"/>
            <p:cNvSpPr/>
            <p:nvPr/>
          </p:nvSpPr>
          <p:spPr>
            <a:xfrm>
              <a:off x="5221766" y="3586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5" name="pt7925"/>
            <p:cNvSpPr/>
            <p:nvPr/>
          </p:nvSpPr>
          <p:spPr>
            <a:xfrm>
              <a:off x="5191282" y="35309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6" name="pt7926"/>
            <p:cNvSpPr/>
            <p:nvPr/>
          </p:nvSpPr>
          <p:spPr>
            <a:xfrm>
              <a:off x="5165563" y="2951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7" name="pt7927"/>
            <p:cNvSpPr/>
            <p:nvPr/>
          </p:nvSpPr>
          <p:spPr>
            <a:xfrm>
              <a:off x="5297135" y="35501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8" name="pt7928"/>
            <p:cNvSpPr/>
            <p:nvPr/>
          </p:nvSpPr>
          <p:spPr>
            <a:xfrm>
              <a:off x="5120337" y="35985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29" name="pt7929"/>
            <p:cNvSpPr/>
            <p:nvPr/>
          </p:nvSpPr>
          <p:spPr>
            <a:xfrm>
              <a:off x="5160049" y="3511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0" name="pt7930"/>
            <p:cNvSpPr/>
            <p:nvPr/>
          </p:nvSpPr>
          <p:spPr>
            <a:xfrm>
              <a:off x="5175890" y="35544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1" name="pt7931"/>
            <p:cNvSpPr/>
            <p:nvPr/>
          </p:nvSpPr>
          <p:spPr>
            <a:xfrm>
              <a:off x="5189225" y="3509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2" name="pt7932"/>
            <p:cNvSpPr/>
            <p:nvPr/>
          </p:nvSpPr>
          <p:spPr>
            <a:xfrm>
              <a:off x="5143259" y="3536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3" name="pt7933"/>
            <p:cNvSpPr/>
            <p:nvPr/>
          </p:nvSpPr>
          <p:spPr>
            <a:xfrm>
              <a:off x="5210123" y="3529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4" name="pt7934"/>
            <p:cNvSpPr/>
            <p:nvPr/>
          </p:nvSpPr>
          <p:spPr>
            <a:xfrm>
              <a:off x="5161212" y="35408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5" name="pt7935"/>
            <p:cNvSpPr/>
            <p:nvPr/>
          </p:nvSpPr>
          <p:spPr>
            <a:xfrm>
              <a:off x="5155721" y="35392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6" name="pt7936"/>
            <p:cNvSpPr/>
            <p:nvPr/>
          </p:nvSpPr>
          <p:spPr>
            <a:xfrm>
              <a:off x="5072463" y="3576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7" name="pt7937"/>
            <p:cNvSpPr/>
            <p:nvPr/>
          </p:nvSpPr>
          <p:spPr>
            <a:xfrm>
              <a:off x="5168196" y="35307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8" name="pt7938"/>
            <p:cNvSpPr/>
            <p:nvPr/>
          </p:nvSpPr>
          <p:spPr>
            <a:xfrm>
              <a:off x="5149045" y="35990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39" name="pt7939"/>
            <p:cNvSpPr/>
            <p:nvPr/>
          </p:nvSpPr>
          <p:spPr>
            <a:xfrm>
              <a:off x="5224569" y="3558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0" name="pt7940"/>
            <p:cNvSpPr/>
            <p:nvPr/>
          </p:nvSpPr>
          <p:spPr>
            <a:xfrm>
              <a:off x="5146117" y="35559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1" name="pt7941"/>
            <p:cNvSpPr/>
            <p:nvPr/>
          </p:nvSpPr>
          <p:spPr>
            <a:xfrm>
              <a:off x="5108377" y="3642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2" name="pt7942"/>
            <p:cNvSpPr/>
            <p:nvPr/>
          </p:nvSpPr>
          <p:spPr>
            <a:xfrm>
              <a:off x="5155814" y="36429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3" name="pt7943"/>
            <p:cNvSpPr/>
            <p:nvPr/>
          </p:nvSpPr>
          <p:spPr>
            <a:xfrm>
              <a:off x="5186527" y="34546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4" name="pt7944"/>
            <p:cNvSpPr/>
            <p:nvPr/>
          </p:nvSpPr>
          <p:spPr>
            <a:xfrm>
              <a:off x="5156932" y="34199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5" name="pt7945"/>
            <p:cNvSpPr/>
            <p:nvPr/>
          </p:nvSpPr>
          <p:spPr>
            <a:xfrm>
              <a:off x="5048122" y="3564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6" name="pt7946"/>
            <p:cNvSpPr/>
            <p:nvPr/>
          </p:nvSpPr>
          <p:spPr>
            <a:xfrm>
              <a:off x="5116476" y="35484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7" name="pt7947"/>
            <p:cNvSpPr/>
            <p:nvPr/>
          </p:nvSpPr>
          <p:spPr>
            <a:xfrm>
              <a:off x="5156022" y="35630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8" name="pt7948"/>
            <p:cNvSpPr/>
            <p:nvPr/>
          </p:nvSpPr>
          <p:spPr>
            <a:xfrm>
              <a:off x="5158950" y="3355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49" name="pt7949"/>
            <p:cNvSpPr/>
            <p:nvPr/>
          </p:nvSpPr>
          <p:spPr>
            <a:xfrm>
              <a:off x="5208950" y="3474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0" name="pt7950"/>
            <p:cNvSpPr/>
            <p:nvPr/>
          </p:nvSpPr>
          <p:spPr>
            <a:xfrm>
              <a:off x="5156688" y="3559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t7951"/>
            <p:cNvSpPr/>
            <p:nvPr/>
          </p:nvSpPr>
          <p:spPr>
            <a:xfrm>
              <a:off x="5266459" y="35269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2" name="pt7952"/>
            <p:cNvSpPr/>
            <p:nvPr/>
          </p:nvSpPr>
          <p:spPr>
            <a:xfrm>
              <a:off x="5153291" y="3581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3" name="pt7953"/>
            <p:cNvSpPr/>
            <p:nvPr/>
          </p:nvSpPr>
          <p:spPr>
            <a:xfrm>
              <a:off x="5110168" y="35391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t7954"/>
            <p:cNvSpPr/>
            <p:nvPr/>
          </p:nvSpPr>
          <p:spPr>
            <a:xfrm>
              <a:off x="5101295" y="3587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5" name="pt7955"/>
            <p:cNvSpPr/>
            <p:nvPr/>
          </p:nvSpPr>
          <p:spPr>
            <a:xfrm>
              <a:off x="5116446" y="3580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6" name="pt7956"/>
            <p:cNvSpPr/>
            <p:nvPr/>
          </p:nvSpPr>
          <p:spPr>
            <a:xfrm>
              <a:off x="5183474" y="3508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7" name="pt7957"/>
            <p:cNvSpPr/>
            <p:nvPr/>
          </p:nvSpPr>
          <p:spPr>
            <a:xfrm>
              <a:off x="5167209" y="3557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8" name="pt7958"/>
            <p:cNvSpPr/>
            <p:nvPr/>
          </p:nvSpPr>
          <p:spPr>
            <a:xfrm>
              <a:off x="5034318" y="35908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59" name="pt7959"/>
            <p:cNvSpPr/>
            <p:nvPr/>
          </p:nvSpPr>
          <p:spPr>
            <a:xfrm>
              <a:off x="5150146" y="35664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0" name="pt7960"/>
            <p:cNvSpPr/>
            <p:nvPr/>
          </p:nvSpPr>
          <p:spPr>
            <a:xfrm>
              <a:off x="5150904" y="3579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1" name="pt7961"/>
            <p:cNvSpPr/>
            <p:nvPr/>
          </p:nvSpPr>
          <p:spPr>
            <a:xfrm>
              <a:off x="5032726" y="35584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2" name="pt7962"/>
            <p:cNvSpPr/>
            <p:nvPr/>
          </p:nvSpPr>
          <p:spPr>
            <a:xfrm>
              <a:off x="5075342" y="3567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3" name="pt7963"/>
            <p:cNvSpPr/>
            <p:nvPr/>
          </p:nvSpPr>
          <p:spPr>
            <a:xfrm>
              <a:off x="5274708" y="3563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4" name="pt7964"/>
            <p:cNvSpPr/>
            <p:nvPr/>
          </p:nvSpPr>
          <p:spPr>
            <a:xfrm>
              <a:off x="5113224" y="3540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5" name="pt7965"/>
            <p:cNvSpPr/>
            <p:nvPr/>
          </p:nvSpPr>
          <p:spPr>
            <a:xfrm>
              <a:off x="5171316" y="3548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6" name="pt7966"/>
            <p:cNvSpPr/>
            <p:nvPr/>
          </p:nvSpPr>
          <p:spPr>
            <a:xfrm>
              <a:off x="5125931" y="3364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7" name="pt7967"/>
            <p:cNvSpPr/>
            <p:nvPr/>
          </p:nvSpPr>
          <p:spPr>
            <a:xfrm>
              <a:off x="5081434" y="35767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8" name="pt7968"/>
            <p:cNvSpPr/>
            <p:nvPr/>
          </p:nvSpPr>
          <p:spPr>
            <a:xfrm>
              <a:off x="5160708" y="35296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69" name="pt7969"/>
            <p:cNvSpPr/>
            <p:nvPr/>
          </p:nvSpPr>
          <p:spPr>
            <a:xfrm>
              <a:off x="5180112" y="34822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0" name="pt7970"/>
            <p:cNvSpPr/>
            <p:nvPr/>
          </p:nvSpPr>
          <p:spPr>
            <a:xfrm>
              <a:off x="5165846" y="3529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1" name="pt7971"/>
            <p:cNvSpPr/>
            <p:nvPr/>
          </p:nvSpPr>
          <p:spPr>
            <a:xfrm>
              <a:off x="5118681" y="33861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2" name="pt7972"/>
            <p:cNvSpPr/>
            <p:nvPr/>
          </p:nvSpPr>
          <p:spPr>
            <a:xfrm>
              <a:off x="5160723" y="35189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3" name="pt7973"/>
            <p:cNvSpPr/>
            <p:nvPr/>
          </p:nvSpPr>
          <p:spPr>
            <a:xfrm>
              <a:off x="5145892" y="35779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4" name="pt7974"/>
            <p:cNvSpPr/>
            <p:nvPr/>
          </p:nvSpPr>
          <p:spPr>
            <a:xfrm>
              <a:off x="5146580" y="3579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5" name="pt7975"/>
            <p:cNvSpPr/>
            <p:nvPr/>
          </p:nvSpPr>
          <p:spPr>
            <a:xfrm>
              <a:off x="5197234" y="3574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6" name="pt7976"/>
            <p:cNvSpPr/>
            <p:nvPr/>
          </p:nvSpPr>
          <p:spPr>
            <a:xfrm>
              <a:off x="5144935" y="3515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7" name="pt7977"/>
            <p:cNvSpPr/>
            <p:nvPr/>
          </p:nvSpPr>
          <p:spPr>
            <a:xfrm>
              <a:off x="5147137" y="36124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8" name="pt7978"/>
            <p:cNvSpPr/>
            <p:nvPr/>
          </p:nvSpPr>
          <p:spPr>
            <a:xfrm>
              <a:off x="5115027" y="35524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79" name="pt7979"/>
            <p:cNvSpPr/>
            <p:nvPr/>
          </p:nvSpPr>
          <p:spPr>
            <a:xfrm>
              <a:off x="5044679" y="324320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pt7980"/>
            <p:cNvSpPr/>
            <p:nvPr/>
          </p:nvSpPr>
          <p:spPr>
            <a:xfrm>
              <a:off x="5080272" y="35409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1" name="pt7981"/>
            <p:cNvSpPr/>
            <p:nvPr/>
          </p:nvSpPr>
          <p:spPr>
            <a:xfrm>
              <a:off x="5179869" y="35876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2" name="pt7982"/>
            <p:cNvSpPr/>
            <p:nvPr/>
          </p:nvSpPr>
          <p:spPr>
            <a:xfrm>
              <a:off x="5160120" y="3547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3" name="pt7983"/>
            <p:cNvSpPr/>
            <p:nvPr/>
          </p:nvSpPr>
          <p:spPr>
            <a:xfrm>
              <a:off x="5230400" y="35085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4" name="pt7984"/>
            <p:cNvSpPr/>
            <p:nvPr/>
          </p:nvSpPr>
          <p:spPr>
            <a:xfrm>
              <a:off x="5118973" y="3508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5" name="pt7985"/>
            <p:cNvSpPr/>
            <p:nvPr/>
          </p:nvSpPr>
          <p:spPr>
            <a:xfrm>
              <a:off x="5153534" y="35838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6" name="pt7986"/>
            <p:cNvSpPr/>
            <p:nvPr/>
          </p:nvSpPr>
          <p:spPr>
            <a:xfrm>
              <a:off x="5142221" y="37007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7" name="pt7987"/>
            <p:cNvSpPr/>
            <p:nvPr/>
          </p:nvSpPr>
          <p:spPr>
            <a:xfrm>
              <a:off x="5108218" y="3609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8" name="pt7988"/>
            <p:cNvSpPr/>
            <p:nvPr/>
          </p:nvSpPr>
          <p:spPr>
            <a:xfrm>
              <a:off x="5148479" y="3583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89" name="pt7989"/>
            <p:cNvSpPr/>
            <p:nvPr/>
          </p:nvSpPr>
          <p:spPr>
            <a:xfrm>
              <a:off x="5175998" y="3579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0" name="pt7990"/>
            <p:cNvSpPr/>
            <p:nvPr/>
          </p:nvSpPr>
          <p:spPr>
            <a:xfrm>
              <a:off x="5207437" y="3420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1" name="pt7991"/>
            <p:cNvSpPr/>
            <p:nvPr/>
          </p:nvSpPr>
          <p:spPr>
            <a:xfrm>
              <a:off x="5116016" y="3559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2" name="pt7992"/>
            <p:cNvSpPr/>
            <p:nvPr/>
          </p:nvSpPr>
          <p:spPr>
            <a:xfrm>
              <a:off x="5213706" y="35098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3" name="pt7993"/>
            <p:cNvSpPr/>
            <p:nvPr/>
          </p:nvSpPr>
          <p:spPr>
            <a:xfrm>
              <a:off x="5183711" y="35110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4" name="pt7994"/>
            <p:cNvSpPr/>
            <p:nvPr/>
          </p:nvSpPr>
          <p:spPr>
            <a:xfrm>
              <a:off x="5103771" y="35598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5" name="pt7995"/>
            <p:cNvSpPr/>
            <p:nvPr/>
          </p:nvSpPr>
          <p:spPr>
            <a:xfrm>
              <a:off x="5166739" y="33868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6" name="pt7996"/>
            <p:cNvSpPr/>
            <p:nvPr/>
          </p:nvSpPr>
          <p:spPr>
            <a:xfrm>
              <a:off x="5166215" y="35592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7" name="pt7997"/>
            <p:cNvSpPr/>
            <p:nvPr/>
          </p:nvSpPr>
          <p:spPr>
            <a:xfrm>
              <a:off x="5154806" y="3549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8" name="pt7998"/>
            <p:cNvSpPr/>
            <p:nvPr/>
          </p:nvSpPr>
          <p:spPr>
            <a:xfrm>
              <a:off x="5163061" y="35627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t7999"/>
            <p:cNvSpPr/>
            <p:nvPr/>
          </p:nvSpPr>
          <p:spPr>
            <a:xfrm>
              <a:off x="5261677" y="35662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0" name="pt8000"/>
            <p:cNvSpPr/>
            <p:nvPr/>
          </p:nvSpPr>
          <p:spPr>
            <a:xfrm>
              <a:off x="4858011" y="4371776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pt8001"/>
            <p:cNvSpPr/>
            <p:nvPr/>
          </p:nvSpPr>
          <p:spPr>
            <a:xfrm>
              <a:off x="5177152" y="34995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2" name="pt8002"/>
            <p:cNvSpPr/>
            <p:nvPr/>
          </p:nvSpPr>
          <p:spPr>
            <a:xfrm>
              <a:off x="5159670" y="34716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3" name="pt8003"/>
            <p:cNvSpPr/>
            <p:nvPr/>
          </p:nvSpPr>
          <p:spPr>
            <a:xfrm>
              <a:off x="5345698" y="35359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4" name="pt8004"/>
            <p:cNvSpPr/>
            <p:nvPr/>
          </p:nvSpPr>
          <p:spPr>
            <a:xfrm>
              <a:off x="5166817" y="3582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5" name="pt8005"/>
            <p:cNvSpPr/>
            <p:nvPr/>
          </p:nvSpPr>
          <p:spPr>
            <a:xfrm>
              <a:off x="5132931" y="3486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6" name="pt8006"/>
            <p:cNvSpPr/>
            <p:nvPr/>
          </p:nvSpPr>
          <p:spPr>
            <a:xfrm>
              <a:off x="5156505" y="32537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7" name="pt8007"/>
            <p:cNvSpPr/>
            <p:nvPr/>
          </p:nvSpPr>
          <p:spPr>
            <a:xfrm>
              <a:off x="5148174" y="3495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8" name="pt8008"/>
            <p:cNvSpPr/>
            <p:nvPr/>
          </p:nvSpPr>
          <p:spPr>
            <a:xfrm>
              <a:off x="5095225" y="3318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09" name="pt8009"/>
            <p:cNvSpPr/>
            <p:nvPr/>
          </p:nvSpPr>
          <p:spPr>
            <a:xfrm>
              <a:off x="5036472" y="35950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0" name="pt8010"/>
            <p:cNvSpPr/>
            <p:nvPr/>
          </p:nvSpPr>
          <p:spPr>
            <a:xfrm>
              <a:off x="5156939" y="3361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1" name="pt8011"/>
            <p:cNvSpPr/>
            <p:nvPr/>
          </p:nvSpPr>
          <p:spPr>
            <a:xfrm>
              <a:off x="5101894" y="36531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2" name="pt8012"/>
            <p:cNvSpPr/>
            <p:nvPr/>
          </p:nvSpPr>
          <p:spPr>
            <a:xfrm>
              <a:off x="5092101" y="36210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3" name="pt8013"/>
            <p:cNvSpPr/>
            <p:nvPr/>
          </p:nvSpPr>
          <p:spPr>
            <a:xfrm>
              <a:off x="5188300" y="3383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4" name="pt8014"/>
            <p:cNvSpPr/>
            <p:nvPr/>
          </p:nvSpPr>
          <p:spPr>
            <a:xfrm>
              <a:off x="5177200" y="3588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5" name="pt8015"/>
            <p:cNvSpPr/>
            <p:nvPr/>
          </p:nvSpPr>
          <p:spPr>
            <a:xfrm>
              <a:off x="5165581" y="3586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6" name="pt8016"/>
            <p:cNvSpPr/>
            <p:nvPr/>
          </p:nvSpPr>
          <p:spPr>
            <a:xfrm>
              <a:off x="5183493" y="3585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7" name="pt8017"/>
            <p:cNvSpPr/>
            <p:nvPr/>
          </p:nvSpPr>
          <p:spPr>
            <a:xfrm>
              <a:off x="5168382" y="35371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8" name="pt8018"/>
            <p:cNvSpPr/>
            <p:nvPr/>
          </p:nvSpPr>
          <p:spPr>
            <a:xfrm>
              <a:off x="5193293" y="3480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19" name="pt8019"/>
            <p:cNvSpPr/>
            <p:nvPr/>
          </p:nvSpPr>
          <p:spPr>
            <a:xfrm>
              <a:off x="5121047" y="35642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0" name="pt8020"/>
            <p:cNvSpPr/>
            <p:nvPr/>
          </p:nvSpPr>
          <p:spPr>
            <a:xfrm>
              <a:off x="5170270" y="35621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1" name="pt8021"/>
            <p:cNvSpPr/>
            <p:nvPr/>
          </p:nvSpPr>
          <p:spPr>
            <a:xfrm>
              <a:off x="5193079" y="33547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2" name="pt8022"/>
            <p:cNvSpPr/>
            <p:nvPr/>
          </p:nvSpPr>
          <p:spPr>
            <a:xfrm>
              <a:off x="5059494" y="3581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3" name="pt8023"/>
            <p:cNvSpPr/>
            <p:nvPr/>
          </p:nvSpPr>
          <p:spPr>
            <a:xfrm>
              <a:off x="5154878" y="3040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4" name="pt8024"/>
            <p:cNvSpPr/>
            <p:nvPr/>
          </p:nvSpPr>
          <p:spPr>
            <a:xfrm>
              <a:off x="4643687" y="3461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5" name="pt8025"/>
            <p:cNvSpPr/>
            <p:nvPr/>
          </p:nvSpPr>
          <p:spPr>
            <a:xfrm>
              <a:off x="5141476" y="3579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6" name="pt8026"/>
            <p:cNvSpPr/>
            <p:nvPr/>
          </p:nvSpPr>
          <p:spPr>
            <a:xfrm>
              <a:off x="5133526" y="35802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7" name="pt8027"/>
            <p:cNvSpPr/>
            <p:nvPr/>
          </p:nvSpPr>
          <p:spPr>
            <a:xfrm>
              <a:off x="5114949" y="3504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8" name="pt8028"/>
            <p:cNvSpPr/>
            <p:nvPr/>
          </p:nvSpPr>
          <p:spPr>
            <a:xfrm>
              <a:off x="5090862" y="35396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29" name="pt8029"/>
            <p:cNvSpPr/>
            <p:nvPr/>
          </p:nvSpPr>
          <p:spPr>
            <a:xfrm>
              <a:off x="5157011" y="3588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0" name="pt8030"/>
            <p:cNvSpPr/>
            <p:nvPr/>
          </p:nvSpPr>
          <p:spPr>
            <a:xfrm>
              <a:off x="5124985" y="36076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t8031"/>
            <p:cNvSpPr/>
            <p:nvPr/>
          </p:nvSpPr>
          <p:spPr>
            <a:xfrm>
              <a:off x="5194703" y="35560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2" name="pt8032"/>
            <p:cNvSpPr/>
            <p:nvPr/>
          </p:nvSpPr>
          <p:spPr>
            <a:xfrm>
              <a:off x="5143741" y="3489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3" name="pt8033"/>
            <p:cNvSpPr/>
            <p:nvPr/>
          </p:nvSpPr>
          <p:spPr>
            <a:xfrm>
              <a:off x="5189856" y="3595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4" name="pt8034"/>
            <p:cNvSpPr/>
            <p:nvPr/>
          </p:nvSpPr>
          <p:spPr>
            <a:xfrm>
              <a:off x="5160942" y="3174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5" name="pt8035"/>
            <p:cNvSpPr/>
            <p:nvPr/>
          </p:nvSpPr>
          <p:spPr>
            <a:xfrm>
              <a:off x="5131146" y="3539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6" name="pt8036"/>
            <p:cNvSpPr/>
            <p:nvPr/>
          </p:nvSpPr>
          <p:spPr>
            <a:xfrm>
              <a:off x="5190926" y="35824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7" name="pt8037"/>
            <p:cNvSpPr/>
            <p:nvPr/>
          </p:nvSpPr>
          <p:spPr>
            <a:xfrm>
              <a:off x="5199057" y="3544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8" name="pt8038"/>
            <p:cNvSpPr/>
            <p:nvPr/>
          </p:nvSpPr>
          <p:spPr>
            <a:xfrm>
              <a:off x="5159408" y="3433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39" name="pt8039"/>
            <p:cNvSpPr/>
            <p:nvPr/>
          </p:nvSpPr>
          <p:spPr>
            <a:xfrm>
              <a:off x="5191076" y="3529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0" name="pt8040"/>
            <p:cNvSpPr/>
            <p:nvPr/>
          </p:nvSpPr>
          <p:spPr>
            <a:xfrm>
              <a:off x="5127181" y="3590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1" name="pt8041"/>
            <p:cNvSpPr/>
            <p:nvPr/>
          </p:nvSpPr>
          <p:spPr>
            <a:xfrm>
              <a:off x="5187473" y="35158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2" name="pt8042"/>
            <p:cNvSpPr/>
            <p:nvPr/>
          </p:nvSpPr>
          <p:spPr>
            <a:xfrm>
              <a:off x="5230454" y="35488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3" name="pt8043"/>
            <p:cNvSpPr/>
            <p:nvPr/>
          </p:nvSpPr>
          <p:spPr>
            <a:xfrm>
              <a:off x="5127876" y="35380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4" name="pt8044"/>
            <p:cNvSpPr/>
            <p:nvPr/>
          </p:nvSpPr>
          <p:spPr>
            <a:xfrm>
              <a:off x="5169109" y="3600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5" name="pt8045"/>
            <p:cNvSpPr/>
            <p:nvPr/>
          </p:nvSpPr>
          <p:spPr>
            <a:xfrm>
              <a:off x="5117157" y="3228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6" name="pt8046"/>
            <p:cNvSpPr/>
            <p:nvPr/>
          </p:nvSpPr>
          <p:spPr>
            <a:xfrm>
              <a:off x="5121709" y="3602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7" name="pt8047"/>
            <p:cNvSpPr/>
            <p:nvPr/>
          </p:nvSpPr>
          <p:spPr>
            <a:xfrm>
              <a:off x="5175078" y="3568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8" name="pt8048"/>
            <p:cNvSpPr/>
            <p:nvPr/>
          </p:nvSpPr>
          <p:spPr>
            <a:xfrm>
              <a:off x="5117704" y="35705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49" name="pt8049"/>
            <p:cNvSpPr/>
            <p:nvPr/>
          </p:nvSpPr>
          <p:spPr>
            <a:xfrm>
              <a:off x="5118023" y="35983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0" name="pt8050"/>
            <p:cNvSpPr/>
            <p:nvPr/>
          </p:nvSpPr>
          <p:spPr>
            <a:xfrm>
              <a:off x="5113143" y="3548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1" name="pt8051"/>
            <p:cNvSpPr/>
            <p:nvPr/>
          </p:nvSpPr>
          <p:spPr>
            <a:xfrm>
              <a:off x="5133990" y="35715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2" name="pt8052"/>
            <p:cNvSpPr/>
            <p:nvPr/>
          </p:nvSpPr>
          <p:spPr>
            <a:xfrm>
              <a:off x="5045844" y="3647514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pt8053"/>
            <p:cNvSpPr/>
            <p:nvPr/>
          </p:nvSpPr>
          <p:spPr>
            <a:xfrm>
              <a:off x="5133191" y="3565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4" name="pt8054"/>
            <p:cNvSpPr/>
            <p:nvPr/>
          </p:nvSpPr>
          <p:spPr>
            <a:xfrm>
              <a:off x="5101398" y="3349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5" name="pt8055"/>
            <p:cNvSpPr/>
            <p:nvPr/>
          </p:nvSpPr>
          <p:spPr>
            <a:xfrm>
              <a:off x="5179764" y="36392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6" name="pt8056"/>
            <p:cNvSpPr/>
            <p:nvPr/>
          </p:nvSpPr>
          <p:spPr>
            <a:xfrm>
              <a:off x="5138726" y="35682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7" name="pt8057"/>
            <p:cNvSpPr/>
            <p:nvPr/>
          </p:nvSpPr>
          <p:spPr>
            <a:xfrm>
              <a:off x="5188892" y="33850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8" name="pt8058"/>
            <p:cNvSpPr/>
            <p:nvPr/>
          </p:nvSpPr>
          <p:spPr>
            <a:xfrm>
              <a:off x="5117622" y="33825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59" name="pt8059"/>
            <p:cNvSpPr/>
            <p:nvPr/>
          </p:nvSpPr>
          <p:spPr>
            <a:xfrm>
              <a:off x="5114018" y="35820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0" name="pt8060"/>
            <p:cNvSpPr/>
            <p:nvPr/>
          </p:nvSpPr>
          <p:spPr>
            <a:xfrm>
              <a:off x="5162099" y="35300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1" name="pt8061"/>
            <p:cNvSpPr/>
            <p:nvPr/>
          </p:nvSpPr>
          <p:spPr>
            <a:xfrm>
              <a:off x="5206476" y="3550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t8062"/>
            <p:cNvSpPr/>
            <p:nvPr/>
          </p:nvSpPr>
          <p:spPr>
            <a:xfrm>
              <a:off x="5166625" y="3513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3" name="pt8063"/>
            <p:cNvSpPr/>
            <p:nvPr/>
          </p:nvSpPr>
          <p:spPr>
            <a:xfrm>
              <a:off x="5134210" y="35492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4" name="pt8064"/>
            <p:cNvSpPr/>
            <p:nvPr/>
          </p:nvSpPr>
          <p:spPr>
            <a:xfrm>
              <a:off x="5139002" y="35821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5" name="pt8065"/>
            <p:cNvSpPr/>
            <p:nvPr/>
          </p:nvSpPr>
          <p:spPr>
            <a:xfrm>
              <a:off x="5222497" y="35795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6" name="pt8066"/>
            <p:cNvSpPr/>
            <p:nvPr/>
          </p:nvSpPr>
          <p:spPr>
            <a:xfrm>
              <a:off x="5159700" y="35806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7" name="pt8067"/>
            <p:cNvSpPr/>
            <p:nvPr/>
          </p:nvSpPr>
          <p:spPr>
            <a:xfrm>
              <a:off x="5053229" y="36030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8" name="pt8068"/>
            <p:cNvSpPr/>
            <p:nvPr/>
          </p:nvSpPr>
          <p:spPr>
            <a:xfrm>
              <a:off x="5135819" y="35612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69" name="pt8069"/>
            <p:cNvSpPr/>
            <p:nvPr/>
          </p:nvSpPr>
          <p:spPr>
            <a:xfrm>
              <a:off x="5189262" y="35767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0" name="pt8070"/>
            <p:cNvSpPr/>
            <p:nvPr/>
          </p:nvSpPr>
          <p:spPr>
            <a:xfrm>
              <a:off x="5215044" y="35755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1" name="pt8071"/>
            <p:cNvSpPr/>
            <p:nvPr/>
          </p:nvSpPr>
          <p:spPr>
            <a:xfrm>
              <a:off x="5184399" y="32539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2" name="pt8072"/>
            <p:cNvSpPr/>
            <p:nvPr/>
          </p:nvSpPr>
          <p:spPr>
            <a:xfrm>
              <a:off x="5165652" y="3586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3" name="pt8073"/>
            <p:cNvSpPr/>
            <p:nvPr/>
          </p:nvSpPr>
          <p:spPr>
            <a:xfrm>
              <a:off x="5063882" y="37464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4" name="pt8074"/>
            <p:cNvSpPr/>
            <p:nvPr/>
          </p:nvSpPr>
          <p:spPr>
            <a:xfrm>
              <a:off x="5131744" y="3568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5" name="pt8075"/>
            <p:cNvSpPr/>
            <p:nvPr/>
          </p:nvSpPr>
          <p:spPr>
            <a:xfrm>
              <a:off x="5200994" y="35539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6" name="pt8076"/>
            <p:cNvSpPr/>
            <p:nvPr/>
          </p:nvSpPr>
          <p:spPr>
            <a:xfrm>
              <a:off x="5137820" y="35644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7" name="pt8077"/>
            <p:cNvSpPr/>
            <p:nvPr/>
          </p:nvSpPr>
          <p:spPr>
            <a:xfrm>
              <a:off x="5162813" y="3447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78" name="pt8078"/>
            <p:cNvSpPr/>
            <p:nvPr/>
          </p:nvSpPr>
          <p:spPr>
            <a:xfrm>
              <a:off x="5240664" y="3493878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pt8079"/>
            <p:cNvSpPr/>
            <p:nvPr/>
          </p:nvSpPr>
          <p:spPr>
            <a:xfrm>
              <a:off x="5130945" y="35127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0" name="pt8080"/>
            <p:cNvSpPr/>
            <p:nvPr/>
          </p:nvSpPr>
          <p:spPr>
            <a:xfrm>
              <a:off x="5209851" y="3442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1" name="pt8081"/>
            <p:cNvSpPr/>
            <p:nvPr/>
          </p:nvSpPr>
          <p:spPr>
            <a:xfrm>
              <a:off x="5196498" y="35475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2" name="pt8082"/>
            <p:cNvSpPr/>
            <p:nvPr/>
          </p:nvSpPr>
          <p:spPr>
            <a:xfrm>
              <a:off x="4731721" y="3533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3" name="pt8083"/>
            <p:cNvSpPr/>
            <p:nvPr/>
          </p:nvSpPr>
          <p:spPr>
            <a:xfrm>
              <a:off x="5215145" y="35054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4" name="pt8084"/>
            <p:cNvSpPr/>
            <p:nvPr/>
          </p:nvSpPr>
          <p:spPr>
            <a:xfrm>
              <a:off x="5241742" y="3574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5" name="pt8085"/>
            <p:cNvSpPr/>
            <p:nvPr/>
          </p:nvSpPr>
          <p:spPr>
            <a:xfrm>
              <a:off x="5150749" y="3554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6" name="pt8086"/>
            <p:cNvSpPr/>
            <p:nvPr/>
          </p:nvSpPr>
          <p:spPr>
            <a:xfrm>
              <a:off x="5184416" y="34270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7" name="pt8087"/>
            <p:cNvSpPr/>
            <p:nvPr/>
          </p:nvSpPr>
          <p:spPr>
            <a:xfrm>
              <a:off x="5128469" y="3607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8" name="pt8088"/>
            <p:cNvSpPr/>
            <p:nvPr/>
          </p:nvSpPr>
          <p:spPr>
            <a:xfrm>
              <a:off x="5121046" y="35399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89" name="pt8089"/>
            <p:cNvSpPr/>
            <p:nvPr/>
          </p:nvSpPr>
          <p:spPr>
            <a:xfrm>
              <a:off x="5192235" y="35532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0" name="pt8090"/>
            <p:cNvSpPr/>
            <p:nvPr/>
          </p:nvSpPr>
          <p:spPr>
            <a:xfrm>
              <a:off x="5165406" y="3595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1" name="pt8091"/>
            <p:cNvSpPr/>
            <p:nvPr/>
          </p:nvSpPr>
          <p:spPr>
            <a:xfrm>
              <a:off x="5159898" y="35437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2" name="pt8092"/>
            <p:cNvSpPr/>
            <p:nvPr/>
          </p:nvSpPr>
          <p:spPr>
            <a:xfrm>
              <a:off x="5170067" y="34654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3" name="pt8093"/>
            <p:cNvSpPr/>
            <p:nvPr/>
          </p:nvSpPr>
          <p:spPr>
            <a:xfrm>
              <a:off x="5073064" y="3559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4" name="pt8094"/>
            <p:cNvSpPr/>
            <p:nvPr/>
          </p:nvSpPr>
          <p:spPr>
            <a:xfrm>
              <a:off x="5150186" y="3513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5" name="pt8095"/>
            <p:cNvSpPr/>
            <p:nvPr/>
          </p:nvSpPr>
          <p:spPr>
            <a:xfrm>
              <a:off x="5193710" y="3312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6" name="pt8096"/>
            <p:cNvSpPr/>
            <p:nvPr/>
          </p:nvSpPr>
          <p:spPr>
            <a:xfrm>
              <a:off x="5178634" y="3510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7" name="pt8097"/>
            <p:cNvSpPr/>
            <p:nvPr/>
          </p:nvSpPr>
          <p:spPr>
            <a:xfrm>
              <a:off x="5158367" y="35279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8" name="pt8098"/>
            <p:cNvSpPr/>
            <p:nvPr/>
          </p:nvSpPr>
          <p:spPr>
            <a:xfrm>
              <a:off x="5179846" y="3571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099" name="pt8099"/>
            <p:cNvSpPr/>
            <p:nvPr/>
          </p:nvSpPr>
          <p:spPr>
            <a:xfrm>
              <a:off x="5083013" y="35448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0" name="pt8100"/>
            <p:cNvSpPr/>
            <p:nvPr/>
          </p:nvSpPr>
          <p:spPr>
            <a:xfrm>
              <a:off x="5131531" y="3381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1" name="pt8101"/>
            <p:cNvSpPr/>
            <p:nvPr/>
          </p:nvSpPr>
          <p:spPr>
            <a:xfrm>
              <a:off x="5192869" y="3610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2" name="pt8102"/>
            <p:cNvSpPr/>
            <p:nvPr/>
          </p:nvSpPr>
          <p:spPr>
            <a:xfrm>
              <a:off x="5171064" y="33377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3" name="pt8103"/>
            <p:cNvSpPr/>
            <p:nvPr/>
          </p:nvSpPr>
          <p:spPr>
            <a:xfrm>
              <a:off x="5152817" y="35827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4" name="pt8104"/>
            <p:cNvSpPr/>
            <p:nvPr/>
          </p:nvSpPr>
          <p:spPr>
            <a:xfrm>
              <a:off x="5158074" y="35817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5" name="pt8105"/>
            <p:cNvSpPr/>
            <p:nvPr/>
          </p:nvSpPr>
          <p:spPr>
            <a:xfrm>
              <a:off x="5130018" y="36579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6" name="pt8106"/>
            <p:cNvSpPr/>
            <p:nvPr/>
          </p:nvSpPr>
          <p:spPr>
            <a:xfrm>
              <a:off x="5109667" y="3597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7" name="pt8107"/>
            <p:cNvSpPr/>
            <p:nvPr/>
          </p:nvSpPr>
          <p:spPr>
            <a:xfrm>
              <a:off x="5189333" y="35492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8" name="pt8108"/>
            <p:cNvSpPr/>
            <p:nvPr/>
          </p:nvSpPr>
          <p:spPr>
            <a:xfrm>
              <a:off x="5147955" y="35507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09" name="pt8109"/>
            <p:cNvSpPr/>
            <p:nvPr/>
          </p:nvSpPr>
          <p:spPr>
            <a:xfrm>
              <a:off x="5185849" y="35676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0" name="pt8110"/>
            <p:cNvSpPr/>
            <p:nvPr/>
          </p:nvSpPr>
          <p:spPr>
            <a:xfrm>
              <a:off x="5131171" y="35631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1" name="pt8111"/>
            <p:cNvSpPr/>
            <p:nvPr/>
          </p:nvSpPr>
          <p:spPr>
            <a:xfrm>
              <a:off x="5099151" y="36347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2" name="pt8112"/>
            <p:cNvSpPr/>
            <p:nvPr/>
          </p:nvSpPr>
          <p:spPr>
            <a:xfrm>
              <a:off x="5057566" y="3562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3" name="pt8113"/>
            <p:cNvSpPr/>
            <p:nvPr/>
          </p:nvSpPr>
          <p:spPr>
            <a:xfrm>
              <a:off x="5127608" y="3340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4" name="pt8114"/>
            <p:cNvSpPr/>
            <p:nvPr/>
          </p:nvSpPr>
          <p:spPr>
            <a:xfrm>
              <a:off x="5185177" y="3549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5" name="pt8115"/>
            <p:cNvSpPr/>
            <p:nvPr/>
          </p:nvSpPr>
          <p:spPr>
            <a:xfrm>
              <a:off x="5148203" y="3577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6" name="pt8116"/>
            <p:cNvSpPr/>
            <p:nvPr/>
          </p:nvSpPr>
          <p:spPr>
            <a:xfrm>
              <a:off x="5157880" y="3592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7" name="pt8117"/>
            <p:cNvSpPr/>
            <p:nvPr/>
          </p:nvSpPr>
          <p:spPr>
            <a:xfrm>
              <a:off x="5155268" y="34408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8" name="pt8118"/>
            <p:cNvSpPr/>
            <p:nvPr/>
          </p:nvSpPr>
          <p:spPr>
            <a:xfrm>
              <a:off x="5101918" y="3542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19" name="pt8119"/>
            <p:cNvSpPr/>
            <p:nvPr/>
          </p:nvSpPr>
          <p:spPr>
            <a:xfrm>
              <a:off x="5106123" y="34971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0" name="pt8120"/>
            <p:cNvSpPr/>
            <p:nvPr/>
          </p:nvSpPr>
          <p:spPr>
            <a:xfrm>
              <a:off x="5147878" y="3540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1" name="pt8121"/>
            <p:cNvSpPr/>
            <p:nvPr/>
          </p:nvSpPr>
          <p:spPr>
            <a:xfrm>
              <a:off x="5220702" y="3545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2" name="pt8122"/>
            <p:cNvSpPr/>
            <p:nvPr/>
          </p:nvSpPr>
          <p:spPr>
            <a:xfrm>
              <a:off x="5155324" y="3548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3" name="pt8123"/>
            <p:cNvSpPr/>
            <p:nvPr/>
          </p:nvSpPr>
          <p:spPr>
            <a:xfrm>
              <a:off x="5182003" y="35142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4" name="pt8124"/>
            <p:cNvSpPr/>
            <p:nvPr/>
          </p:nvSpPr>
          <p:spPr>
            <a:xfrm>
              <a:off x="5070813" y="36167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5" name="pt8125"/>
            <p:cNvSpPr/>
            <p:nvPr/>
          </p:nvSpPr>
          <p:spPr>
            <a:xfrm>
              <a:off x="5177916" y="3575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6" name="pt8126"/>
            <p:cNvSpPr/>
            <p:nvPr/>
          </p:nvSpPr>
          <p:spPr>
            <a:xfrm>
              <a:off x="5129903" y="35647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7" name="pt8127"/>
            <p:cNvSpPr/>
            <p:nvPr/>
          </p:nvSpPr>
          <p:spPr>
            <a:xfrm>
              <a:off x="5179484" y="3519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8" name="pt8128"/>
            <p:cNvSpPr/>
            <p:nvPr/>
          </p:nvSpPr>
          <p:spPr>
            <a:xfrm>
              <a:off x="5138411" y="35694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29" name="pt8129"/>
            <p:cNvSpPr/>
            <p:nvPr/>
          </p:nvSpPr>
          <p:spPr>
            <a:xfrm>
              <a:off x="5172116" y="3576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0" name="pt8130"/>
            <p:cNvSpPr/>
            <p:nvPr/>
          </p:nvSpPr>
          <p:spPr>
            <a:xfrm>
              <a:off x="5113087" y="3579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1" name="pt8131"/>
            <p:cNvSpPr/>
            <p:nvPr/>
          </p:nvSpPr>
          <p:spPr>
            <a:xfrm>
              <a:off x="5130976" y="36170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2" name="pt8132"/>
            <p:cNvSpPr/>
            <p:nvPr/>
          </p:nvSpPr>
          <p:spPr>
            <a:xfrm>
              <a:off x="5195862" y="35549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t8133"/>
            <p:cNvSpPr/>
            <p:nvPr/>
          </p:nvSpPr>
          <p:spPr>
            <a:xfrm>
              <a:off x="5146756" y="35986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4" name="pt8134"/>
            <p:cNvSpPr/>
            <p:nvPr/>
          </p:nvSpPr>
          <p:spPr>
            <a:xfrm>
              <a:off x="5162995" y="3535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5" name="pt8135"/>
            <p:cNvSpPr/>
            <p:nvPr/>
          </p:nvSpPr>
          <p:spPr>
            <a:xfrm>
              <a:off x="5101156" y="35900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6" name="pt8136"/>
            <p:cNvSpPr/>
            <p:nvPr/>
          </p:nvSpPr>
          <p:spPr>
            <a:xfrm>
              <a:off x="5185049" y="3613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7" name="pt8137"/>
            <p:cNvSpPr/>
            <p:nvPr/>
          </p:nvSpPr>
          <p:spPr>
            <a:xfrm>
              <a:off x="5161973" y="3581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8" name="pt8138"/>
            <p:cNvSpPr/>
            <p:nvPr/>
          </p:nvSpPr>
          <p:spPr>
            <a:xfrm>
              <a:off x="5161371" y="3576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39" name="pt8139"/>
            <p:cNvSpPr/>
            <p:nvPr/>
          </p:nvSpPr>
          <p:spPr>
            <a:xfrm>
              <a:off x="5245798" y="35792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0" name="pt8140"/>
            <p:cNvSpPr/>
            <p:nvPr/>
          </p:nvSpPr>
          <p:spPr>
            <a:xfrm>
              <a:off x="5116907" y="35638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1" name="pt8141"/>
            <p:cNvSpPr/>
            <p:nvPr/>
          </p:nvSpPr>
          <p:spPr>
            <a:xfrm>
              <a:off x="5186575" y="35753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2" name="pt8142"/>
            <p:cNvSpPr/>
            <p:nvPr/>
          </p:nvSpPr>
          <p:spPr>
            <a:xfrm>
              <a:off x="5202204" y="35040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3" name="pt8143"/>
            <p:cNvSpPr/>
            <p:nvPr/>
          </p:nvSpPr>
          <p:spPr>
            <a:xfrm>
              <a:off x="5107463" y="3491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4" name="pt8144"/>
            <p:cNvSpPr/>
            <p:nvPr/>
          </p:nvSpPr>
          <p:spPr>
            <a:xfrm>
              <a:off x="5163890" y="3485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5" name="pt8145"/>
            <p:cNvSpPr/>
            <p:nvPr/>
          </p:nvSpPr>
          <p:spPr>
            <a:xfrm>
              <a:off x="5158204" y="3569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6" name="pt8146"/>
            <p:cNvSpPr/>
            <p:nvPr/>
          </p:nvSpPr>
          <p:spPr>
            <a:xfrm>
              <a:off x="5193601" y="35021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7" name="pt8147"/>
            <p:cNvSpPr/>
            <p:nvPr/>
          </p:nvSpPr>
          <p:spPr>
            <a:xfrm>
              <a:off x="5099948" y="35852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8" name="pt8148"/>
            <p:cNvSpPr/>
            <p:nvPr/>
          </p:nvSpPr>
          <p:spPr>
            <a:xfrm>
              <a:off x="5170369" y="3569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49" name="pt8149"/>
            <p:cNvSpPr/>
            <p:nvPr/>
          </p:nvSpPr>
          <p:spPr>
            <a:xfrm>
              <a:off x="5119089" y="3594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0" name="pt8150"/>
            <p:cNvSpPr/>
            <p:nvPr/>
          </p:nvSpPr>
          <p:spPr>
            <a:xfrm>
              <a:off x="5153124" y="35744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1" name="pt8151"/>
            <p:cNvSpPr/>
            <p:nvPr/>
          </p:nvSpPr>
          <p:spPr>
            <a:xfrm>
              <a:off x="5239920" y="3556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2" name="pt8152"/>
            <p:cNvSpPr/>
            <p:nvPr/>
          </p:nvSpPr>
          <p:spPr>
            <a:xfrm>
              <a:off x="5154475" y="39972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3" name="pt8153"/>
            <p:cNvSpPr/>
            <p:nvPr/>
          </p:nvSpPr>
          <p:spPr>
            <a:xfrm>
              <a:off x="5305780" y="3502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4" name="pt8154"/>
            <p:cNvSpPr/>
            <p:nvPr/>
          </p:nvSpPr>
          <p:spPr>
            <a:xfrm>
              <a:off x="5159551" y="35472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5" name="pt8155"/>
            <p:cNvSpPr/>
            <p:nvPr/>
          </p:nvSpPr>
          <p:spPr>
            <a:xfrm>
              <a:off x="5154512" y="35050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6" name="pt8156"/>
            <p:cNvSpPr/>
            <p:nvPr/>
          </p:nvSpPr>
          <p:spPr>
            <a:xfrm>
              <a:off x="5179988" y="3483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7" name="pt8157"/>
            <p:cNvSpPr/>
            <p:nvPr/>
          </p:nvSpPr>
          <p:spPr>
            <a:xfrm>
              <a:off x="5118563" y="3576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8" name="pt8158"/>
            <p:cNvSpPr/>
            <p:nvPr/>
          </p:nvSpPr>
          <p:spPr>
            <a:xfrm>
              <a:off x="5152834" y="35699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59" name="pt8159"/>
            <p:cNvSpPr/>
            <p:nvPr/>
          </p:nvSpPr>
          <p:spPr>
            <a:xfrm>
              <a:off x="5130892" y="35756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0" name="pt8160"/>
            <p:cNvSpPr/>
            <p:nvPr/>
          </p:nvSpPr>
          <p:spPr>
            <a:xfrm>
              <a:off x="5149225" y="3507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1" name="pt8161"/>
            <p:cNvSpPr/>
            <p:nvPr/>
          </p:nvSpPr>
          <p:spPr>
            <a:xfrm>
              <a:off x="5095011" y="3582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2" name="pt8162"/>
            <p:cNvSpPr/>
            <p:nvPr/>
          </p:nvSpPr>
          <p:spPr>
            <a:xfrm>
              <a:off x="5135227" y="3557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3" name="pt8163"/>
            <p:cNvSpPr/>
            <p:nvPr/>
          </p:nvSpPr>
          <p:spPr>
            <a:xfrm>
              <a:off x="5173678" y="3532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4" name="pt8164"/>
            <p:cNvSpPr/>
            <p:nvPr/>
          </p:nvSpPr>
          <p:spPr>
            <a:xfrm>
              <a:off x="5217068" y="3529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5" name="pt8165"/>
            <p:cNvSpPr/>
            <p:nvPr/>
          </p:nvSpPr>
          <p:spPr>
            <a:xfrm>
              <a:off x="5163672" y="35719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6" name="pt8166"/>
            <p:cNvSpPr/>
            <p:nvPr/>
          </p:nvSpPr>
          <p:spPr>
            <a:xfrm>
              <a:off x="5176398" y="3514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7" name="pt8167"/>
            <p:cNvSpPr/>
            <p:nvPr/>
          </p:nvSpPr>
          <p:spPr>
            <a:xfrm>
              <a:off x="5170744" y="3471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8" name="pt8168"/>
            <p:cNvSpPr/>
            <p:nvPr/>
          </p:nvSpPr>
          <p:spPr>
            <a:xfrm>
              <a:off x="5163095" y="35243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69" name="pt8169"/>
            <p:cNvSpPr/>
            <p:nvPr/>
          </p:nvSpPr>
          <p:spPr>
            <a:xfrm>
              <a:off x="5161159" y="35281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0" name="pt8170"/>
            <p:cNvSpPr/>
            <p:nvPr/>
          </p:nvSpPr>
          <p:spPr>
            <a:xfrm>
              <a:off x="5189485" y="32762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1" name="pt8171"/>
            <p:cNvSpPr/>
            <p:nvPr/>
          </p:nvSpPr>
          <p:spPr>
            <a:xfrm>
              <a:off x="5199524" y="3515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2" name="pt8172"/>
            <p:cNvSpPr/>
            <p:nvPr/>
          </p:nvSpPr>
          <p:spPr>
            <a:xfrm>
              <a:off x="5109863" y="35887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3" name="pt8173"/>
            <p:cNvSpPr/>
            <p:nvPr/>
          </p:nvSpPr>
          <p:spPr>
            <a:xfrm>
              <a:off x="5243317" y="35029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4" name="pt8174"/>
            <p:cNvSpPr/>
            <p:nvPr/>
          </p:nvSpPr>
          <p:spPr>
            <a:xfrm>
              <a:off x="5129241" y="35720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5" name="pt8175"/>
            <p:cNvSpPr/>
            <p:nvPr/>
          </p:nvSpPr>
          <p:spPr>
            <a:xfrm>
              <a:off x="5197516" y="34216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6" name="pt8176"/>
            <p:cNvSpPr/>
            <p:nvPr/>
          </p:nvSpPr>
          <p:spPr>
            <a:xfrm>
              <a:off x="5117648" y="32491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7" name="pt8177"/>
            <p:cNvSpPr/>
            <p:nvPr/>
          </p:nvSpPr>
          <p:spPr>
            <a:xfrm>
              <a:off x="5131278" y="34054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8" name="pt8178"/>
            <p:cNvSpPr/>
            <p:nvPr/>
          </p:nvSpPr>
          <p:spPr>
            <a:xfrm>
              <a:off x="5201332" y="35291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79" name="pt8179"/>
            <p:cNvSpPr/>
            <p:nvPr/>
          </p:nvSpPr>
          <p:spPr>
            <a:xfrm>
              <a:off x="5200316" y="35450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0" name="pt8180"/>
            <p:cNvSpPr/>
            <p:nvPr/>
          </p:nvSpPr>
          <p:spPr>
            <a:xfrm>
              <a:off x="5129239" y="3643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1" name="pt8181"/>
            <p:cNvSpPr/>
            <p:nvPr/>
          </p:nvSpPr>
          <p:spPr>
            <a:xfrm>
              <a:off x="5139184" y="37294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2" name="pt8182"/>
            <p:cNvSpPr/>
            <p:nvPr/>
          </p:nvSpPr>
          <p:spPr>
            <a:xfrm>
              <a:off x="5143025" y="3444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3" name="pt8183"/>
            <p:cNvSpPr/>
            <p:nvPr/>
          </p:nvSpPr>
          <p:spPr>
            <a:xfrm>
              <a:off x="5130321" y="3572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4" name="pt8184"/>
            <p:cNvSpPr/>
            <p:nvPr/>
          </p:nvSpPr>
          <p:spPr>
            <a:xfrm>
              <a:off x="5140601" y="35898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5" name="pt8185"/>
            <p:cNvSpPr/>
            <p:nvPr/>
          </p:nvSpPr>
          <p:spPr>
            <a:xfrm>
              <a:off x="5113464" y="34157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6" name="pt8186"/>
            <p:cNvSpPr/>
            <p:nvPr/>
          </p:nvSpPr>
          <p:spPr>
            <a:xfrm>
              <a:off x="5135051" y="3576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7" name="pt8187"/>
            <p:cNvSpPr/>
            <p:nvPr/>
          </p:nvSpPr>
          <p:spPr>
            <a:xfrm>
              <a:off x="5153368" y="3570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8" name="pt8188"/>
            <p:cNvSpPr/>
            <p:nvPr/>
          </p:nvSpPr>
          <p:spPr>
            <a:xfrm>
              <a:off x="5062009" y="35237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89" name="pt8189"/>
            <p:cNvSpPr/>
            <p:nvPr/>
          </p:nvSpPr>
          <p:spPr>
            <a:xfrm>
              <a:off x="5164879" y="3518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0" name="pt8190"/>
            <p:cNvSpPr/>
            <p:nvPr/>
          </p:nvSpPr>
          <p:spPr>
            <a:xfrm>
              <a:off x="5205220" y="40255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1" name="pt8191"/>
            <p:cNvSpPr/>
            <p:nvPr/>
          </p:nvSpPr>
          <p:spPr>
            <a:xfrm>
              <a:off x="5203191" y="35629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2" name="pt8192"/>
            <p:cNvSpPr/>
            <p:nvPr/>
          </p:nvSpPr>
          <p:spPr>
            <a:xfrm>
              <a:off x="5122543" y="35645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3" name="pt8193"/>
            <p:cNvSpPr/>
            <p:nvPr/>
          </p:nvSpPr>
          <p:spPr>
            <a:xfrm>
              <a:off x="5137267" y="3470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4" name="pt8194"/>
            <p:cNvSpPr/>
            <p:nvPr/>
          </p:nvSpPr>
          <p:spPr>
            <a:xfrm>
              <a:off x="5255781" y="3502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5" name="pt8195"/>
            <p:cNvSpPr/>
            <p:nvPr/>
          </p:nvSpPr>
          <p:spPr>
            <a:xfrm>
              <a:off x="5232355" y="3639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6" name="pt8196"/>
            <p:cNvSpPr/>
            <p:nvPr/>
          </p:nvSpPr>
          <p:spPr>
            <a:xfrm>
              <a:off x="5152681" y="3521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7" name="pt8197"/>
            <p:cNvSpPr/>
            <p:nvPr/>
          </p:nvSpPr>
          <p:spPr>
            <a:xfrm>
              <a:off x="5148188" y="3598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8" name="pt8198"/>
            <p:cNvSpPr/>
            <p:nvPr/>
          </p:nvSpPr>
          <p:spPr>
            <a:xfrm>
              <a:off x="5190774" y="3555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199" name="pt8199"/>
            <p:cNvSpPr/>
            <p:nvPr/>
          </p:nvSpPr>
          <p:spPr>
            <a:xfrm>
              <a:off x="5205247" y="3478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0" name="pt8200"/>
            <p:cNvSpPr/>
            <p:nvPr/>
          </p:nvSpPr>
          <p:spPr>
            <a:xfrm>
              <a:off x="5128336" y="34948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1" name="pt8201"/>
            <p:cNvSpPr/>
            <p:nvPr/>
          </p:nvSpPr>
          <p:spPr>
            <a:xfrm>
              <a:off x="5255426" y="3562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2" name="pt8202"/>
            <p:cNvSpPr/>
            <p:nvPr/>
          </p:nvSpPr>
          <p:spPr>
            <a:xfrm>
              <a:off x="5145788" y="35605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3" name="pt8203"/>
            <p:cNvSpPr/>
            <p:nvPr/>
          </p:nvSpPr>
          <p:spPr>
            <a:xfrm>
              <a:off x="5156518" y="3544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4" name="pt8204"/>
            <p:cNvSpPr/>
            <p:nvPr/>
          </p:nvSpPr>
          <p:spPr>
            <a:xfrm>
              <a:off x="5129106" y="35668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5" name="pt8205"/>
            <p:cNvSpPr/>
            <p:nvPr/>
          </p:nvSpPr>
          <p:spPr>
            <a:xfrm>
              <a:off x="5221754" y="35284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6" name="pt8206"/>
            <p:cNvSpPr/>
            <p:nvPr/>
          </p:nvSpPr>
          <p:spPr>
            <a:xfrm>
              <a:off x="5126752" y="35574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7" name="pt8207"/>
            <p:cNvSpPr/>
            <p:nvPr/>
          </p:nvSpPr>
          <p:spPr>
            <a:xfrm>
              <a:off x="5160927" y="3277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8" name="pt8208"/>
            <p:cNvSpPr/>
            <p:nvPr/>
          </p:nvSpPr>
          <p:spPr>
            <a:xfrm>
              <a:off x="5138507" y="3540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09" name="pt8209"/>
            <p:cNvSpPr/>
            <p:nvPr/>
          </p:nvSpPr>
          <p:spPr>
            <a:xfrm>
              <a:off x="5107304" y="3555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0" name="pt8210"/>
            <p:cNvSpPr/>
            <p:nvPr/>
          </p:nvSpPr>
          <p:spPr>
            <a:xfrm>
              <a:off x="5131382" y="3581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1" name="pt8211"/>
            <p:cNvSpPr/>
            <p:nvPr/>
          </p:nvSpPr>
          <p:spPr>
            <a:xfrm>
              <a:off x="5294695" y="324321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pt8212"/>
            <p:cNvSpPr/>
            <p:nvPr/>
          </p:nvSpPr>
          <p:spPr>
            <a:xfrm>
              <a:off x="5142524" y="35569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3" name="pt8213"/>
            <p:cNvSpPr/>
            <p:nvPr/>
          </p:nvSpPr>
          <p:spPr>
            <a:xfrm>
              <a:off x="5188300" y="35308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4" name="pt8214"/>
            <p:cNvSpPr/>
            <p:nvPr/>
          </p:nvSpPr>
          <p:spPr>
            <a:xfrm>
              <a:off x="5266647" y="35561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5" name="pt8215"/>
            <p:cNvSpPr/>
            <p:nvPr/>
          </p:nvSpPr>
          <p:spPr>
            <a:xfrm>
              <a:off x="5260598" y="3583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6" name="pt8216"/>
            <p:cNvSpPr/>
            <p:nvPr/>
          </p:nvSpPr>
          <p:spPr>
            <a:xfrm>
              <a:off x="5177657" y="35524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7" name="pt8217"/>
            <p:cNvSpPr/>
            <p:nvPr/>
          </p:nvSpPr>
          <p:spPr>
            <a:xfrm>
              <a:off x="5122773" y="35705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8" name="pt8218"/>
            <p:cNvSpPr/>
            <p:nvPr/>
          </p:nvSpPr>
          <p:spPr>
            <a:xfrm>
              <a:off x="5186147" y="3634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19" name="pt8219"/>
            <p:cNvSpPr/>
            <p:nvPr/>
          </p:nvSpPr>
          <p:spPr>
            <a:xfrm>
              <a:off x="5167930" y="3560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0" name="pt8220"/>
            <p:cNvSpPr/>
            <p:nvPr/>
          </p:nvSpPr>
          <p:spPr>
            <a:xfrm>
              <a:off x="5194069" y="3489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1" name="pt8221"/>
            <p:cNvSpPr/>
            <p:nvPr/>
          </p:nvSpPr>
          <p:spPr>
            <a:xfrm>
              <a:off x="5145401" y="34966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2" name="pt8222"/>
            <p:cNvSpPr/>
            <p:nvPr/>
          </p:nvSpPr>
          <p:spPr>
            <a:xfrm>
              <a:off x="5177059" y="32210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3" name="pt8223"/>
            <p:cNvSpPr/>
            <p:nvPr/>
          </p:nvSpPr>
          <p:spPr>
            <a:xfrm>
              <a:off x="5109461" y="33712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4" name="pt8224"/>
            <p:cNvSpPr/>
            <p:nvPr/>
          </p:nvSpPr>
          <p:spPr>
            <a:xfrm>
              <a:off x="5173456" y="34425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5" name="pt8225"/>
            <p:cNvSpPr/>
            <p:nvPr/>
          </p:nvSpPr>
          <p:spPr>
            <a:xfrm>
              <a:off x="5265395" y="3563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6" name="pt8226"/>
            <p:cNvSpPr/>
            <p:nvPr/>
          </p:nvSpPr>
          <p:spPr>
            <a:xfrm>
              <a:off x="5164486" y="33678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7" name="pt8227"/>
            <p:cNvSpPr/>
            <p:nvPr/>
          </p:nvSpPr>
          <p:spPr>
            <a:xfrm>
              <a:off x="5175399" y="3628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t8228"/>
            <p:cNvSpPr/>
            <p:nvPr/>
          </p:nvSpPr>
          <p:spPr>
            <a:xfrm>
              <a:off x="5107571" y="3520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29" name="pt8229"/>
            <p:cNvSpPr/>
            <p:nvPr/>
          </p:nvSpPr>
          <p:spPr>
            <a:xfrm>
              <a:off x="5058003" y="3524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0" name="pt8230"/>
            <p:cNvSpPr/>
            <p:nvPr/>
          </p:nvSpPr>
          <p:spPr>
            <a:xfrm>
              <a:off x="5154505" y="3433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1" name="pt8231"/>
            <p:cNvSpPr/>
            <p:nvPr/>
          </p:nvSpPr>
          <p:spPr>
            <a:xfrm>
              <a:off x="5207206" y="3587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2" name="pt8232"/>
            <p:cNvSpPr/>
            <p:nvPr/>
          </p:nvSpPr>
          <p:spPr>
            <a:xfrm>
              <a:off x="5164326" y="3471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3" name="pt8233"/>
            <p:cNvSpPr/>
            <p:nvPr/>
          </p:nvSpPr>
          <p:spPr>
            <a:xfrm>
              <a:off x="5156209" y="3554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4" name="pt8234"/>
            <p:cNvSpPr/>
            <p:nvPr/>
          </p:nvSpPr>
          <p:spPr>
            <a:xfrm>
              <a:off x="5178271" y="34831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5" name="pt8235"/>
            <p:cNvSpPr/>
            <p:nvPr/>
          </p:nvSpPr>
          <p:spPr>
            <a:xfrm>
              <a:off x="5140774" y="3571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6" name="pt8236"/>
            <p:cNvSpPr/>
            <p:nvPr/>
          </p:nvSpPr>
          <p:spPr>
            <a:xfrm>
              <a:off x="5157030" y="3475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7" name="pt8237"/>
            <p:cNvSpPr/>
            <p:nvPr/>
          </p:nvSpPr>
          <p:spPr>
            <a:xfrm>
              <a:off x="5171988" y="3538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8" name="pt8238"/>
            <p:cNvSpPr/>
            <p:nvPr/>
          </p:nvSpPr>
          <p:spPr>
            <a:xfrm>
              <a:off x="5142321" y="35615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39" name="pt8239"/>
            <p:cNvSpPr/>
            <p:nvPr/>
          </p:nvSpPr>
          <p:spPr>
            <a:xfrm>
              <a:off x="5176040" y="36582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0" name="pt8240"/>
            <p:cNvSpPr/>
            <p:nvPr/>
          </p:nvSpPr>
          <p:spPr>
            <a:xfrm>
              <a:off x="5140882" y="3603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1" name="pt8241"/>
            <p:cNvSpPr/>
            <p:nvPr/>
          </p:nvSpPr>
          <p:spPr>
            <a:xfrm>
              <a:off x="5181265" y="35287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2" name="pt8242"/>
            <p:cNvSpPr/>
            <p:nvPr/>
          </p:nvSpPr>
          <p:spPr>
            <a:xfrm>
              <a:off x="5200162" y="3561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t8243"/>
            <p:cNvSpPr/>
            <p:nvPr/>
          </p:nvSpPr>
          <p:spPr>
            <a:xfrm>
              <a:off x="5174097" y="3579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4" name="pt8244"/>
            <p:cNvSpPr/>
            <p:nvPr/>
          </p:nvSpPr>
          <p:spPr>
            <a:xfrm>
              <a:off x="5217411" y="35705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5" name="pt8245"/>
            <p:cNvSpPr/>
            <p:nvPr/>
          </p:nvSpPr>
          <p:spPr>
            <a:xfrm>
              <a:off x="5137937" y="35596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6" name="pt8246"/>
            <p:cNvSpPr/>
            <p:nvPr/>
          </p:nvSpPr>
          <p:spPr>
            <a:xfrm>
              <a:off x="5075433" y="35935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7" name="pt8247"/>
            <p:cNvSpPr/>
            <p:nvPr/>
          </p:nvSpPr>
          <p:spPr>
            <a:xfrm>
              <a:off x="5095724" y="3541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8" name="pt8248"/>
            <p:cNvSpPr/>
            <p:nvPr/>
          </p:nvSpPr>
          <p:spPr>
            <a:xfrm>
              <a:off x="5270867" y="3528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49" name="pt8249"/>
            <p:cNvSpPr/>
            <p:nvPr/>
          </p:nvSpPr>
          <p:spPr>
            <a:xfrm>
              <a:off x="5219126" y="3385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0" name="pt8250"/>
            <p:cNvSpPr/>
            <p:nvPr/>
          </p:nvSpPr>
          <p:spPr>
            <a:xfrm>
              <a:off x="5165219" y="35193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1" name="pt8251"/>
            <p:cNvSpPr/>
            <p:nvPr/>
          </p:nvSpPr>
          <p:spPr>
            <a:xfrm>
              <a:off x="5162675" y="35440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2" name="pt8252"/>
            <p:cNvSpPr/>
            <p:nvPr/>
          </p:nvSpPr>
          <p:spPr>
            <a:xfrm>
              <a:off x="5190326" y="3532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3" name="pt8253"/>
            <p:cNvSpPr/>
            <p:nvPr/>
          </p:nvSpPr>
          <p:spPr>
            <a:xfrm>
              <a:off x="5080284" y="3553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4" name="pt8254"/>
            <p:cNvSpPr/>
            <p:nvPr/>
          </p:nvSpPr>
          <p:spPr>
            <a:xfrm>
              <a:off x="5196589" y="3564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5" name="pt8255"/>
            <p:cNvSpPr/>
            <p:nvPr/>
          </p:nvSpPr>
          <p:spPr>
            <a:xfrm>
              <a:off x="5090101" y="3562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6" name="pt8256"/>
            <p:cNvSpPr/>
            <p:nvPr/>
          </p:nvSpPr>
          <p:spPr>
            <a:xfrm>
              <a:off x="5149342" y="34500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7" name="pt8257"/>
            <p:cNvSpPr/>
            <p:nvPr/>
          </p:nvSpPr>
          <p:spPr>
            <a:xfrm>
              <a:off x="5130523" y="3587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8" name="pt8258"/>
            <p:cNvSpPr/>
            <p:nvPr/>
          </p:nvSpPr>
          <p:spPr>
            <a:xfrm>
              <a:off x="5106372" y="3550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59" name="pt8259"/>
            <p:cNvSpPr/>
            <p:nvPr/>
          </p:nvSpPr>
          <p:spPr>
            <a:xfrm>
              <a:off x="5186207" y="3389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0" name="pt8260"/>
            <p:cNvSpPr/>
            <p:nvPr/>
          </p:nvSpPr>
          <p:spPr>
            <a:xfrm>
              <a:off x="5231143" y="3548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1" name="pt8261"/>
            <p:cNvSpPr/>
            <p:nvPr/>
          </p:nvSpPr>
          <p:spPr>
            <a:xfrm>
              <a:off x="5180211" y="35535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2" name="pt8262"/>
            <p:cNvSpPr/>
            <p:nvPr/>
          </p:nvSpPr>
          <p:spPr>
            <a:xfrm>
              <a:off x="5081811" y="3447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3" name="pt8263"/>
            <p:cNvSpPr/>
            <p:nvPr/>
          </p:nvSpPr>
          <p:spPr>
            <a:xfrm>
              <a:off x="5103560" y="3554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4" name="pt8264"/>
            <p:cNvSpPr/>
            <p:nvPr/>
          </p:nvSpPr>
          <p:spPr>
            <a:xfrm>
              <a:off x="5065839" y="35700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5" name="pt8265"/>
            <p:cNvSpPr/>
            <p:nvPr/>
          </p:nvSpPr>
          <p:spPr>
            <a:xfrm>
              <a:off x="5147215" y="3568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6" name="pt8266"/>
            <p:cNvSpPr/>
            <p:nvPr/>
          </p:nvSpPr>
          <p:spPr>
            <a:xfrm>
              <a:off x="5180163" y="3371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7" name="pt8267"/>
            <p:cNvSpPr/>
            <p:nvPr/>
          </p:nvSpPr>
          <p:spPr>
            <a:xfrm>
              <a:off x="5123912" y="32836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8" name="pt8268"/>
            <p:cNvSpPr/>
            <p:nvPr/>
          </p:nvSpPr>
          <p:spPr>
            <a:xfrm>
              <a:off x="5141169" y="3556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69" name="pt8269"/>
            <p:cNvSpPr/>
            <p:nvPr/>
          </p:nvSpPr>
          <p:spPr>
            <a:xfrm>
              <a:off x="5171164" y="35450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0" name="pt8270"/>
            <p:cNvSpPr/>
            <p:nvPr/>
          </p:nvSpPr>
          <p:spPr>
            <a:xfrm>
              <a:off x="5247128" y="35987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1" name="pt8271"/>
            <p:cNvSpPr/>
            <p:nvPr/>
          </p:nvSpPr>
          <p:spPr>
            <a:xfrm>
              <a:off x="5179975" y="3540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2" name="pt8272"/>
            <p:cNvSpPr/>
            <p:nvPr/>
          </p:nvSpPr>
          <p:spPr>
            <a:xfrm>
              <a:off x="5147890" y="3307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3" name="pt8273"/>
            <p:cNvSpPr/>
            <p:nvPr/>
          </p:nvSpPr>
          <p:spPr>
            <a:xfrm>
              <a:off x="5158563" y="3316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4" name="pt8274"/>
            <p:cNvSpPr/>
            <p:nvPr/>
          </p:nvSpPr>
          <p:spPr>
            <a:xfrm>
              <a:off x="5206369" y="3453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5" name="pt8275"/>
            <p:cNvSpPr/>
            <p:nvPr/>
          </p:nvSpPr>
          <p:spPr>
            <a:xfrm>
              <a:off x="5160887" y="3277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6" name="pt8276"/>
            <p:cNvSpPr/>
            <p:nvPr/>
          </p:nvSpPr>
          <p:spPr>
            <a:xfrm>
              <a:off x="5160337" y="3863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7" name="pt8277"/>
            <p:cNvSpPr/>
            <p:nvPr/>
          </p:nvSpPr>
          <p:spPr>
            <a:xfrm>
              <a:off x="5130599" y="3572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8" name="pt8278"/>
            <p:cNvSpPr/>
            <p:nvPr/>
          </p:nvSpPr>
          <p:spPr>
            <a:xfrm>
              <a:off x="5179237" y="3528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79" name="pt8279"/>
            <p:cNvSpPr/>
            <p:nvPr/>
          </p:nvSpPr>
          <p:spPr>
            <a:xfrm>
              <a:off x="5208430" y="3505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0" name="pt8280"/>
            <p:cNvSpPr/>
            <p:nvPr/>
          </p:nvSpPr>
          <p:spPr>
            <a:xfrm>
              <a:off x="5174364" y="35707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1" name="pt8281"/>
            <p:cNvSpPr/>
            <p:nvPr/>
          </p:nvSpPr>
          <p:spPr>
            <a:xfrm>
              <a:off x="5138135" y="3430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2" name="pt8282"/>
            <p:cNvSpPr/>
            <p:nvPr/>
          </p:nvSpPr>
          <p:spPr>
            <a:xfrm>
              <a:off x="5125798" y="3483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3" name="pt8283"/>
            <p:cNvSpPr/>
            <p:nvPr/>
          </p:nvSpPr>
          <p:spPr>
            <a:xfrm>
              <a:off x="5167142" y="33982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4" name="pt8284"/>
            <p:cNvSpPr/>
            <p:nvPr/>
          </p:nvSpPr>
          <p:spPr>
            <a:xfrm>
              <a:off x="5151795" y="36155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5" name="pt8285"/>
            <p:cNvSpPr/>
            <p:nvPr/>
          </p:nvSpPr>
          <p:spPr>
            <a:xfrm>
              <a:off x="5151658" y="36034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6" name="pt8286"/>
            <p:cNvSpPr/>
            <p:nvPr/>
          </p:nvSpPr>
          <p:spPr>
            <a:xfrm>
              <a:off x="5218043" y="3480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7" name="pt8287"/>
            <p:cNvSpPr/>
            <p:nvPr/>
          </p:nvSpPr>
          <p:spPr>
            <a:xfrm>
              <a:off x="5127106" y="41853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8" name="pt8288"/>
            <p:cNvSpPr/>
            <p:nvPr/>
          </p:nvSpPr>
          <p:spPr>
            <a:xfrm>
              <a:off x="5164297" y="3572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89" name="pt8289"/>
            <p:cNvSpPr/>
            <p:nvPr/>
          </p:nvSpPr>
          <p:spPr>
            <a:xfrm>
              <a:off x="5166075" y="3509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0" name="pt8290"/>
            <p:cNvSpPr/>
            <p:nvPr/>
          </p:nvSpPr>
          <p:spPr>
            <a:xfrm>
              <a:off x="5107220" y="3561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1" name="pt8291"/>
            <p:cNvSpPr/>
            <p:nvPr/>
          </p:nvSpPr>
          <p:spPr>
            <a:xfrm>
              <a:off x="5142879" y="3320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2" name="pt8292"/>
            <p:cNvSpPr/>
            <p:nvPr/>
          </p:nvSpPr>
          <p:spPr>
            <a:xfrm>
              <a:off x="5179641" y="3536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3" name="pt8293"/>
            <p:cNvSpPr/>
            <p:nvPr/>
          </p:nvSpPr>
          <p:spPr>
            <a:xfrm>
              <a:off x="5104397" y="35769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4" name="pt8294"/>
            <p:cNvSpPr/>
            <p:nvPr/>
          </p:nvSpPr>
          <p:spPr>
            <a:xfrm>
              <a:off x="5159752" y="34337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5" name="pt8295"/>
            <p:cNvSpPr/>
            <p:nvPr/>
          </p:nvSpPr>
          <p:spPr>
            <a:xfrm>
              <a:off x="4991380" y="3609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6" name="pt8296"/>
            <p:cNvSpPr/>
            <p:nvPr/>
          </p:nvSpPr>
          <p:spPr>
            <a:xfrm>
              <a:off x="5189205" y="3503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7" name="pt8297"/>
            <p:cNvSpPr/>
            <p:nvPr/>
          </p:nvSpPr>
          <p:spPr>
            <a:xfrm>
              <a:off x="5258954" y="35177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8" name="pt8298"/>
            <p:cNvSpPr/>
            <p:nvPr/>
          </p:nvSpPr>
          <p:spPr>
            <a:xfrm>
              <a:off x="5177754" y="35386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299" name="pt8299"/>
            <p:cNvSpPr/>
            <p:nvPr/>
          </p:nvSpPr>
          <p:spPr>
            <a:xfrm>
              <a:off x="5125276" y="3527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0" name="pt8300"/>
            <p:cNvSpPr/>
            <p:nvPr/>
          </p:nvSpPr>
          <p:spPr>
            <a:xfrm>
              <a:off x="5144964" y="35887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1" name="pt8301"/>
            <p:cNvSpPr/>
            <p:nvPr/>
          </p:nvSpPr>
          <p:spPr>
            <a:xfrm>
              <a:off x="5200073" y="35528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2" name="pt8302"/>
            <p:cNvSpPr/>
            <p:nvPr/>
          </p:nvSpPr>
          <p:spPr>
            <a:xfrm>
              <a:off x="5169630" y="3523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3" name="pt8303"/>
            <p:cNvSpPr/>
            <p:nvPr/>
          </p:nvSpPr>
          <p:spPr>
            <a:xfrm>
              <a:off x="5194361" y="3553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4" name="pt8304"/>
            <p:cNvSpPr/>
            <p:nvPr/>
          </p:nvSpPr>
          <p:spPr>
            <a:xfrm>
              <a:off x="5093749" y="3583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5" name="pt8305"/>
            <p:cNvSpPr/>
            <p:nvPr/>
          </p:nvSpPr>
          <p:spPr>
            <a:xfrm>
              <a:off x="5169188" y="3464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6" name="pt8306"/>
            <p:cNvSpPr/>
            <p:nvPr/>
          </p:nvSpPr>
          <p:spPr>
            <a:xfrm>
              <a:off x="5141644" y="35467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7" name="pt8307"/>
            <p:cNvSpPr/>
            <p:nvPr/>
          </p:nvSpPr>
          <p:spPr>
            <a:xfrm>
              <a:off x="5165294" y="3607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8" name="pt8308"/>
            <p:cNvSpPr/>
            <p:nvPr/>
          </p:nvSpPr>
          <p:spPr>
            <a:xfrm>
              <a:off x="5199236" y="3551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09" name="pt8309"/>
            <p:cNvSpPr/>
            <p:nvPr/>
          </p:nvSpPr>
          <p:spPr>
            <a:xfrm>
              <a:off x="5129664" y="3503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0" name="pt8310"/>
            <p:cNvSpPr/>
            <p:nvPr/>
          </p:nvSpPr>
          <p:spPr>
            <a:xfrm>
              <a:off x="5073832" y="3549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1" name="pt8311"/>
            <p:cNvSpPr/>
            <p:nvPr/>
          </p:nvSpPr>
          <p:spPr>
            <a:xfrm>
              <a:off x="5212183" y="3526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2" name="pt8312"/>
            <p:cNvSpPr/>
            <p:nvPr/>
          </p:nvSpPr>
          <p:spPr>
            <a:xfrm>
              <a:off x="5079015" y="36472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3" name="pt8313"/>
            <p:cNvSpPr/>
            <p:nvPr/>
          </p:nvSpPr>
          <p:spPr>
            <a:xfrm>
              <a:off x="5165205" y="3528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4" name="pt8314"/>
            <p:cNvSpPr/>
            <p:nvPr/>
          </p:nvSpPr>
          <p:spPr>
            <a:xfrm>
              <a:off x="5208988" y="3448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5" name="pt8315"/>
            <p:cNvSpPr/>
            <p:nvPr/>
          </p:nvSpPr>
          <p:spPr>
            <a:xfrm>
              <a:off x="5154476" y="3221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6" name="pt8316"/>
            <p:cNvSpPr/>
            <p:nvPr/>
          </p:nvSpPr>
          <p:spPr>
            <a:xfrm>
              <a:off x="5150328" y="3618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7" name="pt8317"/>
            <p:cNvSpPr/>
            <p:nvPr/>
          </p:nvSpPr>
          <p:spPr>
            <a:xfrm>
              <a:off x="5181184" y="3554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8" name="pt8318"/>
            <p:cNvSpPr/>
            <p:nvPr/>
          </p:nvSpPr>
          <p:spPr>
            <a:xfrm>
              <a:off x="5203524" y="3583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19" name="pt8319"/>
            <p:cNvSpPr/>
            <p:nvPr/>
          </p:nvSpPr>
          <p:spPr>
            <a:xfrm>
              <a:off x="5152944" y="34995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0" name="pt8320"/>
            <p:cNvSpPr/>
            <p:nvPr/>
          </p:nvSpPr>
          <p:spPr>
            <a:xfrm>
              <a:off x="5246033" y="3531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1" name="pt8321"/>
            <p:cNvSpPr/>
            <p:nvPr/>
          </p:nvSpPr>
          <p:spPr>
            <a:xfrm>
              <a:off x="5165643" y="3533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2" name="pt8322"/>
            <p:cNvSpPr/>
            <p:nvPr/>
          </p:nvSpPr>
          <p:spPr>
            <a:xfrm>
              <a:off x="5062880" y="3596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3" name="pt8323"/>
            <p:cNvSpPr/>
            <p:nvPr/>
          </p:nvSpPr>
          <p:spPr>
            <a:xfrm>
              <a:off x="5142279" y="34728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4" name="pt8324"/>
            <p:cNvSpPr/>
            <p:nvPr/>
          </p:nvSpPr>
          <p:spPr>
            <a:xfrm>
              <a:off x="5143732" y="3565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5" name="pt8325"/>
            <p:cNvSpPr/>
            <p:nvPr/>
          </p:nvSpPr>
          <p:spPr>
            <a:xfrm>
              <a:off x="5165577" y="35217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6" name="pt8326"/>
            <p:cNvSpPr/>
            <p:nvPr/>
          </p:nvSpPr>
          <p:spPr>
            <a:xfrm>
              <a:off x="5188632" y="3563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7" name="pt8327"/>
            <p:cNvSpPr/>
            <p:nvPr/>
          </p:nvSpPr>
          <p:spPr>
            <a:xfrm>
              <a:off x="5153386" y="3327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8" name="pt8328"/>
            <p:cNvSpPr/>
            <p:nvPr/>
          </p:nvSpPr>
          <p:spPr>
            <a:xfrm>
              <a:off x="5155649" y="3613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29" name="pt8329"/>
            <p:cNvSpPr/>
            <p:nvPr/>
          </p:nvSpPr>
          <p:spPr>
            <a:xfrm>
              <a:off x="5225654" y="3484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0" name="pt8330"/>
            <p:cNvSpPr/>
            <p:nvPr/>
          </p:nvSpPr>
          <p:spPr>
            <a:xfrm>
              <a:off x="5148136" y="35419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1" name="pt8331"/>
            <p:cNvSpPr/>
            <p:nvPr/>
          </p:nvSpPr>
          <p:spPr>
            <a:xfrm>
              <a:off x="5153146" y="35427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2" name="pt8332"/>
            <p:cNvSpPr/>
            <p:nvPr/>
          </p:nvSpPr>
          <p:spPr>
            <a:xfrm>
              <a:off x="5201239" y="3564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3" name="pt8333"/>
            <p:cNvSpPr/>
            <p:nvPr/>
          </p:nvSpPr>
          <p:spPr>
            <a:xfrm>
              <a:off x="5132160" y="35577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4" name="pt8334"/>
            <p:cNvSpPr/>
            <p:nvPr/>
          </p:nvSpPr>
          <p:spPr>
            <a:xfrm>
              <a:off x="5176895" y="35976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5" name="pt8335"/>
            <p:cNvSpPr/>
            <p:nvPr/>
          </p:nvSpPr>
          <p:spPr>
            <a:xfrm>
              <a:off x="5160377" y="3610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6" name="pt8336"/>
            <p:cNvSpPr/>
            <p:nvPr/>
          </p:nvSpPr>
          <p:spPr>
            <a:xfrm>
              <a:off x="5179700" y="3647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7" name="pt8337"/>
            <p:cNvSpPr/>
            <p:nvPr/>
          </p:nvSpPr>
          <p:spPr>
            <a:xfrm>
              <a:off x="5168934" y="3555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8" name="pt8338"/>
            <p:cNvSpPr/>
            <p:nvPr/>
          </p:nvSpPr>
          <p:spPr>
            <a:xfrm>
              <a:off x="5134893" y="35804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39" name="pt8339"/>
            <p:cNvSpPr/>
            <p:nvPr/>
          </p:nvSpPr>
          <p:spPr>
            <a:xfrm>
              <a:off x="5149295" y="34287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0" name="pt8340"/>
            <p:cNvSpPr/>
            <p:nvPr/>
          </p:nvSpPr>
          <p:spPr>
            <a:xfrm>
              <a:off x="5182799" y="35539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1" name="pt8341"/>
            <p:cNvSpPr/>
            <p:nvPr/>
          </p:nvSpPr>
          <p:spPr>
            <a:xfrm>
              <a:off x="5058746" y="3508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2" name="pt8342"/>
            <p:cNvSpPr/>
            <p:nvPr/>
          </p:nvSpPr>
          <p:spPr>
            <a:xfrm>
              <a:off x="5205616" y="35031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3" name="pt8343"/>
            <p:cNvSpPr/>
            <p:nvPr/>
          </p:nvSpPr>
          <p:spPr>
            <a:xfrm>
              <a:off x="5090892" y="35951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4" name="pt8344"/>
            <p:cNvSpPr/>
            <p:nvPr/>
          </p:nvSpPr>
          <p:spPr>
            <a:xfrm>
              <a:off x="5161327" y="3216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5" name="pt8345"/>
            <p:cNvSpPr/>
            <p:nvPr/>
          </p:nvSpPr>
          <p:spPr>
            <a:xfrm>
              <a:off x="5133941" y="35292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6" name="pt8346"/>
            <p:cNvSpPr/>
            <p:nvPr/>
          </p:nvSpPr>
          <p:spPr>
            <a:xfrm>
              <a:off x="5194744" y="35847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t8347"/>
            <p:cNvSpPr/>
            <p:nvPr/>
          </p:nvSpPr>
          <p:spPr>
            <a:xfrm>
              <a:off x="5147767" y="36311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8" name="pt8348"/>
            <p:cNvSpPr/>
            <p:nvPr/>
          </p:nvSpPr>
          <p:spPr>
            <a:xfrm>
              <a:off x="5216251" y="36447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49" name="pt8349"/>
            <p:cNvSpPr/>
            <p:nvPr/>
          </p:nvSpPr>
          <p:spPr>
            <a:xfrm>
              <a:off x="5158679" y="35498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0" name="pt8350"/>
            <p:cNvSpPr/>
            <p:nvPr/>
          </p:nvSpPr>
          <p:spPr>
            <a:xfrm>
              <a:off x="5180181" y="3618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1" name="pt8351"/>
            <p:cNvSpPr/>
            <p:nvPr/>
          </p:nvSpPr>
          <p:spPr>
            <a:xfrm>
              <a:off x="5167575" y="3563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2" name="pt8352"/>
            <p:cNvSpPr/>
            <p:nvPr/>
          </p:nvSpPr>
          <p:spPr>
            <a:xfrm>
              <a:off x="5155053" y="3538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3" name="pt8353"/>
            <p:cNvSpPr/>
            <p:nvPr/>
          </p:nvSpPr>
          <p:spPr>
            <a:xfrm>
              <a:off x="5131716" y="35334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4" name="pt8354"/>
            <p:cNvSpPr/>
            <p:nvPr/>
          </p:nvSpPr>
          <p:spPr>
            <a:xfrm>
              <a:off x="5187879" y="34986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5" name="pt8355"/>
            <p:cNvSpPr/>
            <p:nvPr/>
          </p:nvSpPr>
          <p:spPr>
            <a:xfrm>
              <a:off x="5172646" y="35682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6" name="pt8356"/>
            <p:cNvSpPr/>
            <p:nvPr/>
          </p:nvSpPr>
          <p:spPr>
            <a:xfrm>
              <a:off x="5215379" y="3562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7" name="pt8357"/>
            <p:cNvSpPr/>
            <p:nvPr/>
          </p:nvSpPr>
          <p:spPr>
            <a:xfrm>
              <a:off x="5154418" y="35588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8" name="pt8358"/>
            <p:cNvSpPr/>
            <p:nvPr/>
          </p:nvSpPr>
          <p:spPr>
            <a:xfrm>
              <a:off x="5201822" y="3506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59" name="pt8359"/>
            <p:cNvSpPr/>
            <p:nvPr/>
          </p:nvSpPr>
          <p:spPr>
            <a:xfrm>
              <a:off x="5324812" y="3472365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pt8360"/>
            <p:cNvSpPr/>
            <p:nvPr/>
          </p:nvSpPr>
          <p:spPr>
            <a:xfrm>
              <a:off x="5156751" y="35397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1" name="pt8361"/>
            <p:cNvSpPr/>
            <p:nvPr/>
          </p:nvSpPr>
          <p:spPr>
            <a:xfrm>
              <a:off x="5166912" y="3342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2" name="pt8362"/>
            <p:cNvSpPr/>
            <p:nvPr/>
          </p:nvSpPr>
          <p:spPr>
            <a:xfrm>
              <a:off x="5199595" y="35266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3" name="pt8363"/>
            <p:cNvSpPr/>
            <p:nvPr/>
          </p:nvSpPr>
          <p:spPr>
            <a:xfrm>
              <a:off x="5180893" y="35414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4" name="pt8364"/>
            <p:cNvSpPr/>
            <p:nvPr/>
          </p:nvSpPr>
          <p:spPr>
            <a:xfrm>
              <a:off x="5212334" y="3540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5" name="pt8365"/>
            <p:cNvSpPr/>
            <p:nvPr/>
          </p:nvSpPr>
          <p:spPr>
            <a:xfrm>
              <a:off x="5140862" y="35667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6" name="pt8366"/>
            <p:cNvSpPr/>
            <p:nvPr/>
          </p:nvSpPr>
          <p:spPr>
            <a:xfrm>
              <a:off x="5276483" y="3590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7" name="pt8367"/>
            <p:cNvSpPr/>
            <p:nvPr/>
          </p:nvSpPr>
          <p:spPr>
            <a:xfrm>
              <a:off x="5216226" y="35961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8" name="pt8368"/>
            <p:cNvSpPr/>
            <p:nvPr/>
          </p:nvSpPr>
          <p:spPr>
            <a:xfrm>
              <a:off x="5126820" y="3556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69" name="pt8369"/>
            <p:cNvSpPr/>
            <p:nvPr/>
          </p:nvSpPr>
          <p:spPr>
            <a:xfrm>
              <a:off x="5193982" y="3545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0" name="pt8370"/>
            <p:cNvSpPr/>
            <p:nvPr/>
          </p:nvSpPr>
          <p:spPr>
            <a:xfrm>
              <a:off x="5084019" y="3603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1" name="pt8371"/>
            <p:cNvSpPr/>
            <p:nvPr/>
          </p:nvSpPr>
          <p:spPr>
            <a:xfrm>
              <a:off x="5239339" y="3533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2" name="pt8372"/>
            <p:cNvSpPr/>
            <p:nvPr/>
          </p:nvSpPr>
          <p:spPr>
            <a:xfrm>
              <a:off x="5197980" y="3567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3" name="pt8373"/>
            <p:cNvSpPr/>
            <p:nvPr/>
          </p:nvSpPr>
          <p:spPr>
            <a:xfrm>
              <a:off x="5092963" y="3547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4" name="pt8374"/>
            <p:cNvSpPr/>
            <p:nvPr/>
          </p:nvSpPr>
          <p:spPr>
            <a:xfrm>
              <a:off x="5147322" y="34524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5" name="pt8375"/>
            <p:cNvSpPr/>
            <p:nvPr/>
          </p:nvSpPr>
          <p:spPr>
            <a:xfrm>
              <a:off x="5196082" y="35198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6" name="pt8376"/>
            <p:cNvSpPr/>
            <p:nvPr/>
          </p:nvSpPr>
          <p:spPr>
            <a:xfrm>
              <a:off x="5119142" y="3546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7" name="pt8377"/>
            <p:cNvSpPr/>
            <p:nvPr/>
          </p:nvSpPr>
          <p:spPr>
            <a:xfrm>
              <a:off x="5117422" y="3614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8" name="pt8378"/>
            <p:cNvSpPr/>
            <p:nvPr/>
          </p:nvSpPr>
          <p:spPr>
            <a:xfrm>
              <a:off x="5193686" y="35680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79" name="pt8379"/>
            <p:cNvSpPr/>
            <p:nvPr/>
          </p:nvSpPr>
          <p:spPr>
            <a:xfrm>
              <a:off x="5157089" y="35913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0" name="pt8380"/>
            <p:cNvSpPr/>
            <p:nvPr/>
          </p:nvSpPr>
          <p:spPr>
            <a:xfrm>
              <a:off x="5112433" y="35432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1" name="pt8381"/>
            <p:cNvSpPr/>
            <p:nvPr/>
          </p:nvSpPr>
          <p:spPr>
            <a:xfrm>
              <a:off x="5231216" y="35181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2" name="pt8382"/>
            <p:cNvSpPr/>
            <p:nvPr/>
          </p:nvSpPr>
          <p:spPr>
            <a:xfrm>
              <a:off x="5268669" y="343681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pt8383"/>
            <p:cNvSpPr/>
            <p:nvPr/>
          </p:nvSpPr>
          <p:spPr>
            <a:xfrm>
              <a:off x="5179088" y="35437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4" name="pt8384"/>
            <p:cNvSpPr/>
            <p:nvPr/>
          </p:nvSpPr>
          <p:spPr>
            <a:xfrm>
              <a:off x="5132412" y="3554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5" name="pt8385"/>
            <p:cNvSpPr/>
            <p:nvPr/>
          </p:nvSpPr>
          <p:spPr>
            <a:xfrm>
              <a:off x="5192286" y="35683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6" name="pt8386"/>
            <p:cNvSpPr/>
            <p:nvPr/>
          </p:nvSpPr>
          <p:spPr>
            <a:xfrm>
              <a:off x="5220423" y="35726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7" name="pt8387"/>
            <p:cNvSpPr/>
            <p:nvPr/>
          </p:nvSpPr>
          <p:spPr>
            <a:xfrm>
              <a:off x="5108608" y="3327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8" name="pt8388"/>
            <p:cNvSpPr/>
            <p:nvPr/>
          </p:nvSpPr>
          <p:spPr>
            <a:xfrm>
              <a:off x="5173355" y="34874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89" name="pt8389"/>
            <p:cNvSpPr/>
            <p:nvPr/>
          </p:nvSpPr>
          <p:spPr>
            <a:xfrm>
              <a:off x="5152590" y="3527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0" name="pt8390"/>
            <p:cNvSpPr/>
            <p:nvPr/>
          </p:nvSpPr>
          <p:spPr>
            <a:xfrm>
              <a:off x="5161238" y="34708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1" name="pt8391"/>
            <p:cNvSpPr/>
            <p:nvPr/>
          </p:nvSpPr>
          <p:spPr>
            <a:xfrm>
              <a:off x="5138282" y="35784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2" name="pt8392"/>
            <p:cNvSpPr/>
            <p:nvPr/>
          </p:nvSpPr>
          <p:spPr>
            <a:xfrm>
              <a:off x="5150461" y="3503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3" name="pt8393"/>
            <p:cNvSpPr/>
            <p:nvPr/>
          </p:nvSpPr>
          <p:spPr>
            <a:xfrm>
              <a:off x="5199397" y="34674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4" name="pt8394"/>
            <p:cNvSpPr/>
            <p:nvPr/>
          </p:nvSpPr>
          <p:spPr>
            <a:xfrm>
              <a:off x="5113898" y="35165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5" name="pt8395"/>
            <p:cNvSpPr/>
            <p:nvPr/>
          </p:nvSpPr>
          <p:spPr>
            <a:xfrm>
              <a:off x="5223956" y="3533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6" name="pt8396"/>
            <p:cNvSpPr/>
            <p:nvPr/>
          </p:nvSpPr>
          <p:spPr>
            <a:xfrm>
              <a:off x="5168368" y="34903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7" name="pt8397"/>
            <p:cNvSpPr/>
            <p:nvPr/>
          </p:nvSpPr>
          <p:spPr>
            <a:xfrm>
              <a:off x="5216553" y="35694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8" name="pt8398"/>
            <p:cNvSpPr/>
            <p:nvPr/>
          </p:nvSpPr>
          <p:spPr>
            <a:xfrm>
              <a:off x="5166921" y="35357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399" name="pt8399"/>
            <p:cNvSpPr/>
            <p:nvPr/>
          </p:nvSpPr>
          <p:spPr>
            <a:xfrm>
              <a:off x="5110425" y="3628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0" name="pt8400"/>
            <p:cNvSpPr/>
            <p:nvPr/>
          </p:nvSpPr>
          <p:spPr>
            <a:xfrm>
              <a:off x="5183421" y="35293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1" name="pt8401"/>
            <p:cNvSpPr/>
            <p:nvPr/>
          </p:nvSpPr>
          <p:spPr>
            <a:xfrm>
              <a:off x="5172327" y="3555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2" name="pt8402"/>
            <p:cNvSpPr/>
            <p:nvPr/>
          </p:nvSpPr>
          <p:spPr>
            <a:xfrm>
              <a:off x="5152821" y="35304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3" name="pt8403"/>
            <p:cNvSpPr/>
            <p:nvPr/>
          </p:nvSpPr>
          <p:spPr>
            <a:xfrm>
              <a:off x="5154739" y="3573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4" name="pt8404"/>
            <p:cNvSpPr/>
            <p:nvPr/>
          </p:nvSpPr>
          <p:spPr>
            <a:xfrm>
              <a:off x="5176429" y="35581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5" name="pt8405"/>
            <p:cNvSpPr/>
            <p:nvPr/>
          </p:nvSpPr>
          <p:spPr>
            <a:xfrm>
              <a:off x="5140321" y="35723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6" name="pt8406"/>
            <p:cNvSpPr/>
            <p:nvPr/>
          </p:nvSpPr>
          <p:spPr>
            <a:xfrm>
              <a:off x="5205346" y="35735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7" name="pt8407"/>
            <p:cNvSpPr/>
            <p:nvPr/>
          </p:nvSpPr>
          <p:spPr>
            <a:xfrm>
              <a:off x="5208515" y="35801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8" name="pt8408"/>
            <p:cNvSpPr/>
            <p:nvPr/>
          </p:nvSpPr>
          <p:spPr>
            <a:xfrm>
              <a:off x="5186681" y="3522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09" name="pt8409"/>
            <p:cNvSpPr/>
            <p:nvPr/>
          </p:nvSpPr>
          <p:spPr>
            <a:xfrm>
              <a:off x="5197607" y="36140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0" name="pt8410"/>
            <p:cNvSpPr/>
            <p:nvPr/>
          </p:nvSpPr>
          <p:spPr>
            <a:xfrm>
              <a:off x="5158125" y="3564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1" name="pt8411"/>
            <p:cNvSpPr/>
            <p:nvPr/>
          </p:nvSpPr>
          <p:spPr>
            <a:xfrm>
              <a:off x="5092062" y="35583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2" name="pt8412"/>
            <p:cNvSpPr/>
            <p:nvPr/>
          </p:nvSpPr>
          <p:spPr>
            <a:xfrm>
              <a:off x="5145274" y="35635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3" name="pt8413"/>
            <p:cNvSpPr/>
            <p:nvPr/>
          </p:nvSpPr>
          <p:spPr>
            <a:xfrm>
              <a:off x="5135486" y="35534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4" name="pt8414"/>
            <p:cNvSpPr/>
            <p:nvPr/>
          </p:nvSpPr>
          <p:spPr>
            <a:xfrm>
              <a:off x="5045021" y="3568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5" name="pt8415"/>
            <p:cNvSpPr/>
            <p:nvPr/>
          </p:nvSpPr>
          <p:spPr>
            <a:xfrm>
              <a:off x="5235716" y="3543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6" name="pt8416"/>
            <p:cNvSpPr/>
            <p:nvPr/>
          </p:nvSpPr>
          <p:spPr>
            <a:xfrm>
              <a:off x="5142048" y="3475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7" name="pt8417"/>
            <p:cNvSpPr/>
            <p:nvPr/>
          </p:nvSpPr>
          <p:spPr>
            <a:xfrm>
              <a:off x="5206078" y="3544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8" name="pt8418"/>
            <p:cNvSpPr/>
            <p:nvPr/>
          </p:nvSpPr>
          <p:spPr>
            <a:xfrm>
              <a:off x="5189357" y="3402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19" name="pt8419"/>
            <p:cNvSpPr/>
            <p:nvPr/>
          </p:nvSpPr>
          <p:spPr>
            <a:xfrm>
              <a:off x="5200743" y="35669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0" name="pt8420"/>
            <p:cNvSpPr/>
            <p:nvPr/>
          </p:nvSpPr>
          <p:spPr>
            <a:xfrm>
              <a:off x="4836385" y="3596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1" name="pt8421"/>
            <p:cNvSpPr/>
            <p:nvPr/>
          </p:nvSpPr>
          <p:spPr>
            <a:xfrm>
              <a:off x="5190281" y="3574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2" name="pt8422"/>
            <p:cNvSpPr/>
            <p:nvPr/>
          </p:nvSpPr>
          <p:spPr>
            <a:xfrm>
              <a:off x="5123801" y="3576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3" name="pt8423"/>
            <p:cNvSpPr/>
            <p:nvPr/>
          </p:nvSpPr>
          <p:spPr>
            <a:xfrm>
              <a:off x="5110012" y="3556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4" name="pt8424"/>
            <p:cNvSpPr/>
            <p:nvPr/>
          </p:nvSpPr>
          <p:spPr>
            <a:xfrm>
              <a:off x="5170440" y="3524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5" name="pt8425"/>
            <p:cNvSpPr/>
            <p:nvPr/>
          </p:nvSpPr>
          <p:spPr>
            <a:xfrm>
              <a:off x="5135281" y="35392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6" name="pt8426"/>
            <p:cNvSpPr/>
            <p:nvPr/>
          </p:nvSpPr>
          <p:spPr>
            <a:xfrm>
              <a:off x="5165920" y="3573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7" name="pt8427"/>
            <p:cNvSpPr/>
            <p:nvPr/>
          </p:nvSpPr>
          <p:spPr>
            <a:xfrm>
              <a:off x="5114453" y="35311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8" name="pt8428"/>
            <p:cNvSpPr/>
            <p:nvPr/>
          </p:nvSpPr>
          <p:spPr>
            <a:xfrm>
              <a:off x="5143453" y="35139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29" name="pt8429"/>
            <p:cNvSpPr/>
            <p:nvPr/>
          </p:nvSpPr>
          <p:spPr>
            <a:xfrm>
              <a:off x="5194819" y="3552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0" name="pt8430"/>
            <p:cNvSpPr/>
            <p:nvPr/>
          </p:nvSpPr>
          <p:spPr>
            <a:xfrm>
              <a:off x="5159289" y="36964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1" name="pt8431"/>
            <p:cNvSpPr/>
            <p:nvPr/>
          </p:nvSpPr>
          <p:spPr>
            <a:xfrm>
              <a:off x="5148003" y="3430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2" name="pt8432"/>
            <p:cNvSpPr/>
            <p:nvPr/>
          </p:nvSpPr>
          <p:spPr>
            <a:xfrm>
              <a:off x="5132794" y="3602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3" name="pt8433"/>
            <p:cNvSpPr/>
            <p:nvPr/>
          </p:nvSpPr>
          <p:spPr>
            <a:xfrm>
              <a:off x="5135252" y="3596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4" name="pt8434"/>
            <p:cNvSpPr/>
            <p:nvPr/>
          </p:nvSpPr>
          <p:spPr>
            <a:xfrm>
              <a:off x="5234682" y="3533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5" name="pt8435"/>
            <p:cNvSpPr/>
            <p:nvPr/>
          </p:nvSpPr>
          <p:spPr>
            <a:xfrm>
              <a:off x="5152259" y="3623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6" name="pt8436"/>
            <p:cNvSpPr/>
            <p:nvPr/>
          </p:nvSpPr>
          <p:spPr>
            <a:xfrm>
              <a:off x="5167740" y="35643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7" name="pt8437"/>
            <p:cNvSpPr/>
            <p:nvPr/>
          </p:nvSpPr>
          <p:spPr>
            <a:xfrm>
              <a:off x="5120871" y="35241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8" name="pt8438"/>
            <p:cNvSpPr/>
            <p:nvPr/>
          </p:nvSpPr>
          <p:spPr>
            <a:xfrm>
              <a:off x="5057372" y="35766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39" name="pt8439"/>
            <p:cNvSpPr/>
            <p:nvPr/>
          </p:nvSpPr>
          <p:spPr>
            <a:xfrm>
              <a:off x="5101388" y="3579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0" name="pt8440"/>
            <p:cNvSpPr/>
            <p:nvPr/>
          </p:nvSpPr>
          <p:spPr>
            <a:xfrm>
              <a:off x="5155767" y="35363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1" name="pt8441"/>
            <p:cNvSpPr/>
            <p:nvPr/>
          </p:nvSpPr>
          <p:spPr>
            <a:xfrm>
              <a:off x="5198867" y="35453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2" name="pt8442"/>
            <p:cNvSpPr/>
            <p:nvPr/>
          </p:nvSpPr>
          <p:spPr>
            <a:xfrm>
              <a:off x="5234779" y="35831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3" name="pt8443"/>
            <p:cNvSpPr/>
            <p:nvPr/>
          </p:nvSpPr>
          <p:spPr>
            <a:xfrm>
              <a:off x="5153919" y="3566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4" name="pt8444"/>
            <p:cNvSpPr/>
            <p:nvPr/>
          </p:nvSpPr>
          <p:spPr>
            <a:xfrm>
              <a:off x="5130667" y="36287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5" name="pt8445"/>
            <p:cNvSpPr/>
            <p:nvPr/>
          </p:nvSpPr>
          <p:spPr>
            <a:xfrm>
              <a:off x="5153995" y="3474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6" name="pt8446"/>
            <p:cNvSpPr/>
            <p:nvPr/>
          </p:nvSpPr>
          <p:spPr>
            <a:xfrm>
              <a:off x="5207393" y="3547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7" name="pt8447"/>
            <p:cNvSpPr/>
            <p:nvPr/>
          </p:nvSpPr>
          <p:spPr>
            <a:xfrm>
              <a:off x="5153271" y="3579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8" name="pt8448"/>
            <p:cNvSpPr/>
            <p:nvPr/>
          </p:nvSpPr>
          <p:spPr>
            <a:xfrm>
              <a:off x="5276593" y="3582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49" name="pt8449"/>
            <p:cNvSpPr/>
            <p:nvPr/>
          </p:nvSpPr>
          <p:spPr>
            <a:xfrm>
              <a:off x="5180861" y="34898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t8450"/>
            <p:cNvSpPr/>
            <p:nvPr/>
          </p:nvSpPr>
          <p:spPr>
            <a:xfrm>
              <a:off x="5153867" y="34934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1" name="pt8451"/>
            <p:cNvSpPr/>
            <p:nvPr/>
          </p:nvSpPr>
          <p:spPr>
            <a:xfrm>
              <a:off x="5148670" y="3563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2" name="pt8452"/>
            <p:cNvSpPr/>
            <p:nvPr/>
          </p:nvSpPr>
          <p:spPr>
            <a:xfrm>
              <a:off x="5134105" y="35089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3" name="pt8453"/>
            <p:cNvSpPr/>
            <p:nvPr/>
          </p:nvSpPr>
          <p:spPr>
            <a:xfrm>
              <a:off x="5147235" y="35511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4" name="pt8454"/>
            <p:cNvSpPr/>
            <p:nvPr/>
          </p:nvSpPr>
          <p:spPr>
            <a:xfrm>
              <a:off x="5221326" y="3520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5" name="pt8455"/>
            <p:cNvSpPr/>
            <p:nvPr/>
          </p:nvSpPr>
          <p:spPr>
            <a:xfrm>
              <a:off x="5159413" y="35801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6" name="pt8456"/>
            <p:cNvSpPr/>
            <p:nvPr/>
          </p:nvSpPr>
          <p:spPr>
            <a:xfrm>
              <a:off x="5173300" y="35505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7" name="pt8457"/>
            <p:cNvSpPr/>
            <p:nvPr/>
          </p:nvSpPr>
          <p:spPr>
            <a:xfrm>
              <a:off x="5184547" y="35225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8" name="pt8458"/>
            <p:cNvSpPr/>
            <p:nvPr/>
          </p:nvSpPr>
          <p:spPr>
            <a:xfrm>
              <a:off x="5088885" y="3570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59" name="pt8459"/>
            <p:cNvSpPr/>
            <p:nvPr/>
          </p:nvSpPr>
          <p:spPr>
            <a:xfrm>
              <a:off x="5187822" y="3552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0" name="pt8460"/>
            <p:cNvSpPr/>
            <p:nvPr/>
          </p:nvSpPr>
          <p:spPr>
            <a:xfrm>
              <a:off x="5181475" y="35762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1" name="pt8461"/>
            <p:cNvSpPr/>
            <p:nvPr/>
          </p:nvSpPr>
          <p:spPr>
            <a:xfrm>
              <a:off x="5186934" y="3547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2" name="pt8462"/>
            <p:cNvSpPr/>
            <p:nvPr/>
          </p:nvSpPr>
          <p:spPr>
            <a:xfrm>
              <a:off x="5225390" y="3598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3" name="pt8463"/>
            <p:cNvSpPr/>
            <p:nvPr/>
          </p:nvSpPr>
          <p:spPr>
            <a:xfrm>
              <a:off x="5195698" y="3511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4" name="pt8464"/>
            <p:cNvSpPr/>
            <p:nvPr/>
          </p:nvSpPr>
          <p:spPr>
            <a:xfrm>
              <a:off x="5168324" y="3573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5" name="pt8465"/>
            <p:cNvSpPr/>
            <p:nvPr/>
          </p:nvSpPr>
          <p:spPr>
            <a:xfrm>
              <a:off x="5086001" y="3523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6" name="pt8466"/>
            <p:cNvSpPr/>
            <p:nvPr/>
          </p:nvSpPr>
          <p:spPr>
            <a:xfrm>
              <a:off x="5101675" y="3568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7" name="pt8467"/>
            <p:cNvSpPr/>
            <p:nvPr/>
          </p:nvSpPr>
          <p:spPr>
            <a:xfrm>
              <a:off x="5124215" y="35437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8" name="pt8468"/>
            <p:cNvSpPr/>
            <p:nvPr/>
          </p:nvSpPr>
          <p:spPr>
            <a:xfrm>
              <a:off x="5144212" y="35748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69" name="pt8469"/>
            <p:cNvSpPr/>
            <p:nvPr/>
          </p:nvSpPr>
          <p:spPr>
            <a:xfrm>
              <a:off x="5126152" y="3579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0" name="pt8470"/>
            <p:cNvSpPr/>
            <p:nvPr/>
          </p:nvSpPr>
          <p:spPr>
            <a:xfrm>
              <a:off x="5092141" y="3501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1" name="pt8471"/>
            <p:cNvSpPr/>
            <p:nvPr/>
          </p:nvSpPr>
          <p:spPr>
            <a:xfrm>
              <a:off x="5167195" y="35497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2" name="pt8472"/>
            <p:cNvSpPr/>
            <p:nvPr/>
          </p:nvSpPr>
          <p:spPr>
            <a:xfrm>
              <a:off x="5252435" y="35568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3" name="pt8473"/>
            <p:cNvSpPr/>
            <p:nvPr/>
          </p:nvSpPr>
          <p:spPr>
            <a:xfrm>
              <a:off x="5092083" y="3574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4" name="pt8474"/>
            <p:cNvSpPr/>
            <p:nvPr/>
          </p:nvSpPr>
          <p:spPr>
            <a:xfrm>
              <a:off x="5145272" y="3582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5" name="pt8475"/>
            <p:cNvSpPr/>
            <p:nvPr/>
          </p:nvSpPr>
          <p:spPr>
            <a:xfrm>
              <a:off x="5173503" y="35059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6" name="pt8476"/>
            <p:cNvSpPr/>
            <p:nvPr/>
          </p:nvSpPr>
          <p:spPr>
            <a:xfrm>
              <a:off x="5116490" y="35912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7" name="pt8477"/>
            <p:cNvSpPr/>
            <p:nvPr/>
          </p:nvSpPr>
          <p:spPr>
            <a:xfrm>
              <a:off x="5158253" y="3582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8" name="pt8478"/>
            <p:cNvSpPr/>
            <p:nvPr/>
          </p:nvSpPr>
          <p:spPr>
            <a:xfrm>
              <a:off x="5212743" y="35849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79" name="pt8479"/>
            <p:cNvSpPr/>
            <p:nvPr/>
          </p:nvSpPr>
          <p:spPr>
            <a:xfrm>
              <a:off x="5125433" y="35748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0" name="pt8480"/>
            <p:cNvSpPr/>
            <p:nvPr/>
          </p:nvSpPr>
          <p:spPr>
            <a:xfrm>
              <a:off x="5211793" y="33188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1" name="pt8481"/>
            <p:cNvSpPr/>
            <p:nvPr/>
          </p:nvSpPr>
          <p:spPr>
            <a:xfrm>
              <a:off x="5170893" y="33892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2" name="pt8482"/>
            <p:cNvSpPr/>
            <p:nvPr/>
          </p:nvSpPr>
          <p:spPr>
            <a:xfrm>
              <a:off x="5244406" y="3557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3" name="pt8483"/>
            <p:cNvSpPr/>
            <p:nvPr/>
          </p:nvSpPr>
          <p:spPr>
            <a:xfrm>
              <a:off x="5112271" y="3584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4" name="pt8484"/>
            <p:cNvSpPr/>
            <p:nvPr/>
          </p:nvSpPr>
          <p:spPr>
            <a:xfrm>
              <a:off x="5100126" y="3650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5" name="pt8485"/>
            <p:cNvSpPr/>
            <p:nvPr/>
          </p:nvSpPr>
          <p:spPr>
            <a:xfrm>
              <a:off x="5162169" y="35325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6" name="pt8486"/>
            <p:cNvSpPr/>
            <p:nvPr/>
          </p:nvSpPr>
          <p:spPr>
            <a:xfrm>
              <a:off x="5058571" y="3549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7" name="pt8487"/>
            <p:cNvSpPr/>
            <p:nvPr/>
          </p:nvSpPr>
          <p:spPr>
            <a:xfrm>
              <a:off x="5127930" y="3248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8" name="pt8488"/>
            <p:cNvSpPr/>
            <p:nvPr/>
          </p:nvSpPr>
          <p:spPr>
            <a:xfrm>
              <a:off x="5188243" y="3519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89" name="pt8489"/>
            <p:cNvSpPr/>
            <p:nvPr/>
          </p:nvSpPr>
          <p:spPr>
            <a:xfrm>
              <a:off x="5206290" y="3557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0" name="pt8490"/>
            <p:cNvSpPr/>
            <p:nvPr/>
          </p:nvSpPr>
          <p:spPr>
            <a:xfrm>
              <a:off x="5124612" y="35815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1" name="pt8491"/>
            <p:cNvSpPr/>
            <p:nvPr/>
          </p:nvSpPr>
          <p:spPr>
            <a:xfrm>
              <a:off x="5248572" y="35627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2" name="pt8492"/>
            <p:cNvSpPr/>
            <p:nvPr/>
          </p:nvSpPr>
          <p:spPr>
            <a:xfrm>
              <a:off x="5152554" y="35845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3" name="pt8493"/>
            <p:cNvSpPr/>
            <p:nvPr/>
          </p:nvSpPr>
          <p:spPr>
            <a:xfrm>
              <a:off x="5184878" y="3665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4" name="pt8494"/>
            <p:cNvSpPr/>
            <p:nvPr/>
          </p:nvSpPr>
          <p:spPr>
            <a:xfrm>
              <a:off x="5163581" y="3511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5" name="pt8495"/>
            <p:cNvSpPr/>
            <p:nvPr/>
          </p:nvSpPr>
          <p:spPr>
            <a:xfrm>
              <a:off x="5141330" y="3557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6" name="pt8496"/>
            <p:cNvSpPr/>
            <p:nvPr/>
          </p:nvSpPr>
          <p:spPr>
            <a:xfrm>
              <a:off x="5205760" y="35039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7" name="pt8497"/>
            <p:cNvSpPr/>
            <p:nvPr/>
          </p:nvSpPr>
          <p:spPr>
            <a:xfrm>
              <a:off x="5151864" y="35524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8" name="pt8498"/>
            <p:cNvSpPr/>
            <p:nvPr/>
          </p:nvSpPr>
          <p:spPr>
            <a:xfrm>
              <a:off x="5151886" y="35668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499" name="pt8499"/>
            <p:cNvSpPr/>
            <p:nvPr/>
          </p:nvSpPr>
          <p:spPr>
            <a:xfrm>
              <a:off x="5185056" y="36374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0" name="pt8500"/>
            <p:cNvSpPr/>
            <p:nvPr/>
          </p:nvSpPr>
          <p:spPr>
            <a:xfrm>
              <a:off x="5111064" y="3598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1" name="pt8501"/>
            <p:cNvSpPr/>
            <p:nvPr/>
          </p:nvSpPr>
          <p:spPr>
            <a:xfrm>
              <a:off x="5075952" y="3636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2" name="pt8502"/>
            <p:cNvSpPr/>
            <p:nvPr/>
          </p:nvSpPr>
          <p:spPr>
            <a:xfrm>
              <a:off x="5119731" y="3377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3" name="pt8503"/>
            <p:cNvSpPr/>
            <p:nvPr/>
          </p:nvSpPr>
          <p:spPr>
            <a:xfrm>
              <a:off x="5153612" y="3557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4" name="pt8504"/>
            <p:cNvSpPr/>
            <p:nvPr/>
          </p:nvSpPr>
          <p:spPr>
            <a:xfrm>
              <a:off x="5208286" y="3521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5" name="pt8505"/>
            <p:cNvSpPr/>
            <p:nvPr/>
          </p:nvSpPr>
          <p:spPr>
            <a:xfrm>
              <a:off x="5235269" y="35130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6" name="pt8506"/>
            <p:cNvSpPr/>
            <p:nvPr/>
          </p:nvSpPr>
          <p:spPr>
            <a:xfrm>
              <a:off x="5131948" y="35022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7" name="pt8507"/>
            <p:cNvSpPr/>
            <p:nvPr/>
          </p:nvSpPr>
          <p:spPr>
            <a:xfrm>
              <a:off x="5145993" y="35541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8" name="pt8508"/>
            <p:cNvSpPr/>
            <p:nvPr/>
          </p:nvSpPr>
          <p:spPr>
            <a:xfrm>
              <a:off x="5056319" y="3561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09" name="pt8509"/>
            <p:cNvSpPr/>
            <p:nvPr/>
          </p:nvSpPr>
          <p:spPr>
            <a:xfrm>
              <a:off x="5216861" y="35530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0" name="pt8510"/>
            <p:cNvSpPr/>
            <p:nvPr/>
          </p:nvSpPr>
          <p:spPr>
            <a:xfrm>
              <a:off x="5204824" y="3537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1" name="pt8511"/>
            <p:cNvSpPr/>
            <p:nvPr/>
          </p:nvSpPr>
          <p:spPr>
            <a:xfrm>
              <a:off x="5132333" y="3597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2" name="pt8512"/>
            <p:cNvSpPr/>
            <p:nvPr/>
          </p:nvSpPr>
          <p:spPr>
            <a:xfrm>
              <a:off x="5153114" y="3531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3" name="pt8513"/>
            <p:cNvSpPr/>
            <p:nvPr/>
          </p:nvSpPr>
          <p:spPr>
            <a:xfrm>
              <a:off x="5067307" y="3563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4" name="pt8514"/>
            <p:cNvSpPr/>
            <p:nvPr/>
          </p:nvSpPr>
          <p:spPr>
            <a:xfrm>
              <a:off x="5077319" y="3559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5" name="pt8515"/>
            <p:cNvSpPr/>
            <p:nvPr/>
          </p:nvSpPr>
          <p:spPr>
            <a:xfrm>
              <a:off x="5153064" y="3546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6" name="pt8516"/>
            <p:cNvSpPr/>
            <p:nvPr/>
          </p:nvSpPr>
          <p:spPr>
            <a:xfrm>
              <a:off x="5156143" y="35673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7" name="pt8517"/>
            <p:cNvSpPr/>
            <p:nvPr/>
          </p:nvSpPr>
          <p:spPr>
            <a:xfrm>
              <a:off x="5133708" y="35751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8" name="pt8518"/>
            <p:cNvSpPr/>
            <p:nvPr/>
          </p:nvSpPr>
          <p:spPr>
            <a:xfrm>
              <a:off x="5102927" y="35781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19" name="pt8519"/>
            <p:cNvSpPr/>
            <p:nvPr/>
          </p:nvSpPr>
          <p:spPr>
            <a:xfrm>
              <a:off x="5193477" y="35687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0" name="pt8520"/>
            <p:cNvSpPr/>
            <p:nvPr/>
          </p:nvSpPr>
          <p:spPr>
            <a:xfrm>
              <a:off x="5160869" y="3602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1" name="pt8521"/>
            <p:cNvSpPr/>
            <p:nvPr/>
          </p:nvSpPr>
          <p:spPr>
            <a:xfrm>
              <a:off x="5170277" y="3504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2" name="pt8522"/>
            <p:cNvSpPr/>
            <p:nvPr/>
          </p:nvSpPr>
          <p:spPr>
            <a:xfrm>
              <a:off x="5148489" y="3544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3" name="pt8523"/>
            <p:cNvSpPr/>
            <p:nvPr/>
          </p:nvSpPr>
          <p:spPr>
            <a:xfrm>
              <a:off x="5147486" y="3547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4" name="pt8524"/>
            <p:cNvSpPr/>
            <p:nvPr/>
          </p:nvSpPr>
          <p:spPr>
            <a:xfrm>
              <a:off x="5199975" y="35318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5" name="pt8525"/>
            <p:cNvSpPr/>
            <p:nvPr/>
          </p:nvSpPr>
          <p:spPr>
            <a:xfrm>
              <a:off x="5239316" y="3558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6" name="pt8526"/>
            <p:cNvSpPr/>
            <p:nvPr/>
          </p:nvSpPr>
          <p:spPr>
            <a:xfrm>
              <a:off x="5154527" y="3598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7" name="pt8527"/>
            <p:cNvSpPr/>
            <p:nvPr/>
          </p:nvSpPr>
          <p:spPr>
            <a:xfrm>
              <a:off x="5151917" y="3555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8" name="pt8528"/>
            <p:cNvSpPr/>
            <p:nvPr/>
          </p:nvSpPr>
          <p:spPr>
            <a:xfrm>
              <a:off x="5125988" y="36352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29" name="pt8529"/>
            <p:cNvSpPr/>
            <p:nvPr/>
          </p:nvSpPr>
          <p:spPr>
            <a:xfrm>
              <a:off x="5170855" y="35664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0" name="pt8530"/>
            <p:cNvSpPr/>
            <p:nvPr/>
          </p:nvSpPr>
          <p:spPr>
            <a:xfrm>
              <a:off x="5228554" y="3559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1" name="pt8531"/>
            <p:cNvSpPr/>
            <p:nvPr/>
          </p:nvSpPr>
          <p:spPr>
            <a:xfrm>
              <a:off x="5141768" y="3587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2" name="pt8532"/>
            <p:cNvSpPr/>
            <p:nvPr/>
          </p:nvSpPr>
          <p:spPr>
            <a:xfrm>
              <a:off x="5150296" y="3566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3" name="pt8533"/>
            <p:cNvSpPr/>
            <p:nvPr/>
          </p:nvSpPr>
          <p:spPr>
            <a:xfrm>
              <a:off x="5172364" y="35516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4" name="pt8534"/>
            <p:cNvSpPr/>
            <p:nvPr/>
          </p:nvSpPr>
          <p:spPr>
            <a:xfrm>
              <a:off x="5103342" y="3513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5" name="pt8535"/>
            <p:cNvSpPr/>
            <p:nvPr/>
          </p:nvSpPr>
          <p:spPr>
            <a:xfrm>
              <a:off x="5148833" y="35589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6" name="pt8536"/>
            <p:cNvSpPr/>
            <p:nvPr/>
          </p:nvSpPr>
          <p:spPr>
            <a:xfrm>
              <a:off x="5117290" y="35457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7" name="pt8537"/>
            <p:cNvSpPr/>
            <p:nvPr/>
          </p:nvSpPr>
          <p:spPr>
            <a:xfrm>
              <a:off x="5152218" y="3397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8" name="pt8538"/>
            <p:cNvSpPr/>
            <p:nvPr/>
          </p:nvSpPr>
          <p:spPr>
            <a:xfrm>
              <a:off x="5178956" y="35314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39" name="pt8539"/>
            <p:cNvSpPr/>
            <p:nvPr/>
          </p:nvSpPr>
          <p:spPr>
            <a:xfrm>
              <a:off x="5118889" y="3613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0" name="pt8540"/>
            <p:cNvSpPr/>
            <p:nvPr/>
          </p:nvSpPr>
          <p:spPr>
            <a:xfrm>
              <a:off x="5078257" y="3610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1" name="pt8541"/>
            <p:cNvSpPr/>
            <p:nvPr/>
          </p:nvSpPr>
          <p:spPr>
            <a:xfrm>
              <a:off x="5198772" y="35374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2" name="pt8542"/>
            <p:cNvSpPr/>
            <p:nvPr/>
          </p:nvSpPr>
          <p:spPr>
            <a:xfrm>
              <a:off x="5068787" y="3589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3" name="pt8543"/>
            <p:cNvSpPr/>
            <p:nvPr/>
          </p:nvSpPr>
          <p:spPr>
            <a:xfrm>
              <a:off x="5179871" y="35411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4" name="pt8544"/>
            <p:cNvSpPr/>
            <p:nvPr/>
          </p:nvSpPr>
          <p:spPr>
            <a:xfrm>
              <a:off x="5154993" y="35184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5" name="pt8545"/>
            <p:cNvSpPr/>
            <p:nvPr/>
          </p:nvSpPr>
          <p:spPr>
            <a:xfrm>
              <a:off x="5125410" y="35823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6" name="pt8546"/>
            <p:cNvSpPr/>
            <p:nvPr/>
          </p:nvSpPr>
          <p:spPr>
            <a:xfrm>
              <a:off x="5197510" y="35352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7" name="pt8547"/>
            <p:cNvSpPr/>
            <p:nvPr/>
          </p:nvSpPr>
          <p:spPr>
            <a:xfrm>
              <a:off x="5130038" y="3530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8" name="pt8548"/>
            <p:cNvSpPr/>
            <p:nvPr/>
          </p:nvSpPr>
          <p:spPr>
            <a:xfrm>
              <a:off x="5195776" y="34865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49" name="pt8549"/>
            <p:cNvSpPr/>
            <p:nvPr/>
          </p:nvSpPr>
          <p:spPr>
            <a:xfrm>
              <a:off x="5134732" y="3506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0" name="pt8550"/>
            <p:cNvSpPr/>
            <p:nvPr/>
          </p:nvSpPr>
          <p:spPr>
            <a:xfrm>
              <a:off x="5166139" y="3530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1" name="pt8551"/>
            <p:cNvSpPr/>
            <p:nvPr/>
          </p:nvSpPr>
          <p:spPr>
            <a:xfrm>
              <a:off x="5089363" y="3582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2" name="pt8552"/>
            <p:cNvSpPr/>
            <p:nvPr/>
          </p:nvSpPr>
          <p:spPr>
            <a:xfrm>
              <a:off x="5147788" y="35462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3" name="pt8553"/>
            <p:cNvSpPr/>
            <p:nvPr/>
          </p:nvSpPr>
          <p:spPr>
            <a:xfrm>
              <a:off x="5237242" y="35665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4" name="pt8554"/>
            <p:cNvSpPr/>
            <p:nvPr/>
          </p:nvSpPr>
          <p:spPr>
            <a:xfrm>
              <a:off x="5095937" y="35638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5" name="pt8555"/>
            <p:cNvSpPr/>
            <p:nvPr/>
          </p:nvSpPr>
          <p:spPr>
            <a:xfrm>
              <a:off x="5177973" y="3525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6" name="pt8556"/>
            <p:cNvSpPr/>
            <p:nvPr/>
          </p:nvSpPr>
          <p:spPr>
            <a:xfrm>
              <a:off x="5156927" y="36090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7" name="pt8557"/>
            <p:cNvSpPr/>
            <p:nvPr/>
          </p:nvSpPr>
          <p:spPr>
            <a:xfrm>
              <a:off x="5200413" y="3479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8" name="pt8558"/>
            <p:cNvSpPr/>
            <p:nvPr/>
          </p:nvSpPr>
          <p:spPr>
            <a:xfrm>
              <a:off x="5134913" y="3458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59" name="pt8559"/>
            <p:cNvSpPr/>
            <p:nvPr/>
          </p:nvSpPr>
          <p:spPr>
            <a:xfrm>
              <a:off x="5131453" y="35309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0" name="pt8560"/>
            <p:cNvSpPr/>
            <p:nvPr/>
          </p:nvSpPr>
          <p:spPr>
            <a:xfrm>
              <a:off x="5146841" y="3577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1" name="pt8561"/>
            <p:cNvSpPr/>
            <p:nvPr/>
          </p:nvSpPr>
          <p:spPr>
            <a:xfrm>
              <a:off x="5154386" y="3531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2" name="pt8562"/>
            <p:cNvSpPr/>
            <p:nvPr/>
          </p:nvSpPr>
          <p:spPr>
            <a:xfrm>
              <a:off x="5098272" y="3578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3" name="pt8563"/>
            <p:cNvSpPr/>
            <p:nvPr/>
          </p:nvSpPr>
          <p:spPr>
            <a:xfrm>
              <a:off x="5188766" y="34789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4" name="pt8564"/>
            <p:cNvSpPr/>
            <p:nvPr/>
          </p:nvSpPr>
          <p:spPr>
            <a:xfrm>
              <a:off x="5167436" y="3534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5" name="pt8565"/>
            <p:cNvSpPr/>
            <p:nvPr/>
          </p:nvSpPr>
          <p:spPr>
            <a:xfrm>
              <a:off x="5173007" y="36133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6" name="pt8566"/>
            <p:cNvSpPr/>
            <p:nvPr/>
          </p:nvSpPr>
          <p:spPr>
            <a:xfrm>
              <a:off x="5085975" y="3519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7" name="pt8567"/>
            <p:cNvSpPr/>
            <p:nvPr/>
          </p:nvSpPr>
          <p:spPr>
            <a:xfrm>
              <a:off x="5200269" y="3239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8" name="pt8568"/>
            <p:cNvSpPr/>
            <p:nvPr/>
          </p:nvSpPr>
          <p:spPr>
            <a:xfrm>
              <a:off x="5129124" y="37161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69" name="pt8569"/>
            <p:cNvSpPr/>
            <p:nvPr/>
          </p:nvSpPr>
          <p:spPr>
            <a:xfrm>
              <a:off x="5202573" y="3554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0" name="pt8570"/>
            <p:cNvSpPr/>
            <p:nvPr/>
          </p:nvSpPr>
          <p:spPr>
            <a:xfrm>
              <a:off x="5197667" y="3546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1" name="pt8571"/>
            <p:cNvSpPr/>
            <p:nvPr/>
          </p:nvSpPr>
          <p:spPr>
            <a:xfrm>
              <a:off x="5251455" y="3501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2" name="pt8572"/>
            <p:cNvSpPr/>
            <p:nvPr/>
          </p:nvSpPr>
          <p:spPr>
            <a:xfrm>
              <a:off x="5167377" y="35244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3" name="pt8573"/>
            <p:cNvSpPr/>
            <p:nvPr/>
          </p:nvSpPr>
          <p:spPr>
            <a:xfrm>
              <a:off x="5124521" y="3606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4" name="pt8574"/>
            <p:cNvSpPr/>
            <p:nvPr/>
          </p:nvSpPr>
          <p:spPr>
            <a:xfrm>
              <a:off x="5184827" y="3633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5" name="pt8575"/>
            <p:cNvSpPr/>
            <p:nvPr/>
          </p:nvSpPr>
          <p:spPr>
            <a:xfrm>
              <a:off x="5159986" y="35892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6" name="pt8576"/>
            <p:cNvSpPr/>
            <p:nvPr/>
          </p:nvSpPr>
          <p:spPr>
            <a:xfrm>
              <a:off x="5108504" y="3558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7" name="pt8577"/>
            <p:cNvSpPr/>
            <p:nvPr/>
          </p:nvSpPr>
          <p:spPr>
            <a:xfrm>
              <a:off x="5147640" y="35423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8" name="pt8578"/>
            <p:cNvSpPr/>
            <p:nvPr/>
          </p:nvSpPr>
          <p:spPr>
            <a:xfrm>
              <a:off x="5216200" y="3563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79" name="pt8579"/>
            <p:cNvSpPr/>
            <p:nvPr/>
          </p:nvSpPr>
          <p:spPr>
            <a:xfrm>
              <a:off x="5134721" y="36166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0" name="pt8580"/>
            <p:cNvSpPr/>
            <p:nvPr/>
          </p:nvSpPr>
          <p:spPr>
            <a:xfrm>
              <a:off x="5191910" y="35469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1" name="pt8581"/>
            <p:cNvSpPr/>
            <p:nvPr/>
          </p:nvSpPr>
          <p:spPr>
            <a:xfrm>
              <a:off x="5170079" y="35645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2" name="pt8582"/>
            <p:cNvSpPr/>
            <p:nvPr/>
          </p:nvSpPr>
          <p:spPr>
            <a:xfrm>
              <a:off x="5149053" y="34920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3" name="pt8583"/>
            <p:cNvSpPr/>
            <p:nvPr/>
          </p:nvSpPr>
          <p:spPr>
            <a:xfrm>
              <a:off x="5279697" y="36116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4" name="pt8584"/>
            <p:cNvSpPr/>
            <p:nvPr/>
          </p:nvSpPr>
          <p:spPr>
            <a:xfrm>
              <a:off x="5160340" y="3555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5" name="pt8585"/>
            <p:cNvSpPr/>
            <p:nvPr/>
          </p:nvSpPr>
          <p:spPr>
            <a:xfrm>
              <a:off x="5192408" y="35945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6" name="pt8586"/>
            <p:cNvSpPr/>
            <p:nvPr/>
          </p:nvSpPr>
          <p:spPr>
            <a:xfrm>
              <a:off x="5173916" y="3469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7" name="pt8587"/>
            <p:cNvSpPr/>
            <p:nvPr/>
          </p:nvSpPr>
          <p:spPr>
            <a:xfrm>
              <a:off x="5124709" y="36264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8" name="pt8588"/>
            <p:cNvSpPr/>
            <p:nvPr/>
          </p:nvSpPr>
          <p:spPr>
            <a:xfrm>
              <a:off x="5209538" y="3546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89" name="pt8589"/>
            <p:cNvSpPr/>
            <p:nvPr/>
          </p:nvSpPr>
          <p:spPr>
            <a:xfrm>
              <a:off x="5171961" y="35835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0" name="pt8590"/>
            <p:cNvSpPr/>
            <p:nvPr/>
          </p:nvSpPr>
          <p:spPr>
            <a:xfrm>
              <a:off x="5260466" y="3584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1" name="pt8591"/>
            <p:cNvSpPr/>
            <p:nvPr/>
          </p:nvSpPr>
          <p:spPr>
            <a:xfrm>
              <a:off x="5144734" y="3574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2" name="pt8592"/>
            <p:cNvSpPr/>
            <p:nvPr/>
          </p:nvSpPr>
          <p:spPr>
            <a:xfrm>
              <a:off x="5232953" y="3527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3" name="pt8593"/>
            <p:cNvSpPr/>
            <p:nvPr/>
          </p:nvSpPr>
          <p:spPr>
            <a:xfrm>
              <a:off x="5081297" y="35869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4" name="pt8594"/>
            <p:cNvSpPr/>
            <p:nvPr/>
          </p:nvSpPr>
          <p:spPr>
            <a:xfrm>
              <a:off x="5110660" y="35578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5" name="pt8595"/>
            <p:cNvSpPr/>
            <p:nvPr/>
          </p:nvSpPr>
          <p:spPr>
            <a:xfrm>
              <a:off x="5161800" y="3496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6" name="pt8596"/>
            <p:cNvSpPr/>
            <p:nvPr/>
          </p:nvSpPr>
          <p:spPr>
            <a:xfrm>
              <a:off x="5164496" y="35594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7" name="pt8597"/>
            <p:cNvSpPr/>
            <p:nvPr/>
          </p:nvSpPr>
          <p:spPr>
            <a:xfrm>
              <a:off x="5159476" y="3556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8" name="pt8598"/>
            <p:cNvSpPr/>
            <p:nvPr/>
          </p:nvSpPr>
          <p:spPr>
            <a:xfrm>
              <a:off x="5259358" y="35298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599" name="pt8599"/>
            <p:cNvSpPr/>
            <p:nvPr/>
          </p:nvSpPr>
          <p:spPr>
            <a:xfrm>
              <a:off x="5170787" y="3567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0" name="pt8600"/>
            <p:cNvSpPr/>
            <p:nvPr/>
          </p:nvSpPr>
          <p:spPr>
            <a:xfrm>
              <a:off x="5128832" y="3538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1" name="pt8601"/>
            <p:cNvSpPr/>
            <p:nvPr/>
          </p:nvSpPr>
          <p:spPr>
            <a:xfrm>
              <a:off x="5164755" y="34886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2" name="pt8602"/>
            <p:cNvSpPr/>
            <p:nvPr/>
          </p:nvSpPr>
          <p:spPr>
            <a:xfrm>
              <a:off x="5180930" y="32799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3" name="pt8603"/>
            <p:cNvSpPr/>
            <p:nvPr/>
          </p:nvSpPr>
          <p:spPr>
            <a:xfrm>
              <a:off x="5169595" y="34433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4" name="pt8604"/>
            <p:cNvSpPr/>
            <p:nvPr/>
          </p:nvSpPr>
          <p:spPr>
            <a:xfrm>
              <a:off x="5143653" y="34202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5" name="pt8605"/>
            <p:cNvSpPr/>
            <p:nvPr/>
          </p:nvSpPr>
          <p:spPr>
            <a:xfrm>
              <a:off x="5170035" y="3444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6" name="pt8606"/>
            <p:cNvSpPr/>
            <p:nvPr/>
          </p:nvSpPr>
          <p:spPr>
            <a:xfrm>
              <a:off x="5175630" y="34979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7" name="pt8607"/>
            <p:cNvSpPr/>
            <p:nvPr/>
          </p:nvSpPr>
          <p:spPr>
            <a:xfrm>
              <a:off x="5151516" y="34803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8" name="pt8608"/>
            <p:cNvSpPr/>
            <p:nvPr/>
          </p:nvSpPr>
          <p:spPr>
            <a:xfrm>
              <a:off x="5112268" y="35493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09" name="pt8609"/>
            <p:cNvSpPr/>
            <p:nvPr/>
          </p:nvSpPr>
          <p:spPr>
            <a:xfrm>
              <a:off x="5165581" y="34612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0" name="pt8610"/>
            <p:cNvSpPr/>
            <p:nvPr/>
          </p:nvSpPr>
          <p:spPr>
            <a:xfrm>
              <a:off x="5173975" y="3360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1" name="pt8611"/>
            <p:cNvSpPr/>
            <p:nvPr/>
          </p:nvSpPr>
          <p:spPr>
            <a:xfrm>
              <a:off x="5191504" y="3597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2" name="pt8612"/>
            <p:cNvSpPr/>
            <p:nvPr/>
          </p:nvSpPr>
          <p:spPr>
            <a:xfrm>
              <a:off x="5166744" y="3550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3" name="pt8613"/>
            <p:cNvSpPr/>
            <p:nvPr/>
          </p:nvSpPr>
          <p:spPr>
            <a:xfrm>
              <a:off x="5145991" y="3548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4" name="pt8614"/>
            <p:cNvSpPr/>
            <p:nvPr/>
          </p:nvSpPr>
          <p:spPr>
            <a:xfrm>
              <a:off x="5171281" y="3458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5" name="pt8615"/>
            <p:cNvSpPr/>
            <p:nvPr/>
          </p:nvSpPr>
          <p:spPr>
            <a:xfrm>
              <a:off x="5186109" y="35268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6" name="pt8616"/>
            <p:cNvSpPr/>
            <p:nvPr/>
          </p:nvSpPr>
          <p:spPr>
            <a:xfrm>
              <a:off x="5186393" y="35248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7" name="pt8617"/>
            <p:cNvSpPr/>
            <p:nvPr/>
          </p:nvSpPr>
          <p:spPr>
            <a:xfrm>
              <a:off x="5118014" y="34695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8" name="pt8618"/>
            <p:cNvSpPr/>
            <p:nvPr/>
          </p:nvSpPr>
          <p:spPr>
            <a:xfrm>
              <a:off x="5191449" y="3551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19" name="pt8619"/>
            <p:cNvSpPr/>
            <p:nvPr/>
          </p:nvSpPr>
          <p:spPr>
            <a:xfrm>
              <a:off x="5131954" y="3515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0" name="pt8620"/>
            <p:cNvSpPr/>
            <p:nvPr/>
          </p:nvSpPr>
          <p:spPr>
            <a:xfrm>
              <a:off x="5190657" y="3476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1" name="pt8621"/>
            <p:cNvSpPr/>
            <p:nvPr/>
          </p:nvSpPr>
          <p:spPr>
            <a:xfrm>
              <a:off x="5110465" y="35351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2" name="pt8622"/>
            <p:cNvSpPr/>
            <p:nvPr/>
          </p:nvSpPr>
          <p:spPr>
            <a:xfrm>
              <a:off x="5198500" y="35223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3" name="pt8623"/>
            <p:cNvSpPr/>
            <p:nvPr/>
          </p:nvSpPr>
          <p:spPr>
            <a:xfrm>
              <a:off x="5159894" y="36207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4" name="pt8624"/>
            <p:cNvSpPr/>
            <p:nvPr/>
          </p:nvSpPr>
          <p:spPr>
            <a:xfrm>
              <a:off x="5143800" y="3534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5" name="pt8625"/>
            <p:cNvSpPr/>
            <p:nvPr/>
          </p:nvSpPr>
          <p:spPr>
            <a:xfrm>
              <a:off x="5171774" y="3548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6" name="pt8626"/>
            <p:cNvSpPr/>
            <p:nvPr/>
          </p:nvSpPr>
          <p:spPr>
            <a:xfrm>
              <a:off x="5148239" y="3547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7" name="pt8627"/>
            <p:cNvSpPr/>
            <p:nvPr/>
          </p:nvSpPr>
          <p:spPr>
            <a:xfrm>
              <a:off x="5178626" y="34984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8" name="pt8628"/>
            <p:cNvSpPr/>
            <p:nvPr/>
          </p:nvSpPr>
          <p:spPr>
            <a:xfrm>
              <a:off x="5211309" y="3656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29" name="pt8629"/>
            <p:cNvSpPr/>
            <p:nvPr/>
          </p:nvSpPr>
          <p:spPr>
            <a:xfrm>
              <a:off x="5136118" y="35200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0" name="pt8630"/>
            <p:cNvSpPr/>
            <p:nvPr/>
          </p:nvSpPr>
          <p:spPr>
            <a:xfrm>
              <a:off x="5166146" y="35900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1" name="pt8631"/>
            <p:cNvSpPr/>
            <p:nvPr/>
          </p:nvSpPr>
          <p:spPr>
            <a:xfrm>
              <a:off x="5163954" y="3559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2" name="pt8632"/>
            <p:cNvSpPr/>
            <p:nvPr/>
          </p:nvSpPr>
          <p:spPr>
            <a:xfrm>
              <a:off x="5159293" y="34078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3" name="pt8633"/>
            <p:cNvSpPr/>
            <p:nvPr/>
          </p:nvSpPr>
          <p:spPr>
            <a:xfrm>
              <a:off x="5163730" y="3566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4" name="pt8634"/>
            <p:cNvSpPr/>
            <p:nvPr/>
          </p:nvSpPr>
          <p:spPr>
            <a:xfrm>
              <a:off x="5130288" y="35934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5" name="pt8635"/>
            <p:cNvSpPr/>
            <p:nvPr/>
          </p:nvSpPr>
          <p:spPr>
            <a:xfrm>
              <a:off x="5142159" y="35891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6" name="pt8636"/>
            <p:cNvSpPr/>
            <p:nvPr/>
          </p:nvSpPr>
          <p:spPr>
            <a:xfrm>
              <a:off x="5169240" y="3568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7" name="pt8637"/>
            <p:cNvSpPr/>
            <p:nvPr/>
          </p:nvSpPr>
          <p:spPr>
            <a:xfrm>
              <a:off x="5149673" y="3498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8" name="pt8638"/>
            <p:cNvSpPr/>
            <p:nvPr/>
          </p:nvSpPr>
          <p:spPr>
            <a:xfrm>
              <a:off x="5154467" y="3526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39" name="pt8639"/>
            <p:cNvSpPr/>
            <p:nvPr/>
          </p:nvSpPr>
          <p:spPr>
            <a:xfrm>
              <a:off x="5148013" y="35575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0" name="pt8640"/>
            <p:cNvSpPr/>
            <p:nvPr/>
          </p:nvSpPr>
          <p:spPr>
            <a:xfrm>
              <a:off x="5152755" y="3581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1" name="pt8641"/>
            <p:cNvSpPr/>
            <p:nvPr/>
          </p:nvSpPr>
          <p:spPr>
            <a:xfrm>
              <a:off x="5204279" y="35066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2" name="pt8642"/>
            <p:cNvSpPr/>
            <p:nvPr/>
          </p:nvSpPr>
          <p:spPr>
            <a:xfrm>
              <a:off x="5114693" y="3577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3" name="pt8643"/>
            <p:cNvSpPr/>
            <p:nvPr/>
          </p:nvSpPr>
          <p:spPr>
            <a:xfrm>
              <a:off x="5160015" y="35560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4" name="pt8644"/>
            <p:cNvSpPr/>
            <p:nvPr/>
          </p:nvSpPr>
          <p:spPr>
            <a:xfrm>
              <a:off x="5151804" y="3465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5" name="pt8645"/>
            <p:cNvSpPr/>
            <p:nvPr/>
          </p:nvSpPr>
          <p:spPr>
            <a:xfrm>
              <a:off x="5155144" y="3569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6" name="pt8646"/>
            <p:cNvSpPr/>
            <p:nvPr/>
          </p:nvSpPr>
          <p:spPr>
            <a:xfrm>
              <a:off x="5164367" y="35919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7" name="pt8647"/>
            <p:cNvSpPr/>
            <p:nvPr/>
          </p:nvSpPr>
          <p:spPr>
            <a:xfrm>
              <a:off x="5118461" y="35550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8" name="pt8648"/>
            <p:cNvSpPr/>
            <p:nvPr/>
          </p:nvSpPr>
          <p:spPr>
            <a:xfrm>
              <a:off x="5130697" y="3575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49" name="pt8649"/>
            <p:cNvSpPr/>
            <p:nvPr/>
          </p:nvSpPr>
          <p:spPr>
            <a:xfrm>
              <a:off x="5148016" y="3545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0" name="pt8650"/>
            <p:cNvSpPr/>
            <p:nvPr/>
          </p:nvSpPr>
          <p:spPr>
            <a:xfrm>
              <a:off x="5112885" y="3421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1" name="pt8651"/>
            <p:cNvSpPr/>
            <p:nvPr/>
          </p:nvSpPr>
          <p:spPr>
            <a:xfrm>
              <a:off x="5177568" y="34794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2" name="pt8652"/>
            <p:cNvSpPr/>
            <p:nvPr/>
          </p:nvSpPr>
          <p:spPr>
            <a:xfrm>
              <a:off x="5088943" y="3557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3" name="pt8653"/>
            <p:cNvSpPr/>
            <p:nvPr/>
          </p:nvSpPr>
          <p:spPr>
            <a:xfrm>
              <a:off x="5130680" y="33005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4" name="pt8654"/>
            <p:cNvSpPr/>
            <p:nvPr/>
          </p:nvSpPr>
          <p:spPr>
            <a:xfrm>
              <a:off x="5169233" y="3188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5" name="pt8655"/>
            <p:cNvSpPr/>
            <p:nvPr/>
          </p:nvSpPr>
          <p:spPr>
            <a:xfrm>
              <a:off x="5159060" y="34429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6" name="pt8656"/>
            <p:cNvSpPr/>
            <p:nvPr/>
          </p:nvSpPr>
          <p:spPr>
            <a:xfrm>
              <a:off x="5121767" y="3567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7" name="pt8657"/>
            <p:cNvSpPr/>
            <p:nvPr/>
          </p:nvSpPr>
          <p:spPr>
            <a:xfrm>
              <a:off x="5070805" y="3585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8" name="pt8658"/>
            <p:cNvSpPr/>
            <p:nvPr/>
          </p:nvSpPr>
          <p:spPr>
            <a:xfrm>
              <a:off x="5107700" y="3513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59" name="pt8659"/>
            <p:cNvSpPr/>
            <p:nvPr/>
          </p:nvSpPr>
          <p:spPr>
            <a:xfrm>
              <a:off x="5150215" y="3338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0" name="pt8660"/>
            <p:cNvSpPr/>
            <p:nvPr/>
          </p:nvSpPr>
          <p:spPr>
            <a:xfrm>
              <a:off x="5153443" y="3535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1" name="pt8661"/>
            <p:cNvSpPr/>
            <p:nvPr/>
          </p:nvSpPr>
          <p:spPr>
            <a:xfrm>
              <a:off x="5117201" y="34827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2" name="pt8662"/>
            <p:cNvSpPr/>
            <p:nvPr/>
          </p:nvSpPr>
          <p:spPr>
            <a:xfrm>
              <a:off x="5131065" y="3573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3" name="pt8663"/>
            <p:cNvSpPr/>
            <p:nvPr/>
          </p:nvSpPr>
          <p:spPr>
            <a:xfrm>
              <a:off x="5179060" y="35740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4" name="pt8664"/>
            <p:cNvSpPr/>
            <p:nvPr/>
          </p:nvSpPr>
          <p:spPr>
            <a:xfrm>
              <a:off x="5170072" y="35282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5" name="pt8665"/>
            <p:cNvSpPr/>
            <p:nvPr/>
          </p:nvSpPr>
          <p:spPr>
            <a:xfrm>
              <a:off x="5171712" y="35659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6" name="pt8666"/>
            <p:cNvSpPr/>
            <p:nvPr/>
          </p:nvSpPr>
          <p:spPr>
            <a:xfrm>
              <a:off x="5223732" y="3496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7" name="pt8667"/>
            <p:cNvSpPr/>
            <p:nvPr/>
          </p:nvSpPr>
          <p:spPr>
            <a:xfrm>
              <a:off x="5167814" y="3565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8" name="pt8668"/>
            <p:cNvSpPr/>
            <p:nvPr/>
          </p:nvSpPr>
          <p:spPr>
            <a:xfrm>
              <a:off x="5114352" y="36417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69" name="pt8669"/>
            <p:cNvSpPr/>
            <p:nvPr/>
          </p:nvSpPr>
          <p:spPr>
            <a:xfrm>
              <a:off x="5206042" y="35189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0" name="pt8670"/>
            <p:cNvSpPr/>
            <p:nvPr/>
          </p:nvSpPr>
          <p:spPr>
            <a:xfrm>
              <a:off x="5151957" y="3577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1" name="pt8671"/>
            <p:cNvSpPr/>
            <p:nvPr/>
          </p:nvSpPr>
          <p:spPr>
            <a:xfrm>
              <a:off x="5176136" y="35555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2" name="pt8672"/>
            <p:cNvSpPr/>
            <p:nvPr/>
          </p:nvSpPr>
          <p:spPr>
            <a:xfrm>
              <a:off x="5199733" y="3556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3" name="pt8673"/>
            <p:cNvSpPr/>
            <p:nvPr/>
          </p:nvSpPr>
          <p:spPr>
            <a:xfrm>
              <a:off x="5186249" y="35898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4" name="pt8674"/>
            <p:cNvSpPr/>
            <p:nvPr/>
          </p:nvSpPr>
          <p:spPr>
            <a:xfrm>
              <a:off x="4899348" y="35500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5" name="pt8675"/>
            <p:cNvSpPr/>
            <p:nvPr/>
          </p:nvSpPr>
          <p:spPr>
            <a:xfrm>
              <a:off x="5111250" y="3583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6" name="pt8676"/>
            <p:cNvSpPr/>
            <p:nvPr/>
          </p:nvSpPr>
          <p:spPr>
            <a:xfrm>
              <a:off x="5151320" y="35452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7" name="pt8677"/>
            <p:cNvSpPr/>
            <p:nvPr/>
          </p:nvSpPr>
          <p:spPr>
            <a:xfrm>
              <a:off x="5152634" y="3509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8" name="pt8678"/>
            <p:cNvSpPr/>
            <p:nvPr/>
          </p:nvSpPr>
          <p:spPr>
            <a:xfrm>
              <a:off x="5214427" y="3458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79" name="pt8679"/>
            <p:cNvSpPr/>
            <p:nvPr/>
          </p:nvSpPr>
          <p:spPr>
            <a:xfrm>
              <a:off x="5129423" y="3619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0" name="pt8680"/>
            <p:cNvSpPr/>
            <p:nvPr/>
          </p:nvSpPr>
          <p:spPr>
            <a:xfrm>
              <a:off x="5201170" y="36195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1" name="pt8681"/>
            <p:cNvSpPr/>
            <p:nvPr/>
          </p:nvSpPr>
          <p:spPr>
            <a:xfrm>
              <a:off x="5088721" y="3579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2" name="pt8682"/>
            <p:cNvSpPr/>
            <p:nvPr/>
          </p:nvSpPr>
          <p:spPr>
            <a:xfrm>
              <a:off x="5163057" y="3589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3" name="pt8683"/>
            <p:cNvSpPr/>
            <p:nvPr/>
          </p:nvSpPr>
          <p:spPr>
            <a:xfrm>
              <a:off x="5176261" y="35849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4" name="pt8684"/>
            <p:cNvSpPr/>
            <p:nvPr/>
          </p:nvSpPr>
          <p:spPr>
            <a:xfrm>
              <a:off x="5201644" y="3490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5" name="pt8685"/>
            <p:cNvSpPr/>
            <p:nvPr/>
          </p:nvSpPr>
          <p:spPr>
            <a:xfrm>
              <a:off x="5229481" y="3524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6" name="pt8686"/>
            <p:cNvSpPr/>
            <p:nvPr/>
          </p:nvSpPr>
          <p:spPr>
            <a:xfrm>
              <a:off x="5171037" y="35259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7" name="pt8687"/>
            <p:cNvSpPr/>
            <p:nvPr/>
          </p:nvSpPr>
          <p:spPr>
            <a:xfrm>
              <a:off x="5169506" y="3587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8" name="pt8688"/>
            <p:cNvSpPr/>
            <p:nvPr/>
          </p:nvSpPr>
          <p:spPr>
            <a:xfrm>
              <a:off x="5039032" y="35698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89" name="pt8689"/>
            <p:cNvSpPr/>
            <p:nvPr/>
          </p:nvSpPr>
          <p:spPr>
            <a:xfrm>
              <a:off x="5075955" y="3615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0" name="pt8690"/>
            <p:cNvSpPr/>
            <p:nvPr/>
          </p:nvSpPr>
          <p:spPr>
            <a:xfrm>
              <a:off x="5229852" y="35670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1" name="pt8691"/>
            <p:cNvSpPr/>
            <p:nvPr/>
          </p:nvSpPr>
          <p:spPr>
            <a:xfrm>
              <a:off x="5176802" y="35705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2" name="pt8692"/>
            <p:cNvSpPr/>
            <p:nvPr/>
          </p:nvSpPr>
          <p:spPr>
            <a:xfrm>
              <a:off x="5135856" y="3484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3" name="pt8693"/>
            <p:cNvSpPr/>
            <p:nvPr/>
          </p:nvSpPr>
          <p:spPr>
            <a:xfrm>
              <a:off x="5217773" y="35282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4" name="pt8694"/>
            <p:cNvSpPr/>
            <p:nvPr/>
          </p:nvSpPr>
          <p:spPr>
            <a:xfrm>
              <a:off x="5163573" y="35298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5" name="pt8695"/>
            <p:cNvSpPr/>
            <p:nvPr/>
          </p:nvSpPr>
          <p:spPr>
            <a:xfrm>
              <a:off x="5114964" y="3596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6" name="pt8696"/>
            <p:cNvSpPr/>
            <p:nvPr/>
          </p:nvSpPr>
          <p:spPr>
            <a:xfrm>
              <a:off x="5157768" y="3618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7" name="pt8697"/>
            <p:cNvSpPr/>
            <p:nvPr/>
          </p:nvSpPr>
          <p:spPr>
            <a:xfrm>
              <a:off x="5234230" y="35753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8" name="pt8698"/>
            <p:cNvSpPr/>
            <p:nvPr/>
          </p:nvSpPr>
          <p:spPr>
            <a:xfrm>
              <a:off x="5119719" y="3548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699" name="pt8699"/>
            <p:cNvSpPr/>
            <p:nvPr/>
          </p:nvSpPr>
          <p:spPr>
            <a:xfrm>
              <a:off x="5155634" y="3556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0" name="pt8700"/>
            <p:cNvSpPr/>
            <p:nvPr/>
          </p:nvSpPr>
          <p:spPr>
            <a:xfrm>
              <a:off x="5040041" y="3485021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1" name="pt8701"/>
            <p:cNvSpPr/>
            <p:nvPr/>
          </p:nvSpPr>
          <p:spPr>
            <a:xfrm>
              <a:off x="5107244" y="3578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2" name="pt8702"/>
            <p:cNvSpPr/>
            <p:nvPr/>
          </p:nvSpPr>
          <p:spPr>
            <a:xfrm>
              <a:off x="5212015" y="3596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3" name="pt8703"/>
            <p:cNvSpPr/>
            <p:nvPr/>
          </p:nvSpPr>
          <p:spPr>
            <a:xfrm>
              <a:off x="5136400" y="35817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4" name="pt8704"/>
            <p:cNvSpPr/>
            <p:nvPr/>
          </p:nvSpPr>
          <p:spPr>
            <a:xfrm>
              <a:off x="5107116" y="36171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5" name="pt8705"/>
            <p:cNvSpPr/>
            <p:nvPr/>
          </p:nvSpPr>
          <p:spPr>
            <a:xfrm>
              <a:off x="5195801" y="35838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6" name="pt8706"/>
            <p:cNvSpPr/>
            <p:nvPr/>
          </p:nvSpPr>
          <p:spPr>
            <a:xfrm>
              <a:off x="5171203" y="3566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7" name="pt8707"/>
            <p:cNvSpPr/>
            <p:nvPr/>
          </p:nvSpPr>
          <p:spPr>
            <a:xfrm>
              <a:off x="5170412" y="3563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8" name="pt8708"/>
            <p:cNvSpPr/>
            <p:nvPr/>
          </p:nvSpPr>
          <p:spPr>
            <a:xfrm>
              <a:off x="5160725" y="3570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09" name="pt8709"/>
            <p:cNvSpPr/>
            <p:nvPr/>
          </p:nvSpPr>
          <p:spPr>
            <a:xfrm>
              <a:off x="5146164" y="33867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0" name="pt8710"/>
            <p:cNvSpPr/>
            <p:nvPr/>
          </p:nvSpPr>
          <p:spPr>
            <a:xfrm>
              <a:off x="5189834" y="3582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1" name="pt8711"/>
            <p:cNvSpPr/>
            <p:nvPr/>
          </p:nvSpPr>
          <p:spPr>
            <a:xfrm>
              <a:off x="5176876" y="3576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2" name="pt8712"/>
            <p:cNvSpPr/>
            <p:nvPr/>
          </p:nvSpPr>
          <p:spPr>
            <a:xfrm>
              <a:off x="5163463" y="3545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3" name="pt8713"/>
            <p:cNvSpPr/>
            <p:nvPr/>
          </p:nvSpPr>
          <p:spPr>
            <a:xfrm>
              <a:off x="5167159" y="35415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4" name="pt8714"/>
            <p:cNvSpPr/>
            <p:nvPr/>
          </p:nvSpPr>
          <p:spPr>
            <a:xfrm>
              <a:off x="5187607" y="35677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5" name="pt8715"/>
            <p:cNvSpPr/>
            <p:nvPr/>
          </p:nvSpPr>
          <p:spPr>
            <a:xfrm>
              <a:off x="5205551" y="35129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6" name="pt8716"/>
            <p:cNvSpPr/>
            <p:nvPr/>
          </p:nvSpPr>
          <p:spPr>
            <a:xfrm>
              <a:off x="5196936" y="3539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7" name="pt8717"/>
            <p:cNvSpPr/>
            <p:nvPr/>
          </p:nvSpPr>
          <p:spPr>
            <a:xfrm>
              <a:off x="5168936" y="3483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8" name="pt8718"/>
            <p:cNvSpPr/>
            <p:nvPr/>
          </p:nvSpPr>
          <p:spPr>
            <a:xfrm>
              <a:off x="5193025" y="3581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19" name="pt8719"/>
            <p:cNvSpPr/>
            <p:nvPr/>
          </p:nvSpPr>
          <p:spPr>
            <a:xfrm>
              <a:off x="5154842" y="3651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0" name="pt8720"/>
            <p:cNvSpPr/>
            <p:nvPr/>
          </p:nvSpPr>
          <p:spPr>
            <a:xfrm>
              <a:off x="5160696" y="3553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1" name="pt8721"/>
            <p:cNvSpPr/>
            <p:nvPr/>
          </p:nvSpPr>
          <p:spPr>
            <a:xfrm>
              <a:off x="5215640" y="35868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2" name="pt8722"/>
            <p:cNvSpPr/>
            <p:nvPr/>
          </p:nvSpPr>
          <p:spPr>
            <a:xfrm>
              <a:off x="5198691" y="35473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3" name="pt8723"/>
            <p:cNvSpPr/>
            <p:nvPr/>
          </p:nvSpPr>
          <p:spPr>
            <a:xfrm>
              <a:off x="5178086" y="3414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4" name="pt8724"/>
            <p:cNvSpPr/>
            <p:nvPr/>
          </p:nvSpPr>
          <p:spPr>
            <a:xfrm>
              <a:off x="5147843" y="3564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5" name="pt8725"/>
            <p:cNvSpPr/>
            <p:nvPr/>
          </p:nvSpPr>
          <p:spPr>
            <a:xfrm>
              <a:off x="5166619" y="36018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6" name="pt8726"/>
            <p:cNvSpPr/>
            <p:nvPr/>
          </p:nvSpPr>
          <p:spPr>
            <a:xfrm>
              <a:off x="5171957" y="35743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7" name="pt8727"/>
            <p:cNvSpPr/>
            <p:nvPr/>
          </p:nvSpPr>
          <p:spPr>
            <a:xfrm>
              <a:off x="5241118" y="35133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8" name="pt8728"/>
            <p:cNvSpPr/>
            <p:nvPr/>
          </p:nvSpPr>
          <p:spPr>
            <a:xfrm>
              <a:off x="5162073" y="35872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29" name="pt8729"/>
            <p:cNvSpPr/>
            <p:nvPr/>
          </p:nvSpPr>
          <p:spPr>
            <a:xfrm>
              <a:off x="5190512" y="3515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0" name="pt8730"/>
            <p:cNvSpPr/>
            <p:nvPr/>
          </p:nvSpPr>
          <p:spPr>
            <a:xfrm>
              <a:off x="5197779" y="35768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1" name="pt8731"/>
            <p:cNvSpPr/>
            <p:nvPr/>
          </p:nvSpPr>
          <p:spPr>
            <a:xfrm>
              <a:off x="4941364" y="347767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2" name="pt8732"/>
            <p:cNvSpPr/>
            <p:nvPr/>
          </p:nvSpPr>
          <p:spPr>
            <a:xfrm>
              <a:off x="5122978" y="3562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3" name="pt8733"/>
            <p:cNvSpPr/>
            <p:nvPr/>
          </p:nvSpPr>
          <p:spPr>
            <a:xfrm>
              <a:off x="5119675" y="3600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4" name="pt8734"/>
            <p:cNvSpPr/>
            <p:nvPr/>
          </p:nvSpPr>
          <p:spPr>
            <a:xfrm>
              <a:off x="5176877" y="3531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5" name="pt8735"/>
            <p:cNvSpPr/>
            <p:nvPr/>
          </p:nvSpPr>
          <p:spPr>
            <a:xfrm>
              <a:off x="5168816" y="3642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6" name="pt8736"/>
            <p:cNvSpPr/>
            <p:nvPr/>
          </p:nvSpPr>
          <p:spPr>
            <a:xfrm>
              <a:off x="5173807" y="35522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7" name="pt8737"/>
            <p:cNvSpPr/>
            <p:nvPr/>
          </p:nvSpPr>
          <p:spPr>
            <a:xfrm>
              <a:off x="5193257" y="3531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8" name="pt8738"/>
            <p:cNvSpPr/>
            <p:nvPr/>
          </p:nvSpPr>
          <p:spPr>
            <a:xfrm>
              <a:off x="5227505" y="36153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39" name="pt8739"/>
            <p:cNvSpPr/>
            <p:nvPr/>
          </p:nvSpPr>
          <p:spPr>
            <a:xfrm>
              <a:off x="5121501" y="3533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0" name="pt8740"/>
            <p:cNvSpPr/>
            <p:nvPr/>
          </p:nvSpPr>
          <p:spPr>
            <a:xfrm>
              <a:off x="5154707" y="35896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1" name="pt8741"/>
            <p:cNvSpPr/>
            <p:nvPr/>
          </p:nvSpPr>
          <p:spPr>
            <a:xfrm>
              <a:off x="5119828" y="35658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2" name="pt8742"/>
            <p:cNvSpPr/>
            <p:nvPr/>
          </p:nvSpPr>
          <p:spPr>
            <a:xfrm>
              <a:off x="5174240" y="35895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3" name="pt8743"/>
            <p:cNvSpPr/>
            <p:nvPr/>
          </p:nvSpPr>
          <p:spPr>
            <a:xfrm>
              <a:off x="5147761" y="3561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4" name="pt8744"/>
            <p:cNvSpPr/>
            <p:nvPr/>
          </p:nvSpPr>
          <p:spPr>
            <a:xfrm>
              <a:off x="5146548" y="3315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5" name="pt8745"/>
            <p:cNvSpPr/>
            <p:nvPr/>
          </p:nvSpPr>
          <p:spPr>
            <a:xfrm>
              <a:off x="5194169" y="35738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6" name="pt8746"/>
            <p:cNvSpPr/>
            <p:nvPr/>
          </p:nvSpPr>
          <p:spPr>
            <a:xfrm>
              <a:off x="5089529" y="35867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7" name="pt8747"/>
            <p:cNvSpPr/>
            <p:nvPr/>
          </p:nvSpPr>
          <p:spPr>
            <a:xfrm>
              <a:off x="5172147" y="3454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8" name="pt8748"/>
            <p:cNvSpPr/>
            <p:nvPr/>
          </p:nvSpPr>
          <p:spPr>
            <a:xfrm>
              <a:off x="5144751" y="35591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49" name="pt8749"/>
            <p:cNvSpPr/>
            <p:nvPr/>
          </p:nvSpPr>
          <p:spPr>
            <a:xfrm>
              <a:off x="5007965" y="35651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0" name="pt8750"/>
            <p:cNvSpPr/>
            <p:nvPr/>
          </p:nvSpPr>
          <p:spPr>
            <a:xfrm>
              <a:off x="5149333" y="3662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1" name="pt8751"/>
            <p:cNvSpPr/>
            <p:nvPr/>
          </p:nvSpPr>
          <p:spPr>
            <a:xfrm>
              <a:off x="5211689" y="3524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2" name="pt8752"/>
            <p:cNvSpPr/>
            <p:nvPr/>
          </p:nvSpPr>
          <p:spPr>
            <a:xfrm>
              <a:off x="5133577" y="35784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3" name="pt8753"/>
            <p:cNvSpPr/>
            <p:nvPr/>
          </p:nvSpPr>
          <p:spPr>
            <a:xfrm>
              <a:off x="5129910" y="3524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4" name="pt8754"/>
            <p:cNvSpPr/>
            <p:nvPr/>
          </p:nvSpPr>
          <p:spPr>
            <a:xfrm>
              <a:off x="5220204" y="3526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5" name="pt8755"/>
            <p:cNvSpPr/>
            <p:nvPr/>
          </p:nvSpPr>
          <p:spPr>
            <a:xfrm>
              <a:off x="5217956" y="35335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6" name="pt8756"/>
            <p:cNvSpPr/>
            <p:nvPr/>
          </p:nvSpPr>
          <p:spPr>
            <a:xfrm>
              <a:off x="5129649" y="35678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7" name="pt8757"/>
            <p:cNvSpPr/>
            <p:nvPr/>
          </p:nvSpPr>
          <p:spPr>
            <a:xfrm>
              <a:off x="5144186" y="35071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8" name="pt8758"/>
            <p:cNvSpPr/>
            <p:nvPr/>
          </p:nvSpPr>
          <p:spPr>
            <a:xfrm>
              <a:off x="5223747" y="35479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59" name="pt8759"/>
            <p:cNvSpPr/>
            <p:nvPr/>
          </p:nvSpPr>
          <p:spPr>
            <a:xfrm>
              <a:off x="5176009" y="34856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0" name="pt8760"/>
            <p:cNvSpPr/>
            <p:nvPr/>
          </p:nvSpPr>
          <p:spPr>
            <a:xfrm>
              <a:off x="5148825" y="3591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1" name="pt8761"/>
            <p:cNvSpPr/>
            <p:nvPr/>
          </p:nvSpPr>
          <p:spPr>
            <a:xfrm>
              <a:off x="5199862" y="35006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2" name="pt8762"/>
            <p:cNvSpPr/>
            <p:nvPr/>
          </p:nvSpPr>
          <p:spPr>
            <a:xfrm>
              <a:off x="5173965" y="35795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3" name="pt8763"/>
            <p:cNvSpPr/>
            <p:nvPr/>
          </p:nvSpPr>
          <p:spPr>
            <a:xfrm>
              <a:off x="5195546" y="35353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4" name="pt8764"/>
            <p:cNvSpPr/>
            <p:nvPr/>
          </p:nvSpPr>
          <p:spPr>
            <a:xfrm>
              <a:off x="5091383" y="3561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5" name="pt8765"/>
            <p:cNvSpPr/>
            <p:nvPr/>
          </p:nvSpPr>
          <p:spPr>
            <a:xfrm>
              <a:off x="5145561" y="35422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6" name="pt8766"/>
            <p:cNvSpPr/>
            <p:nvPr/>
          </p:nvSpPr>
          <p:spPr>
            <a:xfrm>
              <a:off x="5131978" y="35736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7" name="pt8767"/>
            <p:cNvSpPr/>
            <p:nvPr/>
          </p:nvSpPr>
          <p:spPr>
            <a:xfrm>
              <a:off x="5105347" y="35992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8" name="pt8768"/>
            <p:cNvSpPr/>
            <p:nvPr/>
          </p:nvSpPr>
          <p:spPr>
            <a:xfrm>
              <a:off x="5129375" y="35452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69" name="pt8769"/>
            <p:cNvSpPr/>
            <p:nvPr/>
          </p:nvSpPr>
          <p:spPr>
            <a:xfrm>
              <a:off x="5251709" y="35161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0" name="pt8770"/>
            <p:cNvSpPr/>
            <p:nvPr/>
          </p:nvSpPr>
          <p:spPr>
            <a:xfrm>
              <a:off x="5056868" y="35186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1" name="pt8771"/>
            <p:cNvSpPr/>
            <p:nvPr/>
          </p:nvSpPr>
          <p:spPr>
            <a:xfrm>
              <a:off x="5157913" y="35197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2" name="pt8772"/>
            <p:cNvSpPr/>
            <p:nvPr/>
          </p:nvSpPr>
          <p:spPr>
            <a:xfrm>
              <a:off x="5212286" y="35505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3" name="pt8773"/>
            <p:cNvSpPr/>
            <p:nvPr/>
          </p:nvSpPr>
          <p:spPr>
            <a:xfrm>
              <a:off x="5172905" y="35302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4" name="pt8774"/>
            <p:cNvSpPr/>
            <p:nvPr/>
          </p:nvSpPr>
          <p:spPr>
            <a:xfrm>
              <a:off x="5167415" y="3490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5" name="pt8775"/>
            <p:cNvSpPr/>
            <p:nvPr/>
          </p:nvSpPr>
          <p:spPr>
            <a:xfrm>
              <a:off x="5175670" y="35383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6" name="pt8776"/>
            <p:cNvSpPr/>
            <p:nvPr/>
          </p:nvSpPr>
          <p:spPr>
            <a:xfrm>
              <a:off x="5182772" y="3555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7" name="pt8777"/>
            <p:cNvSpPr/>
            <p:nvPr/>
          </p:nvSpPr>
          <p:spPr>
            <a:xfrm>
              <a:off x="5150520" y="35471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8" name="pt8778"/>
            <p:cNvSpPr/>
            <p:nvPr/>
          </p:nvSpPr>
          <p:spPr>
            <a:xfrm>
              <a:off x="5101778" y="3553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79" name="pt8779"/>
            <p:cNvSpPr/>
            <p:nvPr/>
          </p:nvSpPr>
          <p:spPr>
            <a:xfrm>
              <a:off x="5178515" y="35583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0" name="pt8780"/>
            <p:cNvSpPr/>
            <p:nvPr/>
          </p:nvSpPr>
          <p:spPr>
            <a:xfrm>
              <a:off x="5199426" y="33372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1" name="pt8781"/>
            <p:cNvSpPr/>
            <p:nvPr/>
          </p:nvSpPr>
          <p:spPr>
            <a:xfrm>
              <a:off x="5176638" y="3491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2" name="pt8782"/>
            <p:cNvSpPr/>
            <p:nvPr/>
          </p:nvSpPr>
          <p:spPr>
            <a:xfrm>
              <a:off x="5147987" y="35454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3" name="pt8783"/>
            <p:cNvSpPr/>
            <p:nvPr/>
          </p:nvSpPr>
          <p:spPr>
            <a:xfrm>
              <a:off x="5244989" y="35568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4" name="pt8784"/>
            <p:cNvSpPr/>
            <p:nvPr/>
          </p:nvSpPr>
          <p:spPr>
            <a:xfrm>
              <a:off x="5195773" y="3532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5" name="pt8785"/>
            <p:cNvSpPr/>
            <p:nvPr/>
          </p:nvSpPr>
          <p:spPr>
            <a:xfrm>
              <a:off x="5243980" y="35460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6" name="pt8786"/>
            <p:cNvSpPr/>
            <p:nvPr/>
          </p:nvSpPr>
          <p:spPr>
            <a:xfrm>
              <a:off x="5151705" y="3580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7" name="pt8787"/>
            <p:cNvSpPr/>
            <p:nvPr/>
          </p:nvSpPr>
          <p:spPr>
            <a:xfrm>
              <a:off x="5210101" y="3537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8" name="pt8788"/>
            <p:cNvSpPr/>
            <p:nvPr/>
          </p:nvSpPr>
          <p:spPr>
            <a:xfrm>
              <a:off x="5191763" y="3563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89" name="pt8789"/>
            <p:cNvSpPr/>
            <p:nvPr/>
          </p:nvSpPr>
          <p:spPr>
            <a:xfrm>
              <a:off x="5147737" y="3483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0" name="pt8790"/>
            <p:cNvSpPr/>
            <p:nvPr/>
          </p:nvSpPr>
          <p:spPr>
            <a:xfrm>
              <a:off x="5187440" y="35317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1" name="pt8791"/>
            <p:cNvSpPr/>
            <p:nvPr/>
          </p:nvSpPr>
          <p:spPr>
            <a:xfrm>
              <a:off x="5129964" y="3569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2" name="pt8792"/>
            <p:cNvSpPr/>
            <p:nvPr/>
          </p:nvSpPr>
          <p:spPr>
            <a:xfrm>
              <a:off x="5180945" y="36947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3" name="pt8793"/>
            <p:cNvSpPr/>
            <p:nvPr/>
          </p:nvSpPr>
          <p:spPr>
            <a:xfrm>
              <a:off x="5152129" y="3564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4" name="pt8794"/>
            <p:cNvSpPr/>
            <p:nvPr/>
          </p:nvSpPr>
          <p:spPr>
            <a:xfrm>
              <a:off x="5165701" y="35764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5" name="pt8795"/>
            <p:cNvSpPr/>
            <p:nvPr/>
          </p:nvSpPr>
          <p:spPr>
            <a:xfrm>
              <a:off x="5153702" y="3508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6" name="pt8796"/>
            <p:cNvSpPr/>
            <p:nvPr/>
          </p:nvSpPr>
          <p:spPr>
            <a:xfrm>
              <a:off x="5146727" y="35833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7" name="pt8797"/>
            <p:cNvSpPr/>
            <p:nvPr/>
          </p:nvSpPr>
          <p:spPr>
            <a:xfrm>
              <a:off x="4821828" y="325579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8" name="pt8798"/>
            <p:cNvSpPr/>
            <p:nvPr/>
          </p:nvSpPr>
          <p:spPr>
            <a:xfrm>
              <a:off x="5154753" y="3560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799" name="pt8799"/>
            <p:cNvSpPr/>
            <p:nvPr/>
          </p:nvSpPr>
          <p:spPr>
            <a:xfrm>
              <a:off x="5235020" y="3569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0" name="pt8800"/>
            <p:cNvSpPr/>
            <p:nvPr/>
          </p:nvSpPr>
          <p:spPr>
            <a:xfrm>
              <a:off x="5129842" y="35602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1" name="pt8801"/>
            <p:cNvSpPr/>
            <p:nvPr/>
          </p:nvSpPr>
          <p:spPr>
            <a:xfrm>
              <a:off x="5187418" y="35357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2" name="pt8802"/>
            <p:cNvSpPr/>
            <p:nvPr/>
          </p:nvSpPr>
          <p:spPr>
            <a:xfrm>
              <a:off x="5217600" y="35382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3" name="pt8803"/>
            <p:cNvSpPr/>
            <p:nvPr/>
          </p:nvSpPr>
          <p:spPr>
            <a:xfrm>
              <a:off x="5140127" y="37176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4" name="pt8804"/>
            <p:cNvSpPr/>
            <p:nvPr/>
          </p:nvSpPr>
          <p:spPr>
            <a:xfrm>
              <a:off x="5112242" y="3629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5" name="pt8805"/>
            <p:cNvSpPr/>
            <p:nvPr/>
          </p:nvSpPr>
          <p:spPr>
            <a:xfrm>
              <a:off x="5167980" y="35716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6" name="pt8806"/>
            <p:cNvSpPr/>
            <p:nvPr/>
          </p:nvSpPr>
          <p:spPr>
            <a:xfrm>
              <a:off x="5140440" y="35330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7" name="pt8807"/>
            <p:cNvSpPr/>
            <p:nvPr/>
          </p:nvSpPr>
          <p:spPr>
            <a:xfrm>
              <a:off x="5200214" y="35875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8" name="pt8808"/>
            <p:cNvSpPr/>
            <p:nvPr/>
          </p:nvSpPr>
          <p:spPr>
            <a:xfrm>
              <a:off x="5140161" y="35773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09" name="pt8809"/>
            <p:cNvSpPr/>
            <p:nvPr/>
          </p:nvSpPr>
          <p:spPr>
            <a:xfrm>
              <a:off x="5098605" y="3572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0" name="pt8810"/>
            <p:cNvSpPr/>
            <p:nvPr/>
          </p:nvSpPr>
          <p:spPr>
            <a:xfrm>
              <a:off x="5128183" y="3557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1" name="pt8811"/>
            <p:cNvSpPr/>
            <p:nvPr/>
          </p:nvSpPr>
          <p:spPr>
            <a:xfrm>
              <a:off x="5150688" y="35487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2" name="pt8812"/>
            <p:cNvSpPr/>
            <p:nvPr/>
          </p:nvSpPr>
          <p:spPr>
            <a:xfrm>
              <a:off x="5155556" y="3608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3" name="pt8813"/>
            <p:cNvSpPr/>
            <p:nvPr/>
          </p:nvSpPr>
          <p:spPr>
            <a:xfrm>
              <a:off x="5165178" y="3546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4" name="pt8814"/>
            <p:cNvSpPr/>
            <p:nvPr/>
          </p:nvSpPr>
          <p:spPr>
            <a:xfrm>
              <a:off x="5120032" y="35536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5" name="pt8815"/>
            <p:cNvSpPr/>
            <p:nvPr/>
          </p:nvSpPr>
          <p:spPr>
            <a:xfrm>
              <a:off x="5072258" y="35233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6" name="pt8816"/>
            <p:cNvSpPr/>
            <p:nvPr/>
          </p:nvSpPr>
          <p:spPr>
            <a:xfrm>
              <a:off x="5004525" y="35554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7" name="pt8817"/>
            <p:cNvSpPr/>
            <p:nvPr/>
          </p:nvSpPr>
          <p:spPr>
            <a:xfrm>
              <a:off x="5196656" y="35583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8" name="pt8818"/>
            <p:cNvSpPr/>
            <p:nvPr/>
          </p:nvSpPr>
          <p:spPr>
            <a:xfrm>
              <a:off x="5154974" y="3366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19" name="pt8819"/>
            <p:cNvSpPr/>
            <p:nvPr/>
          </p:nvSpPr>
          <p:spPr>
            <a:xfrm>
              <a:off x="5109140" y="35435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0" name="pt8820"/>
            <p:cNvSpPr/>
            <p:nvPr/>
          </p:nvSpPr>
          <p:spPr>
            <a:xfrm>
              <a:off x="5154912" y="3398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1" name="pt8821"/>
            <p:cNvSpPr/>
            <p:nvPr/>
          </p:nvSpPr>
          <p:spPr>
            <a:xfrm>
              <a:off x="5139441" y="3543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2" name="pt8822"/>
            <p:cNvSpPr/>
            <p:nvPr/>
          </p:nvSpPr>
          <p:spPr>
            <a:xfrm>
              <a:off x="5193916" y="3549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3" name="pt8823"/>
            <p:cNvSpPr/>
            <p:nvPr/>
          </p:nvSpPr>
          <p:spPr>
            <a:xfrm>
              <a:off x="5149897" y="35509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4" name="pt8824"/>
            <p:cNvSpPr/>
            <p:nvPr/>
          </p:nvSpPr>
          <p:spPr>
            <a:xfrm>
              <a:off x="5143997" y="34947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5" name="pt8825"/>
            <p:cNvSpPr/>
            <p:nvPr/>
          </p:nvSpPr>
          <p:spPr>
            <a:xfrm>
              <a:off x="5174404" y="3567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6" name="pt8826"/>
            <p:cNvSpPr/>
            <p:nvPr/>
          </p:nvSpPr>
          <p:spPr>
            <a:xfrm>
              <a:off x="5094213" y="3546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7" name="pt8827"/>
            <p:cNvSpPr/>
            <p:nvPr/>
          </p:nvSpPr>
          <p:spPr>
            <a:xfrm>
              <a:off x="5129067" y="35559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8" name="pt8828"/>
            <p:cNvSpPr/>
            <p:nvPr/>
          </p:nvSpPr>
          <p:spPr>
            <a:xfrm>
              <a:off x="5181965" y="35619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29" name="pt8829"/>
            <p:cNvSpPr/>
            <p:nvPr/>
          </p:nvSpPr>
          <p:spPr>
            <a:xfrm>
              <a:off x="5071292" y="3564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0" name="pt8830"/>
            <p:cNvSpPr/>
            <p:nvPr/>
          </p:nvSpPr>
          <p:spPr>
            <a:xfrm>
              <a:off x="5253388" y="3500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1" name="pt8831"/>
            <p:cNvSpPr/>
            <p:nvPr/>
          </p:nvSpPr>
          <p:spPr>
            <a:xfrm>
              <a:off x="5171557" y="3521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2" name="pt8832"/>
            <p:cNvSpPr/>
            <p:nvPr/>
          </p:nvSpPr>
          <p:spPr>
            <a:xfrm>
              <a:off x="5108855" y="35672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3" name="pt8833"/>
            <p:cNvSpPr/>
            <p:nvPr/>
          </p:nvSpPr>
          <p:spPr>
            <a:xfrm>
              <a:off x="5164444" y="35825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4" name="pt8834"/>
            <p:cNvSpPr/>
            <p:nvPr/>
          </p:nvSpPr>
          <p:spPr>
            <a:xfrm>
              <a:off x="5156137" y="35072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5" name="pt8835"/>
            <p:cNvSpPr/>
            <p:nvPr/>
          </p:nvSpPr>
          <p:spPr>
            <a:xfrm>
              <a:off x="5174169" y="35528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6" name="pt8836"/>
            <p:cNvSpPr/>
            <p:nvPr/>
          </p:nvSpPr>
          <p:spPr>
            <a:xfrm>
              <a:off x="5141962" y="3602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7" name="pt8837"/>
            <p:cNvSpPr/>
            <p:nvPr/>
          </p:nvSpPr>
          <p:spPr>
            <a:xfrm>
              <a:off x="5042145" y="3582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8" name="pt8838"/>
            <p:cNvSpPr/>
            <p:nvPr/>
          </p:nvSpPr>
          <p:spPr>
            <a:xfrm>
              <a:off x="5187175" y="3602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39" name="pt8839"/>
            <p:cNvSpPr/>
            <p:nvPr/>
          </p:nvSpPr>
          <p:spPr>
            <a:xfrm>
              <a:off x="5159681" y="3449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0" name="pt8840"/>
            <p:cNvSpPr/>
            <p:nvPr/>
          </p:nvSpPr>
          <p:spPr>
            <a:xfrm>
              <a:off x="5172019" y="3556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1" name="pt8841"/>
            <p:cNvSpPr/>
            <p:nvPr/>
          </p:nvSpPr>
          <p:spPr>
            <a:xfrm>
              <a:off x="5160965" y="35532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2" name="pt8842"/>
            <p:cNvSpPr/>
            <p:nvPr/>
          </p:nvSpPr>
          <p:spPr>
            <a:xfrm>
              <a:off x="5162716" y="3557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3" name="pt8843"/>
            <p:cNvSpPr/>
            <p:nvPr/>
          </p:nvSpPr>
          <p:spPr>
            <a:xfrm>
              <a:off x="5145574" y="35729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4" name="pt8844"/>
            <p:cNvSpPr/>
            <p:nvPr/>
          </p:nvSpPr>
          <p:spPr>
            <a:xfrm>
              <a:off x="5153699" y="35623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5" name="pt8845"/>
            <p:cNvSpPr/>
            <p:nvPr/>
          </p:nvSpPr>
          <p:spPr>
            <a:xfrm>
              <a:off x="5123883" y="35799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6" name="pt8846"/>
            <p:cNvSpPr/>
            <p:nvPr/>
          </p:nvSpPr>
          <p:spPr>
            <a:xfrm>
              <a:off x="5148003" y="35364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7" name="pt8847"/>
            <p:cNvSpPr/>
            <p:nvPr/>
          </p:nvSpPr>
          <p:spPr>
            <a:xfrm>
              <a:off x="5203198" y="35513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8" name="pt8848"/>
            <p:cNvSpPr/>
            <p:nvPr/>
          </p:nvSpPr>
          <p:spPr>
            <a:xfrm>
              <a:off x="5165171" y="3518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49" name="pt8849"/>
            <p:cNvSpPr/>
            <p:nvPr/>
          </p:nvSpPr>
          <p:spPr>
            <a:xfrm>
              <a:off x="5204033" y="35687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0" name="pt8850"/>
            <p:cNvSpPr/>
            <p:nvPr/>
          </p:nvSpPr>
          <p:spPr>
            <a:xfrm>
              <a:off x="5150782" y="35466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1" name="pt8851"/>
            <p:cNvSpPr/>
            <p:nvPr/>
          </p:nvSpPr>
          <p:spPr>
            <a:xfrm>
              <a:off x="5193866" y="35414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2" name="pt8852"/>
            <p:cNvSpPr/>
            <p:nvPr/>
          </p:nvSpPr>
          <p:spPr>
            <a:xfrm>
              <a:off x="5165841" y="3567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3" name="pt8853"/>
            <p:cNvSpPr/>
            <p:nvPr/>
          </p:nvSpPr>
          <p:spPr>
            <a:xfrm>
              <a:off x="5148960" y="35832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4" name="pt8854"/>
            <p:cNvSpPr/>
            <p:nvPr/>
          </p:nvSpPr>
          <p:spPr>
            <a:xfrm>
              <a:off x="5156582" y="3542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5" name="pt8855"/>
            <p:cNvSpPr/>
            <p:nvPr/>
          </p:nvSpPr>
          <p:spPr>
            <a:xfrm>
              <a:off x="5265436" y="35566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6" name="pt8856"/>
            <p:cNvSpPr/>
            <p:nvPr/>
          </p:nvSpPr>
          <p:spPr>
            <a:xfrm>
              <a:off x="5168623" y="35669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7" name="pt8857"/>
            <p:cNvSpPr/>
            <p:nvPr/>
          </p:nvSpPr>
          <p:spPr>
            <a:xfrm>
              <a:off x="5144483" y="3577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8" name="pt8858"/>
            <p:cNvSpPr/>
            <p:nvPr/>
          </p:nvSpPr>
          <p:spPr>
            <a:xfrm>
              <a:off x="5179470" y="35097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59" name="pt8859"/>
            <p:cNvSpPr/>
            <p:nvPr/>
          </p:nvSpPr>
          <p:spPr>
            <a:xfrm>
              <a:off x="5164516" y="3564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0" name="pt8860"/>
            <p:cNvSpPr/>
            <p:nvPr/>
          </p:nvSpPr>
          <p:spPr>
            <a:xfrm>
              <a:off x="5170509" y="35489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1" name="pt8861"/>
            <p:cNvSpPr/>
            <p:nvPr/>
          </p:nvSpPr>
          <p:spPr>
            <a:xfrm>
              <a:off x="5217892" y="3573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2" name="pt8862"/>
            <p:cNvSpPr/>
            <p:nvPr/>
          </p:nvSpPr>
          <p:spPr>
            <a:xfrm>
              <a:off x="5125193" y="3592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3" name="pt8863"/>
            <p:cNvSpPr/>
            <p:nvPr/>
          </p:nvSpPr>
          <p:spPr>
            <a:xfrm>
              <a:off x="5119968" y="3553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4" name="pt8864"/>
            <p:cNvSpPr/>
            <p:nvPr/>
          </p:nvSpPr>
          <p:spPr>
            <a:xfrm>
              <a:off x="5137697" y="3542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5" name="pt8865"/>
            <p:cNvSpPr/>
            <p:nvPr/>
          </p:nvSpPr>
          <p:spPr>
            <a:xfrm>
              <a:off x="5149530" y="3617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6" name="pt8866"/>
            <p:cNvSpPr/>
            <p:nvPr/>
          </p:nvSpPr>
          <p:spPr>
            <a:xfrm>
              <a:off x="5154023" y="3573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7" name="pt8867"/>
            <p:cNvSpPr/>
            <p:nvPr/>
          </p:nvSpPr>
          <p:spPr>
            <a:xfrm>
              <a:off x="5190651" y="35066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8" name="pt8868"/>
            <p:cNvSpPr/>
            <p:nvPr/>
          </p:nvSpPr>
          <p:spPr>
            <a:xfrm>
              <a:off x="5260631" y="35270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69" name="pt8869"/>
            <p:cNvSpPr/>
            <p:nvPr/>
          </p:nvSpPr>
          <p:spPr>
            <a:xfrm>
              <a:off x="5192919" y="3464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0" name="pt8870"/>
            <p:cNvSpPr/>
            <p:nvPr/>
          </p:nvSpPr>
          <p:spPr>
            <a:xfrm>
              <a:off x="5219902" y="3529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1" name="pt8871"/>
            <p:cNvSpPr/>
            <p:nvPr/>
          </p:nvSpPr>
          <p:spPr>
            <a:xfrm>
              <a:off x="5056584" y="3487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2" name="pt8872"/>
            <p:cNvSpPr/>
            <p:nvPr/>
          </p:nvSpPr>
          <p:spPr>
            <a:xfrm>
              <a:off x="5126334" y="35283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3" name="pt8873"/>
            <p:cNvSpPr/>
            <p:nvPr/>
          </p:nvSpPr>
          <p:spPr>
            <a:xfrm>
              <a:off x="5096128" y="35352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4" name="pt8874"/>
            <p:cNvSpPr/>
            <p:nvPr/>
          </p:nvSpPr>
          <p:spPr>
            <a:xfrm>
              <a:off x="5137910" y="3525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5" name="pt8875"/>
            <p:cNvSpPr/>
            <p:nvPr/>
          </p:nvSpPr>
          <p:spPr>
            <a:xfrm>
              <a:off x="5172047" y="3429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6" name="pt8876"/>
            <p:cNvSpPr/>
            <p:nvPr/>
          </p:nvSpPr>
          <p:spPr>
            <a:xfrm>
              <a:off x="5169887" y="35047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7" name="pt8877"/>
            <p:cNvSpPr/>
            <p:nvPr/>
          </p:nvSpPr>
          <p:spPr>
            <a:xfrm>
              <a:off x="5130203" y="35240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8" name="pt8878"/>
            <p:cNvSpPr/>
            <p:nvPr/>
          </p:nvSpPr>
          <p:spPr>
            <a:xfrm>
              <a:off x="5137211" y="35403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79" name="pt8879"/>
            <p:cNvSpPr/>
            <p:nvPr/>
          </p:nvSpPr>
          <p:spPr>
            <a:xfrm>
              <a:off x="5235859" y="35373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0" name="pt8880"/>
            <p:cNvSpPr/>
            <p:nvPr/>
          </p:nvSpPr>
          <p:spPr>
            <a:xfrm>
              <a:off x="5149326" y="3527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1" name="pt8881"/>
            <p:cNvSpPr/>
            <p:nvPr/>
          </p:nvSpPr>
          <p:spPr>
            <a:xfrm>
              <a:off x="5171367" y="3523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2" name="pt8882"/>
            <p:cNvSpPr/>
            <p:nvPr/>
          </p:nvSpPr>
          <p:spPr>
            <a:xfrm>
              <a:off x="5155224" y="35701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3" name="pt8883"/>
            <p:cNvSpPr/>
            <p:nvPr/>
          </p:nvSpPr>
          <p:spPr>
            <a:xfrm>
              <a:off x="5169231" y="3424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4" name="pt8884"/>
            <p:cNvSpPr/>
            <p:nvPr/>
          </p:nvSpPr>
          <p:spPr>
            <a:xfrm>
              <a:off x="5172819" y="3549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5" name="pt8885"/>
            <p:cNvSpPr/>
            <p:nvPr/>
          </p:nvSpPr>
          <p:spPr>
            <a:xfrm>
              <a:off x="5174219" y="35589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6" name="pt8886"/>
            <p:cNvSpPr/>
            <p:nvPr/>
          </p:nvSpPr>
          <p:spPr>
            <a:xfrm>
              <a:off x="5177004" y="35546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7" name="pt8887"/>
            <p:cNvSpPr/>
            <p:nvPr/>
          </p:nvSpPr>
          <p:spPr>
            <a:xfrm>
              <a:off x="5144989" y="3493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8" name="pt8888"/>
            <p:cNvSpPr/>
            <p:nvPr/>
          </p:nvSpPr>
          <p:spPr>
            <a:xfrm>
              <a:off x="5133014" y="3558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89" name="pt8889"/>
            <p:cNvSpPr/>
            <p:nvPr/>
          </p:nvSpPr>
          <p:spPr>
            <a:xfrm>
              <a:off x="5097203" y="3578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0" name="pt8890"/>
            <p:cNvSpPr/>
            <p:nvPr/>
          </p:nvSpPr>
          <p:spPr>
            <a:xfrm>
              <a:off x="5182418" y="35279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1" name="pt8891"/>
            <p:cNvSpPr/>
            <p:nvPr/>
          </p:nvSpPr>
          <p:spPr>
            <a:xfrm>
              <a:off x="5115944" y="3516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2" name="pt8892"/>
            <p:cNvSpPr/>
            <p:nvPr/>
          </p:nvSpPr>
          <p:spPr>
            <a:xfrm>
              <a:off x="5138566" y="33997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3" name="pt8893"/>
            <p:cNvSpPr/>
            <p:nvPr/>
          </p:nvSpPr>
          <p:spPr>
            <a:xfrm>
              <a:off x="5145941" y="31847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4" name="pt8894"/>
            <p:cNvSpPr/>
            <p:nvPr/>
          </p:nvSpPr>
          <p:spPr>
            <a:xfrm>
              <a:off x="5168295" y="3633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5" name="pt8895"/>
            <p:cNvSpPr/>
            <p:nvPr/>
          </p:nvSpPr>
          <p:spPr>
            <a:xfrm>
              <a:off x="5136757" y="3585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6" name="pt8896"/>
            <p:cNvSpPr/>
            <p:nvPr/>
          </p:nvSpPr>
          <p:spPr>
            <a:xfrm>
              <a:off x="5158473" y="35794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7" name="pt8897"/>
            <p:cNvSpPr/>
            <p:nvPr/>
          </p:nvSpPr>
          <p:spPr>
            <a:xfrm>
              <a:off x="5167453" y="35449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8" name="pt8898"/>
            <p:cNvSpPr/>
            <p:nvPr/>
          </p:nvSpPr>
          <p:spPr>
            <a:xfrm>
              <a:off x="5206932" y="3557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899" name="pt8899"/>
            <p:cNvSpPr/>
            <p:nvPr/>
          </p:nvSpPr>
          <p:spPr>
            <a:xfrm>
              <a:off x="5152007" y="35037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0" name="pt8900"/>
            <p:cNvSpPr/>
            <p:nvPr/>
          </p:nvSpPr>
          <p:spPr>
            <a:xfrm>
              <a:off x="5143647" y="3584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1" name="pt8901"/>
            <p:cNvSpPr/>
            <p:nvPr/>
          </p:nvSpPr>
          <p:spPr>
            <a:xfrm>
              <a:off x="5318838" y="35627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2" name="pt8902"/>
            <p:cNvSpPr/>
            <p:nvPr/>
          </p:nvSpPr>
          <p:spPr>
            <a:xfrm>
              <a:off x="5151187" y="35608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3" name="pt8903"/>
            <p:cNvSpPr/>
            <p:nvPr/>
          </p:nvSpPr>
          <p:spPr>
            <a:xfrm>
              <a:off x="5158250" y="3556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4" name="pt8904"/>
            <p:cNvSpPr/>
            <p:nvPr/>
          </p:nvSpPr>
          <p:spPr>
            <a:xfrm>
              <a:off x="5149142" y="35034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5" name="pt8905"/>
            <p:cNvSpPr/>
            <p:nvPr/>
          </p:nvSpPr>
          <p:spPr>
            <a:xfrm>
              <a:off x="5102704" y="3545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6" name="pt8906"/>
            <p:cNvSpPr/>
            <p:nvPr/>
          </p:nvSpPr>
          <p:spPr>
            <a:xfrm>
              <a:off x="5141946" y="35691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7" name="pt8907"/>
            <p:cNvSpPr/>
            <p:nvPr/>
          </p:nvSpPr>
          <p:spPr>
            <a:xfrm>
              <a:off x="5121678" y="3542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8" name="pt8908"/>
            <p:cNvSpPr/>
            <p:nvPr/>
          </p:nvSpPr>
          <p:spPr>
            <a:xfrm>
              <a:off x="5201324" y="35998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09" name="pt8909"/>
            <p:cNvSpPr/>
            <p:nvPr/>
          </p:nvSpPr>
          <p:spPr>
            <a:xfrm>
              <a:off x="5157922" y="34719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0" name="pt8910"/>
            <p:cNvSpPr/>
            <p:nvPr/>
          </p:nvSpPr>
          <p:spPr>
            <a:xfrm>
              <a:off x="5128691" y="34467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1" name="pt8911"/>
            <p:cNvSpPr/>
            <p:nvPr/>
          </p:nvSpPr>
          <p:spPr>
            <a:xfrm>
              <a:off x="5152801" y="35395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2" name="pt8912"/>
            <p:cNvSpPr/>
            <p:nvPr/>
          </p:nvSpPr>
          <p:spPr>
            <a:xfrm>
              <a:off x="5167218" y="35670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3" name="pt8913"/>
            <p:cNvSpPr/>
            <p:nvPr/>
          </p:nvSpPr>
          <p:spPr>
            <a:xfrm>
              <a:off x="5162570" y="35552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4" name="pt8914"/>
            <p:cNvSpPr/>
            <p:nvPr/>
          </p:nvSpPr>
          <p:spPr>
            <a:xfrm>
              <a:off x="5105993" y="3550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5" name="pt8915"/>
            <p:cNvSpPr/>
            <p:nvPr/>
          </p:nvSpPr>
          <p:spPr>
            <a:xfrm>
              <a:off x="5159765" y="35640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6" name="pt8916"/>
            <p:cNvSpPr/>
            <p:nvPr/>
          </p:nvSpPr>
          <p:spPr>
            <a:xfrm>
              <a:off x="5108485" y="35601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7" name="pt8917"/>
            <p:cNvSpPr/>
            <p:nvPr/>
          </p:nvSpPr>
          <p:spPr>
            <a:xfrm>
              <a:off x="5221256" y="35710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8" name="pt8918"/>
            <p:cNvSpPr/>
            <p:nvPr/>
          </p:nvSpPr>
          <p:spPr>
            <a:xfrm>
              <a:off x="5179608" y="3538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19" name="pt8919"/>
            <p:cNvSpPr/>
            <p:nvPr/>
          </p:nvSpPr>
          <p:spPr>
            <a:xfrm>
              <a:off x="5159633" y="34620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0" name="pt8920"/>
            <p:cNvSpPr/>
            <p:nvPr/>
          </p:nvSpPr>
          <p:spPr>
            <a:xfrm>
              <a:off x="5089888" y="36267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1" name="pt8921"/>
            <p:cNvSpPr/>
            <p:nvPr/>
          </p:nvSpPr>
          <p:spPr>
            <a:xfrm>
              <a:off x="5171810" y="3445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2" name="pt8922"/>
            <p:cNvSpPr/>
            <p:nvPr/>
          </p:nvSpPr>
          <p:spPr>
            <a:xfrm>
              <a:off x="5147262" y="3598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3" name="pt8923"/>
            <p:cNvSpPr/>
            <p:nvPr/>
          </p:nvSpPr>
          <p:spPr>
            <a:xfrm>
              <a:off x="5198225" y="35340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4" name="pt8924"/>
            <p:cNvSpPr/>
            <p:nvPr/>
          </p:nvSpPr>
          <p:spPr>
            <a:xfrm>
              <a:off x="5189882" y="3538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5" name="pt8925"/>
            <p:cNvSpPr/>
            <p:nvPr/>
          </p:nvSpPr>
          <p:spPr>
            <a:xfrm>
              <a:off x="5152536" y="35539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6" name="pt8926"/>
            <p:cNvSpPr/>
            <p:nvPr/>
          </p:nvSpPr>
          <p:spPr>
            <a:xfrm>
              <a:off x="5082638" y="35741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7" name="pt8927"/>
            <p:cNvSpPr/>
            <p:nvPr/>
          </p:nvSpPr>
          <p:spPr>
            <a:xfrm>
              <a:off x="5114025" y="36083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8" name="pt8928"/>
            <p:cNvSpPr/>
            <p:nvPr/>
          </p:nvSpPr>
          <p:spPr>
            <a:xfrm>
              <a:off x="5182510" y="35492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29" name="pt8929"/>
            <p:cNvSpPr/>
            <p:nvPr/>
          </p:nvSpPr>
          <p:spPr>
            <a:xfrm>
              <a:off x="5161226" y="3532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0" name="pt8930"/>
            <p:cNvSpPr/>
            <p:nvPr/>
          </p:nvSpPr>
          <p:spPr>
            <a:xfrm>
              <a:off x="5154573" y="3553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1" name="pt8931"/>
            <p:cNvSpPr/>
            <p:nvPr/>
          </p:nvSpPr>
          <p:spPr>
            <a:xfrm>
              <a:off x="5173732" y="3486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2" name="pt8932"/>
            <p:cNvSpPr/>
            <p:nvPr/>
          </p:nvSpPr>
          <p:spPr>
            <a:xfrm>
              <a:off x="5254058" y="35934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3" name="pt8933"/>
            <p:cNvSpPr/>
            <p:nvPr/>
          </p:nvSpPr>
          <p:spPr>
            <a:xfrm>
              <a:off x="5167079" y="36086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4" name="pt8934"/>
            <p:cNvSpPr/>
            <p:nvPr/>
          </p:nvSpPr>
          <p:spPr>
            <a:xfrm>
              <a:off x="5138212" y="35725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5" name="pt8935"/>
            <p:cNvSpPr/>
            <p:nvPr/>
          </p:nvSpPr>
          <p:spPr>
            <a:xfrm>
              <a:off x="5205547" y="3522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6" name="pt8936"/>
            <p:cNvSpPr/>
            <p:nvPr/>
          </p:nvSpPr>
          <p:spPr>
            <a:xfrm>
              <a:off x="5148093" y="3288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7" name="pt8937"/>
            <p:cNvSpPr/>
            <p:nvPr/>
          </p:nvSpPr>
          <p:spPr>
            <a:xfrm>
              <a:off x="5194752" y="3558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8" name="pt8938"/>
            <p:cNvSpPr/>
            <p:nvPr/>
          </p:nvSpPr>
          <p:spPr>
            <a:xfrm>
              <a:off x="5128802" y="35309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39" name="pt8939"/>
            <p:cNvSpPr/>
            <p:nvPr/>
          </p:nvSpPr>
          <p:spPr>
            <a:xfrm>
              <a:off x="5127207" y="35796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0" name="pt8940"/>
            <p:cNvSpPr/>
            <p:nvPr/>
          </p:nvSpPr>
          <p:spPr>
            <a:xfrm>
              <a:off x="5147669" y="3572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1" name="pt8941"/>
            <p:cNvSpPr/>
            <p:nvPr/>
          </p:nvSpPr>
          <p:spPr>
            <a:xfrm>
              <a:off x="5173507" y="3533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2" name="pt8942"/>
            <p:cNvSpPr/>
            <p:nvPr/>
          </p:nvSpPr>
          <p:spPr>
            <a:xfrm>
              <a:off x="5198690" y="35522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3" name="pt8943"/>
            <p:cNvSpPr/>
            <p:nvPr/>
          </p:nvSpPr>
          <p:spPr>
            <a:xfrm>
              <a:off x="5130303" y="3580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4" name="pt8944"/>
            <p:cNvSpPr/>
            <p:nvPr/>
          </p:nvSpPr>
          <p:spPr>
            <a:xfrm>
              <a:off x="5121121" y="35821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5" name="pt8945"/>
            <p:cNvSpPr/>
            <p:nvPr/>
          </p:nvSpPr>
          <p:spPr>
            <a:xfrm>
              <a:off x="5108885" y="36071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6" name="pt8946"/>
            <p:cNvSpPr/>
            <p:nvPr/>
          </p:nvSpPr>
          <p:spPr>
            <a:xfrm>
              <a:off x="5103464" y="35702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7" name="pt8947"/>
            <p:cNvSpPr/>
            <p:nvPr/>
          </p:nvSpPr>
          <p:spPr>
            <a:xfrm>
              <a:off x="5152200" y="35066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8" name="pt8948"/>
            <p:cNvSpPr/>
            <p:nvPr/>
          </p:nvSpPr>
          <p:spPr>
            <a:xfrm>
              <a:off x="5180410" y="3528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49" name="pt8949"/>
            <p:cNvSpPr/>
            <p:nvPr/>
          </p:nvSpPr>
          <p:spPr>
            <a:xfrm>
              <a:off x="5172304" y="3505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0" name="pt8950"/>
            <p:cNvSpPr/>
            <p:nvPr/>
          </p:nvSpPr>
          <p:spPr>
            <a:xfrm>
              <a:off x="5098051" y="36042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1" name="pt8951"/>
            <p:cNvSpPr/>
            <p:nvPr/>
          </p:nvSpPr>
          <p:spPr>
            <a:xfrm>
              <a:off x="5155043" y="3569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2" name="pt8952"/>
            <p:cNvSpPr/>
            <p:nvPr/>
          </p:nvSpPr>
          <p:spPr>
            <a:xfrm>
              <a:off x="5167017" y="3563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3" name="pt8953"/>
            <p:cNvSpPr/>
            <p:nvPr/>
          </p:nvSpPr>
          <p:spPr>
            <a:xfrm>
              <a:off x="5200421" y="36067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4" name="pt8954"/>
            <p:cNvSpPr/>
            <p:nvPr/>
          </p:nvSpPr>
          <p:spPr>
            <a:xfrm>
              <a:off x="5211177" y="36251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5" name="pt8955"/>
            <p:cNvSpPr/>
            <p:nvPr/>
          </p:nvSpPr>
          <p:spPr>
            <a:xfrm>
              <a:off x="5096782" y="35917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6" name="pt8956"/>
            <p:cNvSpPr/>
            <p:nvPr/>
          </p:nvSpPr>
          <p:spPr>
            <a:xfrm>
              <a:off x="5194144" y="35782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7" name="pt8957"/>
            <p:cNvSpPr/>
            <p:nvPr/>
          </p:nvSpPr>
          <p:spPr>
            <a:xfrm>
              <a:off x="5153208" y="3554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8" name="pt8958"/>
            <p:cNvSpPr/>
            <p:nvPr/>
          </p:nvSpPr>
          <p:spPr>
            <a:xfrm>
              <a:off x="5187910" y="3549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59" name="pt8959"/>
            <p:cNvSpPr/>
            <p:nvPr/>
          </p:nvSpPr>
          <p:spPr>
            <a:xfrm>
              <a:off x="5114274" y="35679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0" name="pt8960"/>
            <p:cNvSpPr/>
            <p:nvPr/>
          </p:nvSpPr>
          <p:spPr>
            <a:xfrm>
              <a:off x="5200065" y="3569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1" name="pt8961"/>
            <p:cNvSpPr/>
            <p:nvPr/>
          </p:nvSpPr>
          <p:spPr>
            <a:xfrm>
              <a:off x="5102715" y="3549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2" name="pt8962"/>
            <p:cNvSpPr/>
            <p:nvPr/>
          </p:nvSpPr>
          <p:spPr>
            <a:xfrm>
              <a:off x="5166667" y="3961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3" name="pt8963"/>
            <p:cNvSpPr/>
            <p:nvPr/>
          </p:nvSpPr>
          <p:spPr>
            <a:xfrm>
              <a:off x="5184964" y="3546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4" name="pt8964"/>
            <p:cNvSpPr/>
            <p:nvPr/>
          </p:nvSpPr>
          <p:spPr>
            <a:xfrm>
              <a:off x="5170278" y="36838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5" name="pt8965"/>
            <p:cNvSpPr/>
            <p:nvPr/>
          </p:nvSpPr>
          <p:spPr>
            <a:xfrm>
              <a:off x="5105505" y="35881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6" name="pt8966"/>
            <p:cNvSpPr/>
            <p:nvPr/>
          </p:nvSpPr>
          <p:spPr>
            <a:xfrm>
              <a:off x="5167861" y="3542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7" name="pt8967"/>
            <p:cNvSpPr/>
            <p:nvPr/>
          </p:nvSpPr>
          <p:spPr>
            <a:xfrm>
              <a:off x="5124169" y="3292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8" name="pt8968"/>
            <p:cNvSpPr/>
            <p:nvPr/>
          </p:nvSpPr>
          <p:spPr>
            <a:xfrm>
              <a:off x="5142868" y="3512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69" name="pt8969"/>
            <p:cNvSpPr/>
            <p:nvPr/>
          </p:nvSpPr>
          <p:spPr>
            <a:xfrm>
              <a:off x="5193052" y="35735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0" name="pt8970"/>
            <p:cNvSpPr/>
            <p:nvPr/>
          </p:nvSpPr>
          <p:spPr>
            <a:xfrm>
              <a:off x="5200616" y="35322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1" name="pt8971"/>
            <p:cNvSpPr/>
            <p:nvPr/>
          </p:nvSpPr>
          <p:spPr>
            <a:xfrm>
              <a:off x="5152423" y="3577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2" name="pt8972"/>
            <p:cNvSpPr/>
            <p:nvPr/>
          </p:nvSpPr>
          <p:spPr>
            <a:xfrm>
              <a:off x="5220507" y="34942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3" name="pt8973"/>
            <p:cNvSpPr/>
            <p:nvPr/>
          </p:nvSpPr>
          <p:spPr>
            <a:xfrm>
              <a:off x="5150691" y="3571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4" name="pt8974"/>
            <p:cNvSpPr/>
            <p:nvPr/>
          </p:nvSpPr>
          <p:spPr>
            <a:xfrm>
              <a:off x="5159426" y="3554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5" name="pt8975"/>
            <p:cNvSpPr/>
            <p:nvPr/>
          </p:nvSpPr>
          <p:spPr>
            <a:xfrm>
              <a:off x="5134709" y="33041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6" name="pt8976"/>
            <p:cNvSpPr/>
            <p:nvPr/>
          </p:nvSpPr>
          <p:spPr>
            <a:xfrm>
              <a:off x="5216226" y="35737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7" name="pt8977"/>
            <p:cNvSpPr/>
            <p:nvPr/>
          </p:nvSpPr>
          <p:spPr>
            <a:xfrm>
              <a:off x="5144466" y="33334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8" name="pt8978"/>
            <p:cNvSpPr/>
            <p:nvPr/>
          </p:nvSpPr>
          <p:spPr>
            <a:xfrm>
              <a:off x="5148942" y="33401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79" name="pt8979"/>
            <p:cNvSpPr/>
            <p:nvPr/>
          </p:nvSpPr>
          <p:spPr>
            <a:xfrm>
              <a:off x="5100246" y="32232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0" name="pt8980"/>
            <p:cNvSpPr/>
            <p:nvPr/>
          </p:nvSpPr>
          <p:spPr>
            <a:xfrm>
              <a:off x="5187941" y="35169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1" name="pt8981"/>
            <p:cNvSpPr/>
            <p:nvPr/>
          </p:nvSpPr>
          <p:spPr>
            <a:xfrm>
              <a:off x="5183992" y="35488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2" name="pt8982"/>
            <p:cNvSpPr/>
            <p:nvPr/>
          </p:nvSpPr>
          <p:spPr>
            <a:xfrm>
              <a:off x="5060041" y="3588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3" name="pt8983"/>
            <p:cNvSpPr/>
            <p:nvPr/>
          </p:nvSpPr>
          <p:spPr>
            <a:xfrm>
              <a:off x="5169368" y="34104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4" name="pt8984"/>
            <p:cNvSpPr/>
            <p:nvPr/>
          </p:nvSpPr>
          <p:spPr>
            <a:xfrm>
              <a:off x="5185195" y="36157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5" name="pt8985"/>
            <p:cNvSpPr/>
            <p:nvPr/>
          </p:nvSpPr>
          <p:spPr>
            <a:xfrm>
              <a:off x="5143429" y="35866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6" name="pt8986"/>
            <p:cNvSpPr/>
            <p:nvPr/>
          </p:nvSpPr>
          <p:spPr>
            <a:xfrm>
              <a:off x="5178721" y="35889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7" name="pt8987"/>
            <p:cNvSpPr/>
            <p:nvPr/>
          </p:nvSpPr>
          <p:spPr>
            <a:xfrm>
              <a:off x="5127837" y="3473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8" name="pt8988"/>
            <p:cNvSpPr/>
            <p:nvPr/>
          </p:nvSpPr>
          <p:spPr>
            <a:xfrm>
              <a:off x="5184507" y="34829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89" name="pt8989"/>
            <p:cNvSpPr/>
            <p:nvPr/>
          </p:nvSpPr>
          <p:spPr>
            <a:xfrm>
              <a:off x="5165891" y="3543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0" name="pt8990"/>
            <p:cNvSpPr/>
            <p:nvPr/>
          </p:nvSpPr>
          <p:spPr>
            <a:xfrm>
              <a:off x="5167033" y="3539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1" name="pt8991"/>
            <p:cNvSpPr/>
            <p:nvPr/>
          </p:nvSpPr>
          <p:spPr>
            <a:xfrm>
              <a:off x="5152436" y="3569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2" name="pt8992"/>
            <p:cNvSpPr/>
            <p:nvPr/>
          </p:nvSpPr>
          <p:spPr>
            <a:xfrm>
              <a:off x="5161845" y="3551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3" name="pt8993"/>
            <p:cNvSpPr/>
            <p:nvPr/>
          </p:nvSpPr>
          <p:spPr>
            <a:xfrm>
              <a:off x="5111886" y="35134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4" name="pt8994"/>
            <p:cNvSpPr/>
            <p:nvPr/>
          </p:nvSpPr>
          <p:spPr>
            <a:xfrm>
              <a:off x="5089078" y="3579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5" name="pt8995"/>
            <p:cNvSpPr/>
            <p:nvPr/>
          </p:nvSpPr>
          <p:spPr>
            <a:xfrm>
              <a:off x="5106451" y="35680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6" name="pt8996"/>
            <p:cNvSpPr/>
            <p:nvPr/>
          </p:nvSpPr>
          <p:spPr>
            <a:xfrm>
              <a:off x="5150913" y="3542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7" name="pt8997"/>
            <p:cNvSpPr/>
            <p:nvPr/>
          </p:nvSpPr>
          <p:spPr>
            <a:xfrm>
              <a:off x="5210189" y="3506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8" name="pt8998"/>
            <p:cNvSpPr/>
            <p:nvPr/>
          </p:nvSpPr>
          <p:spPr>
            <a:xfrm>
              <a:off x="5105268" y="3560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8999" name="pt8999"/>
            <p:cNvSpPr/>
            <p:nvPr/>
          </p:nvSpPr>
          <p:spPr>
            <a:xfrm>
              <a:off x="5125574" y="3587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0" name="pt9000"/>
            <p:cNvSpPr/>
            <p:nvPr/>
          </p:nvSpPr>
          <p:spPr>
            <a:xfrm>
              <a:off x="5100044" y="3573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1" name="pt9001"/>
            <p:cNvSpPr/>
            <p:nvPr/>
          </p:nvSpPr>
          <p:spPr>
            <a:xfrm>
              <a:off x="5216666" y="35133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2" name="pt9002"/>
            <p:cNvSpPr/>
            <p:nvPr/>
          </p:nvSpPr>
          <p:spPr>
            <a:xfrm>
              <a:off x="5173527" y="35834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3" name="pt9003"/>
            <p:cNvSpPr/>
            <p:nvPr/>
          </p:nvSpPr>
          <p:spPr>
            <a:xfrm>
              <a:off x="5227530" y="33148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4" name="pt9004"/>
            <p:cNvSpPr/>
            <p:nvPr/>
          </p:nvSpPr>
          <p:spPr>
            <a:xfrm>
              <a:off x="5178230" y="35686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5" name="pt9005"/>
            <p:cNvSpPr/>
            <p:nvPr/>
          </p:nvSpPr>
          <p:spPr>
            <a:xfrm>
              <a:off x="5108372" y="3579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6" name="pt9006"/>
            <p:cNvSpPr/>
            <p:nvPr/>
          </p:nvSpPr>
          <p:spPr>
            <a:xfrm>
              <a:off x="5135572" y="36427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7" name="pt9007"/>
            <p:cNvSpPr/>
            <p:nvPr/>
          </p:nvSpPr>
          <p:spPr>
            <a:xfrm>
              <a:off x="5167513" y="3525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8" name="pt9008"/>
            <p:cNvSpPr/>
            <p:nvPr/>
          </p:nvSpPr>
          <p:spPr>
            <a:xfrm>
              <a:off x="5218941" y="35543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09" name="pt9009"/>
            <p:cNvSpPr/>
            <p:nvPr/>
          </p:nvSpPr>
          <p:spPr>
            <a:xfrm>
              <a:off x="5131447" y="35783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0" name="pt9010"/>
            <p:cNvSpPr/>
            <p:nvPr/>
          </p:nvSpPr>
          <p:spPr>
            <a:xfrm>
              <a:off x="5153592" y="35743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1" name="pt9011"/>
            <p:cNvSpPr/>
            <p:nvPr/>
          </p:nvSpPr>
          <p:spPr>
            <a:xfrm>
              <a:off x="5147703" y="3523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2" name="pt9012"/>
            <p:cNvSpPr/>
            <p:nvPr/>
          </p:nvSpPr>
          <p:spPr>
            <a:xfrm>
              <a:off x="5163667" y="35481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3" name="pt9013"/>
            <p:cNvSpPr/>
            <p:nvPr/>
          </p:nvSpPr>
          <p:spPr>
            <a:xfrm>
              <a:off x="5166702" y="3478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4" name="pt9014"/>
            <p:cNvSpPr/>
            <p:nvPr/>
          </p:nvSpPr>
          <p:spPr>
            <a:xfrm>
              <a:off x="5162595" y="32520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5" name="pt9015"/>
            <p:cNvSpPr/>
            <p:nvPr/>
          </p:nvSpPr>
          <p:spPr>
            <a:xfrm>
              <a:off x="5135633" y="3711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6" name="pt9016"/>
            <p:cNvSpPr/>
            <p:nvPr/>
          </p:nvSpPr>
          <p:spPr>
            <a:xfrm>
              <a:off x="5000130" y="3528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7" name="pt9017"/>
            <p:cNvSpPr/>
            <p:nvPr/>
          </p:nvSpPr>
          <p:spPr>
            <a:xfrm>
              <a:off x="5191096" y="36207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8" name="pt9018"/>
            <p:cNvSpPr/>
            <p:nvPr/>
          </p:nvSpPr>
          <p:spPr>
            <a:xfrm>
              <a:off x="5156064" y="3526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19" name="pt9019"/>
            <p:cNvSpPr/>
            <p:nvPr/>
          </p:nvSpPr>
          <p:spPr>
            <a:xfrm>
              <a:off x="5109221" y="3594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0" name="pt9020"/>
            <p:cNvSpPr/>
            <p:nvPr/>
          </p:nvSpPr>
          <p:spPr>
            <a:xfrm>
              <a:off x="5144788" y="35644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1" name="pt9021"/>
            <p:cNvSpPr/>
            <p:nvPr/>
          </p:nvSpPr>
          <p:spPr>
            <a:xfrm>
              <a:off x="5108714" y="35406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2" name="pt9022"/>
            <p:cNvSpPr/>
            <p:nvPr/>
          </p:nvSpPr>
          <p:spPr>
            <a:xfrm>
              <a:off x="5138457" y="3570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3" name="pt9023"/>
            <p:cNvSpPr/>
            <p:nvPr/>
          </p:nvSpPr>
          <p:spPr>
            <a:xfrm>
              <a:off x="5130271" y="3559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4" name="pt9024"/>
            <p:cNvSpPr/>
            <p:nvPr/>
          </p:nvSpPr>
          <p:spPr>
            <a:xfrm>
              <a:off x="5140248" y="3515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5" name="pt9025"/>
            <p:cNvSpPr/>
            <p:nvPr/>
          </p:nvSpPr>
          <p:spPr>
            <a:xfrm>
              <a:off x="5121423" y="35455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6" name="pt9026"/>
            <p:cNvSpPr/>
            <p:nvPr/>
          </p:nvSpPr>
          <p:spPr>
            <a:xfrm>
              <a:off x="5165247" y="35866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7" name="pt9027"/>
            <p:cNvSpPr/>
            <p:nvPr/>
          </p:nvSpPr>
          <p:spPr>
            <a:xfrm>
              <a:off x="5119703" y="34890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8" name="pt9028"/>
            <p:cNvSpPr/>
            <p:nvPr/>
          </p:nvSpPr>
          <p:spPr>
            <a:xfrm>
              <a:off x="5177066" y="3401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29" name="pt9029"/>
            <p:cNvSpPr/>
            <p:nvPr/>
          </p:nvSpPr>
          <p:spPr>
            <a:xfrm>
              <a:off x="5108370" y="34451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0" name="pt9030"/>
            <p:cNvSpPr/>
            <p:nvPr/>
          </p:nvSpPr>
          <p:spPr>
            <a:xfrm>
              <a:off x="5169444" y="3550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1" name="pt9031"/>
            <p:cNvSpPr/>
            <p:nvPr/>
          </p:nvSpPr>
          <p:spPr>
            <a:xfrm>
              <a:off x="5139681" y="3645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2" name="pt9032"/>
            <p:cNvSpPr/>
            <p:nvPr/>
          </p:nvSpPr>
          <p:spPr>
            <a:xfrm>
              <a:off x="5196415" y="35689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3" name="pt9033"/>
            <p:cNvSpPr/>
            <p:nvPr/>
          </p:nvSpPr>
          <p:spPr>
            <a:xfrm>
              <a:off x="5188563" y="3562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4" name="pt9034"/>
            <p:cNvSpPr/>
            <p:nvPr/>
          </p:nvSpPr>
          <p:spPr>
            <a:xfrm>
              <a:off x="5149159" y="35508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5" name="pt9035"/>
            <p:cNvSpPr/>
            <p:nvPr/>
          </p:nvSpPr>
          <p:spPr>
            <a:xfrm>
              <a:off x="5150450" y="3567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6" name="pt9036"/>
            <p:cNvSpPr/>
            <p:nvPr/>
          </p:nvSpPr>
          <p:spPr>
            <a:xfrm>
              <a:off x="5218451" y="3549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7" name="pt9037"/>
            <p:cNvSpPr/>
            <p:nvPr/>
          </p:nvSpPr>
          <p:spPr>
            <a:xfrm>
              <a:off x="5175648" y="3534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8" name="pt9038"/>
            <p:cNvSpPr/>
            <p:nvPr/>
          </p:nvSpPr>
          <p:spPr>
            <a:xfrm>
              <a:off x="5063688" y="35371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39" name="pt9039"/>
            <p:cNvSpPr/>
            <p:nvPr/>
          </p:nvSpPr>
          <p:spPr>
            <a:xfrm>
              <a:off x="5172897" y="35056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0" name="pt9040"/>
            <p:cNvSpPr/>
            <p:nvPr/>
          </p:nvSpPr>
          <p:spPr>
            <a:xfrm>
              <a:off x="5162727" y="3508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1" name="pt9041"/>
            <p:cNvSpPr/>
            <p:nvPr/>
          </p:nvSpPr>
          <p:spPr>
            <a:xfrm>
              <a:off x="5036339" y="362098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2" name="pt9042"/>
            <p:cNvSpPr/>
            <p:nvPr/>
          </p:nvSpPr>
          <p:spPr>
            <a:xfrm>
              <a:off x="5164424" y="35578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3" name="pt9043"/>
            <p:cNvSpPr/>
            <p:nvPr/>
          </p:nvSpPr>
          <p:spPr>
            <a:xfrm>
              <a:off x="5161927" y="35274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4" name="pt9044"/>
            <p:cNvSpPr/>
            <p:nvPr/>
          </p:nvSpPr>
          <p:spPr>
            <a:xfrm>
              <a:off x="5134350" y="3606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5" name="pt9045"/>
            <p:cNvSpPr/>
            <p:nvPr/>
          </p:nvSpPr>
          <p:spPr>
            <a:xfrm>
              <a:off x="5129604" y="35949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6" name="pt9046"/>
            <p:cNvSpPr/>
            <p:nvPr/>
          </p:nvSpPr>
          <p:spPr>
            <a:xfrm>
              <a:off x="5203234" y="35658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7" name="pt9047"/>
            <p:cNvSpPr/>
            <p:nvPr/>
          </p:nvSpPr>
          <p:spPr>
            <a:xfrm>
              <a:off x="5150488" y="3385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8" name="pt9048"/>
            <p:cNvSpPr/>
            <p:nvPr/>
          </p:nvSpPr>
          <p:spPr>
            <a:xfrm>
              <a:off x="5155539" y="35980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49" name="pt9049"/>
            <p:cNvSpPr/>
            <p:nvPr/>
          </p:nvSpPr>
          <p:spPr>
            <a:xfrm>
              <a:off x="5139287" y="36207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0" name="pt9050"/>
            <p:cNvSpPr/>
            <p:nvPr/>
          </p:nvSpPr>
          <p:spPr>
            <a:xfrm>
              <a:off x="5146160" y="35573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1" name="pt9051"/>
            <p:cNvSpPr/>
            <p:nvPr/>
          </p:nvSpPr>
          <p:spPr>
            <a:xfrm>
              <a:off x="5109446" y="35396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2" name="pt9052"/>
            <p:cNvSpPr/>
            <p:nvPr/>
          </p:nvSpPr>
          <p:spPr>
            <a:xfrm>
              <a:off x="5221692" y="3590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3" name="pt9053"/>
            <p:cNvSpPr/>
            <p:nvPr/>
          </p:nvSpPr>
          <p:spPr>
            <a:xfrm>
              <a:off x="5149295" y="3590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4" name="pt9054"/>
            <p:cNvSpPr/>
            <p:nvPr/>
          </p:nvSpPr>
          <p:spPr>
            <a:xfrm>
              <a:off x="5077316" y="34920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5" name="pt9055"/>
            <p:cNvSpPr/>
            <p:nvPr/>
          </p:nvSpPr>
          <p:spPr>
            <a:xfrm>
              <a:off x="5169176" y="34472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6" name="pt9056"/>
            <p:cNvSpPr/>
            <p:nvPr/>
          </p:nvSpPr>
          <p:spPr>
            <a:xfrm>
              <a:off x="5178790" y="3545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7" name="pt9057"/>
            <p:cNvSpPr/>
            <p:nvPr/>
          </p:nvSpPr>
          <p:spPr>
            <a:xfrm>
              <a:off x="5101473" y="35477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8" name="pt9058"/>
            <p:cNvSpPr/>
            <p:nvPr/>
          </p:nvSpPr>
          <p:spPr>
            <a:xfrm>
              <a:off x="5194506" y="3376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59" name="pt9059"/>
            <p:cNvSpPr/>
            <p:nvPr/>
          </p:nvSpPr>
          <p:spPr>
            <a:xfrm>
              <a:off x="5165324" y="3473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0" name="pt9060"/>
            <p:cNvSpPr/>
            <p:nvPr/>
          </p:nvSpPr>
          <p:spPr>
            <a:xfrm>
              <a:off x="5146168" y="3783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1" name="pt9061"/>
            <p:cNvSpPr/>
            <p:nvPr/>
          </p:nvSpPr>
          <p:spPr>
            <a:xfrm>
              <a:off x="5191665" y="35566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2" name="pt9062"/>
            <p:cNvSpPr/>
            <p:nvPr/>
          </p:nvSpPr>
          <p:spPr>
            <a:xfrm>
              <a:off x="5183876" y="3533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3" name="pt9063"/>
            <p:cNvSpPr/>
            <p:nvPr/>
          </p:nvSpPr>
          <p:spPr>
            <a:xfrm>
              <a:off x="5170553" y="35400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4" name="pt9064"/>
            <p:cNvSpPr/>
            <p:nvPr/>
          </p:nvSpPr>
          <p:spPr>
            <a:xfrm>
              <a:off x="5205802" y="35367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5" name="pt9065"/>
            <p:cNvSpPr/>
            <p:nvPr/>
          </p:nvSpPr>
          <p:spPr>
            <a:xfrm>
              <a:off x="5123014" y="35665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6" name="pt9066"/>
            <p:cNvSpPr/>
            <p:nvPr/>
          </p:nvSpPr>
          <p:spPr>
            <a:xfrm>
              <a:off x="5180025" y="34803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7" name="pt9067"/>
            <p:cNvSpPr/>
            <p:nvPr/>
          </p:nvSpPr>
          <p:spPr>
            <a:xfrm>
              <a:off x="5131496" y="35404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8" name="pt9068"/>
            <p:cNvSpPr/>
            <p:nvPr/>
          </p:nvSpPr>
          <p:spPr>
            <a:xfrm>
              <a:off x="5190197" y="3568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69" name="pt9069"/>
            <p:cNvSpPr/>
            <p:nvPr/>
          </p:nvSpPr>
          <p:spPr>
            <a:xfrm>
              <a:off x="5128117" y="35499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0" name="pt9070"/>
            <p:cNvSpPr/>
            <p:nvPr/>
          </p:nvSpPr>
          <p:spPr>
            <a:xfrm>
              <a:off x="5198452" y="3452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1" name="pt9071"/>
            <p:cNvSpPr/>
            <p:nvPr/>
          </p:nvSpPr>
          <p:spPr>
            <a:xfrm>
              <a:off x="5144208" y="35528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2" name="pt9072"/>
            <p:cNvSpPr/>
            <p:nvPr/>
          </p:nvSpPr>
          <p:spPr>
            <a:xfrm>
              <a:off x="5176765" y="3584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3" name="pt9073"/>
            <p:cNvSpPr/>
            <p:nvPr/>
          </p:nvSpPr>
          <p:spPr>
            <a:xfrm>
              <a:off x="5174320" y="3517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4" name="pt9074"/>
            <p:cNvSpPr/>
            <p:nvPr/>
          </p:nvSpPr>
          <p:spPr>
            <a:xfrm>
              <a:off x="5116314" y="36149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5" name="pt9075"/>
            <p:cNvSpPr/>
            <p:nvPr/>
          </p:nvSpPr>
          <p:spPr>
            <a:xfrm>
              <a:off x="5198907" y="35087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6" name="pt9076"/>
            <p:cNvSpPr/>
            <p:nvPr/>
          </p:nvSpPr>
          <p:spPr>
            <a:xfrm>
              <a:off x="5176027" y="3534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7" name="pt9077"/>
            <p:cNvSpPr/>
            <p:nvPr/>
          </p:nvSpPr>
          <p:spPr>
            <a:xfrm>
              <a:off x="5177052" y="36051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8" name="pt9078"/>
            <p:cNvSpPr/>
            <p:nvPr/>
          </p:nvSpPr>
          <p:spPr>
            <a:xfrm>
              <a:off x="5118783" y="35591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79" name="pt9079"/>
            <p:cNvSpPr/>
            <p:nvPr/>
          </p:nvSpPr>
          <p:spPr>
            <a:xfrm>
              <a:off x="5192661" y="35150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0" name="pt9080"/>
            <p:cNvSpPr/>
            <p:nvPr/>
          </p:nvSpPr>
          <p:spPr>
            <a:xfrm>
              <a:off x="5193267" y="3468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1" name="pt9081"/>
            <p:cNvSpPr/>
            <p:nvPr/>
          </p:nvSpPr>
          <p:spPr>
            <a:xfrm>
              <a:off x="5211267" y="3486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2" name="pt9082"/>
            <p:cNvSpPr/>
            <p:nvPr/>
          </p:nvSpPr>
          <p:spPr>
            <a:xfrm>
              <a:off x="5200084" y="3443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3" name="pt9083"/>
            <p:cNvSpPr/>
            <p:nvPr/>
          </p:nvSpPr>
          <p:spPr>
            <a:xfrm>
              <a:off x="5159814" y="35287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4" name="pt9084"/>
            <p:cNvSpPr/>
            <p:nvPr/>
          </p:nvSpPr>
          <p:spPr>
            <a:xfrm>
              <a:off x="5129038" y="36877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5" name="pt9085"/>
            <p:cNvSpPr/>
            <p:nvPr/>
          </p:nvSpPr>
          <p:spPr>
            <a:xfrm>
              <a:off x="5221367" y="34931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6" name="pt9086"/>
            <p:cNvSpPr/>
            <p:nvPr/>
          </p:nvSpPr>
          <p:spPr>
            <a:xfrm>
              <a:off x="5229822" y="35488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7" name="pt9087"/>
            <p:cNvSpPr/>
            <p:nvPr/>
          </p:nvSpPr>
          <p:spPr>
            <a:xfrm>
              <a:off x="5234192" y="35726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8" name="pt9088"/>
            <p:cNvSpPr/>
            <p:nvPr/>
          </p:nvSpPr>
          <p:spPr>
            <a:xfrm>
              <a:off x="5159736" y="3559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89" name="pt9089"/>
            <p:cNvSpPr/>
            <p:nvPr/>
          </p:nvSpPr>
          <p:spPr>
            <a:xfrm>
              <a:off x="5173594" y="35803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0" name="pt9090"/>
            <p:cNvSpPr/>
            <p:nvPr/>
          </p:nvSpPr>
          <p:spPr>
            <a:xfrm>
              <a:off x="5202988" y="3657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1" name="pt9091"/>
            <p:cNvSpPr/>
            <p:nvPr/>
          </p:nvSpPr>
          <p:spPr>
            <a:xfrm>
              <a:off x="5182803" y="35884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2" name="pt9092"/>
            <p:cNvSpPr/>
            <p:nvPr/>
          </p:nvSpPr>
          <p:spPr>
            <a:xfrm>
              <a:off x="5157078" y="35276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3" name="pt9093"/>
            <p:cNvSpPr/>
            <p:nvPr/>
          </p:nvSpPr>
          <p:spPr>
            <a:xfrm>
              <a:off x="5222859" y="3527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4" name="pt9094"/>
            <p:cNvSpPr/>
            <p:nvPr/>
          </p:nvSpPr>
          <p:spPr>
            <a:xfrm>
              <a:off x="5102426" y="3552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5" name="pt9095"/>
            <p:cNvSpPr/>
            <p:nvPr/>
          </p:nvSpPr>
          <p:spPr>
            <a:xfrm>
              <a:off x="5200692" y="35318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6" name="pt9096"/>
            <p:cNvSpPr/>
            <p:nvPr/>
          </p:nvSpPr>
          <p:spPr>
            <a:xfrm>
              <a:off x="5215215" y="35657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7" name="pt9097"/>
            <p:cNvSpPr/>
            <p:nvPr/>
          </p:nvSpPr>
          <p:spPr>
            <a:xfrm>
              <a:off x="5151292" y="35380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8" name="pt9098"/>
            <p:cNvSpPr/>
            <p:nvPr/>
          </p:nvSpPr>
          <p:spPr>
            <a:xfrm>
              <a:off x="5172344" y="35639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099" name="pt9099"/>
            <p:cNvSpPr/>
            <p:nvPr/>
          </p:nvSpPr>
          <p:spPr>
            <a:xfrm>
              <a:off x="5126672" y="35770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0" name="pt9100"/>
            <p:cNvSpPr/>
            <p:nvPr/>
          </p:nvSpPr>
          <p:spPr>
            <a:xfrm>
              <a:off x="5115868" y="33162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1" name="pt9101"/>
            <p:cNvSpPr/>
            <p:nvPr/>
          </p:nvSpPr>
          <p:spPr>
            <a:xfrm>
              <a:off x="5145685" y="35463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2" name="pt9102"/>
            <p:cNvSpPr/>
            <p:nvPr/>
          </p:nvSpPr>
          <p:spPr>
            <a:xfrm>
              <a:off x="5179091" y="35870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3" name="pt9103"/>
            <p:cNvSpPr/>
            <p:nvPr/>
          </p:nvSpPr>
          <p:spPr>
            <a:xfrm>
              <a:off x="5074929" y="35759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4" name="pt9104"/>
            <p:cNvSpPr/>
            <p:nvPr/>
          </p:nvSpPr>
          <p:spPr>
            <a:xfrm>
              <a:off x="5118194" y="36408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5" name="pt9105"/>
            <p:cNvSpPr/>
            <p:nvPr/>
          </p:nvSpPr>
          <p:spPr>
            <a:xfrm>
              <a:off x="5197424" y="33012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6" name="pt9106"/>
            <p:cNvSpPr/>
            <p:nvPr/>
          </p:nvSpPr>
          <p:spPr>
            <a:xfrm>
              <a:off x="5237286" y="35809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7" name="pt9107"/>
            <p:cNvSpPr/>
            <p:nvPr/>
          </p:nvSpPr>
          <p:spPr>
            <a:xfrm>
              <a:off x="5129297" y="32241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8" name="pt9108"/>
            <p:cNvSpPr/>
            <p:nvPr/>
          </p:nvSpPr>
          <p:spPr>
            <a:xfrm>
              <a:off x="5247555" y="3514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09" name="pt9109"/>
            <p:cNvSpPr/>
            <p:nvPr/>
          </p:nvSpPr>
          <p:spPr>
            <a:xfrm>
              <a:off x="5155603" y="35707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0" name="pt9110"/>
            <p:cNvSpPr/>
            <p:nvPr/>
          </p:nvSpPr>
          <p:spPr>
            <a:xfrm>
              <a:off x="5124440" y="3542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1" name="pt9111"/>
            <p:cNvSpPr/>
            <p:nvPr/>
          </p:nvSpPr>
          <p:spPr>
            <a:xfrm>
              <a:off x="5111002" y="35823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2" name="pt9112"/>
            <p:cNvSpPr/>
            <p:nvPr/>
          </p:nvSpPr>
          <p:spPr>
            <a:xfrm>
              <a:off x="5089969" y="3562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3" name="pt9113"/>
            <p:cNvSpPr/>
            <p:nvPr/>
          </p:nvSpPr>
          <p:spPr>
            <a:xfrm>
              <a:off x="5170987" y="3509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4" name="pt9114"/>
            <p:cNvSpPr/>
            <p:nvPr/>
          </p:nvSpPr>
          <p:spPr>
            <a:xfrm>
              <a:off x="5192246" y="3541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5" name="pt9115"/>
            <p:cNvSpPr/>
            <p:nvPr/>
          </p:nvSpPr>
          <p:spPr>
            <a:xfrm>
              <a:off x="5171129" y="3485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6" name="pt9116"/>
            <p:cNvSpPr/>
            <p:nvPr/>
          </p:nvSpPr>
          <p:spPr>
            <a:xfrm>
              <a:off x="5178744" y="35521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7" name="pt9117"/>
            <p:cNvSpPr/>
            <p:nvPr/>
          </p:nvSpPr>
          <p:spPr>
            <a:xfrm>
              <a:off x="5169778" y="3605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8" name="pt9118"/>
            <p:cNvSpPr/>
            <p:nvPr/>
          </p:nvSpPr>
          <p:spPr>
            <a:xfrm>
              <a:off x="5072017" y="3563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19" name="pt9119"/>
            <p:cNvSpPr/>
            <p:nvPr/>
          </p:nvSpPr>
          <p:spPr>
            <a:xfrm>
              <a:off x="5096236" y="3568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0" name="pt9120"/>
            <p:cNvSpPr/>
            <p:nvPr/>
          </p:nvSpPr>
          <p:spPr>
            <a:xfrm>
              <a:off x="5158750" y="3563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1" name="pt9121"/>
            <p:cNvSpPr/>
            <p:nvPr/>
          </p:nvSpPr>
          <p:spPr>
            <a:xfrm>
              <a:off x="5223023" y="3544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2" name="pt9122"/>
            <p:cNvSpPr/>
            <p:nvPr/>
          </p:nvSpPr>
          <p:spPr>
            <a:xfrm>
              <a:off x="5153445" y="35596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3" name="pt9123"/>
            <p:cNvSpPr/>
            <p:nvPr/>
          </p:nvSpPr>
          <p:spPr>
            <a:xfrm>
              <a:off x="5153500" y="3521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4" name="pt9124"/>
            <p:cNvSpPr/>
            <p:nvPr/>
          </p:nvSpPr>
          <p:spPr>
            <a:xfrm>
              <a:off x="4750603" y="3525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5" name="pt9125"/>
            <p:cNvSpPr/>
            <p:nvPr/>
          </p:nvSpPr>
          <p:spPr>
            <a:xfrm>
              <a:off x="5195555" y="3465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6" name="pt9126"/>
            <p:cNvSpPr/>
            <p:nvPr/>
          </p:nvSpPr>
          <p:spPr>
            <a:xfrm>
              <a:off x="5090652" y="35856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7" name="pt9127"/>
            <p:cNvSpPr/>
            <p:nvPr/>
          </p:nvSpPr>
          <p:spPr>
            <a:xfrm>
              <a:off x="5187655" y="35888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8" name="pt9128"/>
            <p:cNvSpPr/>
            <p:nvPr/>
          </p:nvSpPr>
          <p:spPr>
            <a:xfrm>
              <a:off x="5144847" y="35574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29" name="pt9129"/>
            <p:cNvSpPr/>
            <p:nvPr/>
          </p:nvSpPr>
          <p:spPr>
            <a:xfrm>
              <a:off x="5167066" y="34241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0" name="pt9130"/>
            <p:cNvSpPr/>
            <p:nvPr/>
          </p:nvSpPr>
          <p:spPr>
            <a:xfrm>
              <a:off x="5194154" y="3355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1" name="pt9131"/>
            <p:cNvSpPr/>
            <p:nvPr/>
          </p:nvSpPr>
          <p:spPr>
            <a:xfrm>
              <a:off x="5147258" y="35151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2" name="pt9132"/>
            <p:cNvSpPr/>
            <p:nvPr/>
          </p:nvSpPr>
          <p:spPr>
            <a:xfrm>
              <a:off x="5184001" y="35983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3" name="pt9133"/>
            <p:cNvSpPr/>
            <p:nvPr/>
          </p:nvSpPr>
          <p:spPr>
            <a:xfrm>
              <a:off x="5151005" y="3584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4" name="pt9134"/>
            <p:cNvSpPr/>
            <p:nvPr/>
          </p:nvSpPr>
          <p:spPr>
            <a:xfrm>
              <a:off x="5082812" y="35392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5" name="pt9135"/>
            <p:cNvSpPr/>
            <p:nvPr/>
          </p:nvSpPr>
          <p:spPr>
            <a:xfrm>
              <a:off x="5165851" y="3517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6" name="pt9136"/>
            <p:cNvSpPr/>
            <p:nvPr/>
          </p:nvSpPr>
          <p:spPr>
            <a:xfrm>
              <a:off x="5156948" y="3546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7" name="pt9137"/>
            <p:cNvSpPr/>
            <p:nvPr/>
          </p:nvSpPr>
          <p:spPr>
            <a:xfrm>
              <a:off x="5214901" y="3585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8" name="pt9138"/>
            <p:cNvSpPr/>
            <p:nvPr/>
          </p:nvSpPr>
          <p:spPr>
            <a:xfrm>
              <a:off x="5158998" y="3585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39" name="pt9139"/>
            <p:cNvSpPr/>
            <p:nvPr/>
          </p:nvSpPr>
          <p:spPr>
            <a:xfrm>
              <a:off x="5149168" y="35301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0" name="pt9140"/>
            <p:cNvSpPr/>
            <p:nvPr/>
          </p:nvSpPr>
          <p:spPr>
            <a:xfrm>
              <a:off x="5124871" y="3564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1" name="pt9141"/>
            <p:cNvSpPr/>
            <p:nvPr/>
          </p:nvSpPr>
          <p:spPr>
            <a:xfrm>
              <a:off x="5194493" y="3540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2" name="pt9142"/>
            <p:cNvSpPr/>
            <p:nvPr/>
          </p:nvSpPr>
          <p:spPr>
            <a:xfrm>
              <a:off x="5132836" y="3567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3" name="pt9143"/>
            <p:cNvSpPr/>
            <p:nvPr/>
          </p:nvSpPr>
          <p:spPr>
            <a:xfrm>
              <a:off x="5180068" y="35083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4" name="pt9144"/>
            <p:cNvSpPr/>
            <p:nvPr/>
          </p:nvSpPr>
          <p:spPr>
            <a:xfrm>
              <a:off x="5137781" y="3572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5" name="pt9145"/>
            <p:cNvSpPr/>
            <p:nvPr/>
          </p:nvSpPr>
          <p:spPr>
            <a:xfrm>
              <a:off x="5186545" y="3535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6" name="pt9146"/>
            <p:cNvSpPr/>
            <p:nvPr/>
          </p:nvSpPr>
          <p:spPr>
            <a:xfrm>
              <a:off x="5080009" y="35874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7" name="pt9147"/>
            <p:cNvSpPr/>
            <p:nvPr/>
          </p:nvSpPr>
          <p:spPr>
            <a:xfrm>
              <a:off x="5121231" y="3552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8" name="pt9148"/>
            <p:cNvSpPr/>
            <p:nvPr/>
          </p:nvSpPr>
          <p:spPr>
            <a:xfrm>
              <a:off x="5156797" y="35458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49" name="pt9149"/>
            <p:cNvSpPr/>
            <p:nvPr/>
          </p:nvSpPr>
          <p:spPr>
            <a:xfrm>
              <a:off x="5148886" y="35667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0" name="pt9150"/>
            <p:cNvSpPr/>
            <p:nvPr/>
          </p:nvSpPr>
          <p:spPr>
            <a:xfrm>
              <a:off x="5154731" y="3566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1" name="pt9151"/>
            <p:cNvSpPr/>
            <p:nvPr/>
          </p:nvSpPr>
          <p:spPr>
            <a:xfrm>
              <a:off x="5160999" y="36416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2" name="pt9152"/>
            <p:cNvSpPr/>
            <p:nvPr/>
          </p:nvSpPr>
          <p:spPr>
            <a:xfrm>
              <a:off x="5160036" y="35891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3" name="pt9153"/>
            <p:cNvSpPr/>
            <p:nvPr/>
          </p:nvSpPr>
          <p:spPr>
            <a:xfrm>
              <a:off x="5195904" y="34642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4" name="pt9154"/>
            <p:cNvSpPr/>
            <p:nvPr/>
          </p:nvSpPr>
          <p:spPr>
            <a:xfrm>
              <a:off x="5088367" y="3622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5" name="pt9155"/>
            <p:cNvSpPr/>
            <p:nvPr/>
          </p:nvSpPr>
          <p:spPr>
            <a:xfrm>
              <a:off x="5203346" y="3574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6" name="pt9156"/>
            <p:cNvSpPr/>
            <p:nvPr/>
          </p:nvSpPr>
          <p:spPr>
            <a:xfrm>
              <a:off x="5136733" y="35895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7" name="pt9157"/>
            <p:cNvSpPr/>
            <p:nvPr/>
          </p:nvSpPr>
          <p:spPr>
            <a:xfrm>
              <a:off x="5173895" y="3541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8" name="pt9158"/>
            <p:cNvSpPr/>
            <p:nvPr/>
          </p:nvSpPr>
          <p:spPr>
            <a:xfrm>
              <a:off x="5113634" y="35448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59" name="pt9159"/>
            <p:cNvSpPr/>
            <p:nvPr/>
          </p:nvSpPr>
          <p:spPr>
            <a:xfrm>
              <a:off x="5137389" y="35521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0" name="pt9160"/>
            <p:cNvSpPr/>
            <p:nvPr/>
          </p:nvSpPr>
          <p:spPr>
            <a:xfrm>
              <a:off x="5022835" y="3564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1" name="pt9161"/>
            <p:cNvSpPr/>
            <p:nvPr/>
          </p:nvSpPr>
          <p:spPr>
            <a:xfrm>
              <a:off x="5118116" y="35981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2" name="pt9162"/>
            <p:cNvSpPr/>
            <p:nvPr/>
          </p:nvSpPr>
          <p:spPr>
            <a:xfrm>
              <a:off x="5103841" y="3576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3" name="pt9163"/>
            <p:cNvSpPr/>
            <p:nvPr/>
          </p:nvSpPr>
          <p:spPr>
            <a:xfrm>
              <a:off x="5169617" y="3614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4" name="pt9164"/>
            <p:cNvSpPr/>
            <p:nvPr/>
          </p:nvSpPr>
          <p:spPr>
            <a:xfrm>
              <a:off x="5246151" y="35336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5" name="pt9165"/>
            <p:cNvSpPr/>
            <p:nvPr/>
          </p:nvSpPr>
          <p:spPr>
            <a:xfrm>
              <a:off x="5165061" y="35486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6" name="pt9166"/>
            <p:cNvSpPr/>
            <p:nvPr/>
          </p:nvSpPr>
          <p:spPr>
            <a:xfrm>
              <a:off x="5151061" y="35137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7" name="pt9167"/>
            <p:cNvSpPr/>
            <p:nvPr/>
          </p:nvSpPr>
          <p:spPr>
            <a:xfrm>
              <a:off x="5175285" y="35538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8" name="pt9168"/>
            <p:cNvSpPr/>
            <p:nvPr/>
          </p:nvSpPr>
          <p:spPr>
            <a:xfrm>
              <a:off x="5154124" y="35938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69" name="pt9169"/>
            <p:cNvSpPr/>
            <p:nvPr/>
          </p:nvSpPr>
          <p:spPr>
            <a:xfrm>
              <a:off x="5114717" y="35701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0" name="pt9170"/>
            <p:cNvSpPr/>
            <p:nvPr/>
          </p:nvSpPr>
          <p:spPr>
            <a:xfrm>
              <a:off x="5166510" y="35158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1" name="pt9171"/>
            <p:cNvSpPr/>
            <p:nvPr/>
          </p:nvSpPr>
          <p:spPr>
            <a:xfrm>
              <a:off x="5147972" y="3484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2" name="pt9172"/>
            <p:cNvSpPr/>
            <p:nvPr/>
          </p:nvSpPr>
          <p:spPr>
            <a:xfrm>
              <a:off x="5183361" y="3547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3" name="pt9173"/>
            <p:cNvSpPr/>
            <p:nvPr/>
          </p:nvSpPr>
          <p:spPr>
            <a:xfrm>
              <a:off x="5104300" y="36080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4" name="pt9174"/>
            <p:cNvSpPr/>
            <p:nvPr/>
          </p:nvSpPr>
          <p:spPr>
            <a:xfrm>
              <a:off x="5171523" y="3422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5" name="pt9175"/>
            <p:cNvSpPr/>
            <p:nvPr/>
          </p:nvSpPr>
          <p:spPr>
            <a:xfrm>
              <a:off x="5140060" y="3542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6" name="pt9176"/>
            <p:cNvSpPr/>
            <p:nvPr/>
          </p:nvSpPr>
          <p:spPr>
            <a:xfrm>
              <a:off x="5174752" y="3589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7" name="pt9177"/>
            <p:cNvSpPr/>
            <p:nvPr/>
          </p:nvSpPr>
          <p:spPr>
            <a:xfrm>
              <a:off x="5126099" y="3434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8" name="pt9178"/>
            <p:cNvSpPr/>
            <p:nvPr/>
          </p:nvSpPr>
          <p:spPr>
            <a:xfrm>
              <a:off x="5234364" y="35399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79" name="pt9179"/>
            <p:cNvSpPr/>
            <p:nvPr/>
          </p:nvSpPr>
          <p:spPr>
            <a:xfrm>
              <a:off x="5186966" y="35426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0" name="pt9180"/>
            <p:cNvSpPr/>
            <p:nvPr/>
          </p:nvSpPr>
          <p:spPr>
            <a:xfrm>
              <a:off x="5208306" y="35115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1" name="pt9181"/>
            <p:cNvSpPr/>
            <p:nvPr/>
          </p:nvSpPr>
          <p:spPr>
            <a:xfrm>
              <a:off x="5212082" y="35487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2" name="pt9182"/>
            <p:cNvSpPr/>
            <p:nvPr/>
          </p:nvSpPr>
          <p:spPr>
            <a:xfrm>
              <a:off x="5085495" y="3576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3" name="pt9183"/>
            <p:cNvSpPr/>
            <p:nvPr/>
          </p:nvSpPr>
          <p:spPr>
            <a:xfrm>
              <a:off x="5171410" y="36465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4" name="pt9184"/>
            <p:cNvSpPr/>
            <p:nvPr/>
          </p:nvSpPr>
          <p:spPr>
            <a:xfrm>
              <a:off x="5232706" y="3502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5" name="pt9185"/>
            <p:cNvSpPr/>
            <p:nvPr/>
          </p:nvSpPr>
          <p:spPr>
            <a:xfrm>
              <a:off x="5132740" y="3647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6" name="pt9186"/>
            <p:cNvSpPr/>
            <p:nvPr/>
          </p:nvSpPr>
          <p:spPr>
            <a:xfrm>
              <a:off x="5150831" y="3600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7" name="pt9187"/>
            <p:cNvSpPr/>
            <p:nvPr/>
          </p:nvSpPr>
          <p:spPr>
            <a:xfrm>
              <a:off x="5153664" y="3553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8" name="pt9188"/>
            <p:cNvSpPr/>
            <p:nvPr/>
          </p:nvSpPr>
          <p:spPr>
            <a:xfrm>
              <a:off x="5132049" y="3565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89" name="pt9189"/>
            <p:cNvSpPr/>
            <p:nvPr/>
          </p:nvSpPr>
          <p:spPr>
            <a:xfrm>
              <a:off x="5214226" y="35611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0" name="pt9190"/>
            <p:cNvSpPr/>
            <p:nvPr/>
          </p:nvSpPr>
          <p:spPr>
            <a:xfrm>
              <a:off x="5175884" y="35503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1" name="pt9191"/>
            <p:cNvSpPr/>
            <p:nvPr/>
          </p:nvSpPr>
          <p:spPr>
            <a:xfrm>
              <a:off x="5080110" y="3566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2" name="pt9192"/>
            <p:cNvSpPr/>
            <p:nvPr/>
          </p:nvSpPr>
          <p:spPr>
            <a:xfrm>
              <a:off x="5138457" y="35618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3" name="pt9193"/>
            <p:cNvSpPr/>
            <p:nvPr/>
          </p:nvSpPr>
          <p:spPr>
            <a:xfrm>
              <a:off x="5125761" y="35556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4" name="pt9194"/>
            <p:cNvSpPr/>
            <p:nvPr/>
          </p:nvSpPr>
          <p:spPr>
            <a:xfrm>
              <a:off x="5178955" y="34941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5" name="pt9195"/>
            <p:cNvSpPr/>
            <p:nvPr/>
          </p:nvSpPr>
          <p:spPr>
            <a:xfrm>
              <a:off x="5145631" y="3577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6" name="pt9196"/>
            <p:cNvSpPr/>
            <p:nvPr/>
          </p:nvSpPr>
          <p:spPr>
            <a:xfrm>
              <a:off x="5192413" y="35100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7" name="pt9197"/>
            <p:cNvSpPr/>
            <p:nvPr/>
          </p:nvSpPr>
          <p:spPr>
            <a:xfrm>
              <a:off x="5079792" y="3565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8" name="pt9198"/>
            <p:cNvSpPr/>
            <p:nvPr/>
          </p:nvSpPr>
          <p:spPr>
            <a:xfrm>
              <a:off x="5139419" y="3527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199" name="pt9199"/>
            <p:cNvSpPr/>
            <p:nvPr/>
          </p:nvSpPr>
          <p:spPr>
            <a:xfrm>
              <a:off x="5106082" y="36557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0" name="pt9200"/>
            <p:cNvSpPr/>
            <p:nvPr/>
          </p:nvSpPr>
          <p:spPr>
            <a:xfrm>
              <a:off x="5145579" y="35817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1" name="pt9201"/>
            <p:cNvSpPr/>
            <p:nvPr/>
          </p:nvSpPr>
          <p:spPr>
            <a:xfrm>
              <a:off x="5134331" y="35651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2" name="pt9202"/>
            <p:cNvSpPr/>
            <p:nvPr/>
          </p:nvSpPr>
          <p:spPr>
            <a:xfrm>
              <a:off x="5247460" y="35131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3" name="pt9203"/>
            <p:cNvSpPr/>
            <p:nvPr/>
          </p:nvSpPr>
          <p:spPr>
            <a:xfrm>
              <a:off x="5161797" y="36019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4" name="pt9204"/>
            <p:cNvSpPr/>
            <p:nvPr/>
          </p:nvSpPr>
          <p:spPr>
            <a:xfrm>
              <a:off x="5137408" y="35633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5" name="pt9205"/>
            <p:cNvSpPr/>
            <p:nvPr/>
          </p:nvSpPr>
          <p:spPr>
            <a:xfrm>
              <a:off x="5174890" y="35772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6" name="pt9206"/>
            <p:cNvSpPr/>
            <p:nvPr/>
          </p:nvSpPr>
          <p:spPr>
            <a:xfrm>
              <a:off x="5127480" y="35598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7" name="pt9207"/>
            <p:cNvSpPr/>
            <p:nvPr/>
          </p:nvSpPr>
          <p:spPr>
            <a:xfrm>
              <a:off x="5120145" y="35731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8" name="pt9208"/>
            <p:cNvSpPr/>
            <p:nvPr/>
          </p:nvSpPr>
          <p:spPr>
            <a:xfrm>
              <a:off x="5165686" y="35761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09" name="pt9209"/>
            <p:cNvSpPr/>
            <p:nvPr/>
          </p:nvSpPr>
          <p:spPr>
            <a:xfrm>
              <a:off x="5187471" y="3650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0" name="pt9210"/>
            <p:cNvSpPr/>
            <p:nvPr/>
          </p:nvSpPr>
          <p:spPr>
            <a:xfrm>
              <a:off x="5172228" y="33764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1" name="pt9211"/>
            <p:cNvSpPr/>
            <p:nvPr/>
          </p:nvSpPr>
          <p:spPr>
            <a:xfrm>
              <a:off x="5163971" y="35838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2" name="pt9212"/>
            <p:cNvSpPr/>
            <p:nvPr/>
          </p:nvSpPr>
          <p:spPr>
            <a:xfrm>
              <a:off x="5154120" y="35880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3" name="pt9213"/>
            <p:cNvSpPr/>
            <p:nvPr/>
          </p:nvSpPr>
          <p:spPr>
            <a:xfrm>
              <a:off x="5143236" y="35238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4" name="pt9214"/>
            <p:cNvSpPr/>
            <p:nvPr/>
          </p:nvSpPr>
          <p:spPr>
            <a:xfrm>
              <a:off x="5124609" y="35991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5" name="pt9215"/>
            <p:cNvSpPr/>
            <p:nvPr/>
          </p:nvSpPr>
          <p:spPr>
            <a:xfrm>
              <a:off x="5140644" y="35727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6" name="pt9216"/>
            <p:cNvSpPr/>
            <p:nvPr/>
          </p:nvSpPr>
          <p:spPr>
            <a:xfrm>
              <a:off x="5124256" y="3600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7" name="pt9217"/>
            <p:cNvSpPr/>
            <p:nvPr/>
          </p:nvSpPr>
          <p:spPr>
            <a:xfrm>
              <a:off x="5186330" y="35774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8" name="pt9218"/>
            <p:cNvSpPr/>
            <p:nvPr/>
          </p:nvSpPr>
          <p:spPr>
            <a:xfrm>
              <a:off x="5139501" y="35544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19" name="pt9219"/>
            <p:cNvSpPr/>
            <p:nvPr/>
          </p:nvSpPr>
          <p:spPr>
            <a:xfrm>
              <a:off x="5205541" y="35328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0" name="pt9220"/>
            <p:cNvSpPr/>
            <p:nvPr/>
          </p:nvSpPr>
          <p:spPr>
            <a:xfrm>
              <a:off x="5074781" y="3591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1" name="pt9221"/>
            <p:cNvSpPr/>
            <p:nvPr/>
          </p:nvSpPr>
          <p:spPr>
            <a:xfrm>
              <a:off x="5148886" y="3479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2" name="pt9222"/>
            <p:cNvSpPr/>
            <p:nvPr/>
          </p:nvSpPr>
          <p:spPr>
            <a:xfrm>
              <a:off x="5148376" y="3467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3" name="pt9223"/>
            <p:cNvSpPr/>
            <p:nvPr/>
          </p:nvSpPr>
          <p:spPr>
            <a:xfrm>
              <a:off x="5167530" y="3614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4" name="pt9224"/>
            <p:cNvSpPr/>
            <p:nvPr/>
          </p:nvSpPr>
          <p:spPr>
            <a:xfrm>
              <a:off x="5134543" y="35342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5" name="pt9225"/>
            <p:cNvSpPr/>
            <p:nvPr/>
          </p:nvSpPr>
          <p:spPr>
            <a:xfrm>
              <a:off x="5160097" y="35763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6" name="pt9226"/>
            <p:cNvSpPr/>
            <p:nvPr/>
          </p:nvSpPr>
          <p:spPr>
            <a:xfrm>
              <a:off x="5153554" y="3442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7" name="pt9227"/>
            <p:cNvSpPr/>
            <p:nvPr/>
          </p:nvSpPr>
          <p:spPr>
            <a:xfrm>
              <a:off x="5061700" y="3569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8" name="pt9228"/>
            <p:cNvSpPr/>
            <p:nvPr/>
          </p:nvSpPr>
          <p:spPr>
            <a:xfrm>
              <a:off x="5119839" y="3532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29" name="pt9229"/>
            <p:cNvSpPr/>
            <p:nvPr/>
          </p:nvSpPr>
          <p:spPr>
            <a:xfrm>
              <a:off x="5159733" y="3568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0" name="pt9230"/>
            <p:cNvSpPr/>
            <p:nvPr/>
          </p:nvSpPr>
          <p:spPr>
            <a:xfrm>
              <a:off x="5155658" y="36173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1" name="pt9231"/>
            <p:cNvSpPr/>
            <p:nvPr/>
          </p:nvSpPr>
          <p:spPr>
            <a:xfrm>
              <a:off x="5172064" y="36210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2" name="pt9232"/>
            <p:cNvSpPr/>
            <p:nvPr/>
          </p:nvSpPr>
          <p:spPr>
            <a:xfrm>
              <a:off x="5178628" y="35677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3" name="pt9233"/>
            <p:cNvSpPr/>
            <p:nvPr/>
          </p:nvSpPr>
          <p:spPr>
            <a:xfrm>
              <a:off x="5236312" y="3515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4" name="pt9234"/>
            <p:cNvSpPr/>
            <p:nvPr/>
          </p:nvSpPr>
          <p:spPr>
            <a:xfrm>
              <a:off x="5151675" y="36179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5" name="pt9235"/>
            <p:cNvSpPr/>
            <p:nvPr/>
          </p:nvSpPr>
          <p:spPr>
            <a:xfrm>
              <a:off x="5182115" y="3545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6" name="pt9236"/>
            <p:cNvSpPr/>
            <p:nvPr/>
          </p:nvSpPr>
          <p:spPr>
            <a:xfrm>
              <a:off x="5082286" y="3538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7" name="pt9237"/>
            <p:cNvSpPr/>
            <p:nvPr/>
          </p:nvSpPr>
          <p:spPr>
            <a:xfrm>
              <a:off x="5105417" y="3591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8" name="pt9238"/>
            <p:cNvSpPr/>
            <p:nvPr/>
          </p:nvSpPr>
          <p:spPr>
            <a:xfrm>
              <a:off x="5081698" y="3561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39" name="pt9239"/>
            <p:cNvSpPr/>
            <p:nvPr/>
          </p:nvSpPr>
          <p:spPr>
            <a:xfrm>
              <a:off x="5149513" y="3571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0" name="pt9240"/>
            <p:cNvSpPr/>
            <p:nvPr/>
          </p:nvSpPr>
          <p:spPr>
            <a:xfrm>
              <a:off x="5232475" y="3526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1" name="pt9241"/>
            <p:cNvSpPr/>
            <p:nvPr/>
          </p:nvSpPr>
          <p:spPr>
            <a:xfrm>
              <a:off x="5172224" y="35769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2" name="pt9242"/>
            <p:cNvSpPr/>
            <p:nvPr/>
          </p:nvSpPr>
          <p:spPr>
            <a:xfrm>
              <a:off x="5108984" y="35869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3" name="pt9243"/>
            <p:cNvSpPr/>
            <p:nvPr/>
          </p:nvSpPr>
          <p:spPr>
            <a:xfrm>
              <a:off x="5144924" y="34961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4" name="pt9244"/>
            <p:cNvSpPr/>
            <p:nvPr/>
          </p:nvSpPr>
          <p:spPr>
            <a:xfrm>
              <a:off x="5156582" y="33868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5" name="pt9245"/>
            <p:cNvSpPr/>
            <p:nvPr/>
          </p:nvSpPr>
          <p:spPr>
            <a:xfrm>
              <a:off x="5080923" y="3576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6" name="pt9246"/>
            <p:cNvSpPr/>
            <p:nvPr/>
          </p:nvSpPr>
          <p:spPr>
            <a:xfrm>
              <a:off x="5072709" y="35697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7" name="pt9247"/>
            <p:cNvSpPr/>
            <p:nvPr/>
          </p:nvSpPr>
          <p:spPr>
            <a:xfrm>
              <a:off x="5102528" y="3579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8" name="pt9248"/>
            <p:cNvSpPr/>
            <p:nvPr/>
          </p:nvSpPr>
          <p:spPr>
            <a:xfrm>
              <a:off x="5172854" y="3632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49" name="pt9249"/>
            <p:cNvSpPr/>
            <p:nvPr/>
          </p:nvSpPr>
          <p:spPr>
            <a:xfrm>
              <a:off x="5182757" y="3555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0" name="pt9250"/>
            <p:cNvSpPr/>
            <p:nvPr/>
          </p:nvSpPr>
          <p:spPr>
            <a:xfrm>
              <a:off x="5124415" y="3524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1" name="pt9251"/>
            <p:cNvSpPr/>
            <p:nvPr/>
          </p:nvSpPr>
          <p:spPr>
            <a:xfrm>
              <a:off x="5107651" y="3424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2" name="pt9252"/>
            <p:cNvSpPr/>
            <p:nvPr/>
          </p:nvSpPr>
          <p:spPr>
            <a:xfrm>
              <a:off x="5191136" y="3547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3" name="pt9253"/>
            <p:cNvSpPr/>
            <p:nvPr/>
          </p:nvSpPr>
          <p:spPr>
            <a:xfrm>
              <a:off x="5106941" y="35417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4" name="pt9254"/>
            <p:cNvSpPr/>
            <p:nvPr/>
          </p:nvSpPr>
          <p:spPr>
            <a:xfrm>
              <a:off x="5144662" y="3541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5" name="pt9255"/>
            <p:cNvSpPr/>
            <p:nvPr/>
          </p:nvSpPr>
          <p:spPr>
            <a:xfrm>
              <a:off x="5084339" y="3516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6" name="pt9256"/>
            <p:cNvSpPr/>
            <p:nvPr/>
          </p:nvSpPr>
          <p:spPr>
            <a:xfrm>
              <a:off x="5187615" y="3542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7" name="pt9257"/>
            <p:cNvSpPr/>
            <p:nvPr/>
          </p:nvSpPr>
          <p:spPr>
            <a:xfrm>
              <a:off x="5102911" y="37185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8" name="pt9258"/>
            <p:cNvSpPr/>
            <p:nvPr/>
          </p:nvSpPr>
          <p:spPr>
            <a:xfrm>
              <a:off x="5134348" y="35862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59" name="pt9259"/>
            <p:cNvSpPr/>
            <p:nvPr/>
          </p:nvSpPr>
          <p:spPr>
            <a:xfrm>
              <a:off x="5157087" y="3556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0" name="pt9260"/>
            <p:cNvSpPr/>
            <p:nvPr/>
          </p:nvSpPr>
          <p:spPr>
            <a:xfrm>
              <a:off x="5150758" y="35424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1" name="pt9261"/>
            <p:cNvSpPr/>
            <p:nvPr/>
          </p:nvSpPr>
          <p:spPr>
            <a:xfrm>
              <a:off x="5166924" y="35798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2" name="pt9262"/>
            <p:cNvSpPr/>
            <p:nvPr/>
          </p:nvSpPr>
          <p:spPr>
            <a:xfrm>
              <a:off x="5104274" y="3545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3" name="pt9263"/>
            <p:cNvSpPr/>
            <p:nvPr/>
          </p:nvSpPr>
          <p:spPr>
            <a:xfrm>
              <a:off x="5183246" y="3567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4" name="pt9264"/>
            <p:cNvSpPr/>
            <p:nvPr/>
          </p:nvSpPr>
          <p:spPr>
            <a:xfrm>
              <a:off x="5155460" y="3539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5" name="pt9265"/>
            <p:cNvSpPr/>
            <p:nvPr/>
          </p:nvSpPr>
          <p:spPr>
            <a:xfrm>
              <a:off x="5143302" y="3612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6" name="pt9266"/>
            <p:cNvSpPr/>
            <p:nvPr/>
          </p:nvSpPr>
          <p:spPr>
            <a:xfrm>
              <a:off x="5131904" y="35413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7" name="pt9267"/>
            <p:cNvSpPr/>
            <p:nvPr/>
          </p:nvSpPr>
          <p:spPr>
            <a:xfrm>
              <a:off x="5164088" y="35450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8" name="pt9268"/>
            <p:cNvSpPr/>
            <p:nvPr/>
          </p:nvSpPr>
          <p:spPr>
            <a:xfrm>
              <a:off x="5134293" y="36630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69" name="pt9269"/>
            <p:cNvSpPr/>
            <p:nvPr/>
          </p:nvSpPr>
          <p:spPr>
            <a:xfrm>
              <a:off x="5142032" y="3561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0" name="pt9270"/>
            <p:cNvSpPr/>
            <p:nvPr/>
          </p:nvSpPr>
          <p:spPr>
            <a:xfrm>
              <a:off x="5134481" y="3586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1" name="pt9271"/>
            <p:cNvSpPr/>
            <p:nvPr/>
          </p:nvSpPr>
          <p:spPr>
            <a:xfrm>
              <a:off x="5138141" y="3571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2" name="pt9272"/>
            <p:cNvSpPr/>
            <p:nvPr/>
          </p:nvSpPr>
          <p:spPr>
            <a:xfrm>
              <a:off x="5132282" y="3582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3" name="pt9273"/>
            <p:cNvSpPr/>
            <p:nvPr/>
          </p:nvSpPr>
          <p:spPr>
            <a:xfrm>
              <a:off x="5106750" y="35608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4" name="pt9274"/>
            <p:cNvSpPr/>
            <p:nvPr/>
          </p:nvSpPr>
          <p:spPr>
            <a:xfrm>
              <a:off x="5163899" y="3593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5" name="pt9275"/>
            <p:cNvSpPr/>
            <p:nvPr/>
          </p:nvSpPr>
          <p:spPr>
            <a:xfrm>
              <a:off x="5136222" y="3589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6" name="pt9276"/>
            <p:cNvSpPr/>
            <p:nvPr/>
          </p:nvSpPr>
          <p:spPr>
            <a:xfrm>
              <a:off x="5185071" y="35690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7" name="pt9277"/>
            <p:cNvSpPr/>
            <p:nvPr/>
          </p:nvSpPr>
          <p:spPr>
            <a:xfrm>
              <a:off x="5148959" y="35644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8" name="pt9278"/>
            <p:cNvSpPr/>
            <p:nvPr/>
          </p:nvSpPr>
          <p:spPr>
            <a:xfrm>
              <a:off x="5137489" y="33408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79" name="pt9279"/>
            <p:cNvSpPr/>
            <p:nvPr/>
          </p:nvSpPr>
          <p:spPr>
            <a:xfrm>
              <a:off x="5179269" y="33870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0" name="pt9280"/>
            <p:cNvSpPr/>
            <p:nvPr/>
          </p:nvSpPr>
          <p:spPr>
            <a:xfrm>
              <a:off x="5161528" y="3523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1" name="pt9281"/>
            <p:cNvSpPr/>
            <p:nvPr/>
          </p:nvSpPr>
          <p:spPr>
            <a:xfrm>
              <a:off x="5184716" y="34852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2" name="pt9282"/>
            <p:cNvSpPr/>
            <p:nvPr/>
          </p:nvSpPr>
          <p:spPr>
            <a:xfrm>
              <a:off x="5127131" y="35981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3" name="pt9283"/>
            <p:cNvSpPr/>
            <p:nvPr/>
          </p:nvSpPr>
          <p:spPr>
            <a:xfrm>
              <a:off x="5162985" y="3614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4" name="pt9284"/>
            <p:cNvSpPr/>
            <p:nvPr/>
          </p:nvSpPr>
          <p:spPr>
            <a:xfrm>
              <a:off x="5180368" y="36233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5" name="pt9285"/>
            <p:cNvSpPr/>
            <p:nvPr/>
          </p:nvSpPr>
          <p:spPr>
            <a:xfrm>
              <a:off x="5153218" y="3626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6" name="pt9286"/>
            <p:cNvSpPr/>
            <p:nvPr/>
          </p:nvSpPr>
          <p:spPr>
            <a:xfrm>
              <a:off x="5148459" y="3554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7" name="pt9287"/>
            <p:cNvSpPr/>
            <p:nvPr/>
          </p:nvSpPr>
          <p:spPr>
            <a:xfrm>
              <a:off x="5174038" y="35034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8" name="pt9288"/>
            <p:cNvSpPr/>
            <p:nvPr/>
          </p:nvSpPr>
          <p:spPr>
            <a:xfrm>
              <a:off x="5175447" y="35768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89" name="pt9289"/>
            <p:cNvSpPr/>
            <p:nvPr/>
          </p:nvSpPr>
          <p:spPr>
            <a:xfrm>
              <a:off x="5178942" y="3494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0" name="pt9290"/>
            <p:cNvSpPr/>
            <p:nvPr/>
          </p:nvSpPr>
          <p:spPr>
            <a:xfrm>
              <a:off x="5171023" y="3536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1" name="pt9291"/>
            <p:cNvSpPr/>
            <p:nvPr/>
          </p:nvSpPr>
          <p:spPr>
            <a:xfrm>
              <a:off x="5219455" y="3523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2" name="pt9292"/>
            <p:cNvSpPr/>
            <p:nvPr/>
          </p:nvSpPr>
          <p:spPr>
            <a:xfrm>
              <a:off x="5105324" y="35934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3" name="pt9293"/>
            <p:cNvSpPr/>
            <p:nvPr/>
          </p:nvSpPr>
          <p:spPr>
            <a:xfrm>
              <a:off x="5171477" y="3557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4" name="pt9294"/>
            <p:cNvSpPr/>
            <p:nvPr/>
          </p:nvSpPr>
          <p:spPr>
            <a:xfrm>
              <a:off x="5158929" y="3543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5" name="pt9295"/>
            <p:cNvSpPr/>
            <p:nvPr/>
          </p:nvSpPr>
          <p:spPr>
            <a:xfrm>
              <a:off x="5146181" y="36056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6" name="pt9296"/>
            <p:cNvSpPr/>
            <p:nvPr/>
          </p:nvSpPr>
          <p:spPr>
            <a:xfrm>
              <a:off x="5141325" y="3513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7" name="pt9297"/>
            <p:cNvSpPr/>
            <p:nvPr/>
          </p:nvSpPr>
          <p:spPr>
            <a:xfrm>
              <a:off x="5136742" y="3578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8" name="pt9298"/>
            <p:cNvSpPr/>
            <p:nvPr/>
          </p:nvSpPr>
          <p:spPr>
            <a:xfrm>
              <a:off x="5130161" y="3548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299" name="pt9299"/>
            <p:cNvSpPr/>
            <p:nvPr/>
          </p:nvSpPr>
          <p:spPr>
            <a:xfrm>
              <a:off x="5171093" y="3420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0" name="pt9300"/>
            <p:cNvSpPr/>
            <p:nvPr/>
          </p:nvSpPr>
          <p:spPr>
            <a:xfrm>
              <a:off x="5210648" y="3418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1" name="pt9301"/>
            <p:cNvSpPr/>
            <p:nvPr/>
          </p:nvSpPr>
          <p:spPr>
            <a:xfrm>
              <a:off x="5170460" y="35376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2" name="pt9302"/>
            <p:cNvSpPr/>
            <p:nvPr/>
          </p:nvSpPr>
          <p:spPr>
            <a:xfrm>
              <a:off x="5157368" y="3558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3" name="pt9303"/>
            <p:cNvSpPr/>
            <p:nvPr/>
          </p:nvSpPr>
          <p:spPr>
            <a:xfrm>
              <a:off x="5117169" y="35423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4" name="pt9304"/>
            <p:cNvSpPr/>
            <p:nvPr/>
          </p:nvSpPr>
          <p:spPr>
            <a:xfrm>
              <a:off x="5177119" y="3529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5" name="pt9305"/>
            <p:cNvSpPr/>
            <p:nvPr/>
          </p:nvSpPr>
          <p:spPr>
            <a:xfrm>
              <a:off x="5176105" y="35441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6" name="pt9306"/>
            <p:cNvSpPr/>
            <p:nvPr/>
          </p:nvSpPr>
          <p:spPr>
            <a:xfrm>
              <a:off x="5161227" y="3528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7" name="pt9307"/>
            <p:cNvSpPr/>
            <p:nvPr/>
          </p:nvSpPr>
          <p:spPr>
            <a:xfrm>
              <a:off x="5175735" y="3554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8" name="pt9308"/>
            <p:cNvSpPr/>
            <p:nvPr/>
          </p:nvSpPr>
          <p:spPr>
            <a:xfrm>
              <a:off x="5138883" y="3608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09" name="pt9309"/>
            <p:cNvSpPr/>
            <p:nvPr/>
          </p:nvSpPr>
          <p:spPr>
            <a:xfrm>
              <a:off x="5170403" y="3556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0" name="pt9310"/>
            <p:cNvSpPr/>
            <p:nvPr/>
          </p:nvSpPr>
          <p:spPr>
            <a:xfrm>
              <a:off x="5112161" y="35550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1" name="pt9311"/>
            <p:cNvSpPr/>
            <p:nvPr/>
          </p:nvSpPr>
          <p:spPr>
            <a:xfrm>
              <a:off x="5180485" y="35187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2" name="pt9312"/>
            <p:cNvSpPr/>
            <p:nvPr/>
          </p:nvSpPr>
          <p:spPr>
            <a:xfrm>
              <a:off x="5192683" y="35465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3" name="pt9313"/>
            <p:cNvSpPr/>
            <p:nvPr/>
          </p:nvSpPr>
          <p:spPr>
            <a:xfrm>
              <a:off x="5123984" y="33830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4" name="pt9314"/>
            <p:cNvSpPr/>
            <p:nvPr/>
          </p:nvSpPr>
          <p:spPr>
            <a:xfrm>
              <a:off x="5174682" y="3546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5" name="pt9315"/>
            <p:cNvSpPr/>
            <p:nvPr/>
          </p:nvSpPr>
          <p:spPr>
            <a:xfrm>
              <a:off x="5153640" y="3511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6" name="pt9316"/>
            <p:cNvSpPr/>
            <p:nvPr/>
          </p:nvSpPr>
          <p:spPr>
            <a:xfrm>
              <a:off x="5203013" y="34695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7" name="pt9317"/>
            <p:cNvSpPr/>
            <p:nvPr/>
          </p:nvSpPr>
          <p:spPr>
            <a:xfrm>
              <a:off x="5197554" y="3580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8" name="pt9318"/>
            <p:cNvSpPr/>
            <p:nvPr/>
          </p:nvSpPr>
          <p:spPr>
            <a:xfrm>
              <a:off x="5122394" y="3624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19" name="pt9319"/>
            <p:cNvSpPr/>
            <p:nvPr/>
          </p:nvSpPr>
          <p:spPr>
            <a:xfrm>
              <a:off x="5160250" y="35285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0" name="pt9320"/>
            <p:cNvSpPr/>
            <p:nvPr/>
          </p:nvSpPr>
          <p:spPr>
            <a:xfrm>
              <a:off x="5168403" y="35307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1" name="pt9321"/>
            <p:cNvSpPr/>
            <p:nvPr/>
          </p:nvSpPr>
          <p:spPr>
            <a:xfrm>
              <a:off x="5195209" y="3608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2" name="pt9322"/>
            <p:cNvSpPr/>
            <p:nvPr/>
          </p:nvSpPr>
          <p:spPr>
            <a:xfrm>
              <a:off x="5123133" y="35951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3" name="pt9323"/>
            <p:cNvSpPr/>
            <p:nvPr/>
          </p:nvSpPr>
          <p:spPr>
            <a:xfrm>
              <a:off x="5166812" y="35133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4" name="pt9324"/>
            <p:cNvSpPr/>
            <p:nvPr/>
          </p:nvSpPr>
          <p:spPr>
            <a:xfrm>
              <a:off x="5128335" y="36050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5" name="pt9325"/>
            <p:cNvSpPr/>
            <p:nvPr/>
          </p:nvSpPr>
          <p:spPr>
            <a:xfrm>
              <a:off x="5227004" y="34639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6" name="pt9326"/>
            <p:cNvSpPr/>
            <p:nvPr/>
          </p:nvSpPr>
          <p:spPr>
            <a:xfrm>
              <a:off x="5164565" y="35424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7" name="pt9327"/>
            <p:cNvSpPr/>
            <p:nvPr/>
          </p:nvSpPr>
          <p:spPr>
            <a:xfrm>
              <a:off x="5085408" y="3415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8" name="pt9328"/>
            <p:cNvSpPr/>
            <p:nvPr/>
          </p:nvSpPr>
          <p:spPr>
            <a:xfrm>
              <a:off x="5170038" y="3505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29" name="pt9329"/>
            <p:cNvSpPr/>
            <p:nvPr/>
          </p:nvSpPr>
          <p:spPr>
            <a:xfrm>
              <a:off x="5177794" y="35623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0" name="pt9330"/>
            <p:cNvSpPr/>
            <p:nvPr/>
          </p:nvSpPr>
          <p:spPr>
            <a:xfrm>
              <a:off x="5139061" y="3584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1" name="pt9331"/>
            <p:cNvSpPr/>
            <p:nvPr/>
          </p:nvSpPr>
          <p:spPr>
            <a:xfrm>
              <a:off x="5139290" y="3542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2" name="pt9332"/>
            <p:cNvSpPr/>
            <p:nvPr/>
          </p:nvSpPr>
          <p:spPr>
            <a:xfrm>
              <a:off x="5185232" y="35339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3" name="pt9333"/>
            <p:cNvSpPr/>
            <p:nvPr/>
          </p:nvSpPr>
          <p:spPr>
            <a:xfrm>
              <a:off x="5109787" y="35672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4" name="pt9334"/>
            <p:cNvSpPr/>
            <p:nvPr/>
          </p:nvSpPr>
          <p:spPr>
            <a:xfrm>
              <a:off x="5176584" y="3368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5" name="pt9335"/>
            <p:cNvSpPr/>
            <p:nvPr/>
          </p:nvSpPr>
          <p:spPr>
            <a:xfrm>
              <a:off x="5133668" y="35463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6" name="pt9336"/>
            <p:cNvSpPr/>
            <p:nvPr/>
          </p:nvSpPr>
          <p:spPr>
            <a:xfrm>
              <a:off x="5132716" y="35843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7" name="pt9337"/>
            <p:cNvSpPr/>
            <p:nvPr/>
          </p:nvSpPr>
          <p:spPr>
            <a:xfrm>
              <a:off x="5181727" y="35761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8" name="pt9338"/>
            <p:cNvSpPr/>
            <p:nvPr/>
          </p:nvSpPr>
          <p:spPr>
            <a:xfrm>
              <a:off x="5225508" y="3529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39" name="pt9339"/>
            <p:cNvSpPr/>
            <p:nvPr/>
          </p:nvSpPr>
          <p:spPr>
            <a:xfrm>
              <a:off x="5295646" y="35608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0" name="pt9340"/>
            <p:cNvSpPr/>
            <p:nvPr/>
          </p:nvSpPr>
          <p:spPr>
            <a:xfrm>
              <a:off x="5220996" y="35296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1" name="pt9341"/>
            <p:cNvSpPr/>
            <p:nvPr/>
          </p:nvSpPr>
          <p:spPr>
            <a:xfrm>
              <a:off x="5126861" y="35931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2" name="pt9342"/>
            <p:cNvSpPr/>
            <p:nvPr/>
          </p:nvSpPr>
          <p:spPr>
            <a:xfrm>
              <a:off x="5154998" y="35671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3" name="pt9343"/>
            <p:cNvSpPr/>
            <p:nvPr/>
          </p:nvSpPr>
          <p:spPr>
            <a:xfrm>
              <a:off x="5173145" y="35472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4" name="pt9344"/>
            <p:cNvSpPr/>
            <p:nvPr/>
          </p:nvSpPr>
          <p:spPr>
            <a:xfrm>
              <a:off x="5154046" y="33366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5" name="pt9345"/>
            <p:cNvSpPr/>
            <p:nvPr/>
          </p:nvSpPr>
          <p:spPr>
            <a:xfrm>
              <a:off x="5092046" y="3554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6" name="pt9346"/>
            <p:cNvSpPr/>
            <p:nvPr/>
          </p:nvSpPr>
          <p:spPr>
            <a:xfrm>
              <a:off x="5145509" y="3523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7" name="pt9347"/>
            <p:cNvSpPr/>
            <p:nvPr/>
          </p:nvSpPr>
          <p:spPr>
            <a:xfrm>
              <a:off x="5132670" y="35678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8" name="pt9348"/>
            <p:cNvSpPr/>
            <p:nvPr/>
          </p:nvSpPr>
          <p:spPr>
            <a:xfrm>
              <a:off x="5146735" y="3484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49" name="pt9349"/>
            <p:cNvSpPr/>
            <p:nvPr/>
          </p:nvSpPr>
          <p:spPr>
            <a:xfrm>
              <a:off x="5118865" y="35460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0" name="pt9350"/>
            <p:cNvSpPr/>
            <p:nvPr/>
          </p:nvSpPr>
          <p:spPr>
            <a:xfrm>
              <a:off x="5170306" y="3583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1" name="pt9351"/>
            <p:cNvSpPr/>
            <p:nvPr/>
          </p:nvSpPr>
          <p:spPr>
            <a:xfrm>
              <a:off x="5212059" y="3571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2" name="pt9352"/>
            <p:cNvSpPr/>
            <p:nvPr/>
          </p:nvSpPr>
          <p:spPr>
            <a:xfrm>
              <a:off x="5123313" y="35466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3" name="pt9353"/>
            <p:cNvSpPr/>
            <p:nvPr/>
          </p:nvSpPr>
          <p:spPr>
            <a:xfrm>
              <a:off x="5178451" y="33979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4" name="pt9354"/>
            <p:cNvSpPr/>
            <p:nvPr/>
          </p:nvSpPr>
          <p:spPr>
            <a:xfrm>
              <a:off x="5179246" y="35142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5" name="pt9355"/>
            <p:cNvSpPr/>
            <p:nvPr/>
          </p:nvSpPr>
          <p:spPr>
            <a:xfrm>
              <a:off x="5228369" y="3554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6" name="pt9356"/>
            <p:cNvSpPr/>
            <p:nvPr/>
          </p:nvSpPr>
          <p:spPr>
            <a:xfrm>
              <a:off x="5142790" y="3551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7" name="pt9357"/>
            <p:cNvSpPr/>
            <p:nvPr/>
          </p:nvSpPr>
          <p:spPr>
            <a:xfrm>
              <a:off x="5096782" y="39449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8" name="pt9358"/>
            <p:cNvSpPr/>
            <p:nvPr/>
          </p:nvSpPr>
          <p:spPr>
            <a:xfrm>
              <a:off x="5163688" y="35191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59" name="pt9359"/>
            <p:cNvSpPr/>
            <p:nvPr/>
          </p:nvSpPr>
          <p:spPr>
            <a:xfrm>
              <a:off x="5209482" y="3490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0" name="pt9360"/>
            <p:cNvSpPr/>
            <p:nvPr/>
          </p:nvSpPr>
          <p:spPr>
            <a:xfrm>
              <a:off x="5083599" y="35524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1" name="pt9361"/>
            <p:cNvSpPr/>
            <p:nvPr/>
          </p:nvSpPr>
          <p:spPr>
            <a:xfrm>
              <a:off x="5169980" y="3527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2" name="pt9362"/>
            <p:cNvSpPr/>
            <p:nvPr/>
          </p:nvSpPr>
          <p:spPr>
            <a:xfrm>
              <a:off x="5181575" y="34549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3" name="pt9363"/>
            <p:cNvSpPr/>
            <p:nvPr/>
          </p:nvSpPr>
          <p:spPr>
            <a:xfrm>
              <a:off x="5119127" y="3446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4" name="pt9364"/>
            <p:cNvSpPr/>
            <p:nvPr/>
          </p:nvSpPr>
          <p:spPr>
            <a:xfrm>
              <a:off x="5187245" y="35620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5" name="pt9365"/>
            <p:cNvSpPr/>
            <p:nvPr/>
          </p:nvSpPr>
          <p:spPr>
            <a:xfrm>
              <a:off x="5153380" y="35825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6" name="pt9366"/>
            <p:cNvSpPr/>
            <p:nvPr/>
          </p:nvSpPr>
          <p:spPr>
            <a:xfrm>
              <a:off x="5165390" y="35761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7" name="pt9367"/>
            <p:cNvSpPr/>
            <p:nvPr/>
          </p:nvSpPr>
          <p:spPr>
            <a:xfrm>
              <a:off x="5173766" y="36043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8" name="pt9368"/>
            <p:cNvSpPr/>
            <p:nvPr/>
          </p:nvSpPr>
          <p:spPr>
            <a:xfrm>
              <a:off x="5111494" y="3561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69" name="pt9369"/>
            <p:cNvSpPr/>
            <p:nvPr/>
          </p:nvSpPr>
          <p:spPr>
            <a:xfrm>
              <a:off x="5095442" y="35832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0" name="pt9370"/>
            <p:cNvSpPr/>
            <p:nvPr/>
          </p:nvSpPr>
          <p:spPr>
            <a:xfrm>
              <a:off x="5157014" y="35214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1" name="pt9371"/>
            <p:cNvSpPr/>
            <p:nvPr/>
          </p:nvSpPr>
          <p:spPr>
            <a:xfrm>
              <a:off x="5057489" y="35909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2" name="pt9372"/>
            <p:cNvSpPr/>
            <p:nvPr/>
          </p:nvSpPr>
          <p:spPr>
            <a:xfrm>
              <a:off x="5191513" y="3558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3" name="pt9373"/>
            <p:cNvSpPr/>
            <p:nvPr/>
          </p:nvSpPr>
          <p:spPr>
            <a:xfrm>
              <a:off x="5092619" y="3566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4" name="pt9374"/>
            <p:cNvSpPr/>
            <p:nvPr/>
          </p:nvSpPr>
          <p:spPr>
            <a:xfrm>
              <a:off x="5203810" y="35155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5" name="pt9375"/>
            <p:cNvSpPr/>
            <p:nvPr/>
          </p:nvSpPr>
          <p:spPr>
            <a:xfrm>
              <a:off x="5125311" y="35526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6" name="pt9376"/>
            <p:cNvSpPr/>
            <p:nvPr/>
          </p:nvSpPr>
          <p:spPr>
            <a:xfrm>
              <a:off x="5256299" y="3560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7" name="pt9377"/>
            <p:cNvSpPr/>
            <p:nvPr/>
          </p:nvSpPr>
          <p:spPr>
            <a:xfrm>
              <a:off x="5138436" y="35348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8" name="pt9378"/>
            <p:cNvSpPr/>
            <p:nvPr/>
          </p:nvSpPr>
          <p:spPr>
            <a:xfrm>
              <a:off x="5149744" y="35728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79" name="pt9379"/>
            <p:cNvSpPr/>
            <p:nvPr/>
          </p:nvSpPr>
          <p:spPr>
            <a:xfrm>
              <a:off x="5215243" y="35806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0" name="pt9380"/>
            <p:cNvSpPr/>
            <p:nvPr/>
          </p:nvSpPr>
          <p:spPr>
            <a:xfrm>
              <a:off x="5143083" y="3561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1" name="pt9381"/>
            <p:cNvSpPr/>
            <p:nvPr/>
          </p:nvSpPr>
          <p:spPr>
            <a:xfrm>
              <a:off x="5104487" y="35431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2" name="pt9382"/>
            <p:cNvSpPr/>
            <p:nvPr/>
          </p:nvSpPr>
          <p:spPr>
            <a:xfrm>
              <a:off x="5144412" y="36024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3" name="pt9383"/>
            <p:cNvSpPr/>
            <p:nvPr/>
          </p:nvSpPr>
          <p:spPr>
            <a:xfrm>
              <a:off x="5167325" y="3019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4" name="pt9384"/>
            <p:cNvSpPr/>
            <p:nvPr/>
          </p:nvSpPr>
          <p:spPr>
            <a:xfrm>
              <a:off x="5173640" y="35074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5" name="pt9385"/>
            <p:cNvSpPr/>
            <p:nvPr/>
          </p:nvSpPr>
          <p:spPr>
            <a:xfrm>
              <a:off x="5198693" y="35459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6" name="pt9386"/>
            <p:cNvSpPr/>
            <p:nvPr/>
          </p:nvSpPr>
          <p:spPr>
            <a:xfrm>
              <a:off x="5222754" y="35258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7" name="pt9387"/>
            <p:cNvSpPr/>
            <p:nvPr/>
          </p:nvSpPr>
          <p:spPr>
            <a:xfrm>
              <a:off x="5185919" y="3538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8" name="pt9388"/>
            <p:cNvSpPr/>
            <p:nvPr/>
          </p:nvSpPr>
          <p:spPr>
            <a:xfrm>
              <a:off x="5214650" y="35461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89" name="pt9389"/>
            <p:cNvSpPr/>
            <p:nvPr/>
          </p:nvSpPr>
          <p:spPr>
            <a:xfrm>
              <a:off x="5173332" y="35255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0" name="pt9390"/>
            <p:cNvSpPr/>
            <p:nvPr/>
          </p:nvSpPr>
          <p:spPr>
            <a:xfrm>
              <a:off x="5014509" y="35815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1" name="pt9391"/>
            <p:cNvSpPr/>
            <p:nvPr/>
          </p:nvSpPr>
          <p:spPr>
            <a:xfrm>
              <a:off x="5145941" y="34686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2" name="pt9392"/>
            <p:cNvSpPr/>
            <p:nvPr/>
          </p:nvSpPr>
          <p:spPr>
            <a:xfrm>
              <a:off x="5192737" y="3547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3" name="pt9393"/>
            <p:cNvSpPr/>
            <p:nvPr/>
          </p:nvSpPr>
          <p:spPr>
            <a:xfrm>
              <a:off x="5114988" y="3550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4" name="pt9394"/>
            <p:cNvSpPr/>
            <p:nvPr/>
          </p:nvSpPr>
          <p:spPr>
            <a:xfrm>
              <a:off x="5149429" y="33974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5" name="pt9395"/>
            <p:cNvSpPr/>
            <p:nvPr/>
          </p:nvSpPr>
          <p:spPr>
            <a:xfrm>
              <a:off x="5128220" y="35837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6" name="pt9396"/>
            <p:cNvSpPr/>
            <p:nvPr/>
          </p:nvSpPr>
          <p:spPr>
            <a:xfrm>
              <a:off x="5158152" y="3504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7" name="pt9397"/>
            <p:cNvSpPr/>
            <p:nvPr/>
          </p:nvSpPr>
          <p:spPr>
            <a:xfrm>
              <a:off x="5123703" y="35710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8" name="pt9398"/>
            <p:cNvSpPr/>
            <p:nvPr/>
          </p:nvSpPr>
          <p:spPr>
            <a:xfrm>
              <a:off x="5140644" y="3559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399" name="pt9399"/>
            <p:cNvSpPr/>
            <p:nvPr/>
          </p:nvSpPr>
          <p:spPr>
            <a:xfrm>
              <a:off x="5173386" y="35461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0" name="pt9400"/>
            <p:cNvSpPr/>
            <p:nvPr/>
          </p:nvSpPr>
          <p:spPr>
            <a:xfrm>
              <a:off x="5162313" y="34987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1" name="pt9401"/>
            <p:cNvSpPr/>
            <p:nvPr/>
          </p:nvSpPr>
          <p:spPr>
            <a:xfrm>
              <a:off x="5154331" y="35729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2" name="pt9402"/>
            <p:cNvSpPr/>
            <p:nvPr/>
          </p:nvSpPr>
          <p:spPr>
            <a:xfrm>
              <a:off x="5151791" y="35642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3" name="pt9403"/>
            <p:cNvSpPr/>
            <p:nvPr/>
          </p:nvSpPr>
          <p:spPr>
            <a:xfrm>
              <a:off x="5078770" y="3584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4" name="pt9404"/>
            <p:cNvSpPr/>
            <p:nvPr/>
          </p:nvSpPr>
          <p:spPr>
            <a:xfrm>
              <a:off x="5161150" y="3540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5" name="pt9405"/>
            <p:cNvSpPr/>
            <p:nvPr/>
          </p:nvSpPr>
          <p:spPr>
            <a:xfrm>
              <a:off x="5077092" y="36170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6" name="pt9406"/>
            <p:cNvSpPr/>
            <p:nvPr/>
          </p:nvSpPr>
          <p:spPr>
            <a:xfrm>
              <a:off x="5151082" y="35751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7" name="pt9407"/>
            <p:cNvSpPr/>
            <p:nvPr/>
          </p:nvSpPr>
          <p:spPr>
            <a:xfrm>
              <a:off x="5216700" y="34640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8" name="pt9408"/>
            <p:cNvSpPr/>
            <p:nvPr/>
          </p:nvSpPr>
          <p:spPr>
            <a:xfrm>
              <a:off x="5133024" y="3561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09" name="pt9409"/>
            <p:cNvSpPr/>
            <p:nvPr/>
          </p:nvSpPr>
          <p:spPr>
            <a:xfrm>
              <a:off x="5162727" y="35362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0" name="pt9410"/>
            <p:cNvSpPr/>
            <p:nvPr/>
          </p:nvSpPr>
          <p:spPr>
            <a:xfrm>
              <a:off x="5125710" y="3549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1" name="pt9411"/>
            <p:cNvSpPr/>
            <p:nvPr/>
          </p:nvSpPr>
          <p:spPr>
            <a:xfrm>
              <a:off x="5115463" y="35656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2" name="pt9412"/>
            <p:cNvSpPr/>
            <p:nvPr/>
          </p:nvSpPr>
          <p:spPr>
            <a:xfrm>
              <a:off x="5180111" y="34373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3" name="pt9413"/>
            <p:cNvSpPr/>
            <p:nvPr/>
          </p:nvSpPr>
          <p:spPr>
            <a:xfrm>
              <a:off x="5261361" y="3542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4" name="pt9414"/>
            <p:cNvSpPr/>
            <p:nvPr/>
          </p:nvSpPr>
          <p:spPr>
            <a:xfrm>
              <a:off x="5164987" y="35370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5" name="pt9415"/>
            <p:cNvSpPr/>
            <p:nvPr/>
          </p:nvSpPr>
          <p:spPr>
            <a:xfrm>
              <a:off x="5156800" y="35556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6" name="pt9416"/>
            <p:cNvSpPr/>
            <p:nvPr/>
          </p:nvSpPr>
          <p:spPr>
            <a:xfrm>
              <a:off x="5087225" y="3600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7" name="pt9417"/>
            <p:cNvSpPr/>
            <p:nvPr/>
          </p:nvSpPr>
          <p:spPr>
            <a:xfrm>
              <a:off x="5129358" y="35879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8" name="pt9418"/>
            <p:cNvSpPr/>
            <p:nvPr/>
          </p:nvSpPr>
          <p:spPr>
            <a:xfrm>
              <a:off x="5102708" y="35959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19" name="pt9419"/>
            <p:cNvSpPr/>
            <p:nvPr/>
          </p:nvSpPr>
          <p:spPr>
            <a:xfrm>
              <a:off x="5120130" y="35584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0" name="pt9420"/>
            <p:cNvSpPr/>
            <p:nvPr/>
          </p:nvSpPr>
          <p:spPr>
            <a:xfrm>
              <a:off x="5148069" y="3557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1" name="pt9421"/>
            <p:cNvSpPr/>
            <p:nvPr/>
          </p:nvSpPr>
          <p:spPr>
            <a:xfrm>
              <a:off x="5127766" y="3613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2" name="pt9422"/>
            <p:cNvSpPr/>
            <p:nvPr/>
          </p:nvSpPr>
          <p:spPr>
            <a:xfrm>
              <a:off x="5109288" y="35900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3" name="pt9423"/>
            <p:cNvSpPr/>
            <p:nvPr/>
          </p:nvSpPr>
          <p:spPr>
            <a:xfrm>
              <a:off x="5104684" y="3590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4" name="pt9424"/>
            <p:cNvSpPr/>
            <p:nvPr/>
          </p:nvSpPr>
          <p:spPr>
            <a:xfrm>
              <a:off x="5197896" y="35069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5" name="pt9425"/>
            <p:cNvSpPr/>
            <p:nvPr/>
          </p:nvSpPr>
          <p:spPr>
            <a:xfrm>
              <a:off x="5168294" y="35697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6" name="pt9426"/>
            <p:cNvSpPr/>
            <p:nvPr/>
          </p:nvSpPr>
          <p:spPr>
            <a:xfrm>
              <a:off x="5168882" y="3536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7" name="pt9427"/>
            <p:cNvSpPr/>
            <p:nvPr/>
          </p:nvSpPr>
          <p:spPr>
            <a:xfrm>
              <a:off x="5167096" y="3585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8" name="pt9428"/>
            <p:cNvSpPr/>
            <p:nvPr/>
          </p:nvSpPr>
          <p:spPr>
            <a:xfrm>
              <a:off x="5124268" y="35534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29" name="pt9429"/>
            <p:cNvSpPr/>
            <p:nvPr/>
          </p:nvSpPr>
          <p:spPr>
            <a:xfrm>
              <a:off x="5134338" y="3516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0" name="pt9430"/>
            <p:cNvSpPr/>
            <p:nvPr/>
          </p:nvSpPr>
          <p:spPr>
            <a:xfrm>
              <a:off x="5205937" y="35351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1" name="pt9431"/>
            <p:cNvSpPr/>
            <p:nvPr/>
          </p:nvSpPr>
          <p:spPr>
            <a:xfrm>
              <a:off x="5121928" y="35223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2" name="pt9432"/>
            <p:cNvSpPr/>
            <p:nvPr/>
          </p:nvSpPr>
          <p:spPr>
            <a:xfrm>
              <a:off x="5119005" y="3580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3" name="pt9433"/>
            <p:cNvSpPr/>
            <p:nvPr/>
          </p:nvSpPr>
          <p:spPr>
            <a:xfrm>
              <a:off x="5135901" y="3551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4" name="pt9434"/>
            <p:cNvSpPr/>
            <p:nvPr/>
          </p:nvSpPr>
          <p:spPr>
            <a:xfrm>
              <a:off x="5171595" y="35498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5" name="pt9435"/>
            <p:cNvSpPr/>
            <p:nvPr/>
          </p:nvSpPr>
          <p:spPr>
            <a:xfrm>
              <a:off x="5139740" y="35911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6" name="pt9436"/>
            <p:cNvSpPr/>
            <p:nvPr/>
          </p:nvSpPr>
          <p:spPr>
            <a:xfrm>
              <a:off x="5211763" y="3417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7" name="pt9437"/>
            <p:cNvSpPr/>
            <p:nvPr/>
          </p:nvSpPr>
          <p:spPr>
            <a:xfrm>
              <a:off x="5168288" y="3501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8" name="pt9438"/>
            <p:cNvSpPr/>
            <p:nvPr/>
          </p:nvSpPr>
          <p:spPr>
            <a:xfrm>
              <a:off x="5213578" y="34587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39" name="pt9439"/>
            <p:cNvSpPr/>
            <p:nvPr/>
          </p:nvSpPr>
          <p:spPr>
            <a:xfrm>
              <a:off x="5171545" y="35461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0" name="pt9440"/>
            <p:cNvSpPr/>
            <p:nvPr/>
          </p:nvSpPr>
          <p:spPr>
            <a:xfrm>
              <a:off x="5183765" y="3564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1" name="pt9441"/>
            <p:cNvSpPr/>
            <p:nvPr/>
          </p:nvSpPr>
          <p:spPr>
            <a:xfrm>
              <a:off x="5113771" y="36375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2" name="pt9442"/>
            <p:cNvSpPr/>
            <p:nvPr/>
          </p:nvSpPr>
          <p:spPr>
            <a:xfrm>
              <a:off x="5077919" y="35515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3" name="pt9443"/>
            <p:cNvSpPr/>
            <p:nvPr/>
          </p:nvSpPr>
          <p:spPr>
            <a:xfrm>
              <a:off x="5210663" y="34951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4" name="pt9444"/>
            <p:cNvSpPr/>
            <p:nvPr/>
          </p:nvSpPr>
          <p:spPr>
            <a:xfrm>
              <a:off x="5069223" y="35878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5" name="pt9445"/>
            <p:cNvSpPr/>
            <p:nvPr/>
          </p:nvSpPr>
          <p:spPr>
            <a:xfrm>
              <a:off x="5198970" y="35366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6" name="pt9446"/>
            <p:cNvSpPr/>
            <p:nvPr/>
          </p:nvSpPr>
          <p:spPr>
            <a:xfrm>
              <a:off x="5136563" y="3590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7" name="pt9447"/>
            <p:cNvSpPr/>
            <p:nvPr/>
          </p:nvSpPr>
          <p:spPr>
            <a:xfrm>
              <a:off x="5127002" y="35935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8" name="pt9448"/>
            <p:cNvSpPr/>
            <p:nvPr/>
          </p:nvSpPr>
          <p:spPr>
            <a:xfrm>
              <a:off x="5152978" y="36109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49" name="pt9449"/>
            <p:cNvSpPr/>
            <p:nvPr/>
          </p:nvSpPr>
          <p:spPr>
            <a:xfrm>
              <a:off x="5147926" y="3510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0" name="pt9450"/>
            <p:cNvSpPr/>
            <p:nvPr/>
          </p:nvSpPr>
          <p:spPr>
            <a:xfrm>
              <a:off x="5182959" y="36930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1" name="pt9451"/>
            <p:cNvSpPr/>
            <p:nvPr/>
          </p:nvSpPr>
          <p:spPr>
            <a:xfrm>
              <a:off x="5066815" y="35583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2" name="pt9452"/>
            <p:cNvSpPr/>
            <p:nvPr/>
          </p:nvSpPr>
          <p:spPr>
            <a:xfrm>
              <a:off x="5236983" y="34749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3" name="pt9453"/>
            <p:cNvSpPr/>
            <p:nvPr/>
          </p:nvSpPr>
          <p:spPr>
            <a:xfrm>
              <a:off x="5189934" y="3573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4" name="pt9454"/>
            <p:cNvSpPr/>
            <p:nvPr/>
          </p:nvSpPr>
          <p:spPr>
            <a:xfrm>
              <a:off x="5119259" y="3528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5" name="pt9455"/>
            <p:cNvSpPr/>
            <p:nvPr/>
          </p:nvSpPr>
          <p:spPr>
            <a:xfrm>
              <a:off x="5118804" y="3598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6" name="pt9456"/>
            <p:cNvSpPr/>
            <p:nvPr/>
          </p:nvSpPr>
          <p:spPr>
            <a:xfrm>
              <a:off x="5142362" y="34703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7" name="pt9457"/>
            <p:cNvSpPr/>
            <p:nvPr/>
          </p:nvSpPr>
          <p:spPr>
            <a:xfrm>
              <a:off x="5104090" y="3559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8" name="pt9458"/>
            <p:cNvSpPr/>
            <p:nvPr/>
          </p:nvSpPr>
          <p:spPr>
            <a:xfrm>
              <a:off x="5222748" y="3527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59" name="pt9459"/>
            <p:cNvSpPr/>
            <p:nvPr/>
          </p:nvSpPr>
          <p:spPr>
            <a:xfrm>
              <a:off x="5199382" y="35716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0" name="pt9460"/>
            <p:cNvSpPr/>
            <p:nvPr/>
          </p:nvSpPr>
          <p:spPr>
            <a:xfrm>
              <a:off x="5133616" y="3553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1" name="pt9461"/>
            <p:cNvSpPr/>
            <p:nvPr/>
          </p:nvSpPr>
          <p:spPr>
            <a:xfrm>
              <a:off x="5184252" y="33286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2" name="pt9462"/>
            <p:cNvSpPr/>
            <p:nvPr/>
          </p:nvSpPr>
          <p:spPr>
            <a:xfrm>
              <a:off x="5144994" y="35501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3" name="pt9463"/>
            <p:cNvSpPr/>
            <p:nvPr/>
          </p:nvSpPr>
          <p:spPr>
            <a:xfrm>
              <a:off x="5075687" y="36565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4" name="pt9464"/>
            <p:cNvSpPr/>
            <p:nvPr/>
          </p:nvSpPr>
          <p:spPr>
            <a:xfrm>
              <a:off x="5169246" y="3557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5" name="pt9465"/>
            <p:cNvSpPr/>
            <p:nvPr/>
          </p:nvSpPr>
          <p:spPr>
            <a:xfrm>
              <a:off x="5108492" y="3598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6" name="pt9466"/>
            <p:cNvSpPr/>
            <p:nvPr/>
          </p:nvSpPr>
          <p:spPr>
            <a:xfrm>
              <a:off x="5077020" y="35602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7" name="pt9467"/>
            <p:cNvSpPr/>
            <p:nvPr/>
          </p:nvSpPr>
          <p:spPr>
            <a:xfrm>
              <a:off x="5135407" y="35838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8" name="pt9468"/>
            <p:cNvSpPr/>
            <p:nvPr/>
          </p:nvSpPr>
          <p:spPr>
            <a:xfrm>
              <a:off x="5144256" y="3480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69" name="pt9469"/>
            <p:cNvSpPr/>
            <p:nvPr/>
          </p:nvSpPr>
          <p:spPr>
            <a:xfrm>
              <a:off x="5152910" y="3582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0" name="pt9470"/>
            <p:cNvSpPr/>
            <p:nvPr/>
          </p:nvSpPr>
          <p:spPr>
            <a:xfrm>
              <a:off x="5167816" y="35633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1" name="pt9471"/>
            <p:cNvSpPr/>
            <p:nvPr/>
          </p:nvSpPr>
          <p:spPr>
            <a:xfrm>
              <a:off x="5111602" y="35762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2" name="pt9472"/>
            <p:cNvSpPr/>
            <p:nvPr/>
          </p:nvSpPr>
          <p:spPr>
            <a:xfrm>
              <a:off x="5108117" y="3568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3" name="pt9473"/>
            <p:cNvSpPr/>
            <p:nvPr/>
          </p:nvSpPr>
          <p:spPr>
            <a:xfrm>
              <a:off x="5188307" y="35492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4" name="pt9474"/>
            <p:cNvSpPr/>
            <p:nvPr/>
          </p:nvSpPr>
          <p:spPr>
            <a:xfrm>
              <a:off x="5178238" y="35489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5" name="pt9475"/>
            <p:cNvSpPr/>
            <p:nvPr/>
          </p:nvSpPr>
          <p:spPr>
            <a:xfrm>
              <a:off x="5151270" y="45937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6" name="pt9476"/>
            <p:cNvSpPr/>
            <p:nvPr/>
          </p:nvSpPr>
          <p:spPr>
            <a:xfrm>
              <a:off x="5083254" y="3584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7" name="pt9477"/>
            <p:cNvSpPr/>
            <p:nvPr/>
          </p:nvSpPr>
          <p:spPr>
            <a:xfrm>
              <a:off x="5106140" y="35090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8" name="pt9478"/>
            <p:cNvSpPr/>
            <p:nvPr/>
          </p:nvSpPr>
          <p:spPr>
            <a:xfrm>
              <a:off x="5173593" y="35563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79" name="pt9479"/>
            <p:cNvSpPr/>
            <p:nvPr/>
          </p:nvSpPr>
          <p:spPr>
            <a:xfrm>
              <a:off x="5138199" y="35794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0" name="pt9480"/>
            <p:cNvSpPr/>
            <p:nvPr/>
          </p:nvSpPr>
          <p:spPr>
            <a:xfrm>
              <a:off x="5130731" y="35097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1" name="pt9481"/>
            <p:cNvSpPr/>
            <p:nvPr/>
          </p:nvSpPr>
          <p:spPr>
            <a:xfrm>
              <a:off x="5176148" y="3569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2" name="pt9482"/>
            <p:cNvSpPr/>
            <p:nvPr/>
          </p:nvSpPr>
          <p:spPr>
            <a:xfrm>
              <a:off x="4837277" y="312945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3" name="pt9483"/>
            <p:cNvSpPr/>
            <p:nvPr/>
          </p:nvSpPr>
          <p:spPr>
            <a:xfrm>
              <a:off x="5189242" y="3546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4" name="pt9484"/>
            <p:cNvSpPr/>
            <p:nvPr/>
          </p:nvSpPr>
          <p:spPr>
            <a:xfrm>
              <a:off x="5226296" y="3574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5" name="pt9485"/>
            <p:cNvSpPr/>
            <p:nvPr/>
          </p:nvSpPr>
          <p:spPr>
            <a:xfrm>
              <a:off x="5158623" y="35515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6" name="pt9486"/>
            <p:cNvSpPr/>
            <p:nvPr/>
          </p:nvSpPr>
          <p:spPr>
            <a:xfrm>
              <a:off x="4869737" y="326929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7" name="pt9487"/>
            <p:cNvSpPr/>
            <p:nvPr/>
          </p:nvSpPr>
          <p:spPr>
            <a:xfrm>
              <a:off x="5145025" y="35667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8" name="pt9488"/>
            <p:cNvSpPr/>
            <p:nvPr/>
          </p:nvSpPr>
          <p:spPr>
            <a:xfrm>
              <a:off x="5206098" y="3578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89" name="pt9489"/>
            <p:cNvSpPr/>
            <p:nvPr/>
          </p:nvSpPr>
          <p:spPr>
            <a:xfrm>
              <a:off x="5126936" y="35148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0" name="pt9490"/>
            <p:cNvSpPr/>
            <p:nvPr/>
          </p:nvSpPr>
          <p:spPr>
            <a:xfrm>
              <a:off x="5183820" y="35947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1" name="pt9491"/>
            <p:cNvSpPr/>
            <p:nvPr/>
          </p:nvSpPr>
          <p:spPr>
            <a:xfrm>
              <a:off x="5287518" y="35523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2" name="pt9492"/>
            <p:cNvSpPr/>
            <p:nvPr/>
          </p:nvSpPr>
          <p:spPr>
            <a:xfrm>
              <a:off x="5179981" y="34078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3" name="pt9493"/>
            <p:cNvSpPr/>
            <p:nvPr/>
          </p:nvSpPr>
          <p:spPr>
            <a:xfrm>
              <a:off x="5177837" y="35366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4" name="pt9494"/>
            <p:cNvSpPr/>
            <p:nvPr/>
          </p:nvSpPr>
          <p:spPr>
            <a:xfrm>
              <a:off x="5137871" y="35326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5" name="pt9495"/>
            <p:cNvSpPr/>
            <p:nvPr/>
          </p:nvSpPr>
          <p:spPr>
            <a:xfrm>
              <a:off x="5140375" y="3613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6" name="pt9496"/>
            <p:cNvSpPr/>
            <p:nvPr/>
          </p:nvSpPr>
          <p:spPr>
            <a:xfrm>
              <a:off x="5179038" y="3579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7" name="pt9497"/>
            <p:cNvSpPr/>
            <p:nvPr/>
          </p:nvSpPr>
          <p:spPr>
            <a:xfrm>
              <a:off x="5112192" y="36490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8" name="pt9498"/>
            <p:cNvSpPr/>
            <p:nvPr/>
          </p:nvSpPr>
          <p:spPr>
            <a:xfrm>
              <a:off x="5188812" y="35479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499" name="pt9499"/>
            <p:cNvSpPr/>
            <p:nvPr/>
          </p:nvSpPr>
          <p:spPr>
            <a:xfrm>
              <a:off x="5152916" y="32033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0" name="pt9500"/>
            <p:cNvSpPr/>
            <p:nvPr/>
          </p:nvSpPr>
          <p:spPr>
            <a:xfrm>
              <a:off x="5103725" y="3574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1" name="pt9501"/>
            <p:cNvSpPr/>
            <p:nvPr/>
          </p:nvSpPr>
          <p:spPr>
            <a:xfrm>
              <a:off x="5140078" y="3583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2" name="pt9502"/>
            <p:cNvSpPr/>
            <p:nvPr/>
          </p:nvSpPr>
          <p:spPr>
            <a:xfrm>
              <a:off x="5194286" y="34297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3" name="pt9503"/>
            <p:cNvSpPr/>
            <p:nvPr/>
          </p:nvSpPr>
          <p:spPr>
            <a:xfrm>
              <a:off x="5246504" y="35931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4" name="pt9504"/>
            <p:cNvSpPr/>
            <p:nvPr/>
          </p:nvSpPr>
          <p:spPr>
            <a:xfrm>
              <a:off x="5155089" y="37346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5" name="pt9505"/>
            <p:cNvSpPr/>
            <p:nvPr/>
          </p:nvSpPr>
          <p:spPr>
            <a:xfrm>
              <a:off x="5166741" y="35459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6" name="pt9506"/>
            <p:cNvSpPr/>
            <p:nvPr/>
          </p:nvSpPr>
          <p:spPr>
            <a:xfrm>
              <a:off x="5198148" y="3556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7" name="pt9507"/>
            <p:cNvSpPr/>
            <p:nvPr/>
          </p:nvSpPr>
          <p:spPr>
            <a:xfrm>
              <a:off x="5162374" y="3510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08" name="pt9508"/>
            <p:cNvSpPr/>
            <p:nvPr/>
          </p:nvSpPr>
          <p:spPr>
            <a:xfrm>
              <a:off x="5222974" y="3496751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9" name="pt9509"/>
            <p:cNvSpPr/>
            <p:nvPr/>
          </p:nvSpPr>
          <p:spPr>
            <a:xfrm>
              <a:off x="5120298" y="35841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0" name="pt9510"/>
            <p:cNvSpPr/>
            <p:nvPr/>
          </p:nvSpPr>
          <p:spPr>
            <a:xfrm>
              <a:off x="5128581" y="35260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1" name="pt9511"/>
            <p:cNvSpPr/>
            <p:nvPr/>
          </p:nvSpPr>
          <p:spPr>
            <a:xfrm>
              <a:off x="5114255" y="35537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2" name="pt9512"/>
            <p:cNvSpPr/>
            <p:nvPr/>
          </p:nvSpPr>
          <p:spPr>
            <a:xfrm>
              <a:off x="5170060" y="35390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3" name="pt9513"/>
            <p:cNvSpPr/>
            <p:nvPr/>
          </p:nvSpPr>
          <p:spPr>
            <a:xfrm>
              <a:off x="5157521" y="35115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4" name="pt9514"/>
            <p:cNvSpPr/>
            <p:nvPr/>
          </p:nvSpPr>
          <p:spPr>
            <a:xfrm>
              <a:off x="5191869" y="35385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5" name="pt9515"/>
            <p:cNvSpPr/>
            <p:nvPr/>
          </p:nvSpPr>
          <p:spPr>
            <a:xfrm>
              <a:off x="5147670" y="35384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6" name="pt9516"/>
            <p:cNvSpPr/>
            <p:nvPr/>
          </p:nvSpPr>
          <p:spPr>
            <a:xfrm>
              <a:off x="5131156" y="35424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7" name="pt9517"/>
            <p:cNvSpPr/>
            <p:nvPr/>
          </p:nvSpPr>
          <p:spPr>
            <a:xfrm>
              <a:off x="5116947" y="3539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8" name="pt9518"/>
            <p:cNvSpPr/>
            <p:nvPr/>
          </p:nvSpPr>
          <p:spPr>
            <a:xfrm>
              <a:off x="5269003" y="35597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19" name="pt9519"/>
            <p:cNvSpPr/>
            <p:nvPr/>
          </p:nvSpPr>
          <p:spPr>
            <a:xfrm>
              <a:off x="5071127" y="36887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0" name="pt9520"/>
            <p:cNvSpPr/>
            <p:nvPr/>
          </p:nvSpPr>
          <p:spPr>
            <a:xfrm>
              <a:off x="5217127" y="35809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1" name="pt9521"/>
            <p:cNvSpPr/>
            <p:nvPr/>
          </p:nvSpPr>
          <p:spPr>
            <a:xfrm>
              <a:off x="5161076" y="35670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2" name="pt9522"/>
            <p:cNvSpPr/>
            <p:nvPr/>
          </p:nvSpPr>
          <p:spPr>
            <a:xfrm>
              <a:off x="5130782" y="35900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3" name="pt9523"/>
            <p:cNvSpPr/>
            <p:nvPr/>
          </p:nvSpPr>
          <p:spPr>
            <a:xfrm>
              <a:off x="5172987" y="33563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4" name="pt9524"/>
            <p:cNvSpPr/>
            <p:nvPr/>
          </p:nvSpPr>
          <p:spPr>
            <a:xfrm>
              <a:off x="5102150" y="36163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5" name="pt9525"/>
            <p:cNvSpPr/>
            <p:nvPr/>
          </p:nvSpPr>
          <p:spPr>
            <a:xfrm>
              <a:off x="5126363" y="3586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6" name="pt9526"/>
            <p:cNvSpPr/>
            <p:nvPr/>
          </p:nvSpPr>
          <p:spPr>
            <a:xfrm>
              <a:off x="5148807" y="35700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7" name="pt9527"/>
            <p:cNvSpPr/>
            <p:nvPr/>
          </p:nvSpPr>
          <p:spPr>
            <a:xfrm>
              <a:off x="5138177" y="35124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8" name="pt9528"/>
            <p:cNvSpPr/>
            <p:nvPr/>
          </p:nvSpPr>
          <p:spPr>
            <a:xfrm>
              <a:off x="5210112" y="35141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29" name="pt9529"/>
            <p:cNvSpPr/>
            <p:nvPr/>
          </p:nvSpPr>
          <p:spPr>
            <a:xfrm>
              <a:off x="5248931" y="3563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0" name="pt9530"/>
            <p:cNvSpPr/>
            <p:nvPr/>
          </p:nvSpPr>
          <p:spPr>
            <a:xfrm>
              <a:off x="5205502" y="3592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1" name="pt9531"/>
            <p:cNvSpPr/>
            <p:nvPr/>
          </p:nvSpPr>
          <p:spPr>
            <a:xfrm>
              <a:off x="5155538" y="35634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2" name="pt9532"/>
            <p:cNvSpPr/>
            <p:nvPr/>
          </p:nvSpPr>
          <p:spPr>
            <a:xfrm>
              <a:off x="5148614" y="35846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3" name="pt9533"/>
            <p:cNvSpPr/>
            <p:nvPr/>
          </p:nvSpPr>
          <p:spPr>
            <a:xfrm>
              <a:off x="5158230" y="3567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4" name="pt9534"/>
            <p:cNvSpPr/>
            <p:nvPr/>
          </p:nvSpPr>
          <p:spPr>
            <a:xfrm>
              <a:off x="5182268" y="3529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5" name="pt9535"/>
            <p:cNvSpPr/>
            <p:nvPr/>
          </p:nvSpPr>
          <p:spPr>
            <a:xfrm>
              <a:off x="5235703" y="3439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6" name="pt9536"/>
            <p:cNvSpPr/>
            <p:nvPr/>
          </p:nvSpPr>
          <p:spPr>
            <a:xfrm>
              <a:off x="5152824" y="33239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7" name="pt9537"/>
            <p:cNvSpPr/>
            <p:nvPr/>
          </p:nvSpPr>
          <p:spPr>
            <a:xfrm>
              <a:off x="5192245" y="3505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8" name="pt9538"/>
            <p:cNvSpPr/>
            <p:nvPr/>
          </p:nvSpPr>
          <p:spPr>
            <a:xfrm>
              <a:off x="5155489" y="3415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39" name="pt9539"/>
            <p:cNvSpPr/>
            <p:nvPr/>
          </p:nvSpPr>
          <p:spPr>
            <a:xfrm>
              <a:off x="5107278" y="3567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0" name="pt9540"/>
            <p:cNvSpPr/>
            <p:nvPr/>
          </p:nvSpPr>
          <p:spPr>
            <a:xfrm>
              <a:off x="5174870" y="3554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1" name="pt9541"/>
            <p:cNvSpPr/>
            <p:nvPr/>
          </p:nvSpPr>
          <p:spPr>
            <a:xfrm>
              <a:off x="5158921" y="3569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2" name="pt9542"/>
            <p:cNvSpPr/>
            <p:nvPr/>
          </p:nvSpPr>
          <p:spPr>
            <a:xfrm>
              <a:off x="5138724" y="35492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3" name="pt9543"/>
            <p:cNvSpPr/>
            <p:nvPr/>
          </p:nvSpPr>
          <p:spPr>
            <a:xfrm>
              <a:off x="5207274" y="35675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4" name="pt9544"/>
            <p:cNvSpPr/>
            <p:nvPr/>
          </p:nvSpPr>
          <p:spPr>
            <a:xfrm>
              <a:off x="5186456" y="3530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5" name="pt9545"/>
            <p:cNvSpPr/>
            <p:nvPr/>
          </p:nvSpPr>
          <p:spPr>
            <a:xfrm>
              <a:off x="5134817" y="35458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6" name="pt9546"/>
            <p:cNvSpPr/>
            <p:nvPr/>
          </p:nvSpPr>
          <p:spPr>
            <a:xfrm>
              <a:off x="5101767" y="3614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7" name="pt9547"/>
            <p:cNvSpPr/>
            <p:nvPr/>
          </p:nvSpPr>
          <p:spPr>
            <a:xfrm>
              <a:off x="5244034" y="35265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8" name="pt9548"/>
            <p:cNvSpPr/>
            <p:nvPr/>
          </p:nvSpPr>
          <p:spPr>
            <a:xfrm>
              <a:off x="5179339" y="3578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49" name="pt9549"/>
            <p:cNvSpPr/>
            <p:nvPr/>
          </p:nvSpPr>
          <p:spPr>
            <a:xfrm>
              <a:off x="5237544" y="35552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0" name="pt9550"/>
            <p:cNvSpPr/>
            <p:nvPr/>
          </p:nvSpPr>
          <p:spPr>
            <a:xfrm>
              <a:off x="5147932" y="3531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1" name="pt9551"/>
            <p:cNvSpPr/>
            <p:nvPr/>
          </p:nvSpPr>
          <p:spPr>
            <a:xfrm>
              <a:off x="5166014" y="35480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2" name="pt9552"/>
            <p:cNvSpPr/>
            <p:nvPr/>
          </p:nvSpPr>
          <p:spPr>
            <a:xfrm>
              <a:off x="5183994" y="38457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3" name="pt9553"/>
            <p:cNvSpPr/>
            <p:nvPr/>
          </p:nvSpPr>
          <p:spPr>
            <a:xfrm>
              <a:off x="5142585" y="35500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4" name="pt9554"/>
            <p:cNvSpPr/>
            <p:nvPr/>
          </p:nvSpPr>
          <p:spPr>
            <a:xfrm>
              <a:off x="5180854" y="35729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5" name="pt9555"/>
            <p:cNvSpPr/>
            <p:nvPr/>
          </p:nvSpPr>
          <p:spPr>
            <a:xfrm>
              <a:off x="5189290" y="3499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6" name="pt9556"/>
            <p:cNvSpPr/>
            <p:nvPr/>
          </p:nvSpPr>
          <p:spPr>
            <a:xfrm>
              <a:off x="5163041" y="35633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7" name="pt9557"/>
            <p:cNvSpPr/>
            <p:nvPr/>
          </p:nvSpPr>
          <p:spPr>
            <a:xfrm>
              <a:off x="5119170" y="35685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8" name="pt9558"/>
            <p:cNvSpPr/>
            <p:nvPr/>
          </p:nvSpPr>
          <p:spPr>
            <a:xfrm>
              <a:off x="5136522" y="33472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59" name="pt9559"/>
            <p:cNvSpPr/>
            <p:nvPr/>
          </p:nvSpPr>
          <p:spPr>
            <a:xfrm>
              <a:off x="5167896" y="35590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0" name="pt9560"/>
            <p:cNvSpPr/>
            <p:nvPr/>
          </p:nvSpPr>
          <p:spPr>
            <a:xfrm>
              <a:off x="5088569" y="3637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1" name="pt9561"/>
            <p:cNvSpPr/>
            <p:nvPr/>
          </p:nvSpPr>
          <p:spPr>
            <a:xfrm>
              <a:off x="5140781" y="36187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2" name="pt9562"/>
            <p:cNvSpPr/>
            <p:nvPr/>
          </p:nvSpPr>
          <p:spPr>
            <a:xfrm>
              <a:off x="5130721" y="3537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3" name="pt9563"/>
            <p:cNvSpPr/>
            <p:nvPr/>
          </p:nvSpPr>
          <p:spPr>
            <a:xfrm>
              <a:off x="5142760" y="35666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4" name="pt9564"/>
            <p:cNvSpPr/>
            <p:nvPr/>
          </p:nvSpPr>
          <p:spPr>
            <a:xfrm>
              <a:off x="5141554" y="36021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5" name="pt9565"/>
            <p:cNvSpPr/>
            <p:nvPr/>
          </p:nvSpPr>
          <p:spPr>
            <a:xfrm>
              <a:off x="5132721" y="36495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6" name="pt9566"/>
            <p:cNvSpPr/>
            <p:nvPr/>
          </p:nvSpPr>
          <p:spPr>
            <a:xfrm>
              <a:off x="5175962" y="34559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7" name="pt9567"/>
            <p:cNvSpPr/>
            <p:nvPr/>
          </p:nvSpPr>
          <p:spPr>
            <a:xfrm>
              <a:off x="5086893" y="3500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8" name="pt9568"/>
            <p:cNvSpPr/>
            <p:nvPr/>
          </p:nvSpPr>
          <p:spPr>
            <a:xfrm>
              <a:off x="5179157" y="35623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69" name="pt9569"/>
            <p:cNvSpPr/>
            <p:nvPr/>
          </p:nvSpPr>
          <p:spPr>
            <a:xfrm>
              <a:off x="5134107" y="34602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0" name="pt9570"/>
            <p:cNvSpPr/>
            <p:nvPr/>
          </p:nvSpPr>
          <p:spPr>
            <a:xfrm>
              <a:off x="5193587" y="34877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1" name="pt9571"/>
            <p:cNvSpPr/>
            <p:nvPr/>
          </p:nvSpPr>
          <p:spPr>
            <a:xfrm>
              <a:off x="5134979" y="36189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2" name="pt9572"/>
            <p:cNvSpPr/>
            <p:nvPr/>
          </p:nvSpPr>
          <p:spPr>
            <a:xfrm>
              <a:off x="5078666" y="35311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3" name="pt9573"/>
            <p:cNvSpPr/>
            <p:nvPr/>
          </p:nvSpPr>
          <p:spPr>
            <a:xfrm>
              <a:off x="5165356" y="36157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4" name="pt9574"/>
            <p:cNvSpPr/>
            <p:nvPr/>
          </p:nvSpPr>
          <p:spPr>
            <a:xfrm>
              <a:off x="5237533" y="3525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5" name="pt9575"/>
            <p:cNvSpPr/>
            <p:nvPr/>
          </p:nvSpPr>
          <p:spPr>
            <a:xfrm>
              <a:off x="5184698" y="3546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6" name="pt9576"/>
            <p:cNvSpPr/>
            <p:nvPr/>
          </p:nvSpPr>
          <p:spPr>
            <a:xfrm>
              <a:off x="5198521" y="3509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7" name="pt9577"/>
            <p:cNvSpPr/>
            <p:nvPr/>
          </p:nvSpPr>
          <p:spPr>
            <a:xfrm>
              <a:off x="5118707" y="3548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8" name="pt9578"/>
            <p:cNvSpPr/>
            <p:nvPr/>
          </p:nvSpPr>
          <p:spPr>
            <a:xfrm>
              <a:off x="5266483" y="3573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79" name="pt9579"/>
            <p:cNvSpPr/>
            <p:nvPr/>
          </p:nvSpPr>
          <p:spPr>
            <a:xfrm>
              <a:off x="5125053" y="3639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0" name="pt9580"/>
            <p:cNvSpPr/>
            <p:nvPr/>
          </p:nvSpPr>
          <p:spPr>
            <a:xfrm>
              <a:off x="5136186" y="35239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1" name="pt9581"/>
            <p:cNvSpPr/>
            <p:nvPr/>
          </p:nvSpPr>
          <p:spPr>
            <a:xfrm>
              <a:off x="5257366" y="3539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2" name="pt9582"/>
            <p:cNvSpPr/>
            <p:nvPr/>
          </p:nvSpPr>
          <p:spPr>
            <a:xfrm>
              <a:off x="5213675" y="3551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3" name="pt9583"/>
            <p:cNvSpPr/>
            <p:nvPr/>
          </p:nvSpPr>
          <p:spPr>
            <a:xfrm>
              <a:off x="5211159" y="3576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4" name="pt9584"/>
            <p:cNvSpPr/>
            <p:nvPr/>
          </p:nvSpPr>
          <p:spPr>
            <a:xfrm>
              <a:off x="5128135" y="35535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5" name="pt9585"/>
            <p:cNvSpPr/>
            <p:nvPr/>
          </p:nvSpPr>
          <p:spPr>
            <a:xfrm>
              <a:off x="5163629" y="3632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6" name="pt9586"/>
            <p:cNvSpPr/>
            <p:nvPr/>
          </p:nvSpPr>
          <p:spPr>
            <a:xfrm>
              <a:off x="5311164" y="3549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7" name="pt9587"/>
            <p:cNvSpPr/>
            <p:nvPr/>
          </p:nvSpPr>
          <p:spPr>
            <a:xfrm>
              <a:off x="5210364" y="3555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8" name="pt9588"/>
            <p:cNvSpPr/>
            <p:nvPr/>
          </p:nvSpPr>
          <p:spPr>
            <a:xfrm>
              <a:off x="5118909" y="3541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89" name="pt9589"/>
            <p:cNvSpPr/>
            <p:nvPr/>
          </p:nvSpPr>
          <p:spPr>
            <a:xfrm>
              <a:off x="5153637" y="3487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0" name="pt9590"/>
            <p:cNvSpPr/>
            <p:nvPr/>
          </p:nvSpPr>
          <p:spPr>
            <a:xfrm>
              <a:off x="5257516" y="3459821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1" name="pt9591"/>
            <p:cNvSpPr/>
            <p:nvPr/>
          </p:nvSpPr>
          <p:spPr>
            <a:xfrm>
              <a:off x="5194624" y="35544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2" name="pt9592"/>
            <p:cNvSpPr/>
            <p:nvPr/>
          </p:nvSpPr>
          <p:spPr>
            <a:xfrm>
              <a:off x="5169590" y="32831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3" name="pt9593"/>
            <p:cNvSpPr/>
            <p:nvPr/>
          </p:nvSpPr>
          <p:spPr>
            <a:xfrm>
              <a:off x="5174582" y="35297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4" name="pt9594"/>
            <p:cNvSpPr/>
            <p:nvPr/>
          </p:nvSpPr>
          <p:spPr>
            <a:xfrm>
              <a:off x="5170609" y="3566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5" name="pt9595"/>
            <p:cNvSpPr/>
            <p:nvPr/>
          </p:nvSpPr>
          <p:spPr>
            <a:xfrm>
              <a:off x="5192667" y="36094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6" name="pt9596"/>
            <p:cNvSpPr/>
            <p:nvPr/>
          </p:nvSpPr>
          <p:spPr>
            <a:xfrm>
              <a:off x="5169005" y="3558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7" name="pt9597"/>
            <p:cNvSpPr/>
            <p:nvPr/>
          </p:nvSpPr>
          <p:spPr>
            <a:xfrm>
              <a:off x="5130168" y="3629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8" name="pt9598"/>
            <p:cNvSpPr/>
            <p:nvPr/>
          </p:nvSpPr>
          <p:spPr>
            <a:xfrm>
              <a:off x="5186193" y="35815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599" name="pt9599"/>
            <p:cNvSpPr/>
            <p:nvPr/>
          </p:nvSpPr>
          <p:spPr>
            <a:xfrm>
              <a:off x="5231285" y="3478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0" name="pt9600"/>
            <p:cNvSpPr/>
            <p:nvPr/>
          </p:nvSpPr>
          <p:spPr>
            <a:xfrm>
              <a:off x="5160951" y="35328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1" name="pt9601"/>
            <p:cNvSpPr/>
            <p:nvPr/>
          </p:nvSpPr>
          <p:spPr>
            <a:xfrm>
              <a:off x="5220380" y="35478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2" name="pt9602"/>
            <p:cNvSpPr/>
            <p:nvPr/>
          </p:nvSpPr>
          <p:spPr>
            <a:xfrm>
              <a:off x="5120656" y="3593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3" name="pt9603"/>
            <p:cNvSpPr/>
            <p:nvPr/>
          </p:nvSpPr>
          <p:spPr>
            <a:xfrm>
              <a:off x="5202854" y="3504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4" name="pt9604"/>
            <p:cNvSpPr/>
            <p:nvPr/>
          </p:nvSpPr>
          <p:spPr>
            <a:xfrm>
              <a:off x="5119341" y="35688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5" name="pt9605"/>
            <p:cNvSpPr/>
            <p:nvPr/>
          </p:nvSpPr>
          <p:spPr>
            <a:xfrm>
              <a:off x="5151023" y="3531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6" name="pt9606"/>
            <p:cNvSpPr/>
            <p:nvPr/>
          </p:nvSpPr>
          <p:spPr>
            <a:xfrm>
              <a:off x="5119902" y="3579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7" name="pt9607"/>
            <p:cNvSpPr/>
            <p:nvPr/>
          </p:nvSpPr>
          <p:spPr>
            <a:xfrm>
              <a:off x="5169878" y="33215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8" name="pt9608"/>
            <p:cNvSpPr/>
            <p:nvPr/>
          </p:nvSpPr>
          <p:spPr>
            <a:xfrm>
              <a:off x="5158896" y="35288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09" name="pt9609"/>
            <p:cNvSpPr/>
            <p:nvPr/>
          </p:nvSpPr>
          <p:spPr>
            <a:xfrm>
              <a:off x="5171613" y="3543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0" name="pt9610"/>
            <p:cNvSpPr/>
            <p:nvPr/>
          </p:nvSpPr>
          <p:spPr>
            <a:xfrm>
              <a:off x="5159421" y="3596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1" name="pt9611"/>
            <p:cNvSpPr/>
            <p:nvPr/>
          </p:nvSpPr>
          <p:spPr>
            <a:xfrm>
              <a:off x="5161494" y="3530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2" name="pt9612"/>
            <p:cNvSpPr/>
            <p:nvPr/>
          </p:nvSpPr>
          <p:spPr>
            <a:xfrm>
              <a:off x="5173462" y="32279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3" name="pt9613"/>
            <p:cNvSpPr/>
            <p:nvPr/>
          </p:nvSpPr>
          <p:spPr>
            <a:xfrm>
              <a:off x="5235695" y="3529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4" name="pt9614"/>
            <p:cNvSpPr/>
            <p:nvPr/>
          </p:nvSpPr>
          <p:spPr>
            <a:xfrm>
              <a:off x="5190334" y="35505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5" name="pt9615"/>
            <p:cNvSpPr/>
            <p:nvPr/>
          </p:nvSpPr>
          <p:spPr>
            <a:xfrm>
              <a:off x="5095395" y="36137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6" name="pt9616"/>
            <p:cNvSpPr/>
            <p:nvPr/>
          </p:nvSpPr>
          <p:spPr>
            <a:xfrm>
              <a:off x="5218815" y="35101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7" name="pt9617"/>
            <p:cNvSpPr/>
            <p:nvPr/>
          </p:nvSpPr>
          <p:spPr>
            <a:xfrm>
              <a:off x="5131202" y="35697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8" name="pt9618"/>
            <p:cNvSpPr/>
            <p:nvPr/>
          </p:nvSpPr>
          <p:spPr>
            <a:xfrm>
              <a:off x="5122343" y="3572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19" name="pt9619"/>
            <p:cNvSpPr/>
            <p:nvPr/>
          </p:nvSpPr>
          <p:spPr>
            <a:xfrm>
              <a:off x="5200852" y="35397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0" name="pt9620"/>
            <p:cNvSpPr/>
            <p:nvPr/>
          </p:nvSpPr>
          <p:spPr>
            <a:xfrm>
              <a:off x="5179966" y="3574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1" name="pt9621"/>
            <p:cNvSpPr/>
            <p:nvPr/>
          </p:nvSpPr>
          <p:spPr>
            <a:xfrm>
              <a:off x="5163242" y="3524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2" name="pt9622"/>
            <p:cNvSpPr/>
            <p:nvPr/>
          </p:nvSpPr>
          <p:spPr>
            <a:xfrm>
              <a:off x="5161360" y="35919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3" name="pt9623"/>
            <p:cNvSpPr/>
            <p:nvPr/>
          </p:nvSpPr>
          <p:spPr>
            <a:xfrm>
              <a:off x="5135687" y="3600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4" name="pt9624"/>
            <p:cNvSpPr/>
            <p:nvPr/>
          </p:nvSpPr>
          <p:spPr>
            <a:xfrm>
              <a:off x="5104406" y="3570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5" name="pt9625"/>
            <p:cNvSpPr/>
            <p:nvPr/>
          </p:nvSpPr>
          <p:spPr>
            <a:xfrm>
              <a:off x="5154650" y="3567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6" name="pt9626"/>
            <p:cNvSpPr/>
            <p:nvPr/>
          </p:nvSpPr>
          <p:spPr>
            <a:xfrm>
              <a:off x="5166471" y="35810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7" name="pt9627"/>
            <p:cNvSpPr/>
            <p:nvPr/>
          </p:nvSpPr>
          <p:spPr>
            <a:xfrm>
              <a:off x="5163702" y="35665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8" name="pt9628"/>
            <p:cNvSpPr/>
            <p:nvPr/>
          </p:nvSpPr>
          <p:spPr>
            <a:xfrm>
              <a:off x="5158413" y="35674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29" name="pt9629"/>
            <p:cNvSpPr/>
            <p:nvPr/>
          </p:nvSpPr>
          <p:spPr>
            <a:xfrm>
              <a:off x="5235178" y="34584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0" name="pt9630"/>
            <p:cNvSpPr/>
            <p:nvPr/>
          </p:nvSpPr>
          <p:spPr>
            <a:xfrm>
              <a:off x="5194238" y="35353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1" name="pt9631"/>
            <p:cNvSpPr/>
            <p:nvPr/>
          </p:nvSpPr>
          <p:spPr>
            <a:xfrm>
              <a:off x="5150826" y="3345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2" name="pt9632"/>
            <p:cNvSpPr/>
            <p:nvPr/>
          </p:nvSpPr>
          <p:spPr>
            <a:xfrm>
              <a:off x="5161375" y="36046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3" name="pt9633"/>
            <p:cNvSpPr/>
            <p:nvPr/>
          </p:nvSpPr>
          <p:spPr>
            <a:xfrm>
              <a:off x="5237363" y="35282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4" name="pt9634"/>
            <p:cNvSpPr/>
            <p:nvPr/>
          </p:nvSpPr>
          <p:spPr>
            <a:xfrm>
              <a:off x="5193064" y="35408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5" name="pt9635"/>
            <p:cNvSpPr/>
            <p:nvPr/>
          </p:nvSpPr>
          <p:spPr>
            <a:xfrm>
              <a:off x="5096345" y="35522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6" name="pt9636"/>
            <p:cNvSpPr/>
            <p:nvPr/>
          </p:nvSpPr>
          <p:spPr>
            <a:xfrm>
              <a:off x="5132566" y="33990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7" name="pt9637"/>
            <p:cNvSpPr/>
            <p:nvPr/>
          </p:nvSpPr>
          <p:spPr>
            <a:xfrm>
              <a:off x="5218336" y="34861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8" name="pt9638"/>
            <p:cNvSpPr/>
            <p:nvPr/>
          </p:nvSpPr>
          <p:spPr>
            <a:xfrm>
              <a:off x="5178028" y="3585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39" name="pt9639"/>
            <p:cNvSpPr/>
            <p:nvPr/>
          </p:nvSpPr>
          <p:spPr>
            <a:xfrm>
              <a:off x="5190145" y="35617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0" name="pt9640"/>
            <p:cNvSpPr/>
            <p:nvPr/>
          </p:nvSpPr>
          <p:spPr>
            <a:xfrm>
              <a:off x="5170037" y="3569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1" name="pt9641"/>
            <p:cNvSpPr/>
            <p:nvPr/>
          </p:nvSpPr>
          <p:spPr>
            <a:xfrm>
              <a:off x="5148684" y="35348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2" name="pt9642"/>
            <p:cNvSpPr/>
            <p:nvPr/>
          </p:nvSpPr>
          <p:spPr>
            <a:xfrm>
              <a:off x="5126005" y="3503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3" name="pt9643"/>
            <p:cNvSpPr/>
            <p:nvPr/>
          </p:nvSpPr>
          <p:spPr>
            <a:xfrm>
              <a:off x="5167411" y="3568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4" name="pt9644"/>
            <p:cNvSpPr/>
            <p:nvPr/>
          </p:nvSpPr>
          <p:spPr>
            <a:xfrm>
              <a:off x="5156931" y="3525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5" name="pt9645"/>
            <p:cNvSpPr/>
            <p:nvPr/>
          </p:nvSpPr>
          <p:spPr>
            <a:xfrm>
              <a:off x="5159657" y="35766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6" name="pt9646"/>
            <p:cNvSpPr/>
            <p:nvPr/>
          </p:nvSpPr>
          <p:spPr>
            <a:xfrm>
              <a:off x="5141993" y="3543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7" name="pt9647"/>
            <p:cNvSpPr/>
            <p:nvPr/>
          </p:nvSpPr>
          <p:spPr>
            <a:xfrm>
              <a:off x="5192140" y="35750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8" name="pt9648"/>
            <p:cNvSpPr/>
            <p:nvPr/>
          </p:nvSpPr>
          <p:spPr>
            <a:xfrm>
              <a:off x="5136431" y="35485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49" name="pt9649"/>
            <p:cNvSpPr/>
            <p:nvPr/>
          </p:nvSpPr>
          <p:spPr>
            <a:xfrm>
              <a:off x="5096343" y="3596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0" name="pt9650"/>
            <p:cNvSpPr/>
            <p:nvPr/>
          </p:nvSpPr>
          <p:spPr>
            <a:xfrm>
              <a:off x="5217973" y="3574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1" name="pt9651"/>
            <p:cNvSpPr/>
            <p:nvPr/>
          </p:nvSpPr>
          <p:spPr>
            <a:xfrm>
              <a:off x="5076334" y="35000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2" name="pt9652"/>
            <p:cNvSpPr/>
            <p:nvPr/>
          </p:nvSpPr>
          <p:spPr>
            <a:xfrm>
              <a:off x="5130367" y="3571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3" name="pt9653"/>
            <p:cNvSpPr/>
            <p:nvPr/>
          </p:nvSpPr>
          <p:spPr>
            <a:xfrm>
              <a:off x="5100727" y="35949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4" name="pt9654"/>
            <p:cNvSpPr/>
            <p:nvPr/>
          </p:nvSpPr>
          <p:spPr>
            <a:xfrm>
              <a:off x="5101522" y="35810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5" name="pt9655"/>
            <p:cNvSpPr/>
            <p:nvPr/>
          </p:nvSpPr>
          <p:spPr>
            <a:xfrm>
              <a:off x="5114113" y="36004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6" name="pt9656"/>
            <p:cNvSpPr/>
            <p:nvPr/>
          </p:nvSpPr>
          <p:spPr>
            <a:xfrm>
              <a:off x="5169111" y="36105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7" name="pt9657"/>
            <p:cNvSpPr/>
            <p:nvPr/>
          </p:nvSpPr>
          <p:spPr>
            <a:xfrm>
              <a:off x="5208421" y="3566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8" name="pt9658"/>
            <p:cNvSpPr/>
            <p:nvPr/>
          </p:nvSpPr>
          <p:spPr>
            <a:xfrm>
              <a:off x="5152044" y="35687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59" name="pt9659"/>
            <p:cNvSpPr/>
            <p:nvPr/>
          </p:nvSpPr>
          <p:spPr>
            <a:xfrm>
              <a:off x="5183029" y="3484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0" name="pt9660"/>
            <p:cNvSpPr/>
            <p:nvPr/>
          </p:nvSpPr>
          <p:spPr>
            <a:xfrm>
              <a:off x="5101449" y="3628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1" name="pt9661"/>
            <p:cNvSpPr/>
            <p:nvPr/>
          </p:nvSpPr>
          <p:spPr>
            <a:xfrm>
              <a:off x="5121927" y="3577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2" name="pt9662"/>
            <p:cNvSpPr/>
            <p:nvPr/>
          </p:nvSpPr>
          <p:spPr>
            <a:xfrm>
              <a:off x="5152115" y="3542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3" name="pt9663"/>
            <p:cNvSpPr/>
            <p:nvPr/>
          </p:nvSpPr>
          <p:spPr>
            <a:xfrm>
              <a:off x="5122616" y="3625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4" name="pt9664"/>
            <p:cNvSpPr/>
            <p:nvPr/>
          </p:nvSpPr>
          <p:spPr>
            <a:xfrm>
              <a:off x="5156324" y="3532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5" name="pt9665"/>
            <p:cNvSpPr/>
            <p:nvPr/>
          </p:nvSpPr>
          <p:spPr>
            <a:xfrm>
              <a:off x="5198273" y="35681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6" name="pt9666"/>
            <p:cNvSpPr/>
            <p:nvPr/>
          </p:nvSpPr>
          <p:spPr>
            <a:xfrm>
              <a:off x="4834022" y="35548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7" name="pt9667"/>
            <p:cNvSpPr/>
            <p:nvPr/>
          </p:nvSpPr>
          <p:spPr>
            <a:xfrm>
              <a:off x="5091162" y="3541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8" name="pt9668"/>
            <p:cNvSpPr/>
            <p:nvPr/>
          </p:nvSpPr>
          <p:spPr>
            <a:xfrm>
              <a:off x="5184249" y="3537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69" name="pt9669"/>
            <p:cNvSpPr/>
            <p:nvPr/>
          </p:nvSpPr>
          <p:spPr>
            <a:xfrm>
              <a:off x="5183734" y="3466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0" name="pt9670"/>
            <p:cNvSpPr/>
            <p:nvPr/>
          </p:nvSpPr>
          <p:spPr>
            <a:xfrm>
              <a:off x="5096525" y="35436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1" name="pt9671"/>
            <p:cNvSpPr/>
            <p:nvPr/>
          </p:nvSpPr>
          <p:spPr>
            <a:xfrm>
              <a:off x="5071891" y="35577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2" name="pt9672"/>
            <p:cNvSpPr/>
            <p:nvPr/>
          </p:nvSpPr>
          <p:spPr>
            <a:xfrm>
              <a:off x="5146473" y="34443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3" name="pt9673"/>
            <p:cNvSpPr/>
            <p:nvPr/>
          </p:nvSpPr>
          <p:spPr>
            <a:xfrm>
              <a:off x="5198559" y="35042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4" name="pt9674"/>
            <p:cNvSpPr/>
            <p:nvPr/>
          </p:nvSpPr>
          <p:spPr>
            <a:xfrm>
              <a:off x="5158078" y="35379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5" name="pt9675"/>
            <p:cNvSpPr/>
            <p:nvPr/>
          </p:nvSpPr>
          <p:spPr>
            <a:xfrm>
              <a:off x="5116627" y="35825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6" name="pt9676"/>
            <p:cNvSpPr/>
            <p:nvPr/>
          </p:nvSpPr>
          <p:spPr>
            <a:xfrm>
              <a:off x="5150063" y="3560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7" name="pt9677"/>
            <p:cNvSpPr/>
            <p:nvPr/>
          </p:nvSpPr>
          <p:spPr>
            <a:xfrm>
              <a:off x="5205715" y="35404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8" name="pt9678"/>
            <p:cNvSpPr/>
            <p:nvPr/>
          </p:nvSpPr>
          <p:spPr>
            <a:xfrm>
              <a:off x="5185599" y="35586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79" name="pt9679"/>
            <p:cNvSpPr/>
            <p:nvPr/>
          </p:nvSpPr>
          <p:spPr>
            <a:xfrm>
              <a:off x="5207397" y="31197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0" name="pt9680"/>
            <p:cNvSpPr/>
            <p:nvPr/>
          </p:nvSpPr>
          <p:spPr>
            <a:xfrm>
              <a:off x="5246032" y="3547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1" name="pt9681"/>
            <p:cNvSpPr/>
            <p:nvPr/>
          </p:nvSpPr>
          <p:spPr>
            <a:xfrm>
              <a:off x="5173483" y="35255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2" name="pt9682"/>
            <p:cNvSpPr/>
            <p:nvPr/>
          </p:nvSpPr>
          <p:spPr>
            <a:xfrm>
              <a:off x="5200089" y="35187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3" name="pt9683"/>
            <p:cNvSpPr/>
            <p:nvPr/>
          </p:nvSpPr>
          <p:spPr>
            <a:xfrm>
              <a:off x="5091404" y="35895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4" name="pt9684"/>
            <p:cNvSpPr/>
            <p:nvPr/>
          </p:nvSpPr>
          <p:spPr>
            <a:xfrm>
              <a:off x="5148104" y="3622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5" name="pt9685"/>
            <p:cNvSpPr/>
            <p:nvPr/>
          </p:nvSpPr>
          <p:spPr>
            <a:xfrm>
              <a:off x="5180211" y="35438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6" name="pt9686"/>
            <p:cNvSpPr/>
            <p:nvPr/>
          </p:nvSpPr>
          <p:spPr>
            <a:xfrm>
              <a:off x="5129761" y="35835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7" name="pt9687"/>
            <p:cNvSpPr/>
            <p:nvPr/>
          </p:nvSpPr>
          <p:spPr>
            <a:xfrm>
              <a:off x="5167498" y="33015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8" name="pt9688"/>
            <p:cNvSpPr/>
            <p:nvPr/>
          </p:nvSpPr>
          <p:spPr>
            <a:xfrm>
              <a:off x="5123863" y="3530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89" name="pt9689"/>
            <p:cNvSpPr/>
            <p:nvPr/>
          </p:nvSpPr>
          <p:spPr>
            <a:xfrm>
              <a:off x="5121579" y="35916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0" name="pt9690"/>
            <p:cNvSpPr/>
            <p:nvPr/>
          </p:nvSpPr>
          <p:spPr>
            <a:xfrm>
              <a:off x="5134029" y="35354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1" name="pt9691"/>
            <p:cNvSpPr/>
            <p:nvPr/>
          </p:nvSpPr>
          <p:spPr>
            <a:xfrm>
              <a:off x="5167538" y="35476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2" name="pt9692"/>
            <p:cNvSpPr/>
            <p:nvPr/>
          </p:nvSpPr>
          <p:spPr>
            <a:xfrm>
              <a:off x="5166773" y="3586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3" name="pt9693"/>
            <p:cNvSpPr/>
            <p:nvPr/>
          </p:nvSpPr>
          <p:spPr>
            <a:xfrm>
              <a:off x="5187471" y="35992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4" name="pt9694"/>
            <p:cNvSpPr/>
            <p:nvPr/>
          </p:nvSpPr>
          <p:spPr>
            <a:xfrm>
              <a:off x="5162327" y="36138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5" name="pt9695"/>
            <p:cNvSpPr/>
            <p:nvPr/>
          </p:nvSpPr>
          <p:spPr>
            <a:xfrm>
              <a:off x="5179203" y="35573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6" name="pt9696"/>
            <p:cNvSpPr/>
            <p:nvPr/>
          </p:nvSpPr>
          <p:spPr>
            <a:xfrm>
              <a:off x="5168660" y="35854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7" name="pt9697"/>
            <p:cNvSpPr/>
            <p:nvPr/>
          </p:nvSpPr>
          <p:spPr>
            <a:xfrm>
              <a:off x="5168278" y="3455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8" name="pt9698"/>
            <p:cNvSpPr/>
            <p:nvPr/>
          </p:nvSpPr>
          <p:spPr>
            <a:xfrm>
              <a:off x="5172287" y="3573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699" name="pt9699"/>
            <p:cNvSpPr/>
            <p:nvPr/>
          </p:nvSpPr>
          <p:spPr>
            <a:xfrm>
              <a:off x="5167505" y="3540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0" name="pt9700"/>
            <p:cNvSpPr/>
            <p:nvPr/>
          </p:nvSpPr>
          <p:spPr>
            <a:xfrm>
              <a:off x="5211286" y="3547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1" name="pt9701"/>
            <p:cNvSpPr/>
            <p:nvPr/>
          </p:nvSpPr>
          <p:spPr>
            <a:xfrm>
              <a:off x="5051849" y="3521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2" name="pt9702"/>
            <p:cNvSpPr/>
            <p:nvPr/>
          </p:nvSpPr>
          <p:spPr>
            <a:xfrm>
              <a:off x="5217338" y="3430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3" name="pt9703"/>
            <p:cNvSpPr/>
            <p:nvPr/>
          </p:nvSpPr>
          <p:spPr>
            <a:xfrm>
              <a:off x="5217534" y="35707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4" name="pt9704"/>
            <p:cNvSpPr/>
            <p:nvPr/>
          </p:nvSpPr>
          <p:spPr>
            <a:xfrm>
              <a:off x="5188262" y="3565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5" name="pt9705"/>
            <p:cNvSpPr/>
            <p:nvPr/>
          </p:nvSpPr>
          <p:spPr>
            <a:xfrm>
              <a:off x="5050517" y="35905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6" name="pt9706"/>
            <p:cNvSpPr/>
            <p:nvPr/>
          </p:nvSpPr>
          <p:spPr>
            <a:xfrm>
              <a:off x="5031385" y="343602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7" name="pt9707"/>
            <p:cNvSpPr/>
            <p:nvPr/>
          </p:nvSpPr>
          <p:spPr>
            <a:xfrm>
              <a:off x="5155937" y="35639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8" name="pt9708"/>
            <p:cNvSpPr/>
            <p:nvPr/>
          </p:nvSpPr>
          <p:spPr>
            <a:xfrm>
              <a:off x="5168704" y="3517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09" name="pt9709"/>
            <p:cNvSpPr/>
            <p:nvPr/>
          </p:nvSpPr>
          <p:spPr>
            <a:xfrm>
              <a:off x="5069896" y="3607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0" name="pt9710"/>
            <p:cNvSpPr/>
            <p:nvPr/>
          </p:nvSpPr>
          <p:spPr>
            <a:xfrm>
              <a:off x="5107705" y="3520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1" name="pt9711"/>
            <p:cNvSpPr/>
            <p:nvPr/>
          </p:nvSpPr>
          <p:spPr>
            <a:xfrm>
              <a:off x="5142512" y="3546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2" name="pt9712"/>
            <p:cNvSpPr/>
            <p:nvPr/>
          </p:nvSpPr>
          <p:spPr>
            <a:xfrm>
              <a:off x="5126993" y="35434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3" name="pt9713"/>
            <p:cNvSpPr/>
            <p:nvPr/>
          </p:nvSpPr>
          <p:spPr>
            <a:xfrm>
              <a:off x="5146890" y="35337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4" name="pt9714"/>
            <p:cNvSpPr/>
            <p:nvPr/>
          </p:nvSpPr>
          <p:spPr>
            <a:xfrm>
              <a:off x="5176188" y="3519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5" name="pt9715"/>
            <p:cNvSpPr/>
            <p:nvPr/>
          </p:nvSpPr>
          <p:spPr>
            <a:xfrm>
              <a:off x="5132445" y="3550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6" name="pt9716"/>
            <p:cNvSpPr/>
            <p:nvPr/>
          </p:nvSpPr>
          <p:spPr>
            <a:xfrm>
              <a:off x="5112255" y="35221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7" name="pt9717"/>
            <p:cNvSpPr/>
            <p:nvPr/>
          </p:nvSpPr>
          <p:spPr>
            <a:xfrm>
              <a:off x="5095784" y="36130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8" name="pt9718"/>
            <p:cNvSpPr/>
            <p:nvPr/>
          </p:nvSpPr>
          <p:spPr>
            <a:xfrm>
              <a:off x="5124546" y="35884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19" name="pt9719"/>
            <p:cNvSpPr/>
            <p:nvPr/>
          </p:nvSpPr>
          <p:spPr>
            <a:xfrm>
              <a:off x="5151680" y="36267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0" name="pt9720"/>
            <p:cNvSpPr/>
            <p:nvPr/>
          </p:nvSpPr>
          <p:spPr>
            <a:xfrm>
              <a:off x="5125763" y="35709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1" name="pt9721"/>
            <p:cNvSpPr/>
            <p:nvPr/>
          </p:nvSpPr>
          <p:spPr>
            <a:xfrm>
              <a:off x="5138014" y="35215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2" name="pt9722"/>
            <p:cNvSpPr/>
            <p:nvPr/>
          </p:nvSpPr>
          <p:spPr>
            <a:xfrm>
              <a:off x="5181288" y="35445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3" name="pt9723"/>
            <p:cNvSpPr/>
            <p:nvPr/>
          </p:nvSpPr>
          <p:spPr>
            <a:xfrm>
              <a:off x="5183474" y="35543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4" name="pt9724"/>
            <p:cNvSpPr/>
            <p:nvPr/>
          </p:nvSpPr>
          <p:spPr>
            <a:xfrm>
              <a:off x="5172695" y="35108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5" name="pt9725"/>
            <p:cNvSpPr/>
            <p:nvPr/>
          </p:nvSpPr>
          <p:spPr>
            <a:xfrm>
              <a:off x="5088073" y="35778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6" name="pt9726"/>
            <p:cNvSpPr/>
            <p:nvPr/>
          </p:nvSpPr>
          <p:spPr>
            <a:xfrm>
              <a:off x="5148522" y="3812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7" name="pt9727"/>
            <p:cNvSpPr/>
            <p:nvPr/>
          </p:nvSpPr>
          <p:spPr>
            <a:xfrm>
              <a:off x="5189653" y="3586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8" name="pt9728"/>
            <p:cNvSpPr/>
            <p:nvPr/>
          </p:nvSpPr>
          <p:spPr>
            <a:xfrm>
              <a:off x="5115346" y="34862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29" name="pt9729"/>
            <p:cNvSpPr/>
            <p:nvPr/>
          </p:nvSpPr>
          <p:spPr>
            <a:xfrm>
              <a:off x="5062929" y="37089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0" name="pt9730"/>
            <p:cNvSpPr/>
            <p:nvPr/>
          </p:nvSpPr>
          <p:spPr>
            <a:xfrm>
              <a:off x="5218577" y="35648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1" name="pt9731"/>
            <p:cNvSpPr/>
            <p:nvPr/>
          </p:nvSpPr>
          <p:spPr>
            <a:xfrm>
              <a:off x="5174895" y="3579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2" name="pt9732"/>
            <p:cNvSpPr/>
            <p:nvPr/>
          </p:nvSpPr>
          <p:spPr>
            <a:xfrm>
              <a:off x="5185370" y="32114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3" name="pt9733"/>
            <p:cNvSpPr/>
            <p:nvPr/>
          </p:nvSpPr>
          <p:spPr>
            <a:xfrm>
              <a:off x="5149156" y="34370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4" name="pt9734"/>
            <p:cNvSpPr/>
            <p:nvPr/>
          </p:nvSpPr>
          <p:spPr>
            <a:xfrm>
              <a:off x="5148395" y="36262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5" name="pt9735"/>
            <p:cNvSpPr/>
            <p:nvPr/>
          </p:nvSpPr>
          <p:spPr>
            <a:xfrm>
              <a:off x="5192448" y="35700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6" name="pt9736"/>
            <p:cNvSpPr/>
            <p:nvPr/>
          </p:nvSpPr>
          <p:spPr>
            <a:xfrm>
              <a:off x="5153053" y="3534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7" name="pt9737"/>
            <p:cNvSpPr/>
            <p:nvPr/>
          </p:nvSpPr>
          <p:spPr>
            <a:xfrm>
              <a:off x="5129266" y="35529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8" name="pt9738"/>
            <p:cNvSpPr/>
            <p:nvPr/>
          </p:nvSpPr>
          <p:spPr>
            <a:xfrm>
              <a:off x="5175078" y="3559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39" name="pt9739"/>
            <p:cNvSpPr/>
            <p:nvPr/>
          </p:nvSpPr>
          <p:spPr>
            <a:xfrm>
              <a:off x="5176429" y="3553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0" name="pt9740"/>
            <p:cNvSpPr/>
            <p:nvPr/>
          </p:nvSpPr>
          <p:spPr>
            <a:xfrm>
              <a:off x="5121490" y="3561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1" name="pt9741"/>
            <p:cNvSpPr/>
            <p:nvPr/>
          </p:nvSpPr>
          <p:spPr>
            <a:xfrm>
              <a:off x="5155771" y="35678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2" name="pt9742"/>
            <p:cNvSpPr/>
            <p:nvPr/>
          </p:nvSpPr>
          <p:spPr>
            <a:xfrm>
              <a:off x="5153756" y="35049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3" name="pt9743"/>
            <p:cNvSpPr/>
            <p:nvPr/>
          </p:nvSpPr>
          <p:spPr>
            <a:xfrm>
              <a:off x="5179676" y="3525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4" name="pt9744"/>
            <p:cNvSpPr/>
            <p:nvPr/>
          </p:nvSpPr>
          <p:spPr>
            <a:xfrm>
              <a:off x="5146459" y="35604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5" name="pt9745"/>
            <p:cNvSpPr/>
            <p:nvPr/>
          </p:nvSpPr>
          <p:spPr>
            <a:xfrm>
              <a:off x="5154994" y="35938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6" name="pt9746"/>
            <p:cNvSpPr/>
            <p:nvPr/>
          </p:nvSpPr>
          <p:spPr>
            <a:xfrm>
              <a:off x="5192677" y="3794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7" name="pt9747"/>
            <p:cNvSpPr/>
            <p:nvPr/>
          </p:nvSpPr>
          <p:spPr>
            <a:xfrm>
              <a:off x="5168835" y="35464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8" name="pt9748"/>
            <p:cNvSpPr/>
            <p:nvPr/>
          </p:nvSpPr>
          <p:spPr>
            <a:xfrm>
              <a:off x="5179291" y="36222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49" name="pt9749"/>
            <p:cNvSpPr/>
            <p:nvPr/>
          </p:nvSpPr>
          <p:spPr>
            <a:xfrm>
              <a:off x="5111140" y="35676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0" name="pt9750"/>
            <p:cNvSpPr/>
            <p:nvPr/>
          </p:nvSpPr>
          <p:spPr>
            <a:xfrm>
              <a:off x="5141880" y="3589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1" name="pt9751"/>
            <p:cNvSpPr/>
            <p:nvPr/>
          </p:nvSpPr>
          <p:spPr>
            <a:xfrm>
              <a:off x="5186965" y="3585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2" name="pt9752"/>
            <p:cNvSpPr/>
            <p:nvPr/>
          </p:nvSpPr>
          <p:spPr>
            <a:xfrm>
              <a:off x="5171939" y="35637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3" name="pt9753"/>
            <p:cNvSpPr/>
            <p:nvPr/>
          </p:nvSpPr>
          <p:spPr>
            <a:xfrm>
              <a:off x="5223940" y="3574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4" name="pt9754"/>
            <p:cNvSpPr/>
            <p:nvPr/>
          </p:nvSpPr>
          <p:spPr>
            <a:xfrm>
              <a:off x="5086389" y="36160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5" name="pt9755"/>
            <p:cNvSpPr/>
            <p:nvPr/>
          </p:nvSpPr>
          <p:spPr>
            <a:xfrm>
              <a:off x="5170526" y="35746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6" name="pt9756"/>
            <p:cNvSpPr/>
            <p:nvPr/>
          </p:nvSpPr>
          <p:spPr>
            <a:xfrm>
              <a:off x="5098805" y="3528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7" name="pt9757"/>
            <p:cNvSpPr/>
            <p:nvPr/>
          </p:nvSpPr>
          <p:spPr>
            <a:xfrm>
              <a:off x="5092730" y="35870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8" name="pt9758"/>
            <p:cNvSpPr/>
            <p:nvPr/>
          </p:nvSpPr>
          <p:spPr>
            <a:xfrm>
              <a:off x="5156246" y="32099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59" name="pt9759"/>
            <p:cNvSpPr/>
            <p:nvPr/>
          </p:nvSpPr>
          <p:spPr>
            <a:xfrm>
              <a:off x="5108713" y="35840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0" name="pt9760"/>
            <p:cNvSpPr/>
            <p:nvPr/>
          </p:nvSpPr>
          <p:spPr>
            <a:xfrm>
              <a:off x="5136317" y="36647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1" name="pt9761"/>
            <p:cNvSpPr/>
            <p:nvPr/>
          </p:nvSpPr>
          <p:spPr>
            <a:xfrm>
              <a:off x="5155760" y="3571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2" name="pt9762"/>
            <p:cNvSpPr/>
            <p:nvPr/>
          </p:nvSpPr>
          <p:spPr>
            <a:xfrm>
              <a:off x="5117196" y="35585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3" name="pt9763"/>
            <p:cNvSpPr/>
            <p:nvPr/>
          </p:nvSpPr>
          <p:spPr>
            <a:xfrm>
              <a:off x="5226558" y="32892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4" name="pt9764"/>
            <p:cNvSpPr/>
            <p:nvPr/>
          </p:nvSpPr>
          <p:spPr>
            <a:xfrm>
              <a:off x="5189729" y="35544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5" name="pt9765"/>
            <p:cNvSpPr/>
            <p:nvPr/>
          </p:nvSpPr>
          <p:spPr>
            <a:xfrm>
              <a:off x="5145666" y="35696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6" name="pt9766"/>
            <p:cNvSpPr/>
            <p:nvPr/>
          </p:nvSpPr>
          <p:spPr>
            <a:xfrm>
              <a:off x="5149651" y="35326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7" name="pt9767"/>
            <p:cNvSpPr/>
            <p:nvPr/>
          </p:nvSpPr>
          <p:spPr>
            <a:xfrm>
              <a:off x="5091448" y="3565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8" name="pt9768"/>
            <p:cNvSpPr/>
            <p:nvPr/>
          </p:nvSpPr>
          <p:spPr>
            <a:xfrm>
              <a:off x="5082760" y="35048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69" name="pt9769"/>
            <p:cNvSpPr/>
            <p:nvPr/>
          </p:nvSpPr>
          <p:spPr>
            <a:xfrm>
              <a:off x="5124843" y="35704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0" name="pt9770"/>
            <p:cNvSpPr/>
            <p:nvPr/>
          </p:nvSpPr>
          <p:spPr>
            <a:xfrm>
              <a:off x="5207381" y="3567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1" name="pt9771"/>
            <p:cNvSpPr/>
            <p:nvPr/>
          </p:nvSpPr>
          <p:spPr>
            <a:xfrm>
              <a:off x="5142701" y="3591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2" name="pt9772"/>
            <p:cNvSpPr/>
            <p:nvPr/>
          </p:nvSpPr>
          <p:spPr>
            <a:xfrm>
              <a:off x="5125947" y="3581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3" name="pt9773"/>
            <p:cNvSpPr/>
            <p:nvPr/>
          </p:nvSpPr>
          <p:spPr>
            <a:xfrm>
              <a:off x="5173361" y="3561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4" name="pt9774"/>
            <p:cNvSpPr/>
            <p:nvPr/>
          </p:nvSpPr>
          <p:spPr>
            <a:xfrm>
              <a:off x="5157814" y="35063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5" name="pt9775"/>
            <p:cNvSpPr/>
            <p:nvPr/>
          </p:nvSpPr>
          <p:spPr>
            <a:xfrm>
              <a:off x="5144758" y="3615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6" name="pt9776"/>
            <p:cNvSpPr/>
            <p:nvPr/>
          </p:nvSpPr>
          <p:spPr>
            <a:xfrm>
              <a:off x="5137768" y="35963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7" name="pt9777"/>
            <p:cNvSpPr/>
            <p:nvPr/>
          </p:nvSpPr>
          <p:spPr>
            <a:xfrm>
              <a:off x="5230539" y="3541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8" name="pt9778"/>
            <p:cNvSpPr/>
            <p:nvPr/>
          </p:nvSpPr>
          <p:spPr>
            <a:xfrm>
              <a:off x="5197330" y="3570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79" name="pt9779"/>
            <p:cNvSpPr/>
            <p:nvPr/>
          </p:nvSpPr>
          <p:spPr>
            <a:xfrm>
              <a:off x="5164543" y="34656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0" name="pt9780"/>
            <p:cNvSpPr/>
            <p:nvPr/>
          </p:nvSpPr>
          <p:spPr>
            <a:xfrm>
              <a:off x="5116167" y="3603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1" name="pt9781"/>
            <p:cNvSpPr/>
            <p:nvPr/>
          </p:nvSpPr>
          <p:spPr>
            <a:xfrm>
              <a:off x="5137212" y="3549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2" name="pt9782"/>
            <p:cNvSpPr/>
            <p:nvPr/>
          </p:nvSpPr>
          <p:spPr>
            <a:xfrm>
              <a:off x="5167615" y="35397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3" name="pt9783"/>
            <p:cNvSpPr/>
            <p:nvPr/>
          </p:nvSpPr>
          <p:spPr>
            <a:xfrm>
              <a:off x="5204723" y="3482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4" name="pt9784"/>
            <p:cNvSpPr/>
            <p:nvPr/>
          </p:nvSpPr>
          <p:spPr>
            <a:xfrm>
              <a:off x="5137186" y="3577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5" name="pt9785"/>
            <p:cNvSpPr/>
            <p:nvPr/>
          </p:nvSpPr>
          <p:spPr>
            <a:xfrm>
              <a:off x="5138814" y="3575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6" name="pt9786"/>
            <p:cNvSpPr/>
            <p:nvPr/>
          </p:nvSpPr>
          <p:spPr>
            <a:xfrm>
              <a:off x="5129120" y="36046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7" name="pt9787"/>
            <p:cNvSpPr/>
            <p:nvPr/>
          </p:nvSpPr>
          <p:spPr>
            <a:xfrm>
              <a:off x="5175362" y="43470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8" name="pt9788"/>
            <p:cNvSpPr/>
            <p:nvPr/>
          </p:nvSpPr>
          <p:spPr>
            <a:xfrm>
              <a:off x="5179889" y="34856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89" name="pt9789"/>
            <p:cNvSpPr/>
            <p:nvPr/>
          </p:nvSpPr>
          <p:spPr>
            <a:xfrm>
              <a:off x="5208294" y="3532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0" name="pt9790"/>
            <p:cNvSpPr/>
            <p:nvPr/>
          </p:nvSpPr>
          <p:spPr>
            <a:xfrm>
              <a:off x="5159162" y="3568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1" name="pt9791"/>
            <p:cNvSpPr/>
            <p:nvPr/>
          </p:nvSpPr>
          <p:spPr>
            <a:xfrm>
              <a:off x="5132877" y="36190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2" name="pt9792"/>
            <p:cNvSpPr/>
            <p:nvPr/>
          </p:nvSpPr>
          <p:spPr>
            <a:xfrm>
              <a:off x="5109683" y="3559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3" name="pt9793"/>
            <p:cNvSpPr/>
            <p:nvPr/>
          </p:nvSpPr>
          <p:spPr>
            <a:xfrm>
              <a:off x="5089315" y="3555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4" name="pt9794"/>
            <p:cNvSpPr/>
            <p:nvPr/>
          </p:nvSpPr>
          <p:spPr>
            <a:xfrm>
              <a:off x="5123416" y="34928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5" name="pt9795"/>
            <p:cNvSpPr/>
            <p:nvPr/>
          </p:nvSpPr>
          <p:spPr>
            <a:xfrm>
              <a:off x="5113262" y="35790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6" name="pt9796"/>
            <p:cNvSpPr/>
            <p:nvPr/>
          </p:nvSpPr>
          <p:spPr>
            <a:xfrm>
              <a:off x="5093855" y="3462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7" name="pt9797"/>
            <p:cNvSpPr/>
            <p:nvPr/>
          </p:nvSpPr>
          <p:spPr>
            <a:xfrm>
              <a:off x="5151594" y="3613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8" name="pt9798"/>
            <p:cNvSpPr/>
            <p:nvPr/>
          </p:nvSpPr>
          <p:spPr>
            <a:xfrm>
              <a:off x="5176123" y="35400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799" name="pt9799"/>
            <p:cNvSpPr/>
            <p:nvPr/>
          </p:nvSpPr>
          <p:spPr>
            <a:xfrm>
              <a:off x="5078285" y="35053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0" name="pt9800"/>
            <p:cNvSpPr/>
            <p:nvPr/>
          </p:nvSpPr>
          <p:spPr>
            <a:xfrm>
              <a:off x="5065597" y="34923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1" name="pt9801"/>
            <p:cNvSpPr/>
            <p:nvPr/>
          </p:nvSpPr>
          <p:spPr>
            <a:xfrm>
              <a:off x="5168363" y="35789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2" name="pt9802"/>
            <p:cNvSpPr/>
            <p:nvPr/>
          </p:nvSpPr>
          <p:spPr>
            <a:xfrm>
              <a:off x="5153111" y="37800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3" name="pt9803"/>
            <p:cNvSpPr/>
            <p:nvPr/>
          </p:nvSpPr>
          <p:spPr>
            <a:xfrm>
              <a:off x="5167460" y="34896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4" name="pt9804"/>
            <p:cNvSpPr/>
            <p:nvPr/>
          </p:nvSpPr>
          <p:spPr>
            <a:xfrm>
              <a:off x="5150254" y="35647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5" name="pt9805"/>
            <p:cNvSpPr/>
            <p:nvPr/>
          </p:nvSpPr>
          <p:spPr>
            <a:xfrm>
              <a:off x="5056886" y="3603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6" name="pt9806"/>
            <p:cNvSpPr/>
            <p:nvPr/>
          </p:nvSpPr>
          <p:spPr>
            <a:xfrm>
              <a:off x="5143402" y="3521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7" name="pt9807"/>
            <p:cNvSpPr/>
            <p:nvPr/>
          </p:nvSpPr>
          <p:spPr>
            <a:xfrm>
              <a:off x="5076030" y="35698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8" name="pt9808"/>
            <p:cNvSpPr/>
            <p:nvPr/>
          </p:nvSpPr>
          <p:spPr>
            <a:xfrm>
              <a:off x="5125846" y="35500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09" name="pt9809"/>
            <p:cNvSpPr/>
            <p:nvPr/>
          </p:nvSpPr>
          <p:spPr>
            <a:xfrm>
              <a:off x="5128526" y="36082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0" name="pt9810"/>
            <p:cNvSpPr/>
            <p:nvPr/>
          </p:nvSpPr>
          <p:spPr>
            <a:xfrm>
              <a:off x="5167697" y="35248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1" name="pt9811"/>
            <p:cNvSpPr/>
            <p:nvPr/>
          </p:nvSpPr>
          <p:spPr>
            <a:xfrm>
              <a:off x="5104629" y="35562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2" name="pt9812"/>
            <p:cNvSpPr/>
            <p:nvPr/>
          </p:nvSpPr>
          <p:spPr>
            <a:xfrm>
              <a:off x="5191895" y="3547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3" name="pt9813"/>
            <p:cNvSpPr/>
            <p:nvPr/>
          </p:nvSpPr>
          <p:spPr>
            <a:xfrm>
              <a:off x="5145303" y="35606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4" name="pt9814"/>
            <p:cNvSpPr/>
            <p:nvPr/>
          </p:nvSpPr>
          <p:spPr>
            <a:xfrm>
              <a:off x="5137511" y="35714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5" name="pt9815"/>
            <p:cNvSpPr/>
            <p:nvPr/>
          </p:nvSpPr>
          <p:spPr>
            <a:xfrm>
              <a:off x="5182128" y="3566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6" name="pt9816"/>
            <p:cNvSpPr/>
            <p:nvPr/>
          </p:nvSpPr>
          <p:spPr>
            <a:xfrm>
              <a:off x="5201381" y="35340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7" name="pt9817"/>
            <p:cNvSpPr/>
            <p:nvPr/>
          </p:nvSpPr>
          <p:spPr>
            <a:xfrm>
              <a:off x="5187011" y="36272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8" name="pt9818"/>
            <p:cNvSpPr/>
            <p:nvPr/>
          </p:nvSpPr>
          <p:spPr>
            <a:xfrm>
              <a:off x="5110604" y="35633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19" name="pt9819"/>
            <p:cNvSpPr/>
            <p:nvPr/>
          </p:nvSpPr>
          <p:spPr>
            <a:xfrm>
              <a:off x="5145361" y="36048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0" name="pt9820"/>
            <p:cNvSpPr/>
            <p:nvPr/>
          </p:nvSpPr>
          <p:spPr>
            <a:xfrm>
              <a:off x="5170097" y="35259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1" name="pt9821"/>
            <p:cNvSpPr/>
            <p:nvPr/>
          </p:nvSpPr>
          <p:spPr>
            <a:xfrm>
              <a:off x="5137545" y="36171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2" name="pt9822"/>
            <p:cNvSpPr/>
            <p:nvPr/>
          </p:nvSpPr>
          <p:spPr>
            <a:xfrm>
              <a:off x="5158499" y="3428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3" name="pt9823"/>
            <p:cNvSpPr/>
            <p:nvPr/>
          </p:nvSpPr>
          <p:spPr>
            <a:xfrm>
              <a:off x="5072344" y="36241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4" name="pt9824"/>
            <p:cNvSpPr/>
            <p:nvPr/>
          </p:nvSpPr>
          <p:spPr>
            <a:xfrm>
              <a:off x="5293939" y="3510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5" name="pt9825"/>
            <p:cNvSpPr/>
            <p:nvPr/>
          </p:nvSpPr>
          <p:spPr>
            <a:xfrm>
              <a:off x="5159772" y="35569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6" name="pt9826"/>
            <p:cNvSpPr/>
            <p:nvPr/>
          </p:nvSpPr>
          <p:spPr>
            <a:xfrm>
              <a:off x="5186795" y="3537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7" name="pt9827"/>
            <p:cNvSpPr/>
            <p:nvPr/>
          </p:nvSpPr>
          <p:spPr>
            <a:xfrm>
              <a:off x="5173731" y="35382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8" name="pt9828"/>
            <p:cNvSpPr/>
            <p:nvPr/>
          </p:nvSpPr>
          <p:spPr>
            <a:xfrm>
              <a:off x="5141275" y="35852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29" name="pt9829"/>
            <p:cNvSpPr/>
            <p:nvPr/>
          </p:nvSpPr>
          <p:spPr>
            <a:xfrm>
              <a:off x="5169179" y="36119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0" name="pt9830"/>
            <p:cNvSpPr/>
            <p:nvPr/>
          </p:nvSpPr>
          <p:spPr>
            <a:xfrm>
              <a:off x="5169020" y="35455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1" name="pt9831"/>
            <p:cNvSpPr/>
            <p:nvPr/>
          </p:nvSpPr>
          <p:spPr>
            <a:xfrm>
              <a:off x="5112542" y="34494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2" name="pt9832"/>
            <p:cNvSpPr/>
            <p:nvPr/>
          </p:nvSpPr>
          <p:spPr>
            <a:xfrm>
              <a:off x="5105471" y="35633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3" name="pt9833"/>
            <p:cNvSpPr/>
            <p:nvPr/>
          </p:nvSpPr>
          <p:spPr>
            <a:xfrm>
              <a:off x="5080689" y="35874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4" name="pt9834"/>
            <p:cNvSpPr/>
            <p:nvPr/>
          </p:nvSpPr>
          <p:spPr>
            <a:xfrm>
              <a:off x="5136195" y="35470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5" name="pt9835"/>
            <p:cNvSpPr/>
            <p:nvPr/>
          </p:nvSpPr>
          <p:spPr>
            <a:xfrm>
              <a:off x="5134273" y="3521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6" name="pt9836"/>
            <p:cNvSpPr/>
            <p:nvPr/>
          </p:nvSpPr>
          <p:spPr>
            <a:xfrm>
              <a:off x="5089104" y="36097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7" name="pt9837"/>
            <p:cNvSpPr/>
            <p:nvPr/>
          </p:nvSpPr>
          <p:spPr>
            <a:xfrm>
              <a:off x="5166357" y="3460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8" name="pt9838"/>
            <p:cNvSpPr/>
            <p:nvPr/>
          </p:nvSpPr>
          <p:spPr>
            <a:xfrm>
              <a:off x="5168985" y="35301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39" name="pt9839"/>
            <p:cNvSpPr/>
            <p:nvPr/>
          </p:nvSpPr>
          <p:spPr>
            <a:xfrm>
              <a:off x="5117176" y="3472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0" name="pt9840"/>
            <p:cNvSpPr/>
            <p:nvPr/>
          </p:nvSpPr>
          <p:spPr>
            <a:xfrm>
              <a:off x="5164972" y="35714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1" name="pt9841"/>
            <p:cNvSpPr/>
            <p:nvPr/>
          </p:nvSpPr>
          <p:spPr>
            <a:xfrm>
              <a:off x="5200960" y="3584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2" name="pt9842"/>
            <p:cNvSpPr/>
            <p:nvPr/>
          </p:nvSpPr>
          <p:spPr>
            <a:xfrm>
              <a:off x="5169487" y="3546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3" name="pt9843"/>
            <p:cNvSpPr/>
            <p:nvPr/>
          </p:nvSpPr>
          <p:spPr>
            <a:xfrm>
              <a:off x="5164742" y="33773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4" name="pt9844"/>
            <p:cNvSpPr/>
            <p:nvPr/>
          </p:nvSpPr>
          <p:spPr>
            <a:xfrm>
              <a:off x="5106834" y="35700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5" name="pt9845"/>
            <p:cNvSpPr/>
            <p:nvPr/>
          </p:nvSpPr>
          <p:spPr>
            <a:xfrm>
              <a:off x="5118252" y="35470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6" name="pt9846"/>
            <p:cNvSpPr/>
            <p:nvPr/>
          </p:nvSpPr>
          <p:spPr>
            <a:xfrm>
              <a:off x="5168610" y="3562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7" name="pt9847"/>
            <p:cNvSpPr/>
            <p:nvPr/>
          </p:nvSpPr>
          <p:spPr>
            <a:xfrm>
              <a:off x="5102651" y="36119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8" name="pt9848"/>
            <p:cNvSpPr/>
            <p:nvPr/>
          </p:nvSpPr>
          <p:spPr>
            <a:xfrm>
              <a:off x="5159107" y="3566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49" name="pt9849"/>
            <p:cNvSpPr/>
            <p:nvPr/>
          </p:nvSpPr>
          <p:spPr>
            <a:xfrm>
              <a:off x="5168434" y="3568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0" name="pt9850"/>
            <p:cNvSpPr/>
            <p:nvPr/>
          </p:nvSpPr>
          <p:spPr>
            <a:xfrm>
              <a:off x="5174396" y="35217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1" name="pt9851"/>
            <p:cNvSpPr/>
            <p:nvPr/>
          </p:nvSpPr>
          <p:spPr>
            <a:xfrm>
              <a:off x="5115066" y="35650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2" name="pt9852"/>
            <p:cNvSpPr/>
            <p:nvPr/>
          </p:nvSpPr>
          <p:spPr>
            <a:xfrm>
              <a:off x="5084706" y="3541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3" name="pt9853"/>
            <p:cNvSpPr/>
            <p:nvPr/>
          </p:nvSpPr>
          <p:spPr>
            <a:xfrm>
              <a:off x="5159110" y="3527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4" name="pt9854"/>
            <p:cNvSpPr/>
            <p:nvPr/>
          </p:nvSpPr>
          <p:spPr>
            <a:xfrm>
              <a:off x="5149845" y="3563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5" name="pt9855"/>
            <p:cNvSpPr/>
            <p:nvPr/>
          </p:nvSpPr>
          <p:spPr>
            <a:xfrm>
              <a:off x="5074344" y="3361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6" name="pt9856"/>
            <p:cNvSpPr/>
            <p:nvPr/>
          </p:nvSpPr>
          <p:spPr>
            <a:xfrm>
              <a:off x="5141110" y="3573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7" name="pt9857"/>
            <p:cNvSpPr/>
            <p:nvPr/>
          </p:nvSpPr>
          <p:spPr>
            <a:xfrm>
              <a:off x="5178651" y="3606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8" name="pt9858"/>
            <p:cNvSpPr/>
            <p:nvPr/>
          </p:nvSpPr>
          <p:spPr>
            <a:xfrm>
              <a:off x="5138690" y="34475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59" name="pt9859"/>
            <p:cNvSpPr/>
            <p:nvPr/>
          </p:nvSpPr>
          <p:spPr>
            <a:xfrm>
              <a:off x="5224792" y="35633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0" name="pt9860"/>
            <p:cNvSpPr/>
            <p:nvPr/>
          </p:nvSpPr>
          <p:spPr>
            <a:xfrm>
              <a:off x="5075498" y="3544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1" name="pt9861"/>
            <p:cNvSpPr/>
            <p:nvPr/>
          </p:nvSpPr>
          <p:spPr>
            <a:xfrm>
              <a:off x="5096869" y="3668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2" name="pt9862"/>
            <p:cNvSpPr/>
            <p:nvPr/>
          </p:nvSpPr>
          <p:spPr>
            <a:xfrm>
              <a:off x="5137036" y="35943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3" name="pt9863"/>
            <p:cNvSpPr/>
            <p:nvPr/>
          </p:nvSpPr>
          <p:spPr>
            <a:xfrm>
              <a:off x="5210503" y="35673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4" name="pt9864"/>
            <p:cNvSpPr/>
            <p:nvPr/>
          </p:nvSpPr>
          <p:spPr>
            <a:xfrm>
              <a:off x="5196601" y="35508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5" name="pt9865"/>
            <p:cNvSpPr/>
            <p:nvPr/>
          </p:nvSpPr>
          <p:spPr>
            <a:xfrm>
              <a:off x="5130089" y="3587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6" name="pt9866"/>
            <p:cNvSpPr/>
            <p:nvPr/>
          </p:nvSpPr>
          <p:spPr>
            <a:xfrm>
              <a:off x="5209107" y="3547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7" name="pt9867"/>
            <p:cNvSpPr/>
            <p:nvPr/>
          </p:nvSpPr>
          <p:spPr>
            <a:xfrm>
              <a:off x="5154383" y="34337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8" name="pt9868"/>
            <p:cNvSpPr/>
            <p:nvPr/>
          </p:nvSpPr>
          <p:spPr>
            <a:xfrm>
              <a:off x="5128987" y="3786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69" name="pt9869"/>
            <p:cNvSpPr/>
            <p:nvPr/>
          </p:nvSpPr>
          <p:spPr>
            <a:xfrm>
              <a:off x="5192408" y="35652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0" name="pt9870"/>
            <p:cNvSpPr/>
            <p:nvPr/>
          </p:nvSpPr>
          <p:spPr>
            <a:xfrm>
              <a:off x="5200970" y="34495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1" name="pt9871"/>
            <p:cNvSpPr/>
            <p:nvPr/>
          </p:nvSpPr>
          <p:spPr>
            <a:xfrm>
              <a:off x="5149583" y="3403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2" name="pt9872"/>
            <p:cNvSpPr/>
            <p:nvPr/>
          </p:nvSpPr>
          <p:spPr>
            <a:xfrm>
              <a:off x="5183549" y="3572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3" name="pt9873"/>
            <p:cNvSpPr/>
            <p:nvPr/>
          </p:nvSpPr>
          <p:spPr>
            <a:xfrm>
              <a:off x="5132137" y="35572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4" name="pt9874"/>
            <p:cNvSpPr/>
            <p:nvPr/>
          </p:nvSpPr>
          <p:spPr>
            <a:xfrm>
              <a:off x="5175142" y="35434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5" name="pt9875"/>
            <p:cNvSpPr/>
            <p:nvPr/>
          </p:nvSpPr>
          <p:spPr>
            <a:xfrm>
              <a:off x="5155479" y="3555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6" name="pt9876"/>
            <p:cNvSpPr/>
            <p:nvPr/>
          </p:nvSpPr>
          <p:spPr>
            <a:xfrm>
              <a:off x="5193372" y="35215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7" name="pt9877"/>
            <p:cNvSpPr/>
            <p:nvPr/>
          </p:nvSpPr>
          <p:spPr>
            <a:xfrm>
              <a:off x="5217937" y="3559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8" name="pt9878"/>
            <p:cNvSpPr/>
            <p:nvPr/>
          </p:nvSpPr>
          <p:spPr>
            <a:xfrm>
              <a:off x="5143109" y="3647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79" name="pt9879"/>
            <p:cNvSpPr/>
            <p:nvPr/>
          </p:nvSpPr>
          <p:spPr>
            <a:xfrm>
              <a:off x="5116870" y="35941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0" name="pt9880"/>
            <p:cNvSpPr/>
            <p:nvPr/>
          </p:nvSpPr>
          <p:spPr>
            <a:xfrm>
              <a:off x="5100658" y="3528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1" name="pt9881"/>
            <p:cNvSpPr/>
            <p:nvPr/>
          </p:nvSpPr>
          <p:spPr>
            <a:xfrm>
              <a:off x="5176302" y="3555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2" name="pt9882"/>
            <p:cNvSpPr/>
            <p:nvPr/>
          </p:nvSpPr>
          <p:spPr>
            <a:xfrm>
              <a:off x="5096009" y="35499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3" name="pt9883"/>
            <p:cNvSpPr/>
            <p:nvPr/>
          </p:nvSpPr>
          <p:spPr>
            <a:xfrm>
              <a:off x="5157353" y="34994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4" name="pt9884"/>
            <p:cNvSpPr/>
            <p:nvPr/>
          </p:nvSpPr>
          <p:spPr>
            <a:xfrm>
              <a:off x="5113885" y="3348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5" name="pt9885"/>
            <p:cNvSpPr/>
            <p:nvPr/>
          </p:nvSpPr>
          <p:spPr>
            <a:xfrm>
              <a:off x="5193209" y="3552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6" name="pt9886"/>
            <p:cNvSpPr/>
            <p:nvPr/>
          </p:nvSpPr>
          <p:spPr>
            <a:xfrm>
              <a:off x="5148328" y="35384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7" name="pt9887"/>
            <p:cNvSpPr/>
            <p:nvPr/>
          </p:nvSpPr>
          <p:spPr>
            <a:xfrm>
              <a:off x="5165941" y="33270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8" name="pt9888"/>
            <p:cNvSpPr/>
            <p:nvPr/>
          </p:nvSpPr>
          <p:spPr>
            <a:xfrm>
              <a:off x="5143223" y="3513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89" name="pt9889"/>
            <p:cNvSpPr/>
            <p:nvPr/>
          </p:nvSpPr>
          <p:spPr>
            <a:xfrm>
              <a:off x="5151734" y="35666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0" name="pt9890"/>
            <p:cNvSpPr/>
            <p:nvPr/>
          </p:nvSpPr>
          <p:spPr>
            <a:xfrm>
              <a:off x="5113083" y="35691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1" name="pt9891"/>
            <p:cNvSpPr/>
            <p:nvPr/>
          </p:nvSpPr>
          <p:spPr>
            <a:xfrm>
              <a:off x="5158405" y="3551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2" name="pt9892"/>
            <p:cNvSpPr/>
            <p:nvPr/>
          </p:nvSpPr>
          <p:spPr>
            <a:xfrm>
              <a:off x="5241437" y="35446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3" name="pt9893"/>
            <p:cNvSpPr/>
            <p:nvPr/>
          </p:nvSpPr>
          <p:spPr>
            <a:xfrm>
              <a:off x="5123146" y="35470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4" name="pt9894"/>
            <p:cNvSpPr/>
            <p:nvPr/>
          </p:nvSpPr>
          <p:spPr>
            <a:xfrm>
              <a:off x="5148840" y="35723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5" name="pt9895"/>
            <p:cNvSpPr/>
            <p:nvPr/>
          </p:nvSpPr>
          <p:spPr>
            <a:xfrm>
              <a:off x="5139320" y="3586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6" name="pt9896"/>
            <p:cNvSpPr/>
            <p:nvPr/>
          </p:nvSpPr>
          <p:spPr>
            <a:xfrm>
              <a:off x="5234186" y="34847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7" name="pt9897"/>
            <p:cNvSpPr/>
            <p:nvPr/>
          </p:nvSpPr>
          <p:spPr>
            <a:xfrm>
              <a:off x="5136257" y="35838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8" name="pt9898"/>
            <p:cNvSpPr/>
            <p:nvPr/>
          </p:nvSpPr>
          <p:spPr>
            <a:xfrm>
              <a:off x="5150652" y="3526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899" name="pt9899"/>
            <p:cNvSpPr/>
            <p:nvPr/>
          </p:nvSpPr>
          <p:spPr>
            <a:xfrm>
              <a:off x="5159873" y="35054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0" name="pt9900"/>
            <p:cNvSpPr/>
            <p:nvPr/>
          </p:nvSpPr>
          <p:spPr>
            <a:xfrm>
              <a:off x="5124676" y="35593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1" name="pt9901"/>
            <p:cNvSpPr/>
            <p:nvPr/>
          </p:nvSpPr>
          <p:spPr>
            <a:xfrm>
              <a:off x="5105418" y="3581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2" name="pt9902"/>
            <p:cNvSpPr/>
            <p:nvPr/>
          </p:nvSpPr>
          <p:spPr>
            <a:xfrm>
              <a:off x="5197071" y="34914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3" name="pt9903"/>
            <p:cNvSpPr/>
            <p:nvPr/>
          </p:nvSpPr>
          <p:spPr>
            <a:xfrm>
              <a:off x="5110466" y="35874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4" name="pt9904"/>
            <p:cNvSpPr/>
            <p:nvPr/>
          </p:nvSpPr>
          <p:spPr>
            <a:xfrm>
              <a:off x="5194089" y="3530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5" name="pt9905"/>
            <p:cNvSpPr/>
            <p:nvPr/>
          </p:nvSpPr>
          <p:spPr>
            <a:xfrm>
              <a:off x="5170080" y="34702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6" name="pt9906"/>
            <p:cNvSpPr/>
            <p:nvPr/>
          </p:nvSpPr>
          <p:spPr>
            <a:xfrm>
              <a:off x="5160495" y="36019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7" name="pt9907"/>
            <p:cNvSpPr/>
            <p:nvPr/>
          </p:nvSpPr>
          <p:spPr>
            <a:xfrm>
              <a:off x="5148856" y="3405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8" name="pt9908"/>
            <p:cNvSpPr/>
            <p:nvPr/>
          </p:nvSpPr>
          <p:spPr>
            <a:xfrm>
              <a:off x="5241879" y="35929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09" name="pt9909"/>
            <p:cNvSpPr/>
            <p:nvPr/>
          </p:nvSpPr>
          <p:spPr>
            <a:xfrm>
              <a:off x="5152071" y="3562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0" name="pt9910"/>
            <p:cNvSpPr/>
            <p:nvPr/>
          </p:nvSpPr>
          <p:spPr>
            <a:xfrm>
              <a:off x="5148778" y="3574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1" name="pt9911"/>
            <p:cNvSpPr/>
            <p:nvPr/>
          </p:nvSpPr>
          <p:spPr>
            <a:xfrm>
              <a:off x="5159429" y="35850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2" name="pt9912"/>
            <p:cNvSpPr/>
            <p:nvPr/>
          </p:nvSpPr>
          <p:spPr>
            <a:xfrm>
              <a:off x="5131328" y="3409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3" name="pt9913"/>
            <p:cNvSpPr/>
            <p:nvPr/>
          </p:nvSpPr>
          <p:spPr>
            <a:xfrm>
              <a:off x="5127646" y="35304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4" name="pt9914"/>
            <p:cNvSpPr/>
            <p:nvPr/>
          </p:nvSpPr>
          <p:spPr>
            <a:xfrm>
              <a:off x="5170820" y="3582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5" name="pt9915"/>
            <p:cNvSpPr/>
            <p:nvPr/>
          </p:nvSpPr>
          <p:spPr>
            <a:xfrm>
              <a:off x="5141076" y="3604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6" name="pt9916"/>
            <p:cNvSpPr/>
            <p:nvPr/>
          </p:nvSpPr>
          <p:spPr>
            <a:xfrm>
              <a:off x="5141034" y="3504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7" name="pt9917"/>
            <p:cNvSpPr/>
            <p:nvPr/>
          </p:nvSpPr>
          <p:spPr>
            <a:xfrm>
              <a:off x="5249160" y="3523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8" name="pt9918"/>
            <p:cNvSpPr/>
            <p:nvPr/>
          </p:nvSpPr>
          <p:spPr>
            <a:xfrm>
              <a:off x="5116575" y="3579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19" name="pt9919"/>
            <p:cNvSpPr/>
            <p:nvPr/>
          </p:nvSpPr>
          <p:spPr>
            <a:xfrm>
              <a:off x="5106549" y="34785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0" name="pt9920"/>
            <p:cNvSpPr/>
            <p:nvPr/>
          </p:nvSpPr>
          <p:spPr>
            <a:xfrm>
              <a:off x="5168122" y="35671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1" name="pt9921"/>
            <p:cNvSpPr/>
            <p:nvPr/>
          </p:nvSpPr>
          <p:spPr>
            <a:xfrm>
              <a:off x="5264336" y="3599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2" name="pt9922"/>
            <p:cNvSpPr/>
            <p:nvPr/>
          </p:nvSpPr>
          <p:spPr>
            <a:xfrm>
              <a:off x="5194532" y="35534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3" name="pt9923"/>
            <p:cNvSpPr/>
            <p:nvPr/>
          </p:nvSpPr>
          <p:spPr>
            <a:xfrm>
              <a:off x="5180387" y="3553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4" name="pt9924"/>
            <p:cNvSpPr/>
            <p:nvPr/>
          </p:nvSpPr>
          <p:spPr>
            <a:xfrm>
              <a:off x="5142833" y="36038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5" name="pt9925"/>
            <p:cNvSpPr/>
            <p:nvPr/>
          </p:nvSpPr>
          <p:spPr>
            <a:xfrm>
              <a:off x="5178843" y="35186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6" name="pt9926"/>
            <p:cNvSpPr/>
            <p:nvPr/>
          </p:nvSpPr>
          <p:spPr>
            <a:xfrm>
              <a:off x="5153593" y="34903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7" name="pt9927"/>
            <p:cNvSpPr/>
            <p:nvPr/>
          </p:nvSpPr>
          <p:spPr>
            <a:xfrm>
              <a:off x="5157221" y="3501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8" name="pt9928"/>
            <p:cNvSpPr/>
            <p:nvPr/>
          </p:nvSpPr>
          <p:spPr>
            <a:xfrm>
              <a:off x="5102720" y="3588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29" name="pt9929"/>
            <p:cNvSpPr/>
            <p:nvPr/>
          </p:nvSpPr>
          <p:spPr>
            <a:xfrm>
              <a:off x="5168684" y="3521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0" name="pt9930"/>
            <p:cNvSpPr/>
            <p:nvPr/>
          </p:nvSpPr>
          <p:spPr>
            <a:xfrm>
              <a:off x="5156970" y="35668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1" name="pt9931"/>
            <p:cNvSpPr/>
            <p:nvPr/>
          </p:nvSpPr>
          <p:spPr>
            <a:xfrm>
              <a:off x="5128234" y="34779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2" name="pt9932"/>
            <p:cNvSpPr/>
            <p:nvPr/>
          </p:nvSpPr>
          <p:spPr>
            <a:xfrm>
              <a:off x="5137401" y="35881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3" name="pt9933"/>
            <p:cNvSpPr/>
            <p:nvPr/>
          </p:nvSpPr>
          <p:spPr>
            <a:xfrm>
              <a:off x="5207927" y="3589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4" name="pt9934"/>
            <p:cNvSpPr/>
            <p:nvPr/>
          </p:nvSpPr>
          <p:spPr>
            <a:xfrm>
              <a:off x="5102484" y="35454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5" name="pt9935"/>
            <p:cNvSpPr/>
            <p:nvPr/>
          </p:nvSpPr>
          <p:spPr>
            <a:xfrm>
              <a:off x="5186269" y="32434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6" name="pt9936"/>
            <p:cNvSpPr/>
            <p:nvPr/>
          </p:nvSpPr>
          <p:spPr>
            <a:xfrm>
              <a:off x="5202050" y="35731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7" name="pt9937"/>
            <p:cNvSpPr/>
            <p:nvPr/>
          </p:nvSpPr>
          <p:spPr>
            <a:xfrm>
              <a:off x="5221954" y="3580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8" name="pt9938"/>
            <p:cNvSpPr/>
            <p:nvPr/>
          </p:nvSpPr>
          <p:spPr>
            <a:xfrm>
              <a:off x="5112742" y="35931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39" name="pt9939"/>
            <p:cNvSpPr/>
            <p:nvPr/>
          </p:nvSpPr>
          <p:spPr>
            <a:xfrm>
              <a:off x="5159959" y="35969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0" name="pt9940"/>
            <p:cNvSpPr/>
            <p:nvPr/>
          </p:nvSpPr>
          <p:spPr>
            <a:xfrm>
              <a:off x="5166309" y="35585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1" name="pt9941"/>
            <p:cNvSpPr/>
            <p:nvPr/>
          </p:nvSpPr>
          <p:spPr>
            <a:xfrm>
              <a:off x="5086803" y="37606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2" name="pt9942"/>
            <p:cNvSpPr/>
            <p:nvPr/>
          </p:nvSpPr>
          <p:spPr>
            <a:xfrm>
              <a:off x="5049955" y="3347281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3" name="pt9943"/>
            <p:cNvSpPr/>
            <p:nvPr/>
          </p:nvSpPr>
          <p:spPr>
            <a:xfrm>
              <a:off x="5090769" y="3542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4" name="pt9944"/>
            <p:cNvSpPr/>
            <p:nvPr/>
          </p:nvSpPr>
          <p:spPr>
            <a:xfrm>
              <a:off x="5200793" y="3461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5" name="pt9945"/>
            <p:cNvSpPr/>
            <p:nvPr/>
          </p:nvSpPr>
          <p:spPr>
            <a:xfrm>
              <a:off x="5123313" y="35723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6" name="pt9946"/>
            <p:cNvSpPr/>
            <p:nvPr/>
          </p:nvSpPr>
          <p:spPr>
            <a:xfrm>
              <a:off x="5218759" y="35519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7" name="pt9947"/>
            <p:cNvSpPr/>
            <p:nvPr/>
          </p:nvSpPr>
          <p:spPr>
            <a:xfrm>
              <a:off x="5188679" y="35505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8" name="pt9948"/>
            <p:cNvSpPr/>
            <p:nvPr/>
          </p:nvSpPr>
          <p:spPr>
            <a:xfrm>
              <a:off x="5164087" y="35330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49" name="pt9949"/>
            <p:cNvSpPr/>
            <p:nvPr/>
          </p:nvSpPr>
          <p:spPr>
            <a:xfrm>
              <a:off x="5176251" y="37673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0" name="pt9950"/>
            <p:cNvSpPr/>
            <p:nvPr/>
          </p:nvSpPr>
          <p:spPr>
            <a:xfrm>
              <a:off x="5140126" y="35514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1" name="pt9951"/>
            <p:cNvSpPr/>
            <p:nvPr/>
          </p:nvSpPr>
          <p:spPr>
            <a:xfrm>
              <a:off x="5165760" y="35423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2" name="pt9952"/>
            <p:cNvSpPr/>
            <p:nvPr/>
          </p:nvSpPr>
          <p:spPr>
            <a:xfrm>
              <a:off x="5125295" y="3562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3" name="pt9953"/>
            <p:cNvSpPr/>
            <p:nvPr/>
          </p:nvSpPr>
          <p:spPr>
            <a:xfrm>
              <a:off x="5161196" y="3539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4" name="pt9954"/>
            <p:cNvSpPr/>
            <p:nvPr/>
          </p:nvSpPr>
          <p:spPr>
            <a:xfrm>
              <a:off x="5105639" y="36060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5" name="pt9955"/>
            <p:cNvSpPr/>
            <p:nvPr/>
          </p:nvSpPr>
          <p:spPr>
            <a:xfrm>
              <a:off x="5221271" y="35501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6" name="pt9956"/>
            <p:cNvSpPr/>
            <p:nvPr/>
          </p:nvSpPr>
          <p:spPr>
            <a:xfrm>
              <a:off x="5178598" y="3361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7" name="pt9957"/>
            <p:cNvSpPr/>
            <p:nvPr/>
          </p:nvSpPr>
          <p:spPr>
            <a:xfrm>
              <a:off x="5190221" y="3478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8" name="pt9958"/>
            <p:cNvSpPr/>
            <p:nvPr/>
          </p:nvSpPr>
          <p:spPr>
            <a:xfrm>
              <a:off x="5156398" y="35350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59" name="pt9959"/>
            <p:cNvSpPr/>
            <p:nvPr/>
          </p:nvSpPr>
          <p:spPr>
            <a:xfrm>
              <a:off x="5210660" y="35433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0" name="pt9960"/>
            <p:cNvSpPr/>
            <p:nvPr/>
          </p:nvSpPr>
          <p:spPr>
            <a:xfrm>
              <a:off x="5093157" y="3585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1" name="pt9961"/>
            <p:cNvSpPr/>
            <p:nvPr/>
          </p:nvSpPr>
          <p:spPr>
            <a:xfrm>
              <a:off x="5132188" y="3566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2" name="pt9962"/>
            <p:cNvSpPr/>
            <p:nvPr/>
          </p:nvSpPr>
          <p:spPr>
            <a:xfrm>
              <a:off x="5219775" y="35672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3" name="pt9963"/>
            <p:cNvSpPr/>
            <p:nvPr/>
          </p:nvSpPr>
          <p:spPr>
            <a:xfrm>
              <a:off x="5169403" y="35597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4" name="pt9964"/>
            <p:cNvSpPr/>
            <p:nvPr/>
          </p:nvSpPr>
          <p:spPr>
            <a:xfrm>
              <a:off x="5151660" y="35484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5" name="pt9965"/>
            <p:cNvSpPr/>
            <p:nvPr/>
          </p:nvSpPr>
          <p:spPr>
            <a:xfrm>
              <a:off x="5136939" y="3539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6" name="pt9966"/>
            <p:cNvSpPr/>
            <p:nvPr/>
          </p:nvSpPr>
          <p:spPr>
            <a:xfrm>
              <a:off x="5097709" y="36053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7" name="pt9967"/>
            <p:cNvSpPr/>
            <p:nvPr/>
          </p:nvSpPr>
          <p:spPr>
            <a:xfrm>
              <a:off x="5101264" y="35755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8" name="pt9968"/>
            <p:cNvSpPr/>
            <p:nvPr/>
          </p:nvSpPr>
          <p:spPr>
            <a:xfrm>
              <a:off x="5174002" y="35737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69" name="pt9969"/>
            <p:cNvSpPr/>
            <p:nvPr/>
          </p:nvSpPr>
          <p:spPr>
            <a:xfrm>
              <a:off x="5151907" y="35853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0" name="pt9970"/>
            <p:cNvSpPr/>
            <p:nvPr/>
          </p:nvSpPr>
          <p:spPr>
            <a:xfrm>
              <a:off x="5159867" y="35854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1" name="pt9971"/>
            <p:cNvSpPr/>
            <p:nvPr/>
          </p:nvSpPr>
          <p:spPr>
            <a:xfrm>
              <a:off x="5168515" y="35646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2" name="pt9972"/>
            <p:cNvSpPr/>
            <p:nvPr/>
          </p:nvSpPr>
          <p:spPr>
            <a:xfrm>
              <a:off x="5166154" y="35458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3" name="pt9973"/>
            <p:cNvSpPr/>
            <p:nvPr/>
          </p:nvSpPr>
          <p:spPr>
            <a:xfrm>
              <a:off x="5094753" y="35641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4" name="pt9974"/>
            <p:cNvSpPr/>
            <p:nvPr/>
          </p:nvSpPr>
          <p:spPr>
            <a:xfrm>
              <a:off x="5137864" y="35494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5" name="pt9975"/>
            <p:cNvSpPr/>
            <p:nvPr/>
          </p:nvSpPr>
          <p:spPr>
            <a:xfrm>
              <a:off x="5096306" y="35411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6" name="pt9976"/>
            <p:cNvSpPr/>
            <p:nvPr/>
          </p:nvSpPr>
          <p:spPr>
            <a:xfrm>
              <a:off x="5145013" y="3257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7" name="pt9977"/>
            <p:cNvSpPr/>
            <p:nvPr/>
          </p:nvSpPr>
          <p:spPr>
            <a:xfrm>
              <a:off x="5173565" y="35969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8" name="pt9978"/>
            <p:cNvSpPr/>
            <p:nvPr/>
          </p:nvSpPr>
          <p:spPr>
            <a:xfrm>
              <a:off x="5193182" y="34495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79" name="pt9979"/>
            <p:cNvSpPr/>
            <p:nvPr/>
          </p:nvSpPr>
          <p:spPr>
            <a:xfrm>
              <a:off x="5178154" y="3560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0" name="pt9980"/>
            <p:cNvSpPr/>
            <p:nvPr/>
          </p:nvSpPr>
          <p:spPr>
            <a:xfrm>
              <a:off x="5164187" y="3566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1" name="pt9981"/>
            <p:cNvSpPr/>
            <p:nvPr/>
          </p:nvSpPr>
          <p:spPr>
            <a:xfrm>
              <a:off x="5139768" y="35246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2" name="pt9982"/>
            <p:cNvSpPr/>
            <p:nvPr/>
          </p:nvSpPr>
          <p:spPr>
            <a:xfrm>
              <a:off x="5183128" y="3556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3" name="pt9983"/>
            <p:cNvSpPr/>
            <p:nvPr/>
          </p:nvSpPr>
          <p:spPr>
            <a:xfrm>
              <a:off x="5160088" y="36312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4" name="pt9984"/>
            <p:cNvSpPr/>
            <p:nvPr/>
          </p:nvSpPr>
          <p:spPr>
            <a:xfrm>
              <a:off x="5189940" y="35538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5" name="pt9985"/>
            <p:cNvSpPr/>
            <p:nvPr/>
          </p:nvSpPr>
          <p:spPr>
            <a:xfrm>
              <a:off x="5054918" y="3501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6" name="pt9986"/>
            <p:cNvSpPr/>
            <p:nvPr/>
          </p:nvSpPr>
          <p:spPr>
            <a:xfrm>
              <a:off x="5137905" y="35892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7" name="pt9987"/>
            <p:cNvSpPr/>
            <p:nvPr/>
          </p:nvSpPr>
          <p:spPr>
            <a:xfrm>
              <a:off x="5114681" y="3453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8" name="pt9988"/>
            <p:cNvSpPr/>
            <p:nvPr/>
          </p:nvSpPr>
          <p:spPr>
            <a:xfrm>
              <a:off x="5200625" y="3531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89" name="pt9989"/>
            <p:cNvSpPr/>
            <p:nvPr/>
          </p:nvSpPr>
          <p:spPr>
            <a:xfrm>
              <a:off x="5200770" y="3543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0" name="pt9990"/>
            <p:cNvSpPr/>
            <p:nvPr/>
          </p:nvSpPr>
          <p:spPr>
            <a:xfrm>
              <a:off x="5186061" y="34834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1" name="pt9991"/>
            <p:cNvSpPr/>
            <p:nvPr/>
          </p:nvSpPr>
          <p:spPr>
            <a:xfrm>
              <a:off x="5180726" y="35084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2" name="pt9992"/>
            <p:cNvSpPr/>
            <p:nvPr/>
          </p:nvSpPr>
          <p:spPr>
            <a:xfrm>
              <a:off x="5140500" y="35954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3" name="pt9993"/>
            <p:cNvSpPr/>
            <p:nvPr/>
          </p:nvSpPr>
          <p:spPr>
            <a:xfrm>
              <a:off x="5098014" y="35619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4" name="pt9994"/>
            <p:cNvSpPr/>
            <p:nvPr/>
          </p:nvSpPr>
          <p:spPr>
            <a:xfrm>
              <a:off x="5159776" y="3550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5" name="pt9995"/>
            <p:cNvSpPr/>
            <p:nvPr/>
          </p:nvSpPr>
          <p:spPr>
            <a:xfrm>
              <a:off x="5180131" y="35601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6" name="pt9996"/>
            <p:cNvSpPr/>
            <p:nvPr/>
          </p:nvSpPr>
          <p:spPr>
            <a:xfrm>
              <a:off x="5142986" y="35344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7" name="pt9997"/>
            <p:cNvSpPr/>
            <p:nvPr/>
          </p:nvSpPr>
          <p:spPr>
            <a:xfrm>
              <a:off x="5151864" y="34860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8" name="pt9998"/>
            <p:cNvSpPr/>
            <p:nvPr/>
          </p:nvSpPr>
          <p:spPr>
            <a:xfrm>
              <a:off x="5114927" y="3541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9999" name="pt9999"/>
            <p:cNvSpPr/>
            <p:nvPr/>
          </p:nvSpPr>
          <p:spPr>
            <a:xfrm>
              <a:off x="5153271" y="36340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0" name="pt10000"/>
            <p:cNvSpPr/>
            <p:nvPr/>
          </p:nvSpPr>
          <p:spPr>
            <a:xfrm>
              <a:off x="5132895" y="3544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1" name="pt10001"/>
            <p:cNvSpPr/>
            <p:nvPr/>
          </p:nvSpPr>
          <p:spPr>
            <a:xfrm>
              <a:off x="4987227" y="361793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2" name="pt10002"/>
            <p:cNvSpPr/>
            <p:nvPr/>
          </p:nvSpPr>
          <p:spPr>
            <a:xfrm>
              <a:off x="5152427" y="35569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3" name="pt10003"/>
            <p:cNvSpPr/>
            <p:nvPr/>
          </p:nvSpPr>
          <p:spPr>
            <a:xfrm>
              <a:off x="5166924" y="3549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4" name="pt10004"/>
            <p:cNvSpPr/>
            <p:nvPr/>
          </p:nvSpPr>
          <p:spPr>
            <a:xfrm>
              <a:off x="5110431" y="3613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5" name="pt10005"/>
            <p:cNvSpPr/>
            <p:nvPr/>
          </p:nvSpPr>
          <p:spPr>
            <a:xfrm>
              <a:off x="5044945" y="35789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6" name="pt10006"/>
            <p:cNvSpPr/>
            <p:nvPr/>
          </p:nvSpPr>
          <p:spPr>
            <a:xfrm>
              <a:off x="5197340" y="3560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7" name="pt10007"/>
            <p:cNvSpPr/>
            <p:nvPr/>
          </p:nvSpPr>
          <p:spPr>
            <a:xfrm>
              <a:off x="5167859" y="33481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8" name="pt10008"/>
            <p:cNvSpPr/>
            <p:nvPr/>
          </p:nvSpPr>
          <p:spPr>
            <a:xfrm>
              <a:off x="5067710" y="35372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09" name="pt10009"/>
            <p:cNvSpPr/>
            <p:nvPr/>
          </p:nvSpPr>
          <p:spPr>
            <a:xfrm>
              <a:off x="5130617" y="35356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0" name="pt10010"/>
            <p:cNvSpPr/>
            <p:nvPr/>
          </p:nvSpPr>
          <p:spPr>
            <a:xfrm>
              <a:off x="5095528" y="35274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1" name="pt10011"/>
            <p:cNvSpPr/>
            <p:nvPr/>
          </p:nvSpPr>
          <p:spPr>
            <a:xfrm>
              <a:off x="5163096" y="3577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2" name="pt10012"/>
            <p:cNvSpPr/>
            <p:nvPr/>
          </p:nvSpPr>
          <p:spPr>
            <a:xfrm>
              <a:off x="5114621" y="35790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3" name="pt10013"/>
            <p:cNvSpPr/>
            <p:nvPr/>
          </p:nvSpPr>
          <p:spPr>
            <a:xfrm>
              <a:off x="5197274" y="34319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4" name="pt10014"/>
            <p:cNvSpPr/>
            <p:nvPr/>
          </p:nvSpPr>
          <p:spPr>
            <a:xfrm>
              <a:off x="5160654" y="3570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5" name="pt10015"/>
            <p:cNvSpPr/>
            <p:nvPr/>
          </p:nvSpPr>
          <p:spPr>
            <a:xfrm>
              <a:off x="5129686" y="3549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6" name="pt10016"/>
            <p:cNvSpPr/>
            <p:nvPr/>
          </p:nvSpPr>
          <p:spPr>
            <a:xfrm>
              <a:off x="5160637" y="35765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7" name="pt10017"/>
            <p:cNvSpPr/>
            <p:nvPr/>
          </p:nvSpPr>
          <p:spPr>
            <a:xfrm>
              <a:off x="5129899" y="35570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8" name="pt10018"/>
            <p:cNvSpPr/>
            <p:nvPr/>
          </p:nvSpPr>
          <p:spPr>
            <a:xfrm>
              <a:off x="5195960" y="35155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19" name="pt10019"/>
            <p:cNvSpPr/>
            <p:nvPr/>
          </p:nvSpPr>
          <p:spPr>
            <a:xfrm>
              <a:off x="5141747" y="34873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0" name="pt10020"/>
            <p:cNvSpPr/>
            <p:nvPr/>
          </p:nvSpPr>
          <p:spPr>
            <a:xfrm>
              <a:off x="5153937" y="35605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1" name="pt10021"/>
            <p:cNvSpPr/>
            <p:nvPr/>
          </p:nvSpPr>
          <p:spPr>
            <a:xfrm>
              <a:off x="5161471" y="35629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2" name="pt10022"/>
            <p:cNvSpPr/>
            <p:nvPr/>
          </p:nvSpPr>
          <p:spPr>
            <a:xfrm>
              <a:off x="5177852" y="35340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3" name="pt10023"/>
            <p:cNvSpPr/>
            <p:nvPr/>
          </p:nvSpPr>
          <p:spPr>
            <a:xfrm>
              <a:off x="5199943" y="35672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4" name="pt10024"/>
            <p:cNvSpPr/>
            <p:nvPr/>
          </p:nvSpPr>
          <p:spPr>
            <a:xfrm>
              <a:off x="5181983" y="36116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5" name="pt10025"/>
            <p:cNvSpPr/>
            <p:nvPr/>
          </p:nvSpPr>
          <p:spPr>
            <a:xfrm>
              <a:off x="5203160" y="3567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6" name="pt10026"/>
            <p:cNvSpPr/>
            <p:nvPr/>
          </p:nvSpPr>
          <p:spPr>
            <a:xfrm>
              <a:off x="5141098" y="3607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7" name="pt10027"/>
            <p:cNvSpPr/>
            <p:nvPr/>
          </p:nvSpPr>
          <p:spPr>
            <a:xfrm>
              <a:off x="5085975" y="3553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8" name="pt10028"/>
            <p:cNvSpPr/>
            <p:nvPr/>
          </p:nvSpPr>
          <p:spPr>
            <a:xfrm>
              <a:off x="5169915" y="35678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29" name="pt10029"/>
            <p:cNvSpPr/>
            <p:nvPr/>
          </p:nvSpPr>
          <p:spPr>
            <a:xfrm>
              <a:off x="5209420" y="3513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0" name="pt10030"/>
            <p:cNvSpPr/>
            <p:nvPr/>
          </p:nvSpPr>
          <p:spPr>
            <a:xfrm>
              <a:off x="5175889" y="35422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1" name="pt10031"/>
            <p:cNvSpPr/>
            <p:nvPr/>
          </p:nvSpPr>
          <p:spPr>
            <a:xfrm>
              <a:off x="5038175" y="3535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2" name="pt10032"/>
            <p:cNvSpPr/>
            <p:nvPr/>
          </p:nvSpPr>
          <p:spPr>
            <a:xfrm>
              <a:off x="5166000" y="36069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3" name="pt10033"/>
            <p:cNvSpPr/>
            <p:nvPr/>
          </p:nvSpPr>
          <p:spPr>
            <a:xfrm>
              <a:off x="5162823" y="35605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4" name="pt10034"/>
            <p:cNvSpPr/>
            <p:nvPr/>
          </p:nvSpPr>
          <p:spPr>
            <a:xfrm>
              <a:off x="5154970" y="36145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5" name="pt10035"/>
            <p:cNvSpPr/>
            <p:nvPr/>
          </p:nvSpPr>
          <p:spPr>
            <a:xfrm>
              <a:off x="5156994" y="3567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6" name="pt10036"/>
            <p:cNvSpPr/>
            <p:nvPr/>
          </p:nvSpPr>
          <p:spPr>
            <a:xfrm>
              <a:off x="5179864" y="35824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7" name="pt10037"/>
            <p:cNvSpPr/>
            <p:nvPr/>
          </p:nvSpPr>
          <p:spPr>
            <a:xfrm>
              <a:off x="5200391" y="35111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8" name="pt10038"/>
            <p:cNvSpPr/>
            <p:nvPr/>
          </p:nvSpPr>
          <p:spPr>
            <a:xfrm>
              <a:off x="5135576" y="35703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39" name="pt10039"/>
            <p:cNvSpPr/>
            <p:nvPr/>
          </p:nvSpPr>
          <p:spPr>
            <a:xfrm>
              <a:off x="5170622" y="33571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0" name="pt10040"/>
            <p:cNvSpPr/>
            <p:nvPr/>
          </p:nvSpPr>
          <p:spPr>
            <a:xfrm>
              <a:off x="5165697" y="35457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1" name="pt10041"/>
            <p:cNvSpPr/>
            <p:nvPr/>
          </p:nvSpPr>
          <p:spPr>
            <a:xfrm>
              <a:off x="5197746" y="35465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2" name="pt10042"/>
            <p:cNvSpPr/>
            <p:nvPr/>
          </p:nvSpPr>
          <p:spPr>
            <a:xfrm>
              <a:off x="5114887" y="3443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3" name="pt10043"/>
            <p:cNvSpPr/>
            <p:nvPr/>
          </p:nvSpPr>
          <p:spPr>
            <a:xfrm>
              <a:off x="5094740" y="3637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4" name="pt10044"/>
            <p:cNvSpPr/>
            <p:nvPr/>
          </p:nvSpPr>
          <p:spPr>
            <a:xfrm>
              <a:off x="5166576" y="34727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5" name="pt10045"/>
            <p:cNvSpPr/>
            <p:nvPr/>
          </p:nvSpPr>
          <p:spPr>
            <a:xfrm>
              <a:off x="5115372" y="3584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6" name="pt10046"/>
            <p:cNvSpPr/>
            <p:nvPr/>
          </p:nvSpPr>
          <p:spPr>
            <a:xfrm>
              <a:off x="5161589" y="40722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7" name="pt10047"/>
            <p:cNvSpPr/>
            <p:nvPr/>
          </p:nvSpPr>
          <p:spPr>
            <a:xfrm>
              <a:off x="5190363" y="35408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8" name="pt10048"/>
            <p:cNvSpPr/>
            <p:nvPr/>
          </p:nvSpPr>
          <p:spPr>
            <a:xfrm>
              <a:off x="5144329" y="3533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49" name="pt10049"/>
            <p:cNvSpPr/>
            <p:nvPr/>
          </p:nvSpPr>
          <p:spPr>
            <a:xfrm>
              <a:off x="5112573" y="3585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0" name="pt10050"/>
            <p:cNvSpPr/>
            <p:nvPr/>
          </p:nvSpPr>
          <p:spPr>
            <a:xfrm>
              <a:off x="5195462" y="35381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1" name="pt10051"/>
            <p:cNvSpPr/>
            <p:nvPr/>
          </p:nvSpPr>
          <p:spPr>
            <a:xfrm>
              <a:off x="5110326" y="35631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2" name="pt10052"/>
            <p:cNvSpPr/>
            <p:nvPr/>
          </p:nvSpPr>
          <p:spPr>
            <a:xfrm>
              <a:off x="5123251" y="3603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3" name="pt10053"/>
            <p:cNvSpPr/>
            <p:nvPr/>
          </p:nvSpPr>
          <p:spPr>
            <a:xfrm>
              <a:off x="5103651" y="3550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4" name="pt10054"/>
            <p:cNvSpPr/>
            <p:nvPr/>
          </p:nvSpPr>
          <p:spPr>
            <a:xfrm>
              <a:off x="5139985" y="35831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5" name="pt10055"/>
            <p:cNvSpPr/>
            <p:nvPr/>
          </p:nvSpPr>
          <p:spPr>
            <a:xfrm>
              <a:off x="5103010" y="35213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6" name="pt10056"/>
            <p:cNvSpPr/>
            <p:nvPr/>
          </p:nvSpPr>
          <p:spPr>
            <a:xfrm>
              <a:off x="5131947" y="3566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7" name="pt10057"/>
            <p:cNvSpPr/>
            <p:nvPr/>
          </p:nvSpPr>
          <p:spPr>
            <a:xfrm>
              <a:off x="5140512" y="36015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8" name="pt10058"/>
            <p:cNvSpPr/>
            <p:nvPr/>
          </p:nvSpPr>
          <p:spPr>
            <a:xfrm>
              <a:off x="5224824" y="35549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59" name="pt10059"/>
            <p:cNvSpPr/>
            <p:nvPr/>
          </p:nvSpPr>
          <p:spPr>
            <a:xfrm>
              <a:off x="5182821" y="35313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0" name="pt10060"/>
            <p:cNvSpPr/>
            <p:nvPr/>
          </p:nvSpPr>
          <p:spPr>
            <a:xfrm>
              <a:off x="5152011" y="35303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1" name="pt10061"/>
            <p:cNvSpPr/>
            <p:nvPr/>
          </p:nvSpPr>
          <p:spPr>
            <a:xfrm>
              <a:off x="5140948" y="35631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2" name="pt10062"/>
            <p:cNvSpPr/>
            <p:nvPr/>
          </p:nvSpPr>
          <p:spPr>
            <a:xfrm>
              <a:off x="5208348" y="36052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3" name="pt10063"/>
            <p:cNvSpPr/>
            <p:nvPr/>
          </p:nvSpPr>
          <p:spPr>
            <a:xfrm>
              <a:off x="5172770" y="35371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4" name="pt10064"/>
            <p:cNvSpPr/>
            <p:nvPr/>
          </p:nvSpPr>
          <p:spPr>
            <a:xfrm>
              <a:off x="5155392" y="33453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5" name="pt10065"/>
            <p:cNvSpPr/>
            <p:nvPr/>
          </p:nvSpPr>
          <p:spPr>
            <a:xfrm>
              <a:off x="5235847" y="35525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6" name="pt10066"/>
            <p:cNvSpPr/>
            <p:nvPr/>
          </p:nvSpPr>
          <p:spPr>
            <a:xfrm>
              <a:off x="5216374" y="35187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7" name="pt10067"/>
            <p:cNvSpPr/>
            <p:nvPr/>
          </p:nvSpPr>
          <p:spPr>
            <a:xfrm>
              <a:off x="5094042" y="3587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8" name="pt10068"/>
            <p:cNvSpPr/>
            <p:nvPr/>
          </p:nvSpPr>
          <p:spPr>
            <a:xfrm>
              <a:off x="5176964" y="35486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69" name="pt10069"/>
            <p:cNvSpPr/>
            <p:nvPr/>
          </p:nvSpPr>
          <p:spPr>
            <a:xfrm>
              <a:off x="5203287" y="35724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0" name="pt10070"/>
            <p:cNvSpPr/>
            <p:nvPr/>
          </p:nvSpPr>
          <p:spPr>
            <a:xfrm>
              <a:off x="5156588" y="35474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1" name="pt10071"/>
            <p:cNvSpPr/>
            <p:nvPr/>
          </p:nvSpPr>
          <p:spPr>
            <a:xfrm>
              <a:off x="5155364" y="3566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2" name="pt10072"/>
            <p:cNvSpPr/>
            <p:nvPr/>
          </p:nvSpPr>
          <p:spPr>
            <a:xfrm>
              <a:off x="5151256" y="3565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3" name="pt10073"/>
            <p:cNvSpPr/>
            <p:nvPr/>
          </p:nvSpPr>
          <p:spPr>
            <a:xfrm>
              <a:off x="5092658" y="36042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4" name="pt10074"/>
            <p:cNvSpPr/>
            <p:nvPr/>
          </p:nvSpPr>
          <p:spPr>
            <a:xfrm>
              <a:off x="5094174" y="3431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5" name="pt10075"/>
            <p:cNvSpPr/>
            <p:nvPr/>
          </p:nvSpPr>
          <p:spPr>
            <a:xfrm>
              <a:off x="5137841" y="35522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6" name="pt10076"/>
            <p:cNvSpPr/>
            <p:nvPr/>
          </p:nvSpPr>
          <p:spPr>
            <a:xfrm>
              <a:off x="5138854" y="3609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7" name="pt10077"/>
            <p:cNvSpPr/>
            <p:nvPr/>
          </p:nvSpPr>
          <p:spPr>
            <a:xfrm>
              <a:off x="5145468" y="3514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8" name="pt10078"/>
            <p:cNvSpPr/>
            <p:nvPr/>
          </p:nvSpPr>
          <p:spPr>
            <a:xfrm>
              <a:off x="5154565" y="35441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79" name="pt10079"/>
            <p:cNvSpPr/>
            <p:nvPr/>
          </p:nvSpPr>
          <p:spPr>
            <a:xfrm>
              <a:off x="5211922" y="3561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0" name="pt10080"/>
            <p:cNvSpPr/>
            <p:nvPr/>
          </p:nvSpPr>
          <p:spPr>
            <a:xfrm>
              <a:off x="5142684" y="35610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1" name="pt10081"/>
            <p:cNvSpPr/>
            <p:nvPr/>
          </p:nvSpPr>
          <p:spPr>
            <a:xfrm>
              <a:off x="5163168" y="35572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2" name="pt10082"/>
            <p:cNvSpPr/>
            <p:nvPr/>
          </p:nvSpPr>
          <p:spPr>
            <a:xfrm>
              <a:off x="5179658" y="3269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3" name="pt10083"/>
            <p:cNvSpPr/>
            <p:nvPr/>
          </p:nvSpPr>
          <p:spPr>
            <a:xfrm>
              <a:off x="5140250" y="35414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4" name="pt10084"/>
            <p:cNvSpPr/>
            <p:nvPr/>
          </p:nvSpPr>
          <p:spPr>
            <a:xfrm>
              <a:off x="5104660" y="37725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5" name="pt10085"/>
            <p:cNvSpPr/>
            <p:nvPr/>
          </p:nvSpPr>
          <p:spPr>
            <a:xfrm>
              <a:off x="5114540" y="36234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6" name="pt10086"/>
            <p:cNvSpPr/>
            <p:nvPr/>
          </p:nvSpPr>
          <p:spPr>
            <a:xfrm>
              <a:off x="5148633" y="35355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7" name="pt10087"/>
            <p:cNvSpPr/>
            <p:nvPr/>
          </p:nvSpPr>
          <p:spPr>
            <a:xfrm>
              <a:off x="5172010" y="35357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8" name="pt10088"/>
            <p:cNvSpPr/>
            <p:nvPr/>
          </p:nvSpPr>
          <p:spPr>
            <a:xfrm>
              <a:off x="5181782" y="35056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89" name="pt10089"/>
            <p:cNvSpPr/>
            <p:nvPr/>
          </p:nvSpPr>
          <p:spPr>
            <a:xfrm>
              <a:off x="5147150" y="3339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0" name="pt10090"/>
            <p:cNvSpPr/>
            <p:nvPr/>
          </p:nvSpPr>
          <p:spPr>
            <a:xfrm>
              <a:off x="5154023" y="34018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1" name="pt10091"/>
            <p:cNvSpPr/>
            <p:nvPr/>
          </p:nvSpPr>
          <p:spPr>
            <a:xfrm>
              <a:off x="5134681" y="33611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2" name="pt10092"/>
            <p:cNvSpPr/>
            <p:nvPr/>
          </p:nvSpPr>
          <p:spPr>
            <a:xfrm>
              <a:off x="5159818" y="3562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3" name="pt10093"/>
            <p:cNvSpPr/>
            <p:nvPr/>
          </p:nvSpPr>
          <p:spPr>
            <a:xfrm>
              <a:off x="5199083" y="35561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4" name="pt10094"/>
            <p:cNvSpPr/>
            <p:nvPr/>
          </p:nvSpPr>
          <p:spPr>
            <a:xfrm>
              <a:off x="5192355" y="35536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5" name="pt10095"/>
            <p:cNvSpPr/>
            <p:nvPr/>
          </p:nvSpPr>
          <p:spPr>
            <a:xfrm>
              <a:off x="5092342" y="36251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6" name="pt10096"/>
            <p:cNvSpPr/>
            <p:nvPr/>
          </p:nvSpPr>
          <p:spPr>
            <a:xfrm>
              <a:off x="5088622" y="35895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7" name="pt10097"/>
            <p:cNvSpPr/>
            <p:nvPr/>
          </p:nvSpPr>
          <p:spPr>
            <a:xfrm>
              <a:off x="5130569" y="3566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8" name="pt10098"/>
            <p:cNvSpPr/>
            <p:nvPr/>
          </p:nvSpPr>
          <p:spPr>
            <a:xfrm>
              <a:off x="5124071" y="3588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099" name="pt10099"/>
            <p:cNvSpPr/>
            <p:nvPr/>
          </p:nvSpPr>
          <p:spPr>
            <a:xfrm>
              <a:off x="5113417" y="35942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0" name="pt10100"/>
            <p:cNvSpPr/>
            <p:nvPr/>
          </p:nvSpPr>
          <p:spPr>
            <a:xfrm>
              <a:off x="5144212" y="35935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1" name="pt10101"/>
            <p:cNvSpPr/>
            <p:nvPr/>
          </p:nvSpPr>
          <p:spPr>
            <a:xfrm>
              <a:off x="5151836" y="3544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2" name="pt10102"/>
            <p:cNvSpPr/>
            <p:nvPr/>
          </p:nvSpPr>
          <p:spPr>
            <a:xfrm>
              <a:off x="5147786" y="35709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3" name="pt10103"/>
            <p:cNvSpPr/>
            <p:nvPr/>
          </p:nvSpPr>
          <p:spPr>
            <a:xfrm>
              <a:off x="5174336" y="3537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4" name="pt10104"/>
            <p:cNvSpPr/>
            <p:nvPr/>
          </p:nvSpPr>
          <p:spPr>
            <a:xfrm>
              <a:off x="5147276" y="35483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5" name="pt10105"/>
            <p:cNvSpPr/>
            <p:nvPr/>
          </p:nvSpPr>
          <p:spPr>
            <a:xfrm>
              <a:off x="5110983" y="36008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6" name="pt10106"/>
            <p:cNvSpPr/>
            <p:nvPr/>
          </p:nvSpPr>
          <p:spPr>
            <a:xfrm>
              <a:off x="5100239" y="3567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7" name="pt10107"/>
            <p:cNvSpPr/>
            <p:nvPr/>
          </p:nvSpPr>
          <p:spPr>
            <a:xfrm>
              <a:off x="5153455" y="3514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8" name="pt10108"/>
            <p:cNvSpPr/>
            <p:nvPr/>
          </p:nvSpPr>
          <p:spPr>
            <a:xfrm>
              <a:off x="5191502" y="3437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09" name="pt10109"/>
            <p:cNvSpPr/>
            <p:nvPr/>
          </p:nvSpPr>
          <p:spPr>
            <a:xfrm>
              <a:off x="5060097" y="3584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0" name="pt10110"/>
            <p:cNvSpPr/>
            <p:nvPr/>
          </p:nvSpPr>
          <p:spPr>
            <a:xfrm>
              <a:off x="5115922" y="36277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1" name="pt10111"/>
            <p:cNvSpPr/>
            <p:nvPr/>
          </p:nvSpPr>
          <p:spPr>
            <a:xfrm>
              <a:off x="5166504" y="35397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2" name="pt10112"/>
            <p:cNvSpPr/>
            <p:nvPr/>
          </p:nvSpPr>
          <p:spPr>
            <a:xfrm>
              <a:off x="5125069" y="36012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3" name="pt10113"/>
            <p:cNvSpPr/>
            <p:nvPr/>
          </p:nvSpPr>
          <p:spPr>
            <a:xfrm>
              <a:off x="5098180" y="3657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4" name="pt10114"/>
            <p:cNvSpPr/>
            <p:nvPr/>
          </p:nvSpPr>
          <p:spPr>
            <a:xfrm>
              <a:off x="5165456" y="3523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5" name="pt10115"/>
            <p:cNvSpPr/>
            <p:nvPr/>
          </p:nvSpPr>
          <p:spPr>
            <a:xfrm>
              <a:off x="5099009" y="35350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6" name="pt10116"/>
            <p:cNvSpPr/>
            <p:nvPr/>
          </p:nvSpPr>
          <p:spPr>
            <a:xfrm>
              <a:off x="5142569" y="37043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7" name="pt10117"/>
            <p:cNvSpPr/>
            <p:nvPr/>
          </p:nvSpPr>
          <p:spPr>
            <a:xfrm>
              <a:off x="5206108" y="3554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8" name="pt10118"/>
            <p:cNvSpPr/>
            <p:nvPr/>
          </p:nvSpPr>
          <p:spPr>
            <a:xfrm>
              <a:off x="5101172" y="3578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19" name="pt10119"/>
            <p:cNvSpPr/>
            <p:nvPr/>
          </p:nvSpPr>
          <p:spPr>
            <a:xfrm>
              <a:off x="5172250" y="34959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0" name="pt10120"/>
            <p:cNvSpPr/>
            <p:nvPr/>
          </p:nvSpPr>
          <p:spPr>
            <a:xfrm>
              <a:off x="5024955" y="3557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1" name="pt10121"/>
            <p:cNvSpPr/>
            <p:nvPr/>
          </p:nvSpPr>
          <p:spPr>
            <a:xfrm>
              <a:off x="5213005" y="3544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2" name="pt10122"/>
            <p:cNvSpPr/>
            <p:nvPr/>
          </p:nvSpPr>
          <p:spPr>
            <a:xfrm>
              <a:off x="5149813" y="3496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3" name="pt10123"/>
            <p:cNvSpPr/>
            <p:nvPr/>
          </p:nvSpPr>
          <p:spPr>
            <a:xfrm>
              <a:off x="5165378" y="35627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4" name="pt10124"/>
            <p:cNvSpPr/>
            <p:nvPr/>
          </p:nvSpPr>
          <p:spPr>
            <a:xfrm>
              <a:off x="5147401" y="35664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5" name="pt10125"/>
            <p:cNvSpPr/>
            <p:nvPr/>
          </p:nvSpPr>
          <p:spPr>
            <a:xfrm>
              <a:off x="5116888" y="35463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6" name="pt10126"/>
            <p:cNvSpPr/>
            <p:nvPr/>
          </p:nvSpPr>
          <p:spPr>
            <a:xfrm>
              <a:off x="5173926" y="35516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7" name="pt10127"/>
            <p:cNvSpPr/>
            <p:nvPr/>
          </p:nvSpPr>
          <p:spPr>
            <a:xfrm>
              <a:off x="5135427" y="35392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8" name="pt10128"/>
            <p:cNvSpPr/>
            <p:nvPr/>
          </p:nvSpPr>
          <p:spPr>
            <a:xfrm>
              <a:off x="5170820" y="3523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29" name="pt10129"/>
            <p:cNvSpPr/>
            <p:nvPr/>
          </p:nvSpPr>
          <p:spPr>
            <a:xfrm>
              <a:off x="5042208" y="369688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0" name="pt10130"/>
            <p:cNvSpPr/>
            <p:nvPr/>
          </p:nvSpPr>
          <p:spPr>
            <a:xfrm>
              <a:off x="5147906" y="34250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1" name="pt10131"/>
            <p:cNvSpPr/>
            <p:nvPr/>
          </p:nvSpPr>
          <p:spPr>
            <a:xfrm>
              <a:off x="5196846" y="35401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2" name="pt10132"/>
            <p:cNvSpPr/>
            <p:nvPr/>
          </p:nvSpPr>
          <p:spPr>
            <a:xfrm>
              <a:off x="5156758" y="37073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3" name="pt10133"/>
            <p:cNvSpPr/>
            <p:nvPr/>
          </p:nvSpPr>
          <p:spPr>
            <a:xfrm>
              <a:off x="5104393" y="37303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4" name="pt10134"/>
            <p:cNvSpPr/>
            <p:nvPr/>
          </p:nvSpPr>
          <p:spPr>
            <a:xfrm>
              <a:off x="5203542" y="35568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5" name="pt10135"/>
            <p:cNvSpPr/>
            <p:nvPr/>
          </p:nvSpPr>
          <p:spPr>
            <a:xfrm>
              <a:off x="5154349" y="3579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6" name="pt10136"/>
            <p:cNvSpPr/>
            <p:nvPr/>
          </p:nvSpPr>
          <p:spPr>
            <a:xfrm>
              <a:off x="5059941" y="35680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7" name="pt10137"/>
            <p:cNvSpPr/>
            <p:nvPr/>
          </p:nvSpPr>
          <p:spPr>
            <a:xfrm>
              <a:off x="5114533" y="3489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8" name="pt10138"/>
            <p:cNvSpPr/>
            <p:nvPr/>
          </p:nvSpPr>
          <p:spPr>
            <a:xfrm>
              <a:off x="5207797" y="35511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39" name="pt10139"/>
            <p:cNvSpPr/>
            <p:nvPr/>
          </p:nvSpPr>
          <p:spPr>
            <a:xfrm>
              <a:off x="5180113" y="34651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0" name="pt10140"/>
            <p:cNvSpPr/>
            <p:nvPr/>
          </p:nvSpPr>
          <p:spPr>
            <a:xfrm>
              <a:off x="5062391" y="3540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1" name="pt10141"/>
            <p:cNvSpPr/>
            <p:nvPr/>
          </p:nvSpPr>
          <p:spPr>
            <a:xfrm>
              <a:off x="5160891" y="35695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2" name="pt10142"/>
            <p:cNvSpPr/>
            <p:nvPr/>
          </p:nvSpPr>
          <p:spPr>
            <a:xfrm>
              <a:off x="5101547" y="35573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3" name="pt10143"/>
            <p:cNvSpPr/>
            <p:nvPr/>
          </p:nvSpPr>
          <p:spPr>
            <a:xfrm>
              <a:off x="5197682" y="35809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4" name="pt10144"/>
            <p:cNvSpPr/>
            <p:nvPr/>
          </p:nvSpPr>
          <p:spPr>
            <a:xfrm>
              <a:off x="5118415" y="3555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5" name="pt10145"/>
            <p:cNvSpPr/>
            <p:nvPr/>
          </p:nvSpPr>
          <p:spPr>
            <a:xfrm>
              <a:off x="5146193" y="35257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6" name="pt10146"/>
            <p:cNvSpPr/>
            <p:nvPr/>
          </p:nvSpPr>
          <p:spPr>
            <a:xfrm>
              <a:off x="5088103" y="3540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7" name="pt10147"/>
            <p:cNvSpPr/>
            <p:nvPr/>
          </p:nvSpPr>
          <p:spPr>
            <a:xfrm>
              <a:off x="5148396" y="35556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8" name="pt10148"/>
            <p:cNvSpPr/>
            <p:nvPr/>
          </p:nvSpPr>
          <p:spPr>
            <a:xfrm>
              <a:off x="5150803" y="3536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49" name="pt10149"/>
            <p:cNvSpPr/>
            <p:nvPr/>
          </p:nvSpPr>
          <p:spPr>
            <a:xfrm>
              <a:off x="5155178" y="36017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0" name="pt10150"/>
            <p:cNvSpPr/>
            <p:nvPr/>
          </p:nvSpPr>
          <p:spPr>
            <a:xfrm>
              <a:off x="5128760" y="3546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1" name="pt10151"/>
            <p:cNvSpPr/>
            <p:nvPr/>
          </p:nvSpPr>
          <p:spPr>
            <a:xfrm>
              <a:off x="5107987" y="3541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2" name="pt10152"/>
            <p:cNvSpPr/>
            <p:nvPr/>
          </p:nvSpPr>
          <p:spPr>
            <a:xfrm>
              <a:off x="5105920" y="35697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3" name="pt10153"/>
            <p:cNvSpPr/>
            <p:nvPr/>
          </p:nvSpPr>
          <p:spPr>
            <a:xfrm>
              <a:off x="5139185" y="3603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4" name="pt10154"/>
            <p:cNvSpPr/>
            <p:nvPr/>
          </p:nvSpPr>
          <p:spPr>
            <a:xfrm>
              <a:off x="5028581" y="3574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5" name="pt10155"/>
            <p:cNvSpPr/>
            <p:nvPr/>
          </p:nvSpPr>
          <p:spPr>
            <a:xfrm>
              <a:off x="5131184" y="3579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6" name="pt10156"/>
            <p:cNvSpPr/>
            <p:nvPr/>
          </p:nvSpPr>
          <p:spPr>
            <a:xfrm>
              <a:off x="5195133" y="35578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7" name="pt10157"/>
            <p:cNvSpPr/>
            <p:nvPr/>
          </p:nvSpPr>
          <p:spPr>
            <a:xfrm>
              <a:off x="5120146" y="3580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8" name="pt10158"/>
            <p:cNvSpPr/>
            <p:nvPr/>
          </p:nvSpPr>
          <p:spPr>
            <a:xfrm>
              <a:off x="5018664" y="35930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59" name="pt10159"/>
            <p:cNvSpPr/>
            <p:nvPr/>
          </p:nvSpPr>
          <p:spPr>
            <a:xfrm>
              <a:off x="5182263" y="35483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0" name="pt10160"/>
            <p:cNvSpPr/>
            <p:nvPr/>
          </p:nvSpPr>
          <p:spPr>
            <a:xfrm>
              <a:off x="5198416" y="35561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1" name="pt10161"/>
            <p:cNvSpPr/>
            <p:nvPr/>
          </p:nvSpPr>
          <p:spPr>
            <a:xfrm>
              <a:off x="5153173" y="34157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2" name="pt10162"/>
            <p:cNvSpPr/>
            <p:nvPr/>
          </p:nvSpPr>
          <p:spPr>
            <a:xfrm>
              <a:off x="5159830" y="38941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3" name="pt10163"/>
            <p:cNvSpPr/>
            <p:nvPr/>
          </p:nvSpPr>
          <p:spPr>
            <a:xfrm>
              <a:off x="5181206" y="35915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4" name="pt10164"/>
            <p:cNvSpPr/>
            <p:nvPr/>
          </p:nvSpPr>
          <p:spPr>
            <a:xfrm>
              <a:off x="5153769" y="35616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5" name="pt10165"/>
            <p:cNvSpPr/>
            <p:nvPr/>
          </p:nvSpPr>
          <p:spPr>
            <a:xfrm>
              <a:off x="5089210" y="35912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6" name="pt10166"/>
            <p:cNvSpPr/>
            <p:nvPr/>
          </p:nvSpPr>
          <p:spPr>
            <a:xfrm>
              <a:off x="5207392" y="35656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7" name="pt10167"/>
            <p:cNvSpPr/>
            <p:nvPr/>
          </p:nvSpPr>
          <p:spPr>
            <a:xfrm>
              <a:off x="5172896" y="36382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8" name="pt10168"/>
            <p:cNvSpPr/>
            <p:nvPr/>
          </p:nvSpPr>
          <p:spPr>
            <a:xfrm>
              <a:off x="5178393" y="3586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69" name="pt10169"/>
            <p:cNvSpPr/>
            <p:nvPr/>
          </p:nvSpPr>
          <p:spPr>
            <a:xfrm>
              <a:off x="5161453" y="3520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0" name="pt10170"/>
            <p:cNvSpPr/>
            <p:nvPr/>
          </p:nvSpPr>
          <p:spPr>
            <a:xfrm>
              <a:off x="5132783" y="37051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1" name="pt10171"/>
            <p:cNvSpPr/>
            <p:nvPr/>
          </p:nvSpPr>
          <p:spPr>
            <a:xfrm>
              <a:off x="5090557" y="35469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2" name="pt10172"/>
            <p:cNvSpPr/>
            <p:nvPr/>
          </p:nvSpPr>
          <p:spPr>
            <a:xfrm>
              <a:off x="5094116" y="3347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3" name="pt10173"/>
            <p:cNvSpPr/>
            <p:nvPr/>
          </p:nvSpPr>
          <p:spPr>
            <a:xfrm>
              <a:off x="5189794" y="33101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4" name="pt10174"/>
            <p:cNvSpPr/>
            <p:nvPr/>
          </p:nvSpPr>
          <p:spPr>
            <a:xfrm>
              <a:off x="5165204" y="35469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5" name="pt10175"/>
            <p:cNvSpPr/>
            <p:nvPr/>
          </p:nvSpPr>
          <p:spPr>
            <a:xfrm>
              <a:off x="5169709" y="3590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6" name="pt10176"/>
            <p:cNvSpPr/>
            <p:nvPr/>
          </p:nvSpPr>
          <p:spPr>
            <a:xfrm>
              <a:off x="5023990" y="3571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7" name="pt10177"/>
            <p:cNvSpPr/>
            <p:nvPr/>
          </p:nvSpPr>
          <p:spPr>
            <a:xfrm>
              <a:off x="5135173" y="35951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8" name="pt10178"/>
            <p:cNvSpPr/>
            <p:nvPr/>
          </p:nvSpPr>
          <p:spPr>
            <a:xfrm>
              <a:off x="5106765" y="35794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79" name="pt10179"/>
            <p:cNvSpPr/>
            <p:nvPr/>
          </p:nvSpPr>
          <p:spPr>
            <a:xfrm>
              <a:off x="5153586" y="3460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0" name="pt10180"/>
            <p:cNvSpPr/>
            <p:nvPr/>
          </p:nvSpPr>
          <p:spPr>
            <a:xfrm>
              <a:off x="5231556" y="34830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1" name="pt10181"/>
            <p:cNvSpPr/>
            <p:nvPr/>
          </p:nvSpPr>
          <p:spPr>
            <a:xfrm>
              <a:off x="5167390" y="3537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2" name="pt10182"/>
            <p:cNvSpPr/>
            <p:nvPr/>
          </p:nvSpPr>
          <p:spPr>
            <a:xfrm>
              <a:off x="5083780" y="3607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3" name="pt10183"/>
            <p:cNvSpPr/>
            <p:nvPr/>
          </p:nvSpPr>
          <p:spPr>
            <a:xfrm>
              <a:off x="5124997" y="35738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4" name="pt10184"/>
            <p:cNvSpPr/>
            <p:nvPr/>
          </p:nvSpPr>
          <p:spPr>
            <a:xfrm>
              <a:off x="5150034" y="35803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5" name="pt10185"/>
            <p:cNvSpPr/>
            <p:nvPr/>
          </p:nvSpPr>
          <p:spPr>
            <a:xfrm>
              <a:off x="5107941" y="35293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6" name="pt10186"/>
            <p:cNvSpPr/>
            <p:nvPr/>
          </p:nvSpPr>
          <p:spPr>
            <a:xfrm>
              <a:off x="5130729" y="35627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7" name="pt10187"/>
            <p:cNvSpPr/>
            <p:nvPr/>
          </p:nvSpPr>
          <p:spPr>
            <a:xfrm>
              <a:off x="4935465" y="3558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8" name="pt10188"/>
            <p:cNvSpPr/>
            <p:nvPr/>
          </p:nvSpPr>
          <p:spPr>
            <a:xfrm>
              <a:off x="5078009" y="35845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89" name="pt10189"/>
            <p:cNvSpPr/>
            <p:nvPr/>
          </p:nvSpPr>
          <p:spPr>
            <a:xfrm>
              <a:off x="5046001" y="36071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0" name="pt10190"/>
            <p:cNvSpPr/>
            <p:nvPr/>
          </p:nvSpPr>
          <p:spPr>
            <a:xfrm>
              <a:off x="5117486" y="35799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1" name="pt10191"/>
            <p:cNvSpPr/>
            <p:nvPr/>
          </p:nvSpPr>
          <p:spPr>
            <a:xfrm>
              <a:off x="5190344" y="35251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2" name="pt10192"/>
            <p:cNvSpPr/>
            <p:nvPr/>
          </p:nvSpPr>
          <p:spPr>
            <a:xfrm>
              <a:off x="5168288" y="35734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3" name="pt10193"/>
            <p:cNvSpPr/>
            <p:nvPr/>
          </p:nvSpPr>
          <p:spPr>
            <a:xfrm>
              <a:off x="5288417" y="3528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4" name="pt10194"/>
            <p:cNvSpPr/>
            <p:nvPr/>
          </p:nvSpPr>
          <p:spPr>
            <a:xfrm>
              <a:off x="5177866" y="36981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5" name="pt10195"/>
            <p:cNvSpPr/>
            <p:nvPr/>
          </p:nvSpPr>
          <p:spPr>
            <a:xfrm>
              <a:off x="5145751" y="3593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6" name="pt10196"/>
            <p:cNvSpPr/>
            <p:nvPr/>
          </p:nvSpPr>
          <p:spPr>
            <a:xfrm>
              <a:off x="5144996" y="35077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7" name="pt10197"/>
            <p:cNvSpPr/>
            <p:nvPr/>
          </p:nvSpPr>
          <p:spPr>
            <a:xfrm>
              <a:off x="5209066" y="3554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8" name="pt10198"/>
            <p:cNvSpPr/>
            <p:nvPr/>
          </p:nvSpPr>
          <p:spPr>
            <a:xfrm>
              <a:off x="5131456" y="35611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199" name="pt10199"/>
            <p:cNvSpPr/>
            <p:nvPr/>
          </p:nvSpPr>
          <p:spPr>
            <a:xfrm>
              <a:off x="5178263" y="35026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0" name="pt10200"/>
            <p:cNvSpPr/>
            <p:nvPr/>
          </p:nvSpPr>
          <p:spPr>
            <a:xfrm>
              <a:off x="5179201" y="3538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1" name="pt10201"/>
            <p:cNvSpPr/>
            <p:nvPr/>
          </p:nvSpPr>
          <p:spPr>
            <a:xfrm>
              <a:off x="5132345" y="35622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2" name="pt10202"/>
            <p:cNvSpPr/>
            <p:nvPr/>
          </p:nvSpPr>
          <p:spPr>
            <a:xfrm>
              <a:off x="5128900" y="35836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3" name="pt10203"/>
            <p:cNvSpPr/>
            <p:nvPr/>
          </p:nvSpPr>
          <p:spPr>
            <a:xfrm>
              <a:off x="5096421" y="35629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4" name="pt10204"/>
            <p:cNvSpPr/>
            <p:nvPr/>
          </p:nvSpPr>
          <p:spPr>
            <a:xfrm>
              <a:off x="5100363" y="3538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5" name="pt10205"/>
            <p:cNvSpPr/>
            <p:nvPr/>
          </p:nvSpPr>
          <p:spPr>
            <a:xfrm>
              <a:off x="5235848" y="35479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6" name="pt10206"/>
            <p:cNvSpPr/>
            <p:nvPr/>
          </p:nvSpPr>
          <p:spPr>
            <a:xfrm>
              <a:off x="5072226" y="3558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7" name="pt10207"/>
            <p:cNvSpPr/>
            <p:nvPr/>
          </p:nvSpPr>
          <p:spPr>
            <a:xfrm>
              <a:off x="5169443" y="35798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8" name="pt10208"/>
            <p:cNvSpPr/>
            <p:nvPr/>
          </p:nvSpPr>
          <p:spPr>
            <a:xfrm>
              <a:off x="5158328" y="3501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09" name="pt10209"/>
            <p:cNvSpPr/>
            <p:nvPr/>
          </p:nvSpPr>
          <p:spPr>
            <a:xfrm>
              <a:off x="5084374" y="3573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0" name="pt10210"/>
            <p:cNvSpPr/>
            <p:nvPr/>
          </p:nvSpPr>
          <p:spPr>
            <a:xfrm>
              <a:off x="5151843" y="3537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1" name="pt10211"/>
            <p:cNvSpPr/>
            <p:nvPr/>
          </p:nvSpPr>
          <p:spPr>
            <a:xfrm>
              <a:off x="5041319" y="3632710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2" name="pt10212"/>
            <p:cNvSpPr/>
            <p:nvPr/>
          </p:nvSpPr>
          <p:spPr>
            <a:xfrm>
              <a:off x="5138351" y="3548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3" name="pt10213"/>
            <p:cNvSpPr/>
            <p:nvPr/>
          </p:nvSpPr>
          <p:spPr>
            <a:xfrm>
              <a:off x="5149407" y="34056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4" name="pt10214"/>
            <p:cNvSpPr/>
            <p:nvPr/>
          </p:nvSpPr>
          <p:spPr>
            <a:xfrm>
              <a:off x="5102127" y="3558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5" name="pt10215"/>
            <p:cNvSpPr/>
            <p:nvPr/>
          </p:nvSpPr>
          <p:spPr>
            <a:xfrm>
              <a:off x="5112107" y="3540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6" name="pt10216"/>
            <p:cNvSpPr/>
            <p:nvPr/>
          </p:nvSpPr>
          <p:spPr>
            <a:xfrm>
              <a:off x="5128740" y="3399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7" name="pt10217"/>
            <p:cNvSpPr/>
            <p:nvPr/>
          </p:nvSpPr>
          <p:spPr>
            <a:xfrm>
              <a:off x="5086300" y="35800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8" name="pt10218"/>
            <p:cNvSpPr/>
            <p:nvPr/>
          </p:nvSpPr>
          <p:spPr>
            <a:xfrm>
              <a:off x="5069801" y="35893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19" name="pt10219"/>
            <p:cNvSpPr/>
            <p:nvPr/>
          </p:nvSpPr>
          <p:spPr>
            <a:xfrm>
              <a:off x="5079035" y="35580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0" name="pt10220"/>
            <p:cNvSpPr/>
            <p:nvPr/>
          </p:nvSpPr>
          <p:spPr>
            <a:xfrm>
              <a:off x="5166197" y="3567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1" name="pt10221"/>
            <p:cNvSpPr/>
            <p:nvPr/>
          </p:nvSpPr>
          <p:spPr>
            <a:xfrm>
              <a:off x="5128843" y="35803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2" name="pt10222"/>
            <p:cNvSpPr/>
            <p:nvPr/>
          </p:nvSpPr>
          <p:spPr>
            <a:xfrm>
              <a:off x="5155507" y="35664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3" name="pt10223"/>
            <p:cNvSpPr/>
            <p:nvPr/>
          </p:nvSpPr>
          <p:spPr>
            <a:xfrm>
              <a:off x="5197776" y="35470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4" name="pt10224"/>
            <p:cNvSpPr/>
            <p:nvPr/>
          </p:nvSpPr>
          <p:spPr>
            <a:xfrm>
              <a:off x="5091260" y="34661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5" name="pt10225"/>
            <p:cNvSpPr/>
            <p:nvPr/>
          </p:nvSpPr>
          <p:spPr>
            <a:xfrm>
              <a:off x="5148811" y="3551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6" name="pt10226"/>
            <p:cNvSpPr/>
            <p:nvPr/>
          </p:nvSpPr>
          <p:spPr>
            <a:xfrm>
              <a:off x="5148254" y="35251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7" name="pt10227"/>
            <p:cNvSpPr/>
            <p:nvPr/>
          </p:nvSpPr>
          <p:spPr>
            <a:xfrm>
              <a:off x="5118375" y="35276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8" name="pt10228"/>
            <p:cNvSpPr/>
            <p:nvPr/>
          </p:nvSpPr>
          <p:spPr>
            <a:xfrm>
              <a:off x="5080017" y="3713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29" name="pt10229"/>
            <p:cNvSpPr/>
            <p:nvPr/>
          </p:nvSpPr>
          <p:spPr>
            <a:xfrm>
              <a:off x="5094012" y="3598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0" name="pt10230"/>
            <p:cNvSpPr/>
            <p:nvPr/>
          </p:nvSpPr>
          <p:spPr>
            <a:xfrm>
              <a:off x="5107387" y="3554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1" name="pt10231"/>
            <p:cNvSpPr/>
            <p:nvPr/>
          </p:nvSpPr>
          <p:spPr>
            <a:xfrm>
              <a:off x="5106786" y="3577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2" name="pt10232"/>
            <p:cNvSpPr/>
            <p:nvPr/>
          </p:nvSpPr>
          <p:spPr>
            <a:xfrm>
              <a:off x="5149875" y="35471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3" name="pt10233"/>
            <p:cNvSpPr/>
            <p:nvPr/>
          </p:nvSpPr>
          <p:spPr>
            <a:xfrm>
              <a:off x="5137119" y="3589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4" name="pt10234"/>
            <p:cNvSpPr/>
            <p:nvPr/>
          </p:nvSpPr>
          <p:spPr>
            <a:xfrm>
              <a:off x="5147753" y="3571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5" name="pt10235"/>
            <p:cNvSpPr/>
            <p:nvPr/>
          </p:nvSpPr>
          <p:spPr>
            <a:xfrm>
              <a:off x="5147378" y="36052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6" name="pt10236"/>
            <p:cNvSpPr/>
            <p:nvPr/>
          </p:nvSpPr>
          <p:spPr>
            <a:xfrm>
              <a:off x="5100635" y="35767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7" name="pt10237"/>
            <p:cNvSpPr/>
            <p:nvPr/>
          </p:nvSpPr>
          <p:spPr>
            <a:xfrm>
              <a:off x="5140759" y="35691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8" name="pt10238"/>
            <p:cNvSpPr/>
            <p:nvPr/>
          </p:nvSpPr>
          <p:spPr>
            <a:xfrm>
              <a:off x="5146913" y="35964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39" name="pt10239"/>
            <p:cNvSpPr/>
            <p:nvPr/>
          </p:nvSpPr>
          <p:spPr>
            <a:xfrm>
              <a:off x="5164458" y="3536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0" name="pt10240"/>
            <p:cNvSpPr/>
            <p:nvPr/>
          </p:nvSpPr>
          <p:spPr>
            <a:xfrm>
              <a:off x="5171976" y="35348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1" name="pt10241"/>
            <p:cNvSpPr/>
            <p:nvPr/>
          </p:nvSpPr>
          <p:spPr>
            <a:xfrm>
              <a:off x="5177690" y="36165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2" name="pt10242"/>
            <p:cNvSpPr/>
            <p:nvPr/>
          </p:nvSpPr>
          <p:spPr>
            <a:xfrm>
              <a:off x="5184739" y="35224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3" name="pt10243"/>
            <p:cNvSpPr/>
            <p:nvPr/>
          </p:nvSpPr>
          <p:spPr>
            <a:xfrm>
              <a:off x="5147240" y="35933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4" name="pt10244"/>
            <p:cNvSpPr/>
            <p:nvPr/>
          </p:nvSpPr>
          <p:spPr>
            <a:xfrm>
              <a:off x="5259629" y="35362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5" name="pt10245"/>
            <p:cNvSpPr/>
            <p:nvPr/>
          </p:nvSpPr>
          <p:spPr>
            <a:xfrm>
              <a:off x="5171222" y="36466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6" name="pt10246"/>
            <p:cNvSpPr/>
            <p:nvPr/>
          </p:nvSpPr>
          <p:spPr>
            <a:xfrm>
              <a:off x="5094984" y="35635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7" name="pt10247"/>
            <p:cNvSpPr/>
            <p:nvPr/>
          </p:nvSpPr>
          <p:spPr>
            <a:xfrm>
              <a:off x="5108572" y="35823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8" name="pt10248"/>
            <p:cNvSpPr/>
            <p:nvPr/>
          </p:nvSpPr>
          <p:spPr>
            <a:xfrm>
              <a:off x="5186299" y="3549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49" name="pt10249"/>
            <p:cNvSpPr/>
            <p:nvPr/>
          </p:nvSpPr>
          <p:spPr>
            <a:xfrm>
              <a:off x="5127925" y="35633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0" name="pt10250"/>
            <p:cNvSpPr/>
            <p:nvPr/>
          </p:nvSpPr>
          <p:spPr>
            <a:xfrm>
              <a:off x="5110653" y="36255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1" name="pt10251"/>
            <p:cNvSpPr/>
            <p:nvPr/>
          </p:nvSpPr>
          <p:spPr>
            <a:xfrm>
              <a:off x="5140828" y="3739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2" name="pt10252"/>
            <p:cNvSpPr/>
            <p:nvPr/>
          </p:nvSpPr>
          <p:spPr>
            <a:xfrm>
              <a:off x="5137967" y="34998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3" name="pt10253"/>
            <p:cNvSpPr/>
            <p:nvPr/>
          </p:nvSpPr>
          <p:spPr>
            <a:xfrm>
              <a:off x="5090598" y="35273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4" name="pt10254"/>
            <p:cNvSpPr/>
            <p:nvPr/>
          </p:nvSpPr>
          <p:spPr>
            <a:xfrm>
              <a:off x="5095720" y="33922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5" name="pt10255"/>
            <p:cNvSpPr/>
            <p:nvPr/>
          </p:nvSpPr>
          <p:spPr>
            <a:xfrm>
              <a:off x="5132104" y="35795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6" name="pt10256"/>
            <p:cNvSpPr/>
            <p:nvPr/>
          </p:nvSpPr>
          <p:spPr>
            <a:xfrm>
              <a:off x="5155627" y="3647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7" name="pt10257"/>
            <p:cNvSpPr/>
            <p:nvPr/>
          </p:nvSpPr>
          <p:spPr>
            <a:xfrm>
              <a:off x="5167776" y="34762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8" name="pt10258"/>
            <p:cNvSpPr/>
            <p:nvPr/>
          </p:nvSpPr>
          <p:spPr>
            <a:xfrm>
              <a:off x="5169185" y="3550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59" name="pt10259"/>
            <p:cNvSpPr/>
            <p:nvPr/>
          </p:nvSpPr>
          <p:spPr>
            <a:xfrm>
              <a:off x="5234406" y="35686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0" name="pt10260"/>
            <p:cNvSpPr/>
            <p:nvPr/>
          </p:nvSpPr>
          <p:spPr>
            <a:xfrm>
              <a:off x="5145680" y="3551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1" name="pt10261"/>
            <p:cNvSpPr/>
            <p:nvPr/>
          </p:nvSpPr>
          <p:spPr>
            <a:xfrm>
              <a:off x="5163622" y="3575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2" name="pt10262"/>
            <p:cNvSpPr/>
            <p:nvPr/>
          </p:nvSpPr>
          <p:spPr>
            <a:xfrm>
              <a:off x="5120556" y="32219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3" name="pt10263"/>
            <p:cNvSpPr/>
            <p:nvPr/>
          </p:nvSpPr>
          <p:spPr>
            <a:xfrm>
              <a:off x="5098389" y="36160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4" name="pt10264"/>
            <p:cNvSpPr/>
            <p:nvPr/>
          </p:nvSpPr>
          <p:spPr>
            <a:xfrm>
              <a:off x="5180307" y="37612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5" name="pt10265"/>
            <p:cNvSpPr/>
            <p:nvPr/>
          </p:nvSpPr>
          <p:spPr>
            <a:xfrm>
              <a:off x="5143369" y="40126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6" name="pt10266"/>
            <p:cNvSpPr/>
            <p:nvPr/>
          </p:nvSpPr>
          <p:spPr>
            <a:xfrm>
              <a:off x="5126706" y="3523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7" name="pt10267"/>
            <p:cNvSpPr/>
            <p:nvPr/>
          </p:nvSpPr>
          <p:spPr>
            <a:xfrm>
              <a:off x="5177399" y="36937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8" name="pt10268"/>
            <p:cNvSpPr/>
            <p:nvPr/>
          </p:nvSpPr>
          <p:spPr>
            <a:xfrm>
              <a:off x="5229676" y="35529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69" name="pt10269"/>
            <p:cNvSpPr/>
            <p:nvPr/>
          </p:nvSpPr>
          <p:spPr>
            <a:xfrm>
              <a:off x="5181126" y="35822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0" name="pt10270"/>
            <p:cNvSpPr/>
            <p:nvPr/>
          </p:nvSpPr>
          <p:spPr>
            <a:xfrm>
              <a:off x="5105088" y="34957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1" name="pt10271"/>
            <p:cNvSpPr/>
            <p:nvPr/>
          </p:nvSpPr>
          <p:spPr>
            <a:xfrm>
              <a:off x="5154806" y="35753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2" name="pt10272"/>
            <p:cNvSpPr/>
            <p:nvPr/>
          </p:nvSpPr>
          <p:spPr>
            <a:xfrm>
              <a:off x="5099040" y="35406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3" name="pt10273"/>
            <p:cNvSpPr/>
            <p:nvPr/>
          </p:nvSpPr>
          <p:spPr>
            <a:xfrm>
              <a:off x="5195688" y="35420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4" name="pt10274"/>
            <p:cNvSpPr/>
            <p:nvPr/>
          </p:nvSpPr>
          <p:spPr>
            <a:xfrm>
              <a:off x="5077587" y="36044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5" name="pt10275"/>
            <p:cNvSpPr/>
            <p:nvPr/>
          </p:nvSpPr>
          <p:spPr>
            <a:xfrm>
              <a:off x="5203117" y="3626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6" name="pt10276"/>
            <p:cNvSpPr/>
            <p:nvPr/>
          </p:nvSpPr>
          <p:spPr>
            <a:xfrm>
              <a:off x="5165867" y="37339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7" name="pt10277"/>
            <p:cNvSpPr/>
            <p:nvPr/>
          </p:nvSpPr>
          <p:spPr>
            <a:xfrm>
              <a:off x="5171238" y="32930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8" name="pt10278"/>
            <p:cNvSpPr/>
            <p:nvPr/>
          </p:nvSpPr>
          <p:spPr>
            <a:xfrm>
              <a:off x="5096603" y="35827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79" name="pt10279"/>
            <p:cNvSpPr/>
            <p:nvPr/>
          </p:nvSpPr>
          <p:spPr>
            <a:xfrm>
              <a:off x="5133194" y="3564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0" name="pt10280"/>
            <p:cNvSpPr/>
            <p:nvPr/>
          </p:nvSpPr>
          <p:spPr>
            <a:xfrm>
              <a:off x="4893826" y="3597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1" name="pt10281"/>
            <p:cNvSpPr/>
            <p:nvPr/>
          </p:nvSpPr>
          <p:spPr>
            <a:xfrm>
              <a:off x="5104267" y="3536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2" name="pt10282"/>
            <p:cNvSpPr/>
            <p:nvPr/>
          </p:nvSpPr>
          <p:spPr>
            <a:xfrm>
              <a:off x="5107329" y="35902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3" name="pt10283"/>
            <p:cNvSpPr/>
            <p:nvPr/>
          </p:nvSpPr>
          <p:spPr>
            <a:xfrm>
              <a:off x="5094669" y="3591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4" name="pt10284"/>
            <p:cNvSpPr/>
            <p:nvPr/>
          </p:nvSpPr>
          <p:spPr>
            <a:xfrm>
              <a:off x="5155398" y="35818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5" name="pt10285"/>
            <p:cNvSpPr/>
            <p:nvPr/>
          </p:nvSpPr>
          <p:spPr>
            <a:xfrm>
              <a:off x="5110422" y="35855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6" name="pt10286"/>
            <p:cNvSpPr/>
            <p:nvPr/>
          </p:nvSpPr>
          <p:spPr>
            <a:xfrm>
              <a:off x="5126702" y="3520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7" name="pt10287"/>
            <p:cNvSpPr/>
            <p:nvPr/>
          </p:nvSpPr>
          <p:spPr>
            <a:xfrm>
              <a:off x="5166864" y="3576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8" name="pt10288"/>
            <p:cNvSpPr/>
            <p:nvPr/>
          </p:nvSpPr>
          <p:spPr>
            <a:xfrm>
              <a:off x="5065891" y="3609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89" name="pt10289"/>
            <p:cNvSpPr/>
            <p:nvPr/>
          </p:nvSpPr>
          <p:spPr>
            <a:xfrm>
              <a:off x="4955146" y="35991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0" name="pt10290"/>
            <p:cNvSpPr/>
            <p:nvPr/>
          </p:nvSpPr>
          <p:spPr>
            <a:xfrm>
              <a:off x="5136676" y="35267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1" name="pt10291"/>
            <p:cNvSpPr/>
            <p:nvPr/>
          </p:nvSpPr>
          <p:spPr>
            <a:xfrm>
              <a:off x="5165341" y="3568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2" name="pt10292"/>
            <p:cNvSpPr/>
            <p:nvPr/>
          </p:nvSpPr>
          <p:spPr>
            <a:xfrm>
              <a:off x="5116165" y="35732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3" name="pt10293"/>
            <p:cNvSpPr/>
            <p:nvPr/>
          </p:nvSpPr>
          <p:spPr>
            <a:xfrm>
              <a:off x="5236950" y="35106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4" name="pt10294"/>
            <p:cNvSpPr/>
            <p:nvPr/>
          </p:nvSpPr>
          <p:spPr>
            <a:xfrm>
              <a:off x="5134207" y="35534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5" name="pt10295"/>
            <p:cNvSpPr/>
            <p:nvPr/>
          </p:nvSpPr>
          <p:spPr>
            <a:xfrm>
              <a:off x="5130239" y="3551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6" name="pt10296"/>
            <p:cNvSpPr/>
            <p:nvPr/>
          </p:nvSpPr>
          <p:spPr>
            <a:xfrm>
              <a:off x="5092453" y="3544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7" name="pt10297"/>
            <p:cNvSpPr/>
            <p:nvPr/>
          </p:nvSpPr>
          <p:spPr>
            <a:xfrm>
              <a:off x="5130338" y="33780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8" name="pt10298"/>
            <p:cNvSpPr/>
            <p:nvPr/>
          </p:nvSpPr>
          <p:spPr>
            <a:xfrm>
              <a:off x="5154536" y="3461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299" name="pt10299"/>
            <p:cNvSpPr/>
            <p:nvPr/>
          </p:nvSpPr>
          <p:spPr>
            <a:xfrm>
              <a:off x="5190116" y="3528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0" name="pt10300"/>
            <p:cNvSpPr/>
            <p:nvPr/>
          </p:nvSpPr>
          <p:spPr>
            <a:xfrm>
              <a:off x="5134979" y="35887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1" name="pt10301"/>
            <p:cNvSpPr/>
            <p:nvPr/>
          </p:nvSpPr>
          <p:spPr>
            <a:xfrm>
              <a:off x="5170045" y="35393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2" name="pt10302"/>
            <p:cNvSpPr/>
            <p:nvPr/>
          </p:nvSpPr>
          <p:spPr>
            <a:xfrm>
              <a:off x="5160701" y="35989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3" name="pt10303"/>
            <p:cNvSpPr/>
            <p:nvPr/>
          </p:nvSpPr>
          <p:spPr>
            <a:xfrm>
              <a:off x="5165270" y="35067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4" name="pt10304"/>
            <p:cNvSpPr/>
            <p:nvPr/>
          </p:nvSpPr>
          <p:spPr>
            <a:xfrm>
              <a:off x="5131424" y="3567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5" name="pt10305"/>
            <p:cNvSpPr/>
            <p:nvPr/>
          </p:nvSpPr>
          <p:spPr>
            <a:xfrm>
              <a:off x="5143519" y="3467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6" name="pt10306"/>
            <p:cNvSpPr/>
            <p:nvPr/>
          </p:nvSpPr>
          <p:spPr>
            <a:xfrm>
              <a:off x="5149592" y="35719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7" name="pt10307"/>
            <p:cNvSpPr/>
            <p:nvPr/>
          </p:nvSpPr>
          <p:spPr>
            <a:xfrm>
              <a:off x="5153693" y="34485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8" name="pt10308"/>
            <p:cNvSpPr/>
            <p:nvPr/>
          </p:nvSpPr>
          <p:spPr>
            <a:xfrm>
              <a:off x="5191195" y="35522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09" name="pt10309"/>
            <p:cNvSpPr/>
            <p:nvPr/>
          </p:nvSpPr>
          <p:spPr>
            <a:xfrm>
              <a:off x="5137443" y="35888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0" name="pt10310"/>
            <p:cNvSpPr/>
            <p:nvPr/>
          </p:nvSpPr>
          <p:spPr>
            <a:xfrm>
              <a:off x="5180641" y="3540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1" name="pt10311"/>
            <p:cNvSpPr/>
            <p:nvPr/>
          </p:nvSpPr>
          <p:spPr>
            <a:xfrm>
              <a:off x="5059738" y="35503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2" name="pt10312"/>
            <p:cNvSpPr/>
            <p:nvPr/>
          </p:nvSpPr>
          <p:spPr>
            <a:xfrm>
              <a:off x="5079694" y="35961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3" name="pt10313"/>
            <p:cNvSpPr/>
            <p:nvPr/>
          </p:nvSpPr>
          <p:spPr>
            <a:xfrm>
              <a:off x="5083019" y="35548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4" name="pt10314"/>
            <p:cNvSpPr/>
            <p:nvPr/>
          </p:nvSpPr>
          <p:spPr>
            <a:xfrm>
              <a:off x="5185413" y="35953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5" name="pt10315"/>
            <p:cNvSpPr/>
            <p:nvPr/>
          </p:nvSpPr>
          <p:spPr>
            <a:xfrm>
              <a:off x="5109108" y="35893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6" name="pt10316"/>
            <p:cNvSpPr/>
            <p:nvPr/>
          </p:nvSpPr>
          <p:spPr>
            <a:xfrm>
              <a:off x="5080647" y="35681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7" name="pt10317"/>
            <p:cNvSpPr/>
            <p:nvPr/>
          </p:nvSpPr>
          <p:spPr>
            <a:xfrm>
              <a:off x="5153156" y="35019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8" name="pt10318"/>
            <p:cNvSpPr/>
            <p:nvPr/>
          </p:nvSpPr>
          <p:spPr>
            <a:xfrm>
              <a:off x="5185103" y="3583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19" name="pt10319"/>
            <p:cNvSpPr/>
            <p:nvPr/>
          </p:nvSpPr>
          <p:spPr>
            <a:xfrm>
              <a:off x="5057720" y="3632760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0" name="pt10320"/>
            <p:cNvSpPr/>
            <p:nvPr/>
          </p:nvSpPr>
          <p:spPr>
            <a:xfrm>
              <a:off x="5159117" y="3539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1" name="pt10321"/>
            <p:cNvSpPr/>
            <p:nvPr/>
          </p:nvSpPr>
          <p:spPr>
            <a:xfrm>
              <a:off x="5109129" y="34978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2" name="pt10322"/>
            <p:cNvSpPr/>
            <p:nvPr/>
          </p:nvSpPr>
          <p:spPr>
            <a:xfrm>
              <a:off x="5204481" y="3509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3" name="pt10323"/>
            <p:cNvSpPr/>
            <p:nvPr/>
          </p:nvSpPr>
          <p:spPr>
            <a:xfrm>
              <a:off x="5115348" y="35453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4" name="pt10324"/>
            <p:cNvSpPr/>
            <p:nvPr/>
          </p:nvSpPr>
          <p:spPr>
            <a:xfrm>
              <a:off x="5179931" y="34453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5" name="pt10325"/>
            <p:cNvSpPr/>
            <p:nvPr/>
          </p:nvSpPr>
          <p:spPr>
            <a:xfrm>
              <a:off x="5139802" y="3546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6" name="pt10326"/>
            <p:cNvSpPr/>
            <p:nvPr/>
          </p:nvSpPr>
          <p:spPr>
            <a:xfrm>
              <a:off x="5169395" y="33574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7" name="pt10327"/>
            <p:cNvSpPr/>
            <p:nvPr/>
          </p:nvSpPr>
          <p:spPr>
            <a:xfrm>
              <a:off x="4983705" y="3569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8" name="pt10328"/>
            <p:cNvSpPr/>
            <p:nvPr/>
          </p:nvSpPr>
          <p:spPr>
            <a:xfrm>
              <a:off x="5187495" y="36471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29" name="pt10329"/>
            <p:cNvSpPr/>
            <p:nvPr/>
          </p:nvSpPr>
          <p:spPr>
            <a:xfrm>
              <a:off x="5106184" y="3588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0" name="pt10330"/>
            <p:cNvSpPr/>
            <p:nvPr/>
          </p:nvSpPr>
          <p:spPr>
            <a:xfrm>
              <a:off x="5136589" y="3564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1" name="pt10331"/>
            <p:cNvSpPr/>
            <p:nvPr/>
          </p:nvSpPr>
          <p:spPr>
            <a:xfrm>
              <a:off x="5173730" y="3640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2" name="pt10332"/>
            <p:cNvSpPr/>
            <p:nvPr/>
          </p:nvSpPr>
          <p:spPr>
            <a:xfrm>
              <a:off x="5082733" y="35895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3" name="pt10333"/>
            <p:cNvSpPr/>
            <p:nvPr/>
          </p:nvSpPr>
          <p:spPr>
            <a:xfrm>
              <a:off x="5175993" y="3554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4" name="pt10334"/>
            <p:cNvSpPr/>
            <p:nvPr/>
          </p:nvSpPr>
          <p:spPr>
            <a:xfrm>
              <a:off x="5150799" y="35654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5" name="pt10335"/>
            <p:cNvSpPr/>
            <p:nvPr/>
          </p:nvSpPr>
          <p:spPr>
            <a:xfrm>
              <a:off x="5117053" y="35427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6" name="pt10336"/>
            <p:cNvSpPr/>
            <p:nvPr/>
          </p:nvSpPr>
          <p:spPr>
            <a:xfrm>
              <a:off x="5173363" y="3537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7" name="pt10337"/>
            <p:cNvSpPr/>
            <p:nvPr/>
          </p:nvSpPr>
          <p:spPr>
            <a:xfrm>
              <a:off x="5133461" y="3469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8" name="pt10338"/>
            <p:cNvSpPr/>
            <p:nvPr/>
          </p:nvSpPr>
          <p:spPr>
            <a:xfrm>
              <a:off x="5047138" y="35913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39" name="pt10339"/>
            <p:cNvSpPr/>
            <p:nvPr/>
          </p:nvSpPr>
          <p:spPr>
            <a:xfrm>
              <a:off x="5177741" y="35914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0" name="pt10340"/>
            <p:cNvSpPr/>
            <p:nvPr/>
          </p:nvSpPr>
          <p:spPr>
            <a:xfrm>
              <a:off x="5049805" y="3566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1" name="pt10341"/>
            <p:cNvSpPr/>
            <p:nvPr/>
          </p:nvSpPr>
          <p:spPr>
            <a:xfrm>
              <a:off x="5141221" y="35842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2" name="pt10342"/>
            <p:cNvSpPr/>
            <p:nvPr/>
          </p:nvSpPr>
          <p:spPr>
            <a:xfrm>
              <a:off x="5114744" y="35524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3" name="pt10343"/>
            <p:cNvSpPr/>
            <p:nvPr/>
          </p:nvSpPr>
          <p:spPr>
            <a:xfrm>
              <a:off x="5030194" y="35391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4" name="pt10344"/>
            <p:cNvSpPr/>
            <p:nvPr/>
          </p:nvSpPr>
          <p:spPr>
            <a:xfrm>
              <a:off x="5149032" y="3578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5" name="pt10345"/>
            <p:cNvSpPr/>
            <p:nvPr/>
          </p:nvSpPr>
          <p:spPr>
            <a:xfrm>
              <a:off x="5196151" y="35321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6" name="pt10346"/>
            <p:cNvSpPr/>
            <p:nvPr/>
          </p:nvSpPr>
          <p:spPr>
            <a:xfrm>
              <a:off x="5141116" y="35395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7" name="pt10347"/>
            <p:cNvSpPr/>
            <p:nvPr/>
          </p:nvSpPr>
          <p:spPr>
            <a:xfrm>
              <a:off x="5193331" y="35676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8" name="pt10348"/>
            <p:cNvSpPr/>
            <p:nvPr/>
          </p:nvSpPr>
          <p:spPr>
            <a:xfrm>
              <a:off x="5181950" y="35717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49" name="pt10349"/>
            <p:cNvSpPr/>
            <p:nvPr/>
          </p:nvSpPr>
          <p:spPr>
            <a:xfrm>
              <a:off x="5135306" y="3532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0" name="pt10350"/>
            <p:cNvSpPr/>
            <p:nvPr/>
          </p:nvSpPr>
          <p:spPr>
            <a:xfrm>
              <a:off x="5222717" y="3576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1" name="pt10351"/>
            <p:cNvSpPr/>
            <p:nvPr/>
          </p:nvSpPr>
          <p:spPr>
            <a:xfrm>
              <a:off x="5137456" y="35680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2" name="pt10352"/>
            <p:cNvSpPr/>
            <p:nvPr/>
          </p:nvSpPr>
          <p:spPr>
            <a:xfrm>
              <a:off x="5141848" y="36205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3" name="pt10353"/>
            <p:cNvSpPr/>
            <p:nvPr/>
          </p:nvSpPr>
          <p:spPr>
            <a:xfrm>
              <a:off x="5160476" y="3500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4" name="pt10354"/>
            <p:cNvSpPr/>
            <p:nvPr/>
          </p:nvSpPr>
          <p:spPr>
            <a:xfrm>
              <a:off x="5179627" y="35543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5" name="pt10355"/>
            <p:cNvSpPr/>
            <p:nvPr/>
          </p:nvSpPr>
          <p:spPr>
            <a:xfrm>
              <a:off x="5143148" y="36108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6" name="pt10356"/>
            <p:cNvSpPr/>
            <p:nvPr/>
          </p:nvSpPr>
          <p:spPr>
            <a:xfrm>
              <a:off x="5097232" y="35993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7" name="pt10357"/>
            <p:cNvSpPr/>
            <p:nvPr/>
          </p:nvSpPr>
          <p:spPr>
            <a:xfrm>
              <a:off x="5130394" y="3703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8" name="pt10358"/>
            <p:cNvSpPr/>
            <p:nvPr/>
          </p:nvSpPr>
          <p:spPr>
            <a:xfrm>
              <a:off x="5094757" y="35607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59" name="pt10359"/>
            <p:cNvSpPr/>
            <p:nvPr/>
          </p:nvSpPr>
          <p:spPr>
            <a:xfrm>
              <a:off x="5140586" y="24801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0" name="pt10360"/>
            <p:cNvSpPr/>
            <p:nvPr/>
          </p:nvSpPr>
          <p:spPr>
            <a:xfrm>
              <a:off x="5107183" y="33703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1" name="pt10361"/>
            <p:cNvSpPr/>
            <p:nvPr/>
          </p:nvSpPr>
          <p:spPr>
            <a:xfrm>
              <a:off x="5185396" y="34894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2" name="pt10362"/>
            <p:cNvSpPr/>
            <p:nvPr/>
          </p:nvSpPr>
          <p:spPr>
            <a:xfrm>
              <a:off x="5151752" y="35898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3" name="pt10363"/>
            <p:cNvSpPr/>
            <p:nvPr/>
          </p:nvSpPr>
          <p:spPr>
            <a:xfrm>
              <a:off x="5155976" y="35932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4" name="pt10364"/>
            <p:cNvSpPr/>
            <p:nvPr/>
          </p:nvSpPr>
          <p:spPr>
            <a:xfrm>
              <a:off x="5137407" y="36257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5" name="pt10365"/>
            <p:cNvSpPr/>
            <p:nvPr/>
          </p:nvSpPr>
          <p:spPr>
            <a:xfrm>
              <a:off x="5126797" y="35914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6" name="pt10366"/>
            <p:cNvSpPr/>
            <p:nvPr/>
          </p:nvSpPr>
          <p:spPr>
            <a:xfrm>
              <a:off x="5186243" y="3583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7" name="pt10367"/>
            <p:cNvSpPr/>
            <p:nvPr/>
          </p:nvSpPr>
          <p:spPr>
            <a:xfrm>
              <a:off x="5136964" y="35617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8" name="pt10368"/>
            <p:cNvSpPr/>
            <p:nvPr/>
          </p:nvSpPr>
          <p:spPr>
            <a:xfrm>
              <a:off x="5142040" y="36344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69" name="pt10369"/>
            <p:cNvSpPr/>
            <p:nvPr/>
          </p:nvSpPr>
          <p:spPr>
            <a:xfrm>
              <a:off x="5160251" y="34993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0" name="pt10370"/>
            <p:cNvSpPr/>
            <p:nvPr/>
          </p:nvSpPr>
          <p:spPr>
            <a:xfrm>
              <a:off x="5104956" y="35697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1" name="pt10371"/>
            <p:cNvSpPr/>
            <p:nvPr/>
          </p:nvSpPr>
          <p:spPr>
            <a:xfrm>
              <a:off x="5156033" y="35581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2" name="pt10372"/>
            <p:cNvSpPr/>
            <p:nvPr/>
          </p:nvSpPr>
          <p:spPr>
            <a:xfrm>
              <a:off x="5188104" y="3573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3" name="pt10373"/>
            <p:cNvSpPr/>
            <p:nvPr/>
          </p:nvSpPr>
          <p:spPr>
            <a:xfrm>
              <a:off x="5145214" y="35888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4" name="pt10374"/>
            <p:cNvSpPr/>
            <p:nvPr/>
          </p:nvSpPr>
          <p:spPr>
            <a:xfrm>
              <a:off x="5163329" y="35758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5" name="pt10375"/>
            <p:cNvSpPr/>
            <p:nvPr/>
          </p:nvSpPr>
          <p:spPr>
            <a:xfrm>
              <a:off x="5104086" y="35795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6" name="pt10376"/>
            <p:cNvSpPr/>
            <p:nvPr/>
          </p:nvSpPr>
          <p:spPr>
            <a:xfrm>
              <a:off x="5155641" y="35272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7" name="pt10377"/>
            <p:cNvSpPr/>
            <p:nvPr/>
          </p:nvSpPr>
          <p:spPr>
            <a:xfrm>
              <a:off x="5085388" y="3553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8" name="pt10378"/>
            <p:cNvSpPr/>
            <p:nvPr/>
          </p:nvSpPr>
          <p:spPr>
            <a:xfrm>
              <a:off x="5186690" y="3566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79" name="pt10379"/>
            <p:cNvSpPr/>
            <p:nvPr/>
          </p:nvSpPr>
          <p:spPr>
            <a:xfrm>
              <a:off x="5161326" y="3583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0" name="pt10380"/>
            <p:cNvSpPr/>
            <p:nvPr/>
          </p:nvSpPr>
          <p:spPr>
            <a:xfrm>
              <a:off x="5118067" y="35722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1" name="pt10381"/>
            <p:cNvSpPr/>
            <p:nvPr/>
          </p:nvSpPr>
          <p:spPr>
            <a:xfrm>
              <a:off x="5124871" y="3527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2" name="pt10382"/>
            <p:cNvSpPr/>
            <p:nvPr/>
          </p:nvSpPr>
          <p:spPr>
            <a:xfrm>
              <a:off x="5134675" y="35821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3" name="pt10383"/>
            <p:cNvSpPr/>
            <p:nvPr/>
          </p:nvSpPr>
          <p:spPr>
            <a:xfrm>
              <a:off x="5034260" y="361789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4" name="pt10384"/>
            <p:cNvSpPr/>
            <p:nvPr/>
          </p:nvSpPr>
          <p:spPr>
            <a:xfrm>
              <a:off x="5138644" y="35579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5" name="pt10385"/>
            <p:cNvSpPr/>
            <p:nvPr/>
          </p:nvSpPr>
          <p:spPr>
            <a:xfrm>
              <a:off x="5104087" y="35992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6" name="pt10386"/>
            <p:cNvSpPr/>
            <p:nvPr/>
          </p:nvSpPr>
          <p:spPr>
            <a:xfrm>
              <a:off x="5165079" y="35451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7" name="pt10387"/>
            <p:cNvSpPr/>
            <p:nvPr/>
          </p:nvSpPr>
          <p:spPr>
            <a:xfrm>
              <a:off x="5270804" y="36180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8" name="pt10388"/>
            <p:cNvSpPr/>
            <p:nvPr/>
          </p:nvSpPr>
          <p:spPr>
            <a:xfrm>
              <a:off x="5043642" y="3627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89" name="pt10389"/>
            <p:cNvSpPr/>
            <p:nvPr/>
          </p:nvSpPr>
          <p:spPr>
            <a:xfrm>
              <a:off x="5167410" y="3523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0" name="pt10390"/>
            <p:cNvSpPr/>
            <p:nvPr/>
          </p:nvSpPr>
          <p:spPr>
            <a:xfrm>
              <a:off x="5143974" y="3557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1" name="pt10391"/>
            <p:cNvSpPr/>
            <p:nvPr/>
          </p:nvSpPr>
          <p:spPr>
            <a:xfrm>
              <a:off x="5156791" y="3508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2" name="pt10392"/>
            <p:cNvSpPr/>
            <p:nvPr/>
          </p:nvSpPr>
          <p:spPr>
            <a:xfrm>
              <a:off x="5127580" y="35403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3" name="pt10393"/>
            <p:cNvSpPr/>
            <p:nvPr/>
          </p:nvSpPr>
          <p:spPr>
            <a:xfrm>
              <a:off x="5130496" y="35686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4" name="pt10394"/>
            <p:cNvSpPr/>
            <p:nvPr/>
          </p:nvSpPr>
          <p:spPr>
            <a:xfrm>
              <a:off x="5168109" y="34875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5" name="pt10395"/>
            <p:cNvSpPr/>
            <p:nvPr/>
          </p:nvSpPr>
          <p:spPr>
            <a:xfrm>
              <a:off x="5159750" y="35764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6" name="pt10396"/>
            <p:cNvSpPr/>
            <p:nvPr/>
          </p:nvSpPr>
          <p:spPr>
            <a:xfrm>
              <a:off x="5073589" y="36027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7" name="pt10397"/>
            <p:cNvSpPr/>
            <p:nvPr/>
          </p:nvSpPr>
          <p:spPr>
            <a:xfrm>
              <a:off x="5102532" y="3589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8" name="pt10398"/>
            <p:cNvSpPr/>
            <p:nvPr/>
          </p:nvSpPr>
          <p:spPr>
            <a:xfrm>
              <a:off x="5097216" y="35789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399" name="pt10399"/>
            <p:cNvSpPr/>
            <p:nvPr/>
          </p:nvSpPr>
          <p:spPr>
            <a:xfrm>
              <a:off x="5136980" y="35755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0" name="pt10400"/>
            <p:cNvSpPr/>
            <p:nvPr/>
          </p:nvSpPr>
          <p:spPr>
            <a:xfrm>
              <a:off x="5155779" y="34398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1" name="pt10401"/>
            <p:cNvSpPr/>
            <p:nvPr/>
          </p:nvSpPr>
          <p:spPr>
            <a:xfrm>
              <a:off x="5136284" y="3529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2" name="pt10402"/>
            <p:cNvSpPr/>
            <p:nvPr/>
          </p:nvSpPr>
          <p:spPr>
            <a:xfrm>
              <a:off x="5140873" y="3549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3" name="pt10403"/>
            <p:cNvSpPr/>
            <p:nvPr/>
          </p:nvSpPr>
          <p:spPr>
            <a:xfrm>
              <a:off x="5145347" y="3593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4" name="pt10404"/>
            <p:cNvSpPr/>
            <p:nvPr/>
          </p:nvSpPr>
          <p:spPr>
            <a:xfrm>
              <a:off x="5135396" y="36070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5" name="pt10405"/>
            <p:cNvSpPr/>
            <p:nvPr/>
          </p:nvSpPr>
          <p:spPr>
            <a:xfrm>
              <a:off x="5065311" y="3572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6" name="pt10406"/>
            <p:cNvSpPr/>
            <p:nvPr/>
          </p:nvSpPr>
          <p:spPr>
            <a:xfrm>
              <a:off x="5100085" y="36722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7" name="pt10407"/>
            <p:cNvSpPr/>
            <p:nvPr/>
          </p:nvSpPr>
          <p:spPr>
            <a:xfrm>
              <a:off x="5166013" y="3573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8" name="pt10408"/>
            <p:cNvSpPr/>
            <p:nvPr/>
          </p:nvSpPr>
          <p:spPr>
            <a:xfrm>
              <a:off x="5141980" y="3627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09" name="pt10409"/>
            <p:cNvSpPr/>
            <p:nvPr/>
          </p:nvSpPr>
          <p:spPr>
            <a:xfrm>
              <a:off x="5122625" y="3537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0" name="pt10410"/>
            <p:cNvSpPr/>
            <p:nvPr/>
          </p:nvSpPr>
          <p:spPr>
            <a:xfrm>
              <a:off x="5099179" y="35167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1" name="pt10411"/>
            <p:cNvSpPr/>
            <p:nvPr/>
          </p:nvSpPr>
          <p:spPr>
            <a:xfrm>
              <a:off x="5087360" y="35909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2" name="pt10412"/>
            <p:cNvSpPr/>
            <p:nvPr/>
          </p:nvSpPr>
          <p:spPr>
            <a:xfrm>
              <a:off x="5121130" y="36106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3" name="pt10413"/>
            <p:cNvSpPr/>
            <p:nvPr/>
          </p:nvSpPr>
          <p:spPr>
            <a:xfrm>
              <a:off x="5111397" y="35712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4" name="pt10414"/>
            <p:cNvSpPr/>
            <p:nvPr/>
          </p:nvSpPr>
          <p:spPr>
            <a:xfrm>
              <a:off x="5102581" y="3569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5" name="pt10415"/>
            <p:cNvSpPr/>
            <p:nvPr/>
          </p:nvSpPr>
          <p:spPr>
            <a:xfrm>
              <a:off x="5199259" y="35480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6" name="pt10416"/>
            <p:cNvSpPr/>
            <p:nvPr/>
          </p:nvSpPr>
          <p:spPr>
            <a:xfrm>
              <a:off x="5209713" y="35821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7" name="pt10417"/>
            <p:cNvSpPr/>
            <p:nvPr/>
          </p:nvSpPr>
          <p:spPr>
            <a:xfrm>
              <a:off x="5173127" y="35777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8" name="pt10418"/>
            <p:cNvSpPr/>
            <p:nvPr/>
          </p:nvSpPr>
          <p:spPr>
            <a:xfrm>
              <a:off x="5095339" y="3617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19" name="pt10419"/>
            <p:cNvSpPr/>
            <p:nvPr/>
          </p:nvSpPr>
          <p:spPr>
            <a:xfrm>
              <a:off x="5104912" y="35598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0" name="pt10420"/>
            <p:cNvSpPr/>
            <p:nvPr/>
          </p:nvSpPr>
          <p:spPr>
            <a:xfrm>
              <a:off x="5193826" y="35662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1" name="pt10421"/>
            <p:cNvSpPr/>
            <p:nvPr/>
          </p:nvSpPr>
          <p:spPr>
            <a:xfrm>
              <a:off x="5163633" y="34663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2" name="pt10422"/>
            <p:cNvSpPr/>
            <p:nvPr/>
          </p:nvSpPr>
          <p:spPr>
            <a:xfrm>
              <a:off x="5175705" y="3565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3" name="pt10423"/>
            <p:cNvSpPr/>
            <p:nvPr/>
          </p:nvSpPr>
          <p:spPr>
            <a:xfrm>
              <a:off x="5167705" y="35536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4" name="pt10424"/>
            <p:cNvSpPr/>
            <p:nvPr/>
          </p:nvSpPr>
          <p:spPr>
            <a:xfrm>
              <a:off x="5127190" y="3585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5" name="pt10425"/>
            <p:cNvSpPr/>
            <p:nvPr/>
          </p:nvSpPr>
          <p:spPr>
            <a:xfrm>
              <a:off x="5080497" y="36112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6" name="pt10426"/>
            <p:cNvSpPr/>
            <p:nvPr/>
          </p:nvSpPr>
          <p:spPr>
            <a:xfrm>
              <a:off x="5081974" y="3575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7" name="pt10427"/>
            <p:cNvSpPr/>
            <p:nvPr/>
          </p:nvSpPr>
          <p:spPr>
            <a:xfrm>
              <a:off x="5203118" y="35702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8" name="pt10428"/>
            <p:cNvSpPr/>
            <p:nvPr/>
          </p:nvSpPr>
          <p:spPr>
            <a:xfrm>
              <a:off x="5155234" y="35881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29" name="pt10429"/>
            <p:cNvSpPr/>
            <p:nvPr/>
          </p:nvSpPr>
          <p:spPr>
            <a:xfrm>
              <a:off x="5095130" y="35257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0" name="pt10430"/>
            <p:cNvSpPr/>
            <p:nvPr/>
          </p:nvSpPr>
          <p:spPr>
            <a:xfrm>
              <a:off x="5101871" y="35679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1" name="pt10431"/>
            <p:cNvSpPr/>
            <p:nvPr/>
          </p:nvSpPr>
          <p:spPr>
            <a:xfrm>
              <a:off x="5081576" y="36588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2" name="pt10432"/>
            <p:cNvSpPr/>
            <p:nvPr/>
          </p:nvSpPr>
          <p:spPr>
            <a:xfrm>
              <a:off x="5127501" y="37442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3" name="pt10433"/>
            <p:cNvSpPr/>
            <p:nvPr/>
          </p:nvSpPr>
          <p:spPr>
            <a:xfrm>
              <a:off x="5154305" y="41919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4" name="pt10434"/>
            <p:cNvSpPr/>
            <p:nvPr/>
          </p:nvSpPr>
          <p:spPr>
            <a:xfrm>
              <a:off x="5201439" y="3591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5" name="pt10435"/>
            <p:cNvSpPr/>
            <p:nvPr/>
          </p:nvSpPr>
          <p:spPr>
            <a:xfrm>
              <a:off x="5179600" y="35363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6" name="pt10436"/>
            <p:cNvSpPr/>
            <p:nvPr/>
          </p:nvSpPr>
          <p:spPr>
            <a:xfrm>
              <a:off x="5179175" y="3541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7" name="pt10437"/>
            <p:cNvSpPr/>
            <p:nvPr/>
          </p:nvSpPr>
          <p:spPr>
            <a:xfrm>
              <a:off x="5042311" y="3377477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8" name="pt10438"/>
            <p:cNvSpPr/>
            <p:nvPr/>
          </p:nvSpPr>
          <p:spPr>
            <a:xfrm>
              <a:off x="5097653" y="3551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39" name="pt10439"/>
            <p:cNvSpPr/>
            <p:nvPr/>
          </p:nvSpPr>
          <p:spPr>
            <a:xfrm>
              <a:off x="5161426" y="35324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0" name="pt10440"/>
            <p:cNvSpPr/>
            <p:nvPr/>
          </p:nvSpPr>
          <p:spPr>
            <a:xfrm>
              <a:off x="5122287" y="3668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1" name="pt10441"/>
            <p:cNvSpPr/>
            <p:nvPr/>
          </p:nvSpPr>
          <p:spPr>
            <a:xfrm>
              <a:off x="5141818" y="3604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2" name="pt10442"/>
            <p:cNvSpPr/>
            <p:nvPr/>
          </p:nvSpPr>
          <p:spPr>
            <a:xfrm>
              <a:off x="5186049" y="35409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3" name="pt10443"/>
            <p:cNvSpPr/>
            <p:nvPr/>
          </p:nvSpPr>
          <p:spPr>
            <a:xfrm>
              <a:off x="5132273" y="35340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4" name="pt10444"/>
            <p:cNvSpPr/>
            <p:nvPr/>
          </p:nvSpPr>
          <p:spPr>
            <a:xfrm>
              <a:off x="5126459" y="35896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5" name="pt10445"/>
            <p:cNvSpPr/>
            <p:nvPr/>
          </p:nvSpPr>
          <p:spPr>
            <a:xfrm>
              <a:off x="5169682" y="33750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6" name="pt10446"/>
            <p:cNvSpPr/>
            <p:nvPr/>
          </p:nvSpPr>
          <p:spPr>
            <a:xfrm>
              <a:off x="5167110" y="35751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7" name="pt10447"/>
            <p:cNvSpPr/>
            <p:nvPr/>
          </p:nvSpPr>
          <p:spPr>
            <a:xfrm>
              <a:off x="5177474" y="36156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8" name="pt10448"/>
            <p:cNvSpPr/>
            <p:nvPr/>
          </p:nvSpPr>
          <p:spPr>
            <a:xfrm>
              <a:off x="5139827" y="35537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49" name="pt10449"/>
            <p:cNvSpPr/>
            <p:nvPr/>
          </p:nvSpPr>
          <p:spPr>
            <a:xfrm>
              <a:off x="5186675" y="35645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0" name="pt10450"/>
            <p:cNvSpPr/>
            <p:nvPr/>
          </p:nvSpPr>
          <p:spPr>
            <a:xfrm>
              <a:off x="5203855" y="35491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1" name="pt10451"/>
            <p:cNvSpPr/>
            <p:nvPr/>
          </p:nvSpPr>
          <p:spPr>
            <a:xfrm>
              <a:off x="5107401" y="32800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2" name="pt10452"/>
            <p:cNvSpPr/>
            <p:nvPr/>
          </p:nvSpPr>
          <p:spPr>
            <a:xfrm>
              <a:off x="5136039" y="35576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3" name="pt10453"/>
            <p:cNvSpPr/>
            <p:nvPr/>
          </p:nvSpPr>
          <p:spPr>
            <a:xfrm>
              <a:off x="5204828" y="34873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4" name="pt10454"/>
            <p:cNvSpPr/>
            <p:nvPr/>
          </p:nvSpPr>
          <p:spPr>
            <a:xfrm>
              <a:off x="5159797" y="3527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5" name="pt10455"/>
            <p:cNvSpPr/>
            <p:nvPr/>
          </p:nvSpPr>
          <p:spPr>
            <a:xfrm>
              <a:off x="5119992" y="35054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6" name="pt10456"/>
            <p:cNvSpPr/>
            <p:nvPr/>
          </p:nvSpPr>
          <p:spPr>
            <a:xfrm>
              <a:off x="5105408" y="35620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7" name="pt10457"/>
            <p:cNvSpPr/>
            <p:nvPr/>
          </p:nvSpPr>
          <p:spPr>
            <a:xfrm>
              <a:off x="5137043" y="3373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8" name="pt10458"/>
            <p:cNvSpPr/>
            <p:nvPr/>
          </p:nvSpPr>
          <p:spPr>
            <a:xfrm>
              <a:off x="5174685" y="3480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59" name="pt10459"/>
            <p:cNvSpPr/>
            <p:nvPr/>
          </p:nvSpPr>
          <p:spPr>
            <a:xfrm>
              <a:off x="5107153" y="35376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0" name="pt10460"/>
            <p:cNvSpPr/>
            <p:nvPr/>
          </p:nvSpPr>
          <p:spPr>
            <a:xfrm>
              <a:off x="5143408" y="3801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1" name="pt10461"/>
            <p:cNvSpPr/>
            <p:nvPr/>
          </p:nvSpPr>
          <p:spPr>
            <a:xfrm>
              <a:off x="5082294" y="35742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2" name="pt10462"/>
            <p:cNvSpPr/>
            <p:nvPr/>
          </p:nvSpPr>
          <p:spPr>
            <a:xfrm>
              <a:off x="5172993" y="33992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3" name="pt10463"/>
            <p:cNvSpPr/>
            <p:nvPr/>
          </p:nvSpPr>
          <p:spPr>
            <a:xfrm>
              <a:off x="5152400" y="3558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4" name="pt10464"/>
            <p:cNvSpPr/>
            <p:nvPr/>
          </p:nvSpPr>
          <p:spPr>
            <a:xfrm>
              <a:off x="5182510" y="3586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5" name="pt10465"/>
            <p:cNvSpPr/>
            <p:nvPr/>
          </p:nvSpPr>
          <p:spPr>
            <a:xfrm>
              <a:off x="5159334" y="42996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6" name="pt10466"/>
            <p:cNvSpPr/>
            <p:nvPr/>
          </p:nvSpPr>
          <p:spPr>
            <a:xfrm>
              <a:off x="5150519" y="33463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7" name="pt10467"/>
            <p:cNvSpPr/>
            <p:nvPr/>
          </p:nvSpPr>
          <p:spPr>
            <a:xfrm>
              <a:off x="5125842" y="35940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8" name="pt10468"/>
            <p:cNvSpPr/>
            <p:nvPr/>
          </p:nvSpPr>
          <p:spPr>
            <a:xfrm>
              <a:off x="5122155" y="3548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69" name="pt10469"/>
            <p:cNvSpPr/>
            <p:nvPr/>
          </p:nvSpPr>
          <p:spPr>
            <a:xfrm>
              <a:off x="5110216" y="36127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0" name="pt10470"/>
            <p:cNvSpPr/>
            <p:nvPr/>
          </p:nvSpPr>
          <p:spPr>
            <a:xfrm>
              <a:off x="5189602" y="35751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1" name="pt10471"/>
            <p:cNvSpPr/>
            <p:nvPr/>
          </p:nvSpPr>
          <p:spPr>
            <a:xfrm>
              <a:off x="5157866" y="4058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2" name="pt10472"/>
            <p:cNvSpPr/>
            <p:nvPr/>
          </p:nvSpPr>
          <p:spPr>
            <a:xfrm>
              <a:off x="5174398" y="36056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3" name="pt10473"/>
            <p:cNvSpPr/>
            <p:nvPr/>
          </p:nvSpPr>
          <p:spPr>
            <a:xfrm>
              <a:off x="5147495" y="3532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4" name="pt10474"/>
            <p:cNvSpPr/>
            <p:nvPr/>
          </p:nvSpPr>
          <p:spPr>
            <a:xfrm>
              <a:off x="5095774" y="36040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5" name="pt10475"/>
            <p:cNvSpPr/>
            <p:nvPr/>
          </p:nvSpPr>
          <p:spPr>
            <a:xfrm>
              <a:off x="5212423" y="35034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6" name="pt10476"/>
            <p:cNvSpPr/>
            <p:nvPr/>
          </p:nvSpPr>
          <p:spPr>
            <a:xfrm>
              <a:off x="5118332" y="35465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7" name="pt10477"/>
            <p:cNvSpPr/>
            <p:nvPr/>
          </p:nvSpPr>
          <p:spPr>
            <a:xfrm>
              <a:off x="5158903" y="35566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8" name="pt10478"/>
            <p:cNvSpPr/>
            <p:nvPr/>
          </p:nvSpPr>
          <p:spPr>
            <a:xfrm>
              <a:off x="5137731" y="3568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79" name="pt10479"/>
            <p:cNvSpPr/>
            <p:nvPr/>
          </p:nvSpPr>
          <p:spPr>
            <a:xfrm>
              <a:off x="5128646" y="3558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0" name="pt10480"/>
            <p:cNvSpPr/>
            <p:nvPr/>
          </p:nvSpPr>
          <p:spPr>
            <a:xfrm>
              <a:off x="5136982" y="3568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1" name="pt10481"/>
            <p:cNvSpPr/>
            <p:nvPr/>
          </p:nvSpPr>
          <p:spPr>
            <a:xfrm>
              <a:off x="5071610" y="35814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2" name="pt10482"/>
            <p:cNvSpPr/>
            <p:nvPr/>
          </p:nvSpPr>
          <p:spPr>
            <a:xfrm>
              <a:off x="5120734" y="3636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3" name="pt10483"/>
            <p:cNvSpPr/>
            <p:nvPr/>
          </p:nvSpPr>
          <p:spPr>
            <a:xfrm>
              <a:off x="5141079" y="38132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4" name="pt10484"/>
            <p:cNvSpPr/>
            <p:nvPr/>
          </p:nvSpPr>
          <p:spPr>
            <a:xfrm>
              <a:off x="5158916" y="35862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5" name="pt10485"/>
            <p:cNvSpPr/>
            <p:nvPr/>
          </p:nvSpPr>
          <p:spPr>
            <a:xfrm>
              <a:off x="5160642" y="3556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6" name="pt10486"/>
            <p:cNvSpPr/>
            <p:nvPr/>
          </p:nvSpPr>
          <p:spPr>
            <a:xfrm>
              <a:off x="5175136" y="3552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7" name="pt10487"/>
            <p:cNvSpPr/>
            <p:nvPr/>
          </p:nvSpPr>
          <p:spPr>
            <a:xfrm>
              <a:off x="5139928" y="35812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8" name="pt10488"/>
            <p:cNvSpPr/>
            <p:nvPr/>
          </p:nvSpPr>
          <p:spPr>
            <a:xfrm>
              <a:off x="5187555" y="35454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89" name="pt10489"/>
            <p:cNvSpPr/>
            <p:nvPr/>
          </p:nvSpPr>
          <p:spPr>
            <a:xfrm>
              <a:off x="5194754" y="3544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0" name="pt10490"/>
            <p:cNvSpPr/>
            <p:nvPr/>
          </p:nvSpPr>
          <p:spPr>
            <a:xfrm>
              <a:off x="5183405" y="3538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1" name="pt10491"/>
            <p:cNvSpPr/>
            <p:nvPr/>
          </p:nvSpPr>
          <p:spPr>
            <a:xfrm>
              <a:off x="4404851" y="35626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2" name="pt10492"/>
            <p:cNvSpPr/>
            <p:nvPr/>
          </p:nvSpPr>
          <p:spPr>
            <a:xfrm>
              <a:off x="5075441" y="35805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3" name="pt10493"/>
            <p:cNvSpPr/>
            <p:nvPr/>
          </p:nvSpPr>
          <p:spPr>
            <a:xfrm>
              <a:off x="5170046" y="35383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4" name="pt10494"/>
            <p:cNvSpPr/>
            <p:nvPr/>
          </p:nvSpPr>
          <p:spPr>
            <a:xfrm>
              <a:off x="5200808" y="35784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5" name="pt10495"/>
            <p:cNvSpPr/>
            <p:nvPr/>
          </p:nvSpPr>
          <p:spPr>
            <a:xfrm>
              <a:off x="4984134" y="3634128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6" name="pt10496"/>
            <p:cNvSpPr/>
            <p:nvPr/>
          </p:nvSpPr>
          <p:spPr>
            <a:xfrm>
              <a:off x="5152975" y="36089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7" name="pt10497"/>
            <p:cNvSpPr/>
            <p:nvPr/>
          </p:nvSpPr>
          <p:spPr>
            <a:xfrm>
              <a:off x="5152836" y="3607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8" name="pt10498"/>
            <p:cNvSpPr/>
            <p:nvPr/>
          </p:nvSpPr>
          <p:spPr>
            <a:xfrm>
              <a:off x="5121170" y="3514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499" name="pt10499"/>
            <p:cNvSpPr/>
            <p:nvPr/>
          </p:nvSpPr>
          <p:spPr>
            <a:xfrm>
              <a:off x="5100055" y="35837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0" name="pt10500"/>
            <p:cNvSpPr/>
            <p:nvPr/>
          </p:nvSpPr>
          <p:spPr>
            <a:xfrm>
              <a:off x="5185908" y="36015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1" name="pt10501"/>
            <p:cNvSpPr/>
            <p:nvPr/>
          </p:nvSpPr>
          <p:spPr>
            <a:xfrm>
              <a:off x="5166538" y="35766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2" name="pt10502"/>
            <p:cNvSpPr/>
            <p:nvPr/>
          </p:nvSpPr>
          <p:spPr>
            <a:xfrm>
              <a:off x="5181732" y="3534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3" name="pt10503"/>
            <p:cNvSpPr/>
            <p:nvPr/>
          </p:nvSpPr>
          <p:spPr>
            <a:xfrm>
              <a:off x="5133638" y="35290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4" name="pt10504"/>
            <p:cNvSpPr/>
            <p:nvPr/>
          </p:nvSpPr>
          <p:spPr>
            <a:xfrm>
              <a:off x="5167600" y="35718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5" name="pt10505"/>
            <p:cNvSpPr/>
            <p:nvPr/>
          </p:nvSpPr>
          <p:spPr>
            <a:xfrm>
              <a:off x="5165641" y="35577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6" name="pt10506"/>
            <p:cNvSpPr/>
            <p:nvPr/>
          </p:nvSpPr>
          <p:spPr>
            <a:xfrm>
              <a:off x="5165020" y="35015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7" name="pt10507"/>
            <p:cNvSpPr/>
            <p:nvPr/>
          </p:nvSpPr>
          <p:spPr>
            <a:xfrm>
              <a:off x="5085638" y="35363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8" name="pt10508"/>
            <p:cNvSpPr/>
            <p:nvPr/>
          </p:nvSpPr>
          <p:spPr>
            <a:xfrm>
              <a:off x="5137680" y="35523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09" name="pt10509"/>
            <p:cNvSpPr/>
            <p:nvPr/>
          </p:nvSpPr>
          <p:spPr>
            <a:xfrm>
              <a:off x="5150040" y="35752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0" name="pt10510"/>
            <p:cNvSpPr/>
            <p:nvPr/>
          </p:nvSpPr>
          <p:spPr>
            <a:xfrm>
              <a:off x="5132333" y="35395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1" name="pt10511"/>
            <p:cNvSpPr/>
            <p:nvPr/>
          </p:nvSpPr>
          <p:spPr>
            <a:xfrm>
              <a:off x="5137800" y="35823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2" name="pt10512"/>
            <p:cNvSpPr/>
            <p:nvPr/>
          </p:nvSpPr>
          <p:spPr>
            <a:xfrm>
              <a:off x="5167942" y="3402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3" name="pt10513"/>
            <p:cNvSpPr/>
            <p:nvPr/>
          </p:nvSpPr>
          <p:spPr>
            <a:xfrm>
              <a:off x="5094885" y="3589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4" name="pt10514"/>
            <p:cNvSpPr/>
            <p:nvPr/>
          </p:nvSpPr>
          <p:spPr>
            <a:xfrm>
              <a:off x="5210775" y="35468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5" name="pt10515"/>
            <p:cNvSpPr/>
            <p:nvPr/>
          </p:nvSpPr>
          <p:spPr>
            <a:xfrm>
              <a:off x="5232280" y="3542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6" name="pt10516"/>
            <p:cNvSpPr/>
            <p:nvPr/>
          </p:nvSpPr>
          <p:spPr>
            <a:xfrm>
              <a:off x="5192158" y="3547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7" name="pt10517"/>
            <p:cNvSpPr/>
            <p:nvPr/>
          </p:nvSpPr>
          <p:spPr>
            <a:xfrm>
              <a:off x="5116092" y="3590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8" name="pt10518"/>
            <p:cNvSpPr/>
            <p:nvPr/>
          </p:nvSpPr>
          <p:spPr>
            <a:xfrm>
              <a:off x="5165505" y="3554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19" name="pt10519"/>
            <p:cNvSpPr/>
            <p:nvPr/>
          </p:nvSpPr>
          <p:spPr>
            <a:xfrm>
              <a:off x="5088590" y="3617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0" name="pt10520"/>
            <p:cNvSpPr/>
            <p:nvPr/>
          </p:nvSpPr>
          <p:spPr>
            <a:xfrm>
              <a:off x="5183944" y="35402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1" name="pt10521"/>
            <p:cNvSpPr/>
            <p:nvPr/>
          </p:nvSpPr>
          <p:spPr>
            <a:xfrm>
              <a:off x="5205653" y="3583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2" name="pt10522"/>
            <p:cNvSpPr/>
            <p:nvPr/>
          </p:nvSpPr>
          <p:spPr>
            <a:xfrm>
              <a:off x="5078974" y="3583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3" name="pt10523"/>
            <p:cNvSpPr/>
            <p:nvPr/>
          </p:nvSpPr>
          <p:spPr>
            <a:xfrm>
              <a:off x="5058531" y="36469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4" name="pt10524"/>
            <p:cNvSpPr/>
            <p:nvPr/>
          </p:nvSpPr>
          <p:spPr>
            <a:xfrm>
              <a:off x="5149163" y="35123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5" name="pt10525"/>
            <p:cNvSpPr/>
            <p:nvPr/>
          </p:nvSpPr>
          <p:spPr>
            <a:xfrm>
              <a:off x="5176781" y="36244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6" name="pt10526"/>
            <p:cNvSpPr/>
            <p:nvPr/>
          </p:nvSpPr>
          <p:spPr>
            <a:xfrm>
              <a:off x="5093809" y="35891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7" name="pt10527"/>
            <p:cNvSpPr/>
            <p:nvPr/>
          </p:nvSpPr>
          <p:spPr>
            <a:xfrm>
              <a:off x="5131012" y="36123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8" name="pt10528"/>
            <p:cNvSpPr/>
            <p:nvPr/>
          </p:nvSpPr>
          <p:spPr>
            <a:xfrm>
              <a:off x="5117983" y="3588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29" name="pt10529"/>
            <p:cNvSpPr/>
            <p:nvPr/>
          </p:nvSpPr>
          <p:spPr>
            <a:xfrm>
              <a:off x="5102014" y="35518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0" name="pt10530"/>
            <p:cNvSpPr/>
            <p:nvPr/>
          </p:nvSpPr>
          <p:spPr>
            <a:xfrm>
              <a:off x="5253922" y="3576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1" name="pt10531"/>
            <p:cNvSpPr/>
            <p:nvPr/>
          </p:nvSpPr>
          <p:spPr>
            <a:xfrm>
              <a:off x="5095485" y="34667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2" name="pt10532"/>
            <p:cNvSpPr/>
            <p:nvPr/>
          </p:nvSpPr>
          <p:spPr>
            <a:xfrm>
              <a:off x="5157508" y="35140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3" name="pt10533"/>
            <p:cNvSpPr/>
            <p:nvPr/>
          </p:nvSpPr>
          <p:spPr>
            <a:xfrm>
              <a:off x="5156843" y="35572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4" name="pt10534"/>
            <p:cNvSpPr/>
            <p:nvPr/>
          </p:nvSpPr>
          <p:spPr>
            <a:xfrm>
              <a:off x="5145455" y="34111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5" name="pt10535"/>
            <p:cNvSpPr/>
            <p:nvPr/>
          </p:nvSpPr>
          <p:spPr>
            <a:xfrm>
              <a:off x="5117770" y="35676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6" name="pt10536"/>
            <p:cNvSpPr/>
            <p:nvPr/>
          </p:nvSpPr>
          <p:spPr>
            <a:xfrm>
              <a:off x="5141719" y="3545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7" name="pt10537"/>
            <p:cNvSpPr/>
            <p:nvPr/>
          </p:nvSpPr>
          <p:spPr>
            <a:xfrm>
              <a:off x="5115417" y="35311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8" name="pt10538"/>
            <p:cNvSpPr/>
            <p:nvPr/>
          </p:nvSpPr>
          <p:spPr>
            <a:xfrm>
              <a:off x="5072269" y="3580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39" name="pt10539"/>
            <p:cNvSpPr/>
            <p:nvPr/>
          </p:nvSpPr>
          <p:spPr>
            <a:xfrm>
              <a:off x="5153669" y="35490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0" name="pt10540"/>
            <p:cNvSpPr/>
            <p:nvPr/>
          </p:nvSpPr>
          <p:spPr>
            <a:xfrm>
              <a:off x="5192182" y="35769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1" name="pt10541"/>
            <p:cNvSpPr/>
            <p:nvPr/>
          </p:nvSpPr>
          <p:spPr>
            <a:xfrm>
              <a:off x="5190702" y="35406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2" name="pt10542"/>
            <p:cNvSpPr/>
            <p:nvPr/>
          </p:nvSpPr>
          <p:spPr>
            <a:xfrm>
              <a:off x="5196669" y="35704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3" name="pt10543"/>
            <p:cNvSpPr/>
            <p:nvPr/>
          </p:nvSpPr>
          <p:spPr>
            <a:xfrm>
              <a:off x="5178545" y="35580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4" name="pt10544"/>
            <p:cNvSpPr/>
            <p:nvPr/>
          </p:nvSpPr>
          <p:spPr>
            <a:xfrm>
              <a:off x="5104844" y="3582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5" name="pt10545"/>
            <p:cNvSpPr/>
            <p:nvPr/>
          </p:nvSpPr>
          <p:spPr>
            <a:xfrm>
              <a:off x="5141773" y="3552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6" name="pt10546"/>
            <p:cNvSpPr/>
            <p:nvPr/>
          </p:nvSpPr>
          <p:spPr>
            <a:xfrm>
              <a:off x="5208927" y="3547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7" name="pt10547"/>
            <p:cNvSpPr/>
            <p:nvPr/>
          </p:nvSpPr>
          <p:spPr>
            <a:xfrm>
              <a:off x="5194595" y="35839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8" name="pt10548"/>
            <p:cNvSpPr/>
            <p:nvPr/>
          </p:nvSpPr>
          <p:spPr>
            <a:xfrm>
              <a:off x="5062359" y="3595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49" name="pt10549"/>
            <p:cNvSpPr/>
            <p:nvPr/>
          </p:nvSpPr>
          <p:spPr>
            <a:xfrm>
              <a:off x="5178762" y="35406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0" name="pt10550"/>
            <p:cNvSpPr/>
            <p:nvPr/>
          </p:nvSpPr>
          <p:spPr>
            <a:xfrm>
              <a:off x="5084464" y="3543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1" name="pt10551"/>
            <p:cNvSpPr/>
            <p:nvPr/>
          </p:nvSpPr>
          <p:spPr>
            <a:xfrm>
              <a:off x="5124558" y="3475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2" name="pt10552"/>
            <p:cNvSpPr/>
            <p:nvPr/>
          </p:nvSpPr>
          <p:spPr>
            <a:xfrm>
              <a:off x="5177197" y="35306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3" name="pt10553"/>
            <p:cNvSpPr/>
            <p:nvPr/>
          </p:nvSpPr>
          <p:spPr>
            <a:xfrm>
              <a:off x="5137549" y="4499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4" name="pt10554"/>
            <p:cNvSpPr/>
            <p:nvPr/>
          </p:nvSpPr>
          <p:spPr>
            <a:xfrm>
              <a:off x="5142132" y="36696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5" name="pt10555"/>
            <p:cNvSpPr/>
            <p:nvPr/>
          </p:nvSpPr>
          <p:spPr>
            <a:xfrm>
              <a:off x="5082885" y="35577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6" name="pt10556"/>
            <p:cNvSpPr/>
            <p:nvPr/>
          </p:nvSpPr>
          <p:spPr>
            <a:xfrm>
              <a:off x="5068291" y="35633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7" name="pt10557"/>
            <p:cNvSpPr/>
            <p:nvPr/>
          </p:nvSpPr>
          <p:spPr>
            <a:xfrm>
              <a:off x="5145118" y="37308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8" name="pt10558"/>
            <p:cNvSpPr/>
            <p:nvPr/>
          </p:nvSpPr>
          <p:spPr>
            <a:xfrm>
              <a:off x="5135090" y="3563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59" name="pt10559"/>
            <p:cNvSpPr/>
            <p:nvPr/>
          </p:nvSpPr>
          <p:spPr>
            <a:xfrm>
              <a:off x="5139569" y="35745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0" name="pt10560"/>
            <p:cNvSpPr/>
            <p:nvPr/>
          </p:nvSpPr>
          <p:spPr>
            <a:xfrm>
              <a:off x="5178430" y="34776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1" name="pt10561"/>
            <p:cNvSpPr/>
            <p:nvPr/>
          </p:nvSpPr>
          <p:spPr>
            <a:xfrm>
              <a:off x="5159272" y="3538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2" name="pt10562"/>
            <p:cNvSpPr/>
            <p:nvPr/>
          </p:nvSpPr>
          <p:spPr>
            <a:xfrm>
              <a:off x="5160059" y="35577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3" name="pt10563"/>
            <p:cNvSpPr/>
            <p:nvPr/>
          </p:nvSpPr>
          <p:spPr>
            <a:xfrm>
              <a:off x="5151035" y="35512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4" name="pt10564"/>
            <p:cNvSpPr/>
            <p:nvPr/>
          </p:nvSpPr>
          <p:spPr>
            <a:xfrm>
              <a:off x="5181816" y="36383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5" name="pt10565"/>
            <p:cNvSpPr/>
            <p:nvPr/>
          </p:nvSpPr>
          <p:spPr>
            <a:xfrm>
              <a:off x="5303605" y="35589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6" name="pt10566"/>
            <p:cNvSpPr/>
            <p:nvPr/>
          </p:nvSpPr>
          <p:spPr>
            <a:xfrm>
              <a:off x="5106686" y="35834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7" name="pt10567"/>
            <p:cNvSpPr/>
            <p:nvPr/>
          </p:nvSpPr>
          <p:spPr>
            <a:xfrm>
              <a:off x="5184093" y="3567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8" name="pt10568"/>
            <p:cNvSpPr/>
            <p:nvPr/>
          </p:nvSpPr>
          <p:spPr>
            <a:xfrm>
              <a:off x="5133150" y="3570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69" name="pt10569"/>
            <p:cNvSpPr/>
            <p:nvPr/>
          </p:nvSpPr>
          <p:spPr>
            <a:xfrm>
              <a:off x="5112879" y="3546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0" name="pt10570"/>
            <p:cNvSpPr/>
            <p:nvPr/>
          </p:nvSpPr>
          <p:spPr>
            <a:xfrm>
              <a:off x="5130414" y="3544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1" name="pt10571"/>
            <p:cNvSpPr/>
            <p:nvPr/>
          </p:nvSpPr>
          <p:spPr>
            <a:xfrm>
              <a:off x="5125958" y="35789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2" name="pt10572"/>
            <p:cNvSpPr/>
            <p:nvPr/>
          </p:nvSpPr>
          <p:spPr>
            <a:xfrm>
              <a:off x="5095462" y="35923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3" name="pt10573"/>
            <p:cNvSpPr/>
            <p:nvPr/>
          </p:nvSpPr>
          <p:spPr>
            <a:xfrm>
              <a:off x="5072635" y="3456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4" name="pt10574"/>
            <p:cNvSpPr/>
            <p:nvPr/>
          </p:nvSpPr>
          <p:spPr>
            <a:xfrm>
              <a:off x="5066996" y="36273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5" name="pt10575"/>
            <p:cNvSpPr/>
            <p:nvPr/>
          </p:nvSpPr>
          <p:spPr>
            <a:xfrm>
              <a:off x="5175662" y="35862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6" name="pt10576"/>
            <p:cNvSpPr/>
            <p:nvPr/>
          </p:nvSpPr>
          <p:spPr>
            <a:xfrm>
              <a:off x="5056764" y="35727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7" name="pt10577"/>
            <p:cNvSpPr/>
            <p:nvPr/>
          </p:nvSpPr>
          <p:spPr>
            <a:xfrm>
              <a:off x="5184702" y="35572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8" name="pt10578"/>
            <p:cNvSpPr/>
            <p:nvPr/>
          </p:nvSpPr>
          <p:spPr>
            <a:xfrm>
              <a:off x="5046081" y="35690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79" name="pt10579"/>
            <p:cNvSpPr/>
            <p:nvPr/>
          </p:nvSpPr>
          <p:spPr>
            <a:xfrm>
              <a:off x="5164268" y="36038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0" name="pt10580"/>
            <p:cNvSpPr/>
            <p:nvPr/>
          </p:nvSpPr>
          <p:spPr>
            <a:xfrm>
              <a:off x="5021241" y="365832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1" name="pt10581"/>
            <p:cNvSpPr/>
            <p:nvPr/>
          </p:nvSpPr>
          <p:spPr>
            <a:xfrm>
              <a:off x="5128490" y="35430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2" name="pt10582"/>
            <p:cNvSpPr/>
            <p:nvPr/>
          </p:nvSpPr>
          <p:spPr>
            <a:xfrm>
              <a:off x="5147359" y="35410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3" name="pt10583"/>
            <p:cNvSpPr/>
            <p:nvPr/>
          </p:nvSpPr>
          <p:spPr>
            <a:xfrm>
              <a:off x="5162319" y="35709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4" name="pt10584"/>
            <p:cNvSpPr/>
            <p:nvPr/>
          </p:nvSpPr>
          <p:spPr>
            <a:xfrm>
              <a:off x="5094386" y="35770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5" name="pt10585"/>
            <p:cNvSpPr/>
            <p:nvPr/>
          </p:nvSpPr>
          <p:spPr>
            <a:xfrm>
              <a:off x="5157150" y="35663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6" name="pt10586"/>
            <p:cNvSpPr/>
            <p:nvPr/>
          </p:nvSpPr>
          <p:spPr>
            <a:xfrm>
              <a:off x="5084625" y="3654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7" name="pt10587"/>
            <p:cNvSpPr/>
            <p:nvPr/>
          </p:nvSpPr>
          <p:spPr>
            <a:xfrm>
              <a:off x="5114631" y="3578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8" name="pt10588"/>
            <p:cNvSpPr/>
            <p:nvPr/>
          </p:nvSpPr>
          <p:spPr>
            <a:xfrm>
              <a:off x="5106236" y="36068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89" name="pt10589"/>
            <p:cNvSpPr/>
            <p:nvPr/>
          </p:nvSpPr>
          <p:spPr>
            <a:xfrm>
              <a:off x="5184061" y="35729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0" name="pt10590"/>
            <p:cNvSpPr/>
            <p:nvPr/>
          </p:nvSpPr>
          <p:spPr>
            <a:xfrm>
              <a:off x="5052598" y="3609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1" name="pt10591"/>
            <p:cNvSpPr/>
            <p:nvPr/>
          </p:nvSpPr>
          <p:spPr>
            <a:xfrm>
              <a:off x="5127694" y="35608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2" name="pt10592"/>
            <p:cNvSpPr/>
            <p:nvPr/>
          </p:nvSpPr>
          <p:spPr>
            <a:xfrm>
              <a:off x="5159733" y="34735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3" name="pt10593"/>
            <p:cNvSpPr/>
            <p:nvPr/>
          </p:nvSpPr>
          <p:spPr>
            <a:xfrm>
              <a:off x="5179555" y="35718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4" name="pt10594"/>
            <p:cNvSpPr/>
            <p:nvPr/>
          </p:nvSpPr>
          <p:spPr>
            <a:xfrm>
              <a:off x="5190645" y="35534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5" name="pt10595"/>
            <p:cNvSpPr/>
            <p:nvPr/>
          </p:nvSpPr>
          <p:spPr>
            <a:xfrm>
              <a:off x="5051273" y="35676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6" name="pt10596"/>
            <p:cNvSpPr/>
            <p:nvPr/>
          </p:nvSpPr>
          <p:spPr>
            <a:xfrm>
              <a:off x="5143446" y="3500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7" name="pt10597"/>
            <p:cNvSpPr/>
            <p:nvPr/>
          </p:nvSpPr>
          <p:spPr>
            <a:xfrm>
              <a:off x="5126449" y="36073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8" name="pt10598"/>
            <p:cNvSpPr/>
            <p:nvPr/>
          </p:nvSpPr>
          <p:spPr>
            <a:xfrm>
              <a:off x="5104407" y="35965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599" name="pt10599"/>
            <p:cNvSpPr/>
            <p:nvPr/>
          </p:nvSpPr>
          <p:spPr>
            <a:xfrm>
              <a:off x="5127884" y="35682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0" name="pt10600"/>
            <p:cNvSpPr/>
            <p:nvPr/>
          </p:nvSpPr>
          <p:spPr>
            <a:xfrm>
              <a:off x="5146876" y="35713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1" name="pt10601"/>
            <p:cNvSpPr/>
            <p:nvPr/>
          </p:nvSpPr>
          <p:spPr>
            <a:xfrm>
              <a:off x="5139489" y="3561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2" name="pt10602"/>
            <p:cNvSpPr/>
            <p:nvPr/>
          </p:nvSpPr>
          <p:spPr>
            <a:xfrm>
              <a:off x="5120493" y="35970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3" name="pt10603"/>
            <p:cNvSpPr/>
            <p:nvPr/>
          </p:nvSpPr>
          <p:spPr>
            <a:xfrm>
              <a:off x="5119521" y="35551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4" name="pt10604"/>
            <p:cNvSpPr/>
            <p:nvPr/>
          </p:nvSpPr>
          <p:spPr>
            <a:xfrm>
              <a:off x="5153172" y="35255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5" name="pt10605"/>
            <p:cNvSpPr/>
            <p:nvPr/>
          </p:nvSpPr>
          <p:spPr>
            <a:xfrm>
              <a:off x="5127819" y="3687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6" name="pt10606"/>
            <p:cNvSpPr/>
            <p:nvPr/>
          </p:nvSpPr>
          <p:spPr>
            <a:xfrm>
              <a:off x="5113812" y="34748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7" name="pt10607"/>
            <p:cNvSpPr/>
            <p:nvPr/>
          </p:nvSpPr>
          <p:spPr>
            <a:xfrm>
              <a:off x="5166898" y="35805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8" name="pt10608"/>
            <p:cNvSpPr/>
            <p:nvPr/>
          </p:nvSpPr>
          <p:spPr>
            <a:xfrm>
              <a:off x="5178820" y="35411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09" name="pt10609"/>
            <p:cNvSpPr/>
            <p:nvPr/>
          </p:nvSpPr>
          <p:spPr>
            <a:xfrm>
              <a:off x="5134453" y="41419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0" name="pt10610"/>
            <p:cNvSpPr/>
            <p:nvPr/>
          </p:nvSpPr>
          <p:spPr>
            <a:xfrm>
              <a:off x="5076997" y="3626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1" name="pt10611"/>
            <p:cNvSpPr/>
            <p:nvPr/>
          </p:nvSpPr>
          <p:spPr>
            <a:xfrm>
              <a:off x="5168236" y="35780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2" name="pt10612"/>
            <p:cNvSpPr/>
            <p:nvPr/>
          </p:nvSpPr>
          <p:spPr>
            <a:xfrm>
              <a:off x="5151777" y="32268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3" name="pt10613"/>
            <p:cNvSpPr/>
            <p:nvPr/>
          </p:nvSpPr>
          <p:spPr>
            <a:xfrm>
              <a:off x="5094945" y="36342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4" name="pt10614"/>
            <p:cNvSpPr/>
            <p:nvPr/>
          </p:nvSpPr>
          <p:spPr>
            <a:xfrm>
              <a:off x="5068019" y="36388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5" name="pt10615"/>
            <p:cNvSpPr/>
            <p:nvPr/>
          </p:nvSpPr>
          <p:spPr>
            <a:xfrm>
              <a:off x="5196732" y="35438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6" name="pt10616"/>
            <p:cNvSpPr/>
            <p:nvPr/>
          </p:nvSpPr>
          <p:spPr>
            <a:xfrm>
              <a:off x="5151064" y="35576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7" name="pt10617"/>
            <p:cNvSpPr/>
            <p:nvPr/>
          </p:nvSpPr>
          <p:spPr>
            <a:xfrm>
              <a:off x="5170665" y="35942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8" name="pt10618"/>
            <p:cNvSpPr/>
            <p:nvPr/>
          </p:nvSpPr>
          <p:spPr>
            <a:xfrm>
              <a:off x="5122222" y="34506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19" name="pt10619"/>
            <p:cNvSpPr/>
            <p:nvPr/>
          </p:nvSpPr>
          <p:spPr>
            <a:xfrm>
              <a:off x="5180599" y="35166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0" name="pt10620"/>
            <p:cNvSpPr/>
            <p:nvPr/>
          </p:nvSpPr>
          <p:spPr>
            <a:xfrm>
              <a:off x="5060319" y="36027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1" name="pt10621"/>
            <p:cNvSpPr/>
            <p:nvPr/>
          </p:nvSpPr>
          <p:spPr>
            <a:xfrm>
              <a:off x="5211467" y="35377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2" name="pt10622"/>
            <p:cNvSpPr/>
            <p:nvPr/>
          </p:nvSpPr>
          <p:spPr>
            <a:xfrm>
              <a:off x="5128464" y="35776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3" name="pt10623"/>
            <p:cNvSpPr/>
            <p:nvPr/>
          </p:nvSpPr>
          <p:spPr>
            <a:xfrm>
              <a:off x="5156242" y="34212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4" name="pt10624"/>
            <p:cNvSpPr/>
            <p:nvPr/>
          </p:nvSpPr>
          <p:spPr>
            <a:xfrm>
              <a:off x="5205427" y="35612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5" name="pt10625"/>
            <p:cNvSpPr/>
            <p:nvPr/>
          </p:nvSpPr>
          <p:spPr>
            <a:xfrm>
              <a:off x="5122099" y="3564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6" name="pt10626"/>
            <p:cNvSpPr/>
            <p:nvPr/>
          </p:nvSpPr>
          <p:spPr>
            <a:xfrm>
              <a:off x="5169026" y="35776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7" name="pt10627"/>
            <p:cNvSpPr/>
            <p:nvPr/>
          </p:nvSpPr>
          <p:spPr>
            <a:xfrm>
              <a:off x="5219211" y="35590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8" name="pt10628"/>
            <p:cNvSpPr/>
            <p:nvPr/>
          </p:nvSpPr>
          <p:spPr>
            <a:xfrm>
              <a:off x="5152332" y="3547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29" name="pt10629"/>
            <p:cNvSpPr/>
            <p:nvPr/>
          </p:nvSpPr>
          <p:spPr>
            <a:xfrm>
              <a:off x="5152172" y="3548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0" name="pt10630"/>
            <p:cNvSpPr/>
            <p:nvPr/>
          </p:nvSpPr>
          <p:spPr>
            <a:xfrm>
              <a:off x="5127252" y="3569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1" name="pt10631"/>
            <p:cNvSpPr/>
            <p:nvPr/>
          </p:nvSpPr>
          <p:spPr>
            <a:xfrm>
              <a:off x="5142845" y="3566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2" name="pt10632"/>
            <p:cNvSpPr/>
            <p:nvPr/>
          </p:nvSpPr>
          <p:spPr>
            <a:xfrm>
              <a:off x="5275302" y="35167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3" name="pt10633"/>
            <p:cNvSpPr/>
            <p:nvPr/>
          </p:nvSpPr>
          <p:spPr>
            <a:xfrm>
              <a:off x="5124488" y="3511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4" name="pt10634"/>
            <p:cNvSpPr/>
            <p:nvPr/>
          </p:nvSpPr>
          <p:spPr>
            <a:xfrm>
              <a:off x="4950142" y="35708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5" name="pt10635"/>
            <p:cNvSpPr/>
            <p:nvPr/>
          </p:nvSpPr>
          <p:spPr>
            <a:xfrm>
              <a:off x="5185571" y="3609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6" name="pt10636"/>
            <p:cNvSpPr/>
            <p:nvPr/>
          </p:nvSpPr>
          <p:spPr>
            <a:xfrm>
              <a:off x="5176863" y="52352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7" name="pt10637"/>
            <p:cNvSpPr/>
            <p:nvPr/>
          </p:nvSpPr>
          <p:spPr>
            <a:xfrm>
              <a:off x="5148695" y="35620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8" name="pt10638"/>
            <p:cNvSpPr/>
            <p:nvPr/>
          </p:nvSpPr>
          <p:spPr>
            <a:xfrm>
              <a:off x="5098605" y="3570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39" name="pt10639"/>
            <p:cNvSpPr/>
            <p:nvPr/>
          </p:nvSpPr>
          <p:spPr>
            <a:xfrm>
              <a:off x="5114716" y="35885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0" name="pt10640"/>
            <p:cNvSpPr/>
            <p:nvPr/>
          </p:nvSpPr>
          <p:spPr>
            <a:xfrm>
              <a:off x="5128789" y="35644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1" name="pt10641"/>
            <p:cNvSpPr/>
            <p:nvPr/>
          </p:nvSpPr>
          <p:spPr>
            <a:xfrm>
              <a:off x="5073015" y="35022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2" name="pt10642"/>
            <p:cNvSpPr/>
            <p:nvPr/>
          </p:nvSpPr>
          <p:spPr>
            <a:xfrm>
              <a:off x="5083225" y="35308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3" name="pt10643"/>
            <p:cNvSpPr/>
            <p:nvPr/>
          </p:nvSpPr>
          <p:spPr>
            <a:xfrm>
              <a:off x="5124914" y="35242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4" name="pt10644"/>
            <p:cNvSpPr/>
            <p:nvPr/>
          </p:nvSpPr>
          <p:spPr>
            <a:xfrm>
              <a:off x="5120466" y="3574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5" name="pt10645"/>
            <p:cNvSpPr/>
            <p:nvPr/>
          </p:nvSpPr>
          <p:spPr>
            <a:xfrm>
              <a:off x="5023598" y="35912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6" name="pt10646"/>
            <p:cNvSpPr/>
            <p:nvPr/>
          </p:nvSpPr>
          <p:spPr>
            <a:xfrm>
              <a:off x="5167475" y="35559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7" name="pt10647"/>
            <p:cNvSpPr/>
            <p:nvPr/>
          </p:nvSpPr>
          <p:spPr>
            <a:xfrm>
              <a:off x="5084408" y="36314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8" name="pt10648"/>
            <p:cNvSpPr/>
            <p:nvPr/>
          </p:nvSpPr>
          <p:spPr>
            <a:xfrm>
              <a:off x="5149472" y="36515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49" name="pt10649"/>
            <p:cNvSpPr/>
            <p:nvPr/>
          </p:nvSpPr>
          <p:spPr>
            <a:xfrm>
              <a:off x="5196176" y="35908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0" name="pt10650"/>
            <p:cNvSpPr/>
            <p:nvPr/>
          </p:nvSpPr>
          <p:spPr>
            <a:xfrm>
              <a:off x="5110901" y="35779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1" name="pt10651"/>
            <p:cNvSpPr/>
            <p:nvPr/>
          </p:nvSpPr>
          <p:spPr>
            <a:xfrm>
              <a:off x="5121566" y="35431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2" name="pt10652"/>
            <p:cNvSpPr/>
            <p:nvPr/>
          </p:nvSpPr>
          <p:spPr>
            <a:xfrm>
              <a:off x="5146279" y="35277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3" name="pt10653"/>
            <p:cNvSpPr/>
            <p:nvPr/>
          </p:nvSpPr>
          <p:spPr>
            <a:xfrm>
              <a:off x="5160098" y="35413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4" name="pt10654"/>
            <p:cNvSpPr/>
            <p:nvPr/>
          </p:nvSpPr>
          <p:spPr>
            <a:xfrm>
              <a:off x="5088133" y="35718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5" name="pt10655"/>
            <p:cNvSpPr/>
            <p:nvPr/>
          </p:nvSpPr>
          <p:spPr>
            <a:xfrm>
              <a:off x="5076260" y="36610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6" name="pt10656"/>
            <p:cNvSpPr/>
            <p:nvPr/>
          </p:nvSpPr>
          <p:spPr>
            <a:xfrm>
              <a:off x="5027973" y="36084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7" name="pt10657"/>
            <p:cNvSpPr/>
            <p:nvPr/>
          </p:nvSpPr>
          <p:spPr>
            <a:xfrm>
              <a:off x="5096714" y="35772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8" name="pt10658"/>
            <p:cNvSpPr/>
            <p:nvPr/>
          </p:nvSpPr>
          <p:spPr>
            <a:xfrm>
              <a:off x="5080960" y="35607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59" name="pt10659"/>
            <p:cNvSpPr/>
            <p:nvPr/>
          </p:nvSpPr>
          <p:spPr>
            <a:xfrm>
              <a:off x="5149366" y="35482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0" name="pt10660"/>
            <p:cNvSpPr/>
            <p:nvPr/>
          </p:nvSpPr>
          <p:spPr>
            <a:xfrm>
              <a:off x="5175511" y="3766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1" name="pt10661"/>
            <p:cNvSpPr/>
            <p:nvPr/>
          </p:nvSpPr>
          <p:spPr>
            <a:xfrm>
              <a:off x="5149301" y="32993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2" name="pt10662"/>
            <p:cNvSpPr/>
            <p:nvPr/>
          </p:nvSpPr>
          <p:spPr>
            <a:xfrm>
              <a:off x="5190806" y="35272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3" name="pt10663"/>
            <p:cNvSpPr/>
            <p:nvPr/>
          </p:nvSpPr>
          <p:spPr>
            <a:xfrm>
              <a:off x="5099816" y="35694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4" name="pt10664"/>
            <p:cNvSpPr/>
            <p:nvPr/>
          </p:nvSpPr>
          <p:spPr>
            <a:xfrm>
              <a:off x="5178051" y="35593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5" name="pt10665"/>
            <p:cNvSpPr/>
            <p:nvPr/>
          </p:nvSpPr>
          <p:spPr>
            <a:xfrm>
              <a:off x="5164838" y="32277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6" name="pt10666"/>
            <p:cNvSpPr/>
            <p:nvPr/>
          </p:nvSpPr>
          <p:spPr>
            <a:xfrm>
              <a:off x="5109105" y="3578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7" name="pt10667"/>
            <p:cNvSpPr/>
            <p:nvPr/>
          </p:nvSpPr>
          <p:spPr>
            <a:xfrm>
              <a:off x="5142453" y="35789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8" name="pt10668"/>
            <p:cNvSpPr/>
            <p:nvPr/>
          </p:nvSpPr>
          <p:spPr>
            <a:xfrm>
              <a:off x="5176410" y="3495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69" name="pt10669"/>
            <p:cNvSpPr/>
            <p:nvPr/>
          </p:nvSpPr>
          <p:spPr>
            <a:xfrm>
              <a:off x="5121109" y="3501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0" name="pt10670"/>
            <p:cNvSpPr/>
            <p:nvPr/>
          </p:nvSpPr>
          <p:spPr>
            <a:xfrm>
              <a:off x="5126302" y="3613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1" name="pt10671"/>
            <p:cNvSpPr/>
            <p:nvPr/>
          </p:nvSpPr>
          <p:spPr>
            <a:xfrm>
              <a:off x="5112310" y="35706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2" name="pt10672"/>
            <p:cNvSpPr/>
            <p:nvPr/>
          </p:nvSpPr>
          <p:spPr>
            <a:xfrm>
              <a:off x="5055444" y="36084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3" name="pt10673"/>
            <p:cNvSpPr/>
            <p:nvPr/>
          </p:nvSpPr>
          <p:spPr>
            <a:xfrm>
              <a:off x="5129912" y="35266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4" name="pt10674"/>
            <p:cNvSpPr/>
            <p:nvPr/>
          </p:nvSpPr>
          <p:spPr>
            <a:xfrm>
              <a:off x="5139258" y="3669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5" name="pt10675"/>
            <p:cNvSpPr/>
            <p:nvPr/>
          </p:nvSpPr>
          <p:spPr>
            <a:xfrm>
              <a:off x="5182866" y="3429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6" name="pt10676"/>
            <p:cNvSpPr/>
            <p:nvPr/>
          </p:nvSpPr>
          <p:spPr>
            <a:xfrm>
              <a:off x="5149157" y="3460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7" name="pt10677"/>
            <p:cNvSpPr/>
            <p:nvPr/>
          </p:nvSpPr>
          <p:spPr>
            <a:xfrm>
              <a:off x="5168663" y="35871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8" name="pt10678"/>
            <p:cNvSpPr/>
            <p:nvPr/>
          </p:nvSpPr>
          <p:spPr>
            <a:xfrm>
              <a:off x="5168851" y="35258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79" name="pt10679"/>
            <p:cNvSpPr/>
            <p:nvPr/>
          </p:nvSpPr>
          <p:spPr>
            <a:xfrm>
              <a:off x="5160240" y="35426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0" name="pt10680"/>
            <p:cNvSpPr/>
            <p:nvPr/>
          </p:nvSpPr>
          <p:spPr>
            <a:xfrm>
              <a:off x="5144815" y="35450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1" name="pt10681"/>
            <p:cNvSpPr/>
            <p:nvPr/>
          </p:nvSpPr>
          <p:spPr>
            <a:xfrm>
              <a:off x="5166849" y="34899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2" name="pt10682"/>
            <p:cNvSpPr/>
            <p:nvPr/>
          </p:nvSpPr>
          <p:spPr>
            <a:xfrm>
              <a:off x="5124685" y="35098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3" name="pt10683"/>
            <p:cNvSpPr/>
            <p:nvPr/>
          </p:nvSpPr>
          <p:spPr>
            <a:xfrm>
              <a:off x="5078849" y="35790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4" name="pt10684"/>
            <p:cNvSpPr/>
            <p:nvPr/>
          </p:nvSpPr>
          <p:spPr>
            <a:xfrm>
              <a:off x="5196334" y="35633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5" name="pt10685"/>
            <p:cNvSpPr/>
            <p:nvPr/>
          </p:nvSpPr>
          <p:spPr>
            <a:xfrm>
              <a:off x="5160805" y="35672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6" name="pt10686"/>
            <p:cNvSpPr/>
            <p:nvPr/>
          </p:nvSpPr>
          <p:spPr>
            <a:xfrm>
              <a:off x="5092302" y="35289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7" name="pt10687"/>
            <p:cNvSpPr/>
            <p:nvPr/>
          </p:nvSpPr>
          <p:spPr>
            <a:xfrm>
              <a:off x="5086074" y="3642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8" name="pt10688"/>
            <p:cNvSpPr/>
            <p:nvPr/>
          </p:nvSpPr>
          <p:spPr>
            <a:xfrm>
              <a:off x="5172817" y="35134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89" name="pt10689"/>
            <p:cNvSpPr/>
            <p:nvPr/>
          </p:nvSpPr>
          <p:spPr>
            <a:xfrm>
              <a:off x="5178840" y="35375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0" name="pt10690"/>
            <p:cNvSpPr/>
            <p:nvPr/>
          </p:nvSpPr>
          <p:spPr>
            <a:xfrm>
              <a:off x="5044557" y="35803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1" name="pt10691"/>
            <p:cNvSpPr/>
            <p:nvPr/>
          </p:nvSpPr>
          <p:spPr>
            <a:xfrm>
              <a:off x="5105659" y="36100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2" name="pt10692"/>
            <p:cNvSpPr/>
            <p:nvPr/>
          </p:nvSpPr>
          <p:spPr>
            <a:xfrm>
              <a:off x="5099764" y="36012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3" name="pt10693"/>
            <p:cNvSpPr/>
            <p:nvPr/>
          </p:nvSpPr>
          <p:spPr>
            <a:xfrm>
              <a:off x="5181695" y="35712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4" name="pt10694"/>
            <p:cNvSpPr/>
            <p:nvPr/>
          </p:nvSpPr>
          <p:spPr>
            <a:xfrm>
              <a:off x="5155878" y="36271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5" name="pt10695"/>
            <p:cNvSpPr/>
            <p:nvPr/>
          </p:nvSpPr>
          <p:spPr>
            <a:xfrm>
              <a:off x="5140032" y="35230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6" name="pt10696"/>
            <p:cNvSpPr/>
            <p:nvPr/>
          </p:nvSpPr>
          <p:spPr>
            <a:xfrm>
              <a:off x="5172975" y="35552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7" name="pt10697"/>
            <p:cNvSpPr/>
            <p:nvPr/>
          </p:nvSpPr>
          <p:spPr>
            <a:xfrm>
              <a:off x="5728381" y="489702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8" name="pt10698"/>
            <p:cNvSpPr/>
            <p:nvPr/>
          </p:nvSpPr>
          <p:spPr>
            <a:xfrm>
              <a:off x="5139041" y="35508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699" name="pt10699"/>
            <p:cNvSpPr/>
            <p:nvPr/>
          </p:nvSpPr>
          <p:spPr>
            <a:xfrm>
              <a:off x="5149001" y="35705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0" name="pt10700"/>
            <p:cNvSpPr/>
            <p:nvPr/>
          </p:nvSpPr>
          <p:spPr>
            <a:xfrm>
              <a:off x="5161289" y="35586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1" name="pt10701"/>
            <p:cNvSpPr/>
            <p:nvPr/>
          </p:nvSpPr>
          <p:spPr>
            <a:xfrm>
              <a:off x="5135126" y="35610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2" name="pt10702"/>
            <p:cNvSpPr/>
            <p:nvPr/>
          </p:nvSpPr>
          <p:spPr>
            <a:xfrm>
              <a:off x="5121456" y="3110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3" name="pt10703"/>
            <p:cNvSpPr/>
            <p:nvPr/>
          </p:nvSpPr>
          <p:spPr>
            <a:xfrm>
              <a:off x="5158380" y="35835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4" name="pt10704"/>
            <p:cNvSpPr/>
            <p:nvPr/>
          </p:nvSpPr>
          <p:spPr>
            <a:xfrm>
              <a:off x="5109293" y="35654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5" name="pt10705"/>
            <p:cNvSpPr/>
            <p:nvPr/>
          </p:nvSpPr>
          <p:spPr>
            <a:xfrm>
              <a:off x="5072029" y="35588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6" name="pt10706"/>
            <p:cNvSpPr/>
            <p:nvPr/>
          </p:nvSpPr>
          <p:spPr>
            <a:xfrm>
              <a:off x="5096579" y="35914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7" name="pt10707"/>
            <p:cNvSpPr/>
            <p:nvPr/>
          </p:nvSpPr>
          <p:spPr>
            <a:xfrm>
              <a:off x="5152478" y="35872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8" name="pt10708"/>
            <p:cNvSpPr/>
            <p:nvPr/>
          </p:nvSpPr>
          <p:spPr>
            <a:xfrm>
              <a:off x="5132757" y="35300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09" name="pt10709"/>
            <p:cNvSpPr/>
            <p:nvPr/>
          </p:nvSpPr>
          <p:spPr>
            <a:xfrm>
              <a:off x="5196503" y="34100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0" name="pt10710"/>
            <p:cNvSpPr/>
            <p:nvPr/>
          </p:nvSpPr>
          <p:spPr>
            <a:xfrm>
              <a:off x="5164313" y="35453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1" name="pt10711"/>
            <p:cNvSpPr/>
            <p:nvPr/>
          </p:nvSpPr>
          <p:spPr>
            <a:xfrm>
              <a:off x="5067718" y="36244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2" name="pt10712"/>
            <p:cNvSpPr/>
            <p:nvPr/>
          </p:nvSpPr>
          <p:spPr>
            <a:xfrm>
              <a:off x="5134483" y="3601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3" name="pt10713"/>
            <p:cNvSpPr/>
            <p:nvPr/>
          </p:nvSpPr>
          <p:spPr>
            <a:xfrm>
              <a:off x="5213372" y="35496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4" name="pt10714"/>
            <p:cNvSpPr/>
            <p:nvPr/>
          </p:nvSpPr>
          <p:spPr>
            <a:xfrm>
              <a:off x="5180044" y="35521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5" name="pt10715"/>
            <p:cNvSpPr/>
            <p:nvPr/>
          </p:nvSpPr>
          <p:spPr>
            <a:xfrm>
              <a:off x="5096461" y="3538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6" name="pt10716"/>
            <p:cNvSpPr/>
            <p:nvPr/>
          </p:nvSpPr>
          <p:spPr>
            <a:xfrm>
              <a:off x="5064377" y="3657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7" name="pt10717"/>
            <p:cNvSpPr/>
            <p:nvPr/>
          </p:nvSpPr>
          <p:spPr>
            <a:xfrm>
              <a:off x="5136649" y="35588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8" name="pt10718"/>
            <p:cNvSpPr/>
            <p:nvPr/>
          </p:nvSpPr>
          <p:spPr>
            <a:xfrm>
              <a:off x="5258357" y="35581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19" name="pt10719"/>
            <p:cNvSpPr/>
            <p:nvPr/>
          </p:nvSpPr>
          <p:spPr>
            <a:xfrm>
              <a:off x="5200463" y="35780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0" name="pt10720"/>
            <p:cNvSpPr/>
            <p:nvPr/>
          </p:nvSpPr>
          <p:spPr>
            <a:xfrm>
              <a:off x="5187813" y="35787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1" name="pt10721"/>
            <p:cNvSpPr/>
            <p:nvPr/>
          </p:nvSpPr>
          <p:spPr>
            <a:xfrm>
              <a:off x="5240273" y="35781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2" name="pt10722"/>
            <p:cNvSpPr/>
            <p:nvPr/>
          </p:nvSpPr>
          <p:spPr>
            <a:xfrm>
              <a:off x="5195228" y="35949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3" name="pt10723"/>
            <p:cNvSpPr/>
            <p:nvPr/>
          </p:nvSpPr>
          <p:spPr>
            <a:xfrm>
              <a:off x="5176988" y="34855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4" name="pt10724"/>
            <p:cNvSpPr/>
            <p:nvPr/>
          </p:nvSpPr>
          <p:spPr>
            <a:xfrm>
              <a:off x="5116326" y="3276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5" name="pt10725"/>
            <p:cNvSpPr/>
            <p:nvPr/>
          </p:nvSpPr>
          <p:spPr>
            <a:xfrm>
              <a:off x="5095932" y="41205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6" name="pt10726"/>
            <p:cNvSpPr/>
            <p:nvPr/>
          </p:nvSpPr>
          <p:spPr>
            <a:xfrm>
              <a:off x="5119986" y="35830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7" name="pt10727"/>
            <p:cNvSpPr/>
            <p:nvPr/>
          </p:nvSpPr>
          <p:spPr>
            <a:xfrm>
              <a:off x="5162536" y="35864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8" name="pt10728"/>
            <p:cNvSpPr/>
            <p:nvPr/>
          </p:nvSpPr>
          <p:spPr>
            <a:xfrm>
              <a:off x="5161159" y="3643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29" name="pt10729"/>
            <p:cNvSpPr/>
            <p:nvPr/>
          </p:nvSpPr>
          <p:spPr>
            <a:xfrm>
              <a:off x="5083086" y="35400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0" name="pt10730"/>
            <p:cNvSpPr/>
            <p:nvPr/>
          </p:nvSpPr>
          <p:spPr>
            <a:xfrm>
              <a:off x="5089902" y="34477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1" name="pt10731"/>
            <p:cNvSpPr/>
            <p:nvPr/>
          </p:nvSpPr>
          <p:spPr>
            <a:xfrm>
              <a:off x="5173736" y="35903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2" name="pt10732"/>
            <p:cNvSpPr/>
            <p:nvPr/>
          </p:nvSpPr>
          <p:spPr>
            <a:xfrm>
              <a:off x="5168910" y="35762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3" name="pt10733"/>
            <p:cNvSpPr/>
            <p:nvPr/>
          </p:nvSpPr>
          <p:spPr>
            <a:xfrm>
              <a:off x="5094723" y="35720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4" name="pt10734"/>
            <p:cNvSpPr/>
            <p:nvPr/>
          </p:nvSpPr>
          <p:spPr>
            <a:xfrm>
              <a:off x="5141950" y="35426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5" name="pt10735"/>
            <p:cNvSpPr/>
            <p:nvPr/>
          </p:nvSpPr>
          <p:spPr>
            <a:xfrm>
              <a:off x="5165834" y="34648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6" name="pt10736"/>
            <p:cNvSpPr/>
            <p:nvPr/>
          </p:nvSpPr>
          <p:spPr>
            <a:xfrm>
              <a:off x="5110673" y="32347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7" name="pt10737"/>
            <p:cNvSpPr/>
            <p:nvPr/>
          </p:nvSpPr>
          <p:spPr>
            <a:xfrm>
              <a:off x="5162704" y="36238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38" name="pt10738"/>
            <p:cNvSpPr/>
            <p:nvPr/>
          </p:nvSpPr>
          <p:spPr>
            <a:xfrm>
              <a:off x="5040484" y="3471072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9" name="pt10739"/>
            <p:cNvSpPr/>
            <p:nvPr/>
          </p:nvSpPr>
          <p:spPr>
            <a:xfrm>
              <a:off x="5066821" y="36082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0" name="pt10740"/>
            <p:cNvSpPr/>
            <p:nvPr/>
          </p:nvSpPr>
          <p:spPr>
            <a:xfrm>
              <a:off x="5124301" y="35727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1" name="pt10741"/>
            <p:cNvSpPr/>
            <p:nvPr/>
          </p:nvSpPr>
          <p:spPr>
            <a:xfrm>
              <a:off x="5042557" y="35718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2" name="pt10742"/>
            <p:cNvSpPr/>
            <p:nvPr/>
          </p:nvSpPr>
          <p:spPr>
            <a:xfrm>
              <a:off x="5152375" y="32519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3" name="pt10743"/>
            <p:cNvSpPr/>
            <p:nvPr/>
          </p:nvSpPr>
          <p:spPr>
            <a:xfrm>
              <a:off x="5201874" y="3484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4" name="pt10744"/>
            <p:cNvSpPr/>
            <p:nvPr/>
          </p:nvSpPr>
          <p:spPr>
            <a:xfrm>
              <a:off x="5138456" y="35513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5" name="pt10745"/>
            <p:cNvSpPr/>
            <p:nvPr/>
          </p:nvSpPr>
          <p:spPr>
            <a:xfrm>
              <a:off x="5218959" y="35194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6" name="pt10746"/>
            <p:cNvSpPr/>
            <p:nvPr/>
          </p:nvSpPr>
          <p:spPr>
            <a:xfrm>
              <a:off x="5075742" y="35600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7" name="pt10747"/>
            <p:cNvSpPr/>
            <p:nvPr/>
          </p:nvSpPr>
          <p:spPr>
            <a:xfrm>
              <a:off x="5077402" y="35534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8" name="pt10748"/>
            <p:cNvSpPr/>
            <p:nvPr/>
          </p:nvSpPr>
          <p:spPr>
            <a:xfrm>
              <a:off x="5146058" y="3624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49" name="pt10749"/>
            <p:cNvSpPr/>
            <p:nvPr/>
          </p:nvSpPr>
          <p:spPr>
            <a:xfrm>
              <a:off x="5071165" y="3711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0" name="pt10750"/>
            <p:cNvSpPr/>
            <p:nvPr/>
          </p:nvSpPr>
          <p:spPr>
            <a:xfrm>
              <a:off x="5075492" y="35244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1" name="pt10751"/>
            <p:cNvSpPr/>
            <p:nvPr/>
          </p:nvSpPr>
          <p:spPr>
            <a:xfrm>
              <a:off x="5130288" y="35340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2" name="pt10752"/>
            <p:cNvSpPr/>
            <p:nvPr/>
          </p:nvSpPr>
          <p:spPr>
            <a:xfrm>
              <a:off x="5095051" y="35627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3" name="pt10753"/>
            <p:cNvSpPr/>
            <p:nvPr/>
          </p:nvSpPr>
          <p:spPr>
            <a:xfrm>
              <a:off x="5169410" y="35364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4" name="pt10754"/>
            <p:cNvSpPr/>
            <p:nvPr/>
          </p:nvSpPr>
          <p:spPr>
            <a:xfrm>
              <a:off x="5167640" y="3540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5" name="pt10755"/>
            <p:cNvSpPr/>
            <p:nvPr/>
          </p:nvSpPr>
          <p:spPr>
            <a:xfrm>
              <a:off x="5145905" y="3553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6" name="pt10756"/>
            <p:cNvSpPr/>
            <p:nvPr/>
          </p:nvSpPr>
          <p:spPr>
            <a:xfrm>
              <a:off x="5114033" y="34714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7" name="pt10757"/>
            <p:cNvSpPr/>
            <p:nvPr/>
          </p:nvSpPr>
          <p:spPr>
            <a:xfrm>
              <a:off x="5164272" y="33269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8" name="pt10758"/>
            <p:cNvSpPr/>
            <p:nvPr/>
          </p:nvSpPr>
          <p:spPr>
            <a:xfrm>
              <a:off x="5135585" y="35700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59" name="pt10759"/>
            <p:cNvSpPr/>
            <p:nvPr/>
          </p:nvSpPr>
          <p:spPr>
            <a:xfrm>
              <a:off x="5156093" y="35205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0" name="pt10760"/>
            <p:cNvSpPr/>
            <p:nvPr/>
          </p:nvSpPr>
          <p:spPr>
            <a:xfrm>
              <a:off x="5122212" y="35540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1" name="pt10761"/>
            <p:cNvSpPr/>
            <p:nvPr/>
          </p:nvSpPr>
          <p:spPr>
            <a:xfrm>
              <a:off x="5112005" y="35508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2" name="pt10762"/>
            <p:cNvSpPr/>
            <p:nvPr/>
          </p:nvSpPr>
          <p:spPr>
            <a:xfrm>
              <a:off x="5148262" y="35836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3" name="pt10763"/>
            <p:cNvSpPr/>
            <p:nvPr/>
          </p:nvSpPr>
          <p:spPr>
            <a:xfrm>
              <a:off x="5127428" y="35695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4" name="pt10764"/>
            <p:cNvSpPr/>
            <p:nvPr/>
          </p:nvSpPr>
          <p:spPr>
            <a:xfrm>
              <a:off x="5218192" y="34516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5" name="pt10765"/>
            <p:cNvSpPr/>
            <p:nvPr/>
          </p:nvSpPr>
          <p:spPr>
            <a:xfrm>
              <a:off x="5125550" y="357844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6" name="pt10766"/>
            <p:cNvSpPr/>
            <p:nvPr/>
          </p:nvSpPr>
          <p:spPr>
            <a:xfrm>
              <a:off x="5048471" y="3611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7" name="pt10767"/>
            <p:cNvSpPr/>
            <p:nvPr/>
          </p:nvSpPr>
          <p:spPr>
            <a:xfrm>
              <a:off x="5054268" y="36553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8" name="pt10768"/>
            <p:cNvSpPr/>
            <p:nvPr/>
          </p:nvSpPr>
          <p:spPr>
            <a:xfrm>
              <a:off x="5165498" y="35736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69" name="pt10769"/>
            <p:cNvSpPr/>
            <p:nvPr/>
          </p:nvSpPr>
          <p:spPr>
            <a:xfrm>
              <a:off x="5054630" y="35288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0" name="pt10770"/>
            <p:cNvSpPr/>
            <p:nvPr/>
          </p:nvSpPr>
          <p:spPr>
            <a:xfrm>
              <a:off x="5099739" y="36253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1" name="pt10771"/>
            <p:cNvSpPr/>
            <p:nvPr/>
          </p:nvSpPr>
          <p:spPr>
            <a:xfrm>
              <a:off x="5144133" y="3525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2" name="pt10772"/>
            <p:cNvSpPr/>
            <p:nvPr/>
          </p:nvSpPr>
          <p:spPr>
            <a:xfrm>
              <a:off x="5152003" y="430011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3" name="pt10773"/>
            <p:cNvSpPr/>
            <p:nvPr/>
          </p:nvSpPr>
          <p:spPr>
            <a:xfrm>
              <a:off x="5102423" y="35818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4" name="pt10774"/>
            <p:cNvSpPr/>
            <p:nvPr/>
          </p:nvSpPr>
          <p:spPr>
            <a:xfrm>
              <a:off x="5097419" y="35178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5" name="pt10775"/>
            <p:cNvSpPr/>
            <p:nvPr/>
          </p:nvSpPr>
          <p:spPr>
            <a:xfrm>
              <a:off x="5137269" y="35533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6" name="pt10776"/>
            <p:cNvSpPr/>
            <p:nvPr/>
          </p:nvSpPr>
          <p:spPr>
            <a:xfrm>
              <a:off x="5137251" y="35782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7" name="pt10777"/>
            <p:cNvSpPr/>
            <p:nvPr/>
          </p:nvSpPr>
          <p:spPr>
            <a:xfrm>
              <a:off x="5149438" y="3411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8" name="pt10778"/>
            <p:cNvSpPr/>
            <p:nvPr/>
          </p:nvSpPr>
          <p:spPr>
            <a:xfrm>
              <a:off x="5162519" y="35830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79" name="pt10779"/>
            <p:cNvSpPr/>
            <p:nvPr/>
          </p:nvSpPr>
          <p:spPr>
            <a:xfrm>
              <a:off x="5107228" y="36176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0" name="pt10780"/>
            <p:cNvSpPr/>
            <p:nvPr/>
          </p:nvSpPr>
          <p:spPr>
            <a:xfrm>
              <a:off x="5139435" y="35336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1" name="pt10781"/>
            <p:cNvSpPr/>
            <p:nvPr/>
          </p:nvSpPr>
          <p:spPr>
            <a:xfrm>
              <a:off x="5204322" y="3583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2" name="pt10782"/>
            <p:cNvSpPr/>
            <p:nvPr/>
          </p:nvSpPr>
          <p:spPr>
            <a:xfrm>
              <a:off x="5142967" y="35575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3" name="pt10783"/>
            <p:cNvSpPr/>
            <p:nvPr/>
          </p:nvSpPr>
          <p:spPr>
            <a:xfrm>
              <a:off x="5126658" y="3589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4" name="pt10784"/>
            <p:cNvSpPr/>
            <p:nvPr/>
          </p:nvSpPr>
          <p:spPr>
            <a:xfrm>
              <a:off x="5142184" y="36251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5" name="pt10785"/>
            <p:cNvSpPr/>
            <p:nvPr/>
          </p:nvSpPr>
          <p:spPr>
            <a:xfrm>
              <a:off x="5163706" y="35518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6" name="pt10786"/>
            <p:cNvSpPr/>
            <p:nvPr/>
          </p:nvSpPr>
          <p:spPr>
            <a:xfrm>
              <a:off x="5193182" y="3559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7" name="pt10787"/>
            <p:cNvSpPr/>
            <p:nvPr/>
          </p:nvSpPr>
          <p:spPr>
            <a:xfrm>
              <a:off x="5029266" y="358805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8" name="pt10788"/>
            <p:cNvSpPr/>
            <p:nvPr/>
          </p:nvSpPr>
          <p:spPr>
            <a:xfrm>
              <a:off x="5126768" y="35609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89" name="pt10789"/>
            <p:cNvSpPr/>
            <p:nvPr/>
          </p:nvSpPr>
          <p:spPr>
            <a:xfrm>
              <a:off x="5138624" y="35051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0" name="pt10790"/>
            <p:cNvSpPr/>
            <p:nvPr/>
          </p:nvSpPr>
          <p:spPr>
            <a:xfrm>
              <a:off x="5189795" y="35504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1" name="pt10791"/>
            <p:cNvSpPr/>
            <p:nvPr/>
          </p:nvSpPr>
          <p:spPr>
            <a:xfrm>
              <a:off x="5211061" y="35400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2" name="pt10792"/>
            <p:cNvSpPr/>
            <p:nvPr/>
          </p:nvSpPr>
          <p:spPr>
            <a:xfrm>
              <a:off x="5138359" y="35853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3" name="pt10793"/>
            <p:cNvSpPr/>
            <p:nvPr/>
          </p:nvSpPr>
          <p:spPr>
            <a:xfrm>
              <a:off x="5183141" y="35559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4" name="pt10794"/>
            <p:cNvSpPr/>
            <p:nvPr/>
          </p:nvSpPr>
          <p:spPr>
            <a:xfrm>
              <a:off x="5212066" y="35959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5" name="pt10795"/>
            <p:cNvSpPr/>
            <p:nvPr/>
          </p:nvSpPr>
          <p:spPr>
            <a:xfrm>
              <a:off x="5127226" y="35575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6" name="pt10796"/>
            <p:cNvSpPr/>
            <p:nvPr/>
          </p:nvSpPr>
          <p:spPr>
            <a:xfrm>
              <a:off x="5143027" y="3532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7" name="pt10797"/>
            <p:cNvSpPr/>
            <p:nvPr/>
          </p:nvSpPr>
          <p:spPr>
            <a:xfrm>
              <a:off x="5234962" y="3567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8" name="pt10798"/>
            <p:cNvSpPr/>
            <p:nvPr/>
          </p:nvSpPr>
          <p:spPr>
            <a:xfrm>
              <a:off x="5122414" y="35980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799" name="pt10799"/>
            <p:cNvSpPr/>
            <p:nvPr/>
          </p:nvSpPr>
          <p:spPr>
            <a:xfrm>
              <a:off x="5109154" y="3577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0" name="pt10800"/>
            <p:cNvSpPr/>
            <p:nvPr/>
          </p:nvSpPr>
          <p:spPr>
            <a:xfrm>
              <a:off x="5172455" y="3587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1" name="pt10801"/>
            <p:cNvSpPr/>
            <p:nvPr/>
          </p:nvSpPr>
          <p:spPr>
            <a:xfrm>
              <a:off x="5102346" y="35696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2" name="pt10802"/>
            <p:cNvSpPr/>
            <p:nvPr/>
          </p:nvSpPr>
          <p:spPr>
            <a:xfrm>
              <a:off x="5092719" y="35483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3" name="pt10803"/>
            <p:cNvSpPr/>
            <p:nvPr/>
          </p:nvSpPr>
          <p:spPr>
            <a:xfrm>
              <a:off x="5139922" y="36107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4" name="pt10804"/>
            <p:cNvSpPr/>
            <p:nvPr/>
          </p:nvSpPr>
          <p:spPr>
            <a:xfrm>
              <a:off x="5090194" y="35753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5" name="pt10805"/>
            <p:cNvSpPr/>
            <p:nvPr/>
          </p:nvSpPr>
          <p:spPr>
            <a:xfrm>
              <a:off x="5074989" y="3591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6" name="pt10806"/>
            <p:cNvSpPr/>
            <p:nvPr/>
          </p:nvSpPr>
          <p:spPr>
            <a:xfrm>
              <a:off x="5106472" y="35933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7" name="pt10807"/>
            <p:cNvSpPr/>
            <p:nvPr/>
          </p:nvSpPr>
          <p:spPr>
            <a:xfrm>
              <a:off x="5107426" y="35798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8" name="pt10808"/>
            <p:cNvSpPr/>
            <p:nvPr/>
          </p:nvSpPr>
          <p:spPr>
            <a:xfrm>
              <a:off x="5114494" y="36372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09" name="pt10809"/>
            <p:cNvSpPr/>
            <p:nvPr/>
          </p:nvSpPr>
          <p:spPr>
            <a:xfrm>
              <a:off x="5151002" y="35814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0" name="pt10810"/>
            <p:cNvSpPr/>
            <p:nvPr/>
          </p:nvSpPr>
          <p:spPr>
            <a:xfrm>
              <a:off x="5065284" y="35856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1" name="pt10811"/>
            <p:cNvSpPr/>
            <p:nvPr/>
          </p:nvSpPr>
          <p:spPr>
            <a:xfrm>
              <a:off x="5145863" y="35275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2" name="pt10812"/>
            <p:cNvSpPr/>
            <p:nvPr/>
          </p:nvSpPr>
          <p:spPr>
            <a:xfrm>
              <a:off x="5132355" y="35762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3" name="pt10813"/>
            <p:cNvSpPr/>
            <p:nvPr/>
          </p:nvSpPr>
          <p:spPr>
            <a:xfrm>
              <a:off x="5091419" y="36068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4" name="pt10814"/>
            <p:cNvSpPr/>
            <p:nvPr/>
          </p:nvSpPr>
          <p:spPr>
            <a:xfrm>
              <a:off x="5156322" y="35820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5" name="pt10815"/>
            <p:cNvSpPr/>
            <p:nvPr/>
          </p:nvSpPr>
          <p:spPr>
            <a:xfrm>
              <a:off x="5115159" y="35828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6" name="pt10816"/>
            <p:cNvSpPr/>
            <p:nvPr/>
          </p:nvSpPr>
          <p:spPr>
            <a:xfrm>
              <a:off x="5231397" y="34848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7" name="pt10817"/>
            <p:cNvSpPr/>
            <p:nvPr/>
          </p:nvSpPr>
          <p:spPr>
            <a:xfrm>
              <a:off x="5142752" y="36065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8" name="pt10818"/>
            <p:cNvSpPr/>
            <p:nvPr/>
          </p:nvSpPr>
          <p:spPr>
            <a:xfrm>
              <a:off x="5128533" y="3598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19" name="pt10819"/>
            <p:cNvSpPr/>
            <p:nvPr/>
          </p:nvSpPr>
          <p:spPr>
            <a:xfrm>
              <a:off x="5083009" y="35465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0" name="pt10820"/>
            <p:cNvSpPr/>
            <p:nvPr/>
          </p:nvSpPr>
          <p:spPr>
            <a:xfrm>
              <a:off x="5167922" y="3541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1" name="pt10821"/>
            <p:cNvSpPr/>
            <p:nvPr/>
          </p:nvSpPr>
          <p:spPr>
            <a:xfrm>
              <a:off x="5168927" y="35494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2" name="pt10822"/>
            <p:cNvSpPr/>
            <p:nvPr/>
          </p:nvSpPr>
          <p:spPr>
            <a:xfrm>
              <a:off x="5141294" y="36277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3" name="pt10823"/>
            <p:cNvSpPr/>
            <p:nvPr/>
          </p:nvSpPr>
          <p:spPr>
            <a:xfrm>
              <a:off x="5002974" y="370626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4" name="pt10824"/>
            <p:cNvSpPr/>
            <p:nvPr/>
          </p:nvSpPr>
          <p:spPr>
            <a:xfrm>
              <a:off x="5169687" y="35674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5" name="pt10825"/>
            <p:cNvSpPr/>
            <p:nvPr/>
          </p:nvSpPr>
          <p:spPr>
            <a:xfrm>
              <a:off x="5082416" y="37237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6" name="pt10826"/>
            <p:cNvSpPr/>
            <p:nvPr/>
          </p:nvSpPr>
          <p:spPr>
            <a:xfrm>
              <a:off x="5144855" y="36394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7" name="pt10827"/>
            <p:cNvSpPr/>
            <p:nvPr/>
          </p:nvSpPr>
          <p:spPr>
            <a:xfrm>
              <a:off x="5100151" y="35875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8" name="pt10828"/>
            <p:cNvSpPr/>
            <p:nvPr/>
          </p:nvSpPr>
          <p:spPr>
            <a:xfrm>
              <a:off x="5170380" y="35566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29" name="pt10829"/>
            <p:cNvSpPr/>
            <p:nvPr/>
          </p:nvSpPr>
          <p:spPr>
            <a:xfrm>
              <a:off x="5093764" y="35827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0" name="pt10830"/>
            <p:cNvSpPr/>
            <p:nvPr/>
          </p:nvSpPr>
          <p:spPr>
            <a:xfrm>
              <a:off x="5125766" y="36487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1" name="pt10831"/>
            <p:cNvSpPr/>
            <p:nvPr/>
          </p:nvSpPr>
          <p:spPr>
            <a:xfrm>
              <a:off x="5143200" y="35696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2" name="pt10832"/>
            <p:cNvSpPr/>
            <p:nvPr/>
          </p:nvSpPr>
          <p:spPr>
            <a:xfrm>
              <a:off x="5361689" y="364107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3" name="pt10833"/>
            <p:cNvSpPr/>
            <p:nvPr/>
          </p:nvSpPr>
          <p:spPr>
            <a:xfrm>
              <a:off x="5162069" y="35614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4" name="pt10834"/>
            <p:cNvSpPr/>
            <p:nvPr/>
          </p:nvSpPr>
          <p:spPr>
            <a:xfrm>
              <a:off x="5213423" y="35577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5" name="pt10835"/>
            <p:cNvSpPr/>
            <p:nvPr/>
          </p:nvSpPr>
          <p:spPr>
            <a:xfrm>
              <a:off x="5066116" y="35995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6" name="pt10836"/>
            <p:cNvSpPr/>
            <p:nvPr/>
          </p:nvSpPr>
          <p:spPr>
            <a:xfrm>
              <a:off x="5177443" y="3569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7" name="pt10837"/>
            <p:cNvSpPr/>
            <p:nvPr/>
          </p:nvSpPr>
          <p:spPr>
            <a:xfrm>
              <a:off x="5152314" y="36073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8" name="pt10838"/>
            <p:cNvSpPr/>
            <p:nvPr/>
          </p:nvSpPr>
          <p:spPr>
            <a:xfrm>
              <a:off x="5137103" y="3553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39" name="pt10839"/>
            <p:cNvSpPr/>
            <p:nvPr/>
          </p:nvSpPr>
          <p:spPr>
            <a:xfrm>
              <a:off x="5142111" y="3620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0" name="pt10840"/>
            <p:cNvSpPr/>
            <p:nvPr/>
          </p:nvSpPr>
          <p:spPr>
            <a:xfrm>
              <a:off x="5218185" y="36102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1" name="pt10841"/>
            <p:cNvSpPr/>
            <p:nvPr/>
          </p:nvSpPr>
          <p:spPr>
            <a:xfrm>
              <a:off x="5130242" y="357740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2" name="pt10842"/>
            <p:cNvSpPr/>
            <p:nvPr/>
          </p:nvSpPr>
          <p:spPr>
            <a:xfrm>
              <a:off x="5156590" y="34862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3" name="pt10843"/>
            <p:cNvSpPr/>
            <p:nvPr/>
          </p:nvSpPr>
          <p:spPr>
            <a:xfrm>
              <a:off x="5167317" y="35592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4" name="pt10844"/>
            <p:cNvSpPr/>
            <p:nvPr/>
          </p:nvSpPr>
          <p:spPr>
            <a:xfrm>
              <a:off x="5100513" y="35047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5" name="pt10845"/>
            <p:cNvSpPr/>
            <p:nvPr/>
          </p:nvSpPr>
          <p:spPr>
            <a:xfrm>
              <a:off x="5129907" y="360213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6" name="pt10846"/>
            <p:cNvSpPr/>
            <p:nvPr/>
          </p:nvSpPr>
          <p:spPr>
            <a:xfrm>
              <a:off x="5132388" y="35876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7" name="pt10847"/>
            <p:cNvSpPr/>
            <p:nvPr/>
          </p:nvSpPr>
          <p:spPr>
            <a:xfrm>
              <a:off x="5064097" y="35634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8" name="pt10848"/>
            <p:cNvSpPr/>
            <p:nvPr/>
          </p:nvSpPr>
          <p:spPr>
            <a:xfrm>
              <a:off x="5203288" y="3522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49" name="pt10849"/>
            <p:cNvSpPr/>
            <p:nvPr/>
          </p:nvSpPr>
          <p:spPr>
            <a:xfrm>
              <a:off x="5181303" y="35522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0" name="pt10850"/>
            <p:cNvSpPr/>
            <p:nvPr/>
          </p:nvSpPr>
          <p:spPr>
            <a:xfrm>
              <a:off x="5166916" y="35201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1" name="pt10851"/>
            <p:cNvSpPr/>
            <p:nvPr/>
          </p:nvSpPr>
          <p:spPr>
            <a:xfrm>
              <a:off x="5115164" y="3687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2" name="pt10852"/>
            <p:cNvSpPr/>
            <p:nvPr/>
          </p:nvSpPr>
          <p:spPr>
            <a:xfrm>
              <a:off x="5165085" y="36532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3" name="pt10853"/>
            <p:cNvSpPr/>
            <p:nvPr/>
          </p:nvSpPr>
          <p:spPr>
            <a:xfrm>
              <a:off x="5081320" y="36430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4" name="pt10854"/>
            <p:cNvSpPr/>
            <p:nvPr/>
          </p:nvSpPr>
          <p:spPr>
            <a:xfrm>
              <a:off x="5149198" y="34509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5" name="pt10855"/>
            <p:cNvSpPr/>
            <p:nvPr/>
          </p:nvSpPr>
          <p:spPr>
            <a:xfrm>
              <a:off x="5135644" y="35747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6" name="pt10856"/>
            <p:cNvSpPr/>
            <p:nvPr/>
          </p:nvSpPr>
          <p:spPr>
            <a:xfrm>
              <a:off x="5168410" y="35722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7" name="pt10857"/>
            <p:cNvSpPr/>
            <p:nvPr/>
          </p:nvSpPr>
          <p:spPr>
            <a:xfrm>
              <a:off x="5110234" y="36287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8" name="pt10858"/>
            <p:cNvSpPr/>
            <p:nvPr/>
          </p:nvSpPr>
          <p:spPr>
            <a:xfrm>
              <a:off x="5060213" y="36061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59" name="pt10859"/>
            <p:cNvSpPr/>
            <p:nvPr/>
          </p:nvSpPr>
          <p:spPr>
            <a:xfrm>
              <a:off x="5126892" y="35965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0" name="pt10860"/>
            <p:cNvSpPr/>
            <p:nvPr/>
          </p:nvSpPr>
          <p:spPr>
            <a:xfrm>
              <a:off x="5194500" y="3740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1" name="pt10861"/>
            <p:cNvSpPr/>
            <p:nvPr/>
          </p:nvSpPr>
          <p:spPr>
            <a:xfrm>
              <a:off x="5101532" y="3580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2" name="pt10862"/>
            <p:cNvSpPr/>
            <p:nvPr/>
          </p:nvSpPr>
          <p:spPr>
            <a:xfrm>
              <a:off x="5159189" y="35486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3" name="pt10863"/>
            <p:cNvSpPr/>
            <p:nvPr/>
          </p:nvSpPr>
          <p:spPr>
            <a:xfrm>
              <a:off x="5173015" y="3780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4" name="pt10864"/>
            <p:cNvSpPr/>
            <p:nvPr/>
          </p:nvSpPr>
          <p:spPr>
            <a:xfrm>
              <a:off x="5120157" y="3545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5" name="pt10865"/>
            <p:cNvSpPr/>
            <p:nvPr/>
          </p:nvSpPr>
          <p:spPr>
            <a:xfrm>
              <a:off x="5104440" y="35734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6" name="pt10866"/>
            <p:cNvSpPr/>
            <p:nvPr/>
          </p:nvSpPr>
          <p:spPr>
            <a:xfrm>
              <a:off x="4944921" y="35390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7" name="pt10867"/>
            <p:cNvSpPr/>
            <p:nvPr/>
          </p:nvSpPr>
          <p:spPr>
            <a:xfrm>
              <a:off x="5153010" y="35934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8" name="pt10868"/>
            <p:cNvSpPr/>
            <p:nvPr/>
          </p:nvSpPr>
          <p:spPr>
            <a:xfrm>
              <a:off x="5054031" y="35679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69" name="pt10869"/>
            <p:cNvSpPr/>
            <p:nvPr/>
          </p:nvSpPr>
          <p:spPr>
            <a:xfrm>
              <a:off x="5175566" y="4300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0" name="pt10870"/>
            <p:cNvSpPr/>
            <p:nvPr/>
          </p:nvSpPr>
          <p:spPr>
            <a:xfrm>
              <a:off x="5087710" y="34477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1" name="pt10871"/>
            <p:cNvSpPr/>
            <p:nvPr/>
          </p:nvSpPr>
          <p:spPr>
            <a:xfrm>
              <a:off x="5103090" y="36142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2" name="pt10872"/>
            <p:cNvSpPr/>
            <p:nvPr/>
          </p:nvSpPr>
          <p:spPr>
            <a:xfrm>
              <a:off x="5117458" y="40831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3" name="pt10873"/>
            <p:cNvSpPr/>
            <p:nvPr/>
          </p:nvSpPr>
          <p:spPr>
            <a:xfrm>
              <a:off x="5133915" y="35591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4" name="pt10874"/>
            <p:cNvSpPr/>
            <p:nvPr/>
          </p:nvSpPr>
          <p:spPr>
            <a:xfrm>
              <a:off x="5089272" y="35224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5" name="pt10875"/>
            <p:cNvSpPr/>
            <p:nvPr/>
          </p:nvSpPr>
          <p:spPr>
            <a:xfrm>
              <a:off x="5158111" y="36375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6" name="pt10876"/>
            <p:cNvSpPr/>
            <p:nvPr/>
          </p:nvSpPr>
          <p:spPr>
            <a:xfrm>
              <a:off x="5119996" y="35530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7" name="pt10877"/>
            <p:cNvSpPr/>
            <p:nvPr/>
          </p:nvSpPr>
          <p:spPr>
            <a:xfrm>
              <a:off x="5091181" y="35399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8" name="pt10878"/>
            <p:cNvSpPr/>
            <p:nvPr/>
          </p:nvSpPr>
          <p:spPr>
            <a:xfrm>
              <a:off x="5145179" y="35576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79" name="pt10879"/>
            <p:cNvSpPr/>
            <p:nvPr/>
          </p:nvSpPr>
          <p:spPr>
            <a:xfrm>
              <a:off x="5105677" y="35527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0" name="pt10880"/>
            <p:cNvSpPr/>
            <p:nvPr/>
          </p:nvSpPr>
          <p:spPr>
            <a:xfrm>
              <a:off x="4996810" y="36009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1" name="pt10881"/>
            <p:cNvSpPr/>
            <p:nvPr/>
          </p:nvSpPr>
          <p:spPr>
            <a:xfrm>
              <a:off x="5167153" y="37989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2" name="pt10882"/>
            <p:cNvSpPr/>
            <p:nvPr/>
          </p:nvSpPr>
          <p:spPr>
            <a:xfrm>
              <a:off x="5131376" y="35736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3" name="pt10883"/>
            <p:cNvSpPr/>
            <p:nvPr/>
          </p:nvSpPr>
          <p:spPr>
            <a:xfrm>
              <a:off x="5173366" y="361128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4" name="pt10884"/>
            <p:cNvSpPr/>
            <p:nvPr/>
          </p:nvSpPr>
          <p:spPr>
            <a:xfrm>
              <a:off x="5229732" y="3484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5" name="pt10885"/>
            <p:cNvSpPr/>
            <p:nvPr/>
          </p:nvSpPr>
          <p:spPr>
            <a:xfrm>
              <a:off x="5150652" y="32670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6" name="pt10886"/>
            <p:cNvSpPr/>
            <p:nvPr/>
          </p:nvSpPr>
          <p:spPr>
            <a:xfrm>
              <a:off x="5107632" y="3589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7" name="pt10887"/>
            <p:cNvSpPr/>
            <p:nvPr/>
          </p:nvSpPr>
          <p:spPr>
            <a:xfrm>
              <a:off x="5144292" y="35984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8" name="pt10888"/>
            <p:cNvSpPr/>
            <p:nvPr/>
          </p:nvSpPr>
          <p:spPr>
            <a:xfrm>
              <a:off x="5202013" y="35564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89" name="pt10889"/>
            <p:cNvSpPr/>
            <p:nvPr/>
          </p:nvSpPr>
          <p:spPr>
            <a:xfrm>
              <a:off x="5141178" y="35853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0" name="pt10890"/>
            <p:cNvSpPr/>
            <p:nvPr/>
          </p:nvSpPr>
          <p:spPr>
            <a:xfrm>
              <a:off x="5077897" y="35916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1" name="pt10891"/>
            <p:cNvSpPr/>
            <p:nvPr/>
          </p:nvSpPr>
          <p:spPr>
            <a:xfrm>
              <a:off x="5130902" y="35641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2" name="pt10892"/>
            <p:cNvSpPr/>
            <p:nvPr/>
          </p:nvSpPr>
          <p:spPr>
            <a:xfrm>
              <a:off x="5130137" y="33705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3" name="pt10893"/>
            <p:cNvSpPr/>
            <p:nvPr/>
          </p:nvSpPr>
          <p:spPr>
            <a:xfrm>
              <a:off x="5141204" y="36153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4" name="pt10894"/>
            <p:cNvSpPr/>
            <p:nvPr/>
          </p:nvSpPr>
          <p:spPr>
            <a:xfrm>
              <a:off x="5131902" y="35714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5" name="pt10895"/>
            <p:cNvSpPr/>
            <p:nvPr/>
          </p:nvSpPr>
          <p:spPr>
            <a:xfrm>
              <a:off x="5144586" y="35522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6" name="pt10896"/>
            <p:cNvSpPr/>
            <p:nvPr/>
          </p:nvSpPr>
          <p:spPr>
            <a:xfrm>
              <a:off x="5133662" y="35746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7" name="pt10897"/>
            <p:cNvSpPr/>
            <p:nvPr/>
          </p:nvSpPr>
          <p:spPr>
            <a:xfrm>
              <a:off x="5101811" y="35601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8" name="pt10898"/>
            <p:cNvSpPr/>
            <p:nvPr/>
          </p:nvSpPr>
          <p:spPr>
            <a:xfrm>
              <a:off x="5169651" y="41978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899" name="pt10899"/>
            <p:cNvSpPr/>
            <p:nvPr/>
          </p:nvSpPr>
          <p:spPr>
            <a:xfrm>
              <a:off x="5209735" y="37249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0" name="pt10900"/>
            <p:cNvSpPr/>
            <p:nvPr/>
          </p:nvSpPr>
          <p:spPr>
            <a:xfrm>
              <a:off x="5176612" y="34962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1" name="pt10901"/>
            <p:cNvSpPr/>
            <p:nvPr/>
          </p:nvSpPr>
          <p:spPr>
            <a:xfrm>
              <a:off x="5111150" y="36118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2" name="pt10902"/>
            <p:cNvSpPr/>
            <p:nvPr/>
          </p:nvSpPr>
          <p:spPr>
            <a:xfrm>
              <a:off x="5153335" y="35763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3" name="pt10903"/>
            <p:cNvSpPr/>
            <p:nvPr/>
          </p:nvSpPr>
          <p:spPr>
            <a:xfrm>
              <a:off x="5121130" y="35714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4" name="pt10904"/>
            <p:cNvSpPr/>
            <p:nvPr/>
          </p:nvSpPr>
          <p:spPr>
            <a:xfrm>
              <a:off x="5144972" y="35842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5" name="pt10905"/>
            <p:cNvSpPr/>
            <p:nvPr/>
          </p:nvSpPr>
          <p:spPr>
            <a:xfrm>
              <a:off x="4881257" y="35922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6" name="pt10906"/>
            <p:cNvSpPr/>
            <p:nvPr/>
          </p:nvSpPr>
          <p:spPr>
            <a:xfrm>
              <a:off x="5167282" y="35617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7" name="pt10907"/>
            <p:cNvSpPr/>
            <p:nvPr/>
          </p:nvSpPr>
          <p:spPr>
            <a:xfrm>
              <a:off x="5150106" y="35910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8" name="pt10908"/>
            <p:cNvSpPr/>
            <p:nvPr/>
          </p:nvSpPr>
          <p:spPr>
            <a:xfrm>
              <a:off x="4993352" y="35979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09" name="pt10909"/>
            <p:cNvSpPr/>
            <p:nvPr/>
          </p:nvSpPr>
          <p:spPr>
            <a:xfrm>
              <a:off x="5083122" y="35707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0" name="pt10910"/>
            <p:cNvSpPr/>
            <p:nvPr/>
          </p:nvSpPr>
          <p:spPr>
            <a:xfrm>
              <a:off x="5223384" y="3550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1" name="pt10911"/>
            <p:cNvSpPr/>
            <p:nvPr/>
          </p:nvSpPr>
          <p:spPr>
            <a:xfrm>
              <a:off x="5150383" y="35971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2" name="pt10912"/>
            <p:cNvSpPr/>
            <p:nvPr/>
          </p:nvSpPr>
          <p:spPr>
            <a:xfrm>
              <a:off x="5190060" y="41567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3" name="pt10913"/>
            <p:cNvSpPr/>
            <p:nvPr/>
          </p:nvSpPr>
          <p:spPr>
            <a:xfrm>
              <a:off x="5173800" y="35439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4" name="pt10914"/>
            <p:cNvSpPr/>
            <p:nvPr/>
          </p:nvSpPr>
          <p:spPr>
            <a:xfrm>
              <a:off x="5134852" y="35209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5" name="pt10915"/>
            <p:cNvSpPr/>
            <p:nvPr/>
          </p:nvSpPr>
          <p:spPr>
            <a:xfrm>
              <a:off x="5071553" y="36421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6" name="pt10916"/>
            <p:cNvSpPr/>
            <p:nvPr/>
          </p:nvSpPr>
          <p:spPr>
            <a:xfrm>
              <a:off x="5117960" y="35546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7" name="pt10917"/>
            <p:cNvSpPr/>
            <p:nvPr/>
          </p:nvSpPr>
          <p:spPr>
            <a:xfrm>
              <a:off x="5120610" y="35673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8" name="pt10918"/>
            <p:cNvSpPr/>
            <p:nvPr/>
          </p:nvSpPr>
          <p:spPr>
            <a:xfrm>
              <a:off x="5143045" y="35422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19" name="pt10919"/>
            <p:cNvSpPr/>
            <p:nvPr/>
          </p:nvSpPr>
          <p:spPr>
            <a:xfrm>
              <a:off x="5125866" y="35898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0" name="pt10920"/>
            <p:cNvSpPr/>
            <p:nvPr/>
          </p:nvSpPr>
          <p:spPr>
            <a:xfrm>
              <a:off x="5159350" y="35946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1" name="pt10921"/>
            <p:cNvSpPr/>
            <p:nvPr/>
          </p:nvSpPr>
          <p:spPr>
            <a:xfrm>
              <a:off x="5153784" y="30325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2" name="pt10922"/>
            <p:cNvSpPr/>
            <p:nvPr/>
          </p:nvSpPr>
          <p:spPr>
            <a:xfrm>
              <a:off x="5192430" y="351389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3" name="pt10923"/>
            <p:cNvSpPr/>
            <p:nvPr/>
          </p:nvSpPr>
          <p:spPr>
            <a:xfrm>
              <a:off x="5148044" y="35827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4" name="pt10924"/>
            <p:cNvSpPr/>
            <p:nvPr/>
          </p:nvSpPr>
          <p:spPr>
            <a:xfrm>
              <a:off x="5136458" y="35583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5" name="pt10925"/>
            <p:cNvSpPr/>
            <p:nvPr/>
          </p:nvSpPr>
          <p:spPr>
            <a:xfrm>
              <a:off x="5237794" y="3613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6" name="pt10926"/>
            <p:cNvSpPr/>
            <p:nvPr/>
          </p:nvSpPr>
          <p:spPr>
            <a:xfrm>
              <a:off x="5135041" y="35215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7" name="pt10927"/>
            <p:cNvSpPr/>
            <p:nvPr/>
          </p:nvSpPr>
          <p:spPr>
            <a:xfrm>
              <a:off x="5135551" y="35530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8" name="pt10928"/>
            <p:cNvSpPr/>
            <p:nvPr/>
          </p:nvSpPr>
          <p:spPr>
            <a:xfrm>
              <a:off x="5192898" y="35695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29" name="pt10929"/>
            <p:cNvSpPr/>
            <p:nvPr/>
          </p:nvSpPr>
          <p:spPr>
            <a:xfrm>
              <a:off x="5152219" y="35656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0" name="pt10930"/>
            <p:cNvSpPr/>
            <p:nvPr/>
          </p:nvSpPr>
          <p:spPr>
            <a:xfrm>
              <a:off x="5161136" y="4849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1" name="pt10931"/>
            <p:cNvSpPr/>
            <p:nvPr/>
          </p:nvSpPr>
          <p:spPr>
            <a:xfrm>
              <a:off x="5195988" y="36321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2" name="pt10932"/>
            <p:cNvSpPr/>
            <p:nvPr/>
          </p:nvSpPr>
          <p:spPr>
            <a:xfrm>
              <a:off x="5152731" y="35852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3" name="pt10933"/>
            <p:cNvSpPr/>
            <p:nvPr/>
          </p:nvSpPr>
          <p:spPr>
            <a:xfrm>
              <a:off x="5166075" y="35697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4" name="pt10934"/>
            <p:cNvSpPr/>
            <p:nvPr/>
          </p:nvSpPr>
          <p:spPr>
            <a:xfrm>
              <a:off x="5174454" y="35544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5" name="pt10935"/>
            <p:cNvSpPr/>
            <p:nvPr/>
          </p:nvSpPr>
          <p:spPr>
            <a:xfrm>
              <a:off x="5156288" y="34107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6" name="pt10936"/>
            <p:cNvSpPr/>
            <p:nvPr/>
          </p:nvSpPr>
          <p:spPr>
            <a:xfrm>
              <a:off x="5097480" y="35992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7" name="pt10937"/>
            <p:cNvSpPr/>
            <p:nvPr/>
          </p:nvSpPr>
          <p:spPr>
            <a:xfrm>
              <a:off x="5201269" y="3593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8" name="pt10938"/>
            <p:cNvSpPr/>
            <p:nvPr/>
          </p:nvSpPr>
          <p:spPr>
            <a:xfrm>
              <a:off x="5146372" y="35875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39" name="pt10939"/>
            <p:cNvSpPr/>
            <p:nvPr/>
          </p:nvSpPr>
          <p:spPr>
            <a:xfrm>
              <a:off x="5096074" y="35045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0" name="pt10940"/>
            <p:cNvSpPr/>
            <p:nvPr/>
          </p:nvSpPr>
          <p:spPr>
            <a:xfrm>
              <a:off x="5094921" y="353331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1" name="pt10941"/>
            <p:cNvSpPr/>
            <p:nvPr/>
          </p:nvSpPr>
          <p:spPr>
            <a:xfrm>
              <a:off x="5165020" y="36058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2" name="pt10942"/>
            <p:cNvSpPr/>
            <p:nvPr/>
          </p:nvSpPr>
          <p:spPr>
            <a:xfrm>
              <a:off x="5032486" y="34789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3" name="pt10943"/>
            <p:cNvSpPr/>
            <p:nvPr/>
          </p:nvSpPr>
          <p:spPr>
            <a:xfrm>
              <a:off x="5193480" y="35455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4" name="pt10944"/>
            <p:cNvSpPr/>
            <p:nvPr/>
          </p:nvSpPr>
          <p:spPr>
            <a:xfrm>
              <a:off x="5138236" y="35829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5" name="pt10945"/>
            <p:cNvSpPr/>
            <p:nvPr/>
          </p:nvSpPr>
          <p:spPr>
            <a:xfrm>
              <a:off x="5177264" y="3579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6" name="pt10946"/>
            <p:cNvSpPr/>
            <p:nvPr/>
          </p:nvSpPr>
          <p:spPr>
            <a:xfrm>
              <a:off x="5167829" y="42152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7" name="pt10947"/>
            <p:cNvSpPr/>
            <p:nvPr/>
          </p:nvSpPr>
          <p:spPr>
            <a:xfrm>
              <a:off x="5124959" y="35909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8" name="pt10948"/>
            <p:cNvSpPr/>
            <p:nvPr/>
          </p:nvSpPr>
          <p:spPr>
            <a:xfrm>
              <a:off x="5117048" y="34462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49" name="pt10949"/>
            <p:cNvSpPr/>
            <p:nvPr/>
          </p:nvSpPr>
          <p:spPr>
            <a:xfrm>
              <a:off x="5238276" y="35396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0" name="pt10950"/>
            <p:cNvSpPr/>
            <p:nvPr/>
          </p:nvSpPr>
          <p:spPr>
            <a:xfrm>
              <a:off x="5205419" y="35337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1" name="pt10951"/>
            <p:cNvSpPr/>
            <p:nvPr/>
          </p:nvSpPr>
          <p:spPr>
            <a:xfrm>
              <a:off x="5165770" y="35604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2" name="pt10952"/>
            <p:cNvSpPr/>
            <p:nvPr/>
          </p:nvSpPr>
          <p:spPr>
            <a:xfrm>
              <a:off x="5126804" y="35239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3" name="pt10953"/>
            <p:cNvSpPr/>
            <p:nvPr/>
          </p:nvSpPr>
          <p:spPr>
            <a:xfrm>
              <a:off x="5159216" y="35645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4" name="pt10954"/>
            <p:cNvSpPr/>
            <p:nvPr/>
          </p:nvSpPr>
          <p:spPr>
            <a:xfrm>
              <a:off x="5132258" y="35528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5" name="pt10955"/>
            <p:cNvSpPr/>
            <p:nvPr/>
          </p:nvSpPr>
          <p:spPr>
            <a:xfrm>
              <a:off x="5131581" y="35678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6" name="pt10956"/>
            <p:cNvSpPr/>
            <p:nvPr/>
          </p:nvSpPr>
          <p:spPr>
            <a:xfrm>
              <a:off x="5146967" y="35646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7" name="pt10957"/>
            <p:cNvSpPr/>
            <p:nvPr/>
          </p:nvSpPr>
          <p:spPr>
            <a:xfrm>
              <a:off x="5194032" y="35657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8" name="pt10958"/>
            <p:cNvSpPr/>
            <p:nvPr/>
          </p:nvSpPr>
          <p:spPr>
            <a:xfrm>
              <a:off x="5203207" y="330315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59" name="pt10959"/>
            <p:cNvSpPr/>
            <p:nvPr/>
          </p:nvSpPr>
          <p:spPr>
            <a:xfrm>
              <a:off x="5126350" y="35489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0" name="pt10960"/>
            <p:cNvSpPr/>
            <p:nvPr/>
          </p:nvSpPr>
          <p:spPr>
            <a:xfrm>
              <a:off x="5124228" y="36022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1" name="pt10961"/>
            <p:cNvSpPr/>
            <p:nvPr/>
          </p:nvSpPr>
          <p:spPr>
            <a:xfrm>
              <a:off x="5157612" y="3520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2" name="pt10962"/>
            <p:cNvSpPr/>
            <p:nvPr/>
          </p:nvSpPr>
          <p:spPr>
            <a:xfrm>
              <a:off x="5170641" y="38005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3" name="pt10963"/>
            <p:cNvSpPr/>
            <p:nvPr/>
          </p:nvSpPr>
          <p:spPr>
            <a:xfrm>
              <a:off x="5118103" y="35662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4" name="pt10964"/>
            <p:cNvSpPr/>
            <p:nvPr/>
          </p:nvSpPr>
          <p:spPr>
            <a:xfrm>
              <a:off x="5167224" y="38167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5" name="pt10965"/>
            <p:cNvSpPr/>
            <p:nvPr/>
          </p:nvSpPr>
          <p:spPr>
            <a:xfrm>
              <a:off x="5136130" y="358198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6" name="pt10966"/>
            <p:cNvSpPr/>
            <p:nvPr/>
          </p:nvSpPr>
          <p:spPr>
            <a:xfrm>
              <a:off x="5158925" y="36109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7" name="pt10967"/>
            <p:cNvSpPr/>
            <p:nvPr/>
          </p:nvSpPr>
          <p:spPr>
            <a:xfrm>
              <a:off x="5152977" y="356447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8" name="pt10968"/>
            <p:cNvSpPr/>
            <p:nvPr/>
          </p:nvSpPr>
          <p:spPr>
            <a:xfrm>
              <a:off x="5161115" y="35248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69" name="pt10969"/>
            <p:cNvSpPr/>
            <p:nvPr/>
          </p:nvSpPr>
          <p:spPr>
            <a:xfrm>
              <a:off x="5157413" y="378855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0" name="pt10970"/>
            <p:cNvSpPr/>
            <p:nvPr/>
          </p:nvSpPr>
          <p:spPr>
            <a:xfrm>
              <a:off x="5142800" y="353482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1" name="pt10971"/>
            <p:cNvSpPr/>
            <p:nvPr/>
          </p:nvSpPr>
          <p:spPr>
            <a:xfrm>
              <a:off x="5159840" y="358384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2" name="pt10972"/>
            <p:cNvSpPr/>
            <p:nvPr/>
          </p:nvSpPr>
          <p:spPr>
            <a:xfrm>
              <a:off x="5036282" y="35393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3" name="pt10973"/>
            <p:cNvSpPr/>
            <p:nvPr/>
          </p:nvSpPr>
          <p:spPr>
            <a:xfrm>
              <a:off x="5152080" y="35409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4" name="pt10974"/>
            <p:cNvSpPr/>
            <p:nvPr/>
          </p:nvSpPr>
          <p:spPr>
            <a:xfrm>
              <a:off x="5178791" y="43574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5" name="pt10975"/>
            <p:cNvSpPr/>
            <p:nvPr/>
          </p:nvSpPr>
          <p:spPr>
            <a:xfrm>
              <a:off x="5072888" y="35490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6" name="pt10976"/>
            <p:cNvSpPr/>
            <p:nvPr/>
          </p:nvSpPr>
          <p:spPr>
            <a:xfrm>
              <a:off x="5100520" y="354366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7" name="pt10977"/>
            <p:cNvSpPr/>
            <p:nvPr/>
          </p:nvSpPr>
          <p:spPr>
            <a:xfrm>
              <a:off x="5202150" y="35313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8" name="pt10978"/>
            <p:cNvSpPr/>
            <p:nvPr/>
          </p:nvSpPr>
          <p:spPr>
            <a:xfrm>
              <a:off x="5151942" y="36057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79" name="pt10979"/>
            <p:cNvSpPr/>
            <p:nvPr/>
          </p:nvSpPr>
          <p:spPr>
            <a:xfrm>
              <a:off x="5108729" y="35966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0" name="pt10980"/>
            <p:cNvSpPr/>
            <p:nvPr/>
          </p:nvSpPr>
          <p:spPr>
            <a:xfrm>
              <a:off x="5092007" y="35308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1" name="pt10981"/>
            <p:cNvSpPr/>
            <p:nvPr/>
          </p:nvSpPr>
          <p:spPr>
            <a:xfrm>
              <a:off x="5188228" y="35214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2" name="pt10982"/>
            <p:cNvSpPr/>
            <p:nvPr/>
          </p:nvSpPr>
          <p:spPr>
            <a:xfrm>
              <a:off x="5089008" y="35392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3" name="pt10983"/>
            <p:cNvSpPr/>
            <p:nvPr/>
          </p:nvSpPr>
          <p:spPr>
            <a:xfrm>
              <a:off x="5145593" y="35876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4" name="pt10984"/>
            <p:cNvSpPr/>
            <p:nvPr/>
          </p:nvSpPr>
          <p:spPr>
            <a:xfrm>
              <a:off x="5129019" y="35839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5" name="pt10985"/>
            <p:cNvSpPr/>
            <p:nvPr/>
          </p:nvSpPr>
          <p:spPr>
            <a:xfrm>
              <a:off x="5094379" y="3590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6" name="pt10986"/>
            <p:cNvSpPr/>
            <p:nvPr/>
          </p:nvSpPr>
          <p:spPr>
            <a:xfrm>
              <a:off x="5146474" y="35703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7" name="pt10987"/>
            <p:cNvSpPr/>
            <p:nvPr/>
          </p:nvSpPr>
          <p:spPr>
            <a:xfrm>
              <a:off x="5133996" y="36068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8" name="pt10988"/>
            <p:cNvSpPr/>
            <p:nvPr/>
          </p:nvSpPr>
          <p:spPr>
            <a:xfrm>
              <a:off x="5143250" y="35202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89" name="pt10989"/>
            <p:cNvSpPr/>
            <p:nvPr/>
          </p:nvSpPr>
          <p:spPr>
            <a:xfrm>
              <a:off x="5062074" y="35697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0" name="pt10990"/>
            <p:cNvSpPr/>
            <p:nvPr/>
          </p:nvSpPr>
          <p:spPr>
            <a:xfrm>
              <a:off x="5168240" y="3666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1" name="pt10991"/>
            <p:cNvSpPr/>
            <p:nvPr/>
          </p:nvSpPr>
          <p:spPr>
            <a:xfrm>
              <a:off x="5135539" y="356044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2" name="pt10992"/>
            <p:cNvSpPr/>
            <p:nvPr/>
          </p:nvSpPr>
          <p:spPr>
            <a:xfrm>
              <a:off x="5123221" y="35353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3" name="pt10993"/>
            <p:cNvSpPr/>
            <p:nvPr/>
          </p:nvSpPr>
          <p:spPr>
            <a:xfrm>
              <a:off x="5065483" y="35480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4" name="pt10994"/>
            <p:cNvSpPr/>
            <p:nvPr/>
          </p:nvSpPr>
          <p:spPr>
            <a:xfrm>
              <a:off x="5118428" y="35488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5" name="pt10995"/>
            <p:cNvSpPr/>
            <p:nvPr/>
          </p:nvSpPr>
          <p:spPr>
            <a:xfrm>
              <a:off x="5115189" y="36191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6" name="pt10996"/>
            <p:cNvSpPr/>
            <p:nvPr/>
          </p:nvSpPr>
          <p:spPr>
            <a:xfrm>
              <a:off x="5082134" y="35956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7" name="pt10997"/>
            <p:cNvSpPr/>
            <p:nvPr/>
          </p:nvSpPr>
          <p:spPr>
            <a:xfrm>
              <a:off x="5163967" y="35587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8" name="pt10998"/>
            <p:cNvSpPr/>
            <p:nvPr/>
          </p:nvSpPr>
          <p:spPr>
            <a:xfrm>
              <a:off x="5128701" y="35941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0999" name="pt10999"/>
            <p:cNvSpPr/>
            <p:nvPr/>
          </p:nvSpPr>
          <p:spPr>
            <a:xfrm>
              <a:off x="5082574" y="35380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0" name="pt11000"/>
            <p:cNvSpPr/>
            <p:nvPr/>
          </p:nvSpPr>
          <p:spPr>
            <a:xfrm>
              <a:off x="5163329" y="33818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1" name="pt11001"/>
            <p:cNvSpPr/>
            <p:nvPr/>
          </p:nvSpPr>
          <p:spPr>
            <a:xfrm>
              <a:off x="5144269" y="35307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2" name="pt11002"/>
            <p:cNvSpPr/>
            <p:nvPr/>
          </p:nvSpPr>
          <p:spPr>
            <a:xfrm>
              <a:off x="5178536" y="3507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3" name="pt11003"/>
            <p:cNvSpPr/>
            <p:nvPr/>
          </p:nvSpPr>
          <p:spPr>
            <a:xfrm>
              <a:off x="5193162" y="35336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4" name="pt11004"/>
            <p:cNvSpPr/>
            <p:nvPr/>
          </p:nvSpPr>
          <p:spPr>
            <a:xfrm>
              <a:off x="5133949" y="35559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5" name="pt11005"/>
            <p:cNvSpPr/>
            <p:nvPr/>
          </p:nvSpPr>
          <p:spPr>
            <a:xfrm>
              <a:off x="5155886" y="357700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6" name="pt11006"/>
            <p:cNvSpPr/>
            <p:nvPr/>
          </p:nvSpPr>
          <p:spPr>
            <a:xfrm>
              <a:off x="5157747" y="361859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7" name="pt11007"/>
            <p:cNvSpPr/>
            <p:nvPr/>
          </p:nvSpPr>
          <p:spPr>
            <a:xfrm>
              <a:off x="5153650" y="35903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8" name="pt11008"/>
            <p:cNvSpPr/>
            <p:nvPr/>
          </p:nvSpPr>
          <p:spPr>
            <a:xfrm>
              <a:off x="5173587" y="35323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09" name="pt11009"/>
            <p:cNvSpPr/>
            <p:nvPr/>
          </p:nvSpPr>
          <p:spPr>
            <a:xfrm>
              <a:off x="5179359" y="35074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0" name="pt11010"/>
            <p:cNvSpPr/>
            <p:nvPr/>
          </p:nvSpPr>
          <p:spPr>
            <a:xfrm>
              <a:off x="5157842" y="35618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1" name="pt11011"/>
            <p:cNvSpPr/>
            <p:nvPr/>
          </p:nvSpPr>
          <p:spPr>
            <a:xfrm>
              <a:off x="5153628" y="3498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2" name="pt11012"/>
            <p:cNvSpPr/>
            <p:nvPr/>
          </p:nvSpPr>
          <p:spPr>
            <a:xfrm>
              <a:off x="4946949" y="35437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3" name="pt11013"/>
            <p:cNvSpPr/>
            <p:nvPr/>
          </p:nvSpPr>
          <p:spPr>
            <a:xfrm>
              <a:off x="5068351" y="35758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4" name="pt11014"/>
            <p:cNvSpPr/>
            <p:nvPr/>
          </p:nvSpPr>
          <p:spPr>
            <a:xfrm>
              <a:off x="5073395" y="36027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5" name="pt11015"/>
            <p:cNvSpPr/>
            <p:nvPr/>
          </p:nvSpPr>
          <p:spPr>
            <a:xfrm>
              <a:off x="5157746" y="35243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6" name="pt11016"/>
            <p:cNvSpPr/>
            <p:nvPr/>
          </p:nvSpPr>
          <p:spPr>
            <a:xfrm>
              <a:off x="5208139" y="36705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7" name="pt11017"/>
            <p:cNvSpPr/>
            <p:nvPr/>
          </p:nvSpPr>
          <p:spPr>
            <a:xfrm>
              <a:off x="5128096" y="357585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8" name="pt11018"/>
            <p:cNvSpPr/>
            <p:nvPr/>
          </p:nvSpPr>
          <p:spPr>
            <a:xfrm>
              <a:off x="5167677" y="35448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19" name="pt11019"/>
            <p:cNvSpPr/>
            <p:nvPr/>
          </p:nvSpPr>
          <p:spPr>
            <a:xfrm>
              <a:off x="4937202" y="35589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0" name="pt11020"/>
            <p:cNvSpPr/>
            <p:nvPr/>
          </p:nvSpPr>
          <p:spPr>
            <a:xfrm>
              <a:off x="5067219" y="30385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1" name="pt11021"/>
            <p:cNvSpPr/>
            <p:nvPr/>
          </p:nvSpPr>
          <p:spPr>
            <a:xfrm>
              <a:off x="5147692" y="34283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2" name="pt11022"/>
            <p:cNvSpPr/>
            <p:nvPr/>
          </p:nvSpPr>
          <p:spPr>
            <a:xfrm>
              <a:off x="5139026" y="35423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3" name="pt11023"/>
            <p:cNvSpPr/>
            <p:nvPr/>
          </p:nvSpPr>
          <p:spPr>
            <a:xfrm>
              <a:off x="5145681" y="35489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4" name="pt11024"/>
            <p:cNvSpPr/>
            <p:nvPr/>
          </p:nvSpPr>
          <p:spPr>
            <a:xfrm>
              <a:off x="5132503" y="35538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5" name="pt11025"/>
            <p:cNvSpPr/>
            <p:nvPr/>
          </p:nvSpPr>
          <p:spPr>
            <a:xfrm>
              <a:off x="5111999" y="35406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6" name="pt11026"/>
            <p:cNvSpPr/>
            <p:nvPr/>
          </p:nvSpPr>
          <p:spPr>
            <a:xfrm>
              <a:off x="5170036" y="35463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7" name="pt11027"/>
            <p:cNvSpPr/>
            <p:nvPr/>
          </p:nvSpPr>
          <p:spPr>
            <a:xfrm>
              <a:off x="5151631" y="357326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8" name="pt11028"/>
            <p:cNvSpPr/>
            <p:nvPr/>
          </p:nvSpPr>
          <p:spPr>
            <a:xfrm>
              <a:off x="5167724" y="35783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29" name="pt11029"/>
            <p:cNvSpPr/>
            <p:nvPr/>
          </p:nvSpPr>
          <p:spPr>
            <a:xfrm>
              <a:off x="5162394" y="35883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0" name="pt11030"/>
            <p:cNvSpPr/>
            <p:nvPr/>
          </p:nvSpPr>
          <p:spPr>
            <a:xfrm>
              <a:off x="5142251" y="355568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1" name="pt11031"/>
            <p:cNvSpPr/>
            <p:nvPr/>
          </p:nvSpPr>
          <p:spPr>
            <a:xfrm>
              <a:off x="5128951" y="358174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2" name="pt11032"/>
            <p:cNvSpPr/>
            <p:nvPr/>
          </p:nvSpPr>
          <p:spPr>
            <a:xfrm>
              <a:off x="5112681" y="3538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3" name="pt11033"/>
            <p:cNvSpPr/>
            <p:nvPr/>
          </p:nvSpPr>
          <p:spPr>
            <a:xfrm>
              <a:off x="5170710" y="35940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4" name="pt11034"/>
            <p:cNvSpPr/>
            <p:nvPr/>
          </p:nvSpPr>
          <p:spPr>
            <a:xfrm>
              <a:off x="5124973" y="36105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5" name="pt11035"/>
            <p:cNvSpPr/>
            <p:nvPr/>
          </p:nvSpPr>
          <p:spPr>
            <a:xfrm>
              <a:off x="5098235" y="36288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6" name="pt11036"/>
            <p:cNvSpPr/>
            <p:nvPr/>
          </p:nvSpPr>
          <p:spPr>
            <a:xfrm>
              <a:off x="5125025" y="35867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7" name="pt11037"/>
            <p:cNvSpPr/>
            <p:nvPr/>
          </p:nvSpPr>
          <p:spPr>
            <a:xfrm>
              <a:off x="5148267" y="35772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8" name="pt11038"/>
            <p:cNvSpPr/>
            <p:nvPr/>
          </p:nvSpPr>
          <p:spPr>
            <a:xfrm>
              <a:off x="5101136" y="35471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39" name="pt11039"/>
            <p:cNvSpPr/>
            <p:nvPr/>
          </p:nvSpPr>
          <p:spPr>
            <a:xfrm>
              <a:off x="5133097" y="35843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0" name="pt11040"/>
            <p:cNvSpPr/>
            <p:nvPr/>
          </p:nvSpPr>
          <p:spPr>
            <a:xfrm>
              <a:off x="5161072" y="35785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1" name="pt11041"/>
            <p:cNvSpPr/>
            <p:nvPr/>
          </p:nvSpPr>
          <p:spPr>
            <a:xfrm>
              <a:off x="5097847" y="359161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2" name="pt11042"/>
            <p:cNvSpPr/>
            <p:nvPr/>
          </p:nvSpPr>
          <p:spPr>
            <a:xfrm>
              <a:off x="5136624" y="3545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3" name="pt11043"/>
            <p:cNvSpPr/>
            <p:nvPr/>
          </p:nvSpPr>
          <p:spPr>
            <a:xfrm>
              <a:off x="5088275" y="3556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4" name="pt11044"/>
            <p:cNvSpPr/>
            <p:nvPr/>
          </p:nvSpPr>
          <p:spPr>
            <a:xfrm>
              <a:off x="5155861" y="348409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5" name="pt11045"/>
            <p:cNvSpPr/>
            <p:nvPr/>
          </p:nvSpPr>
          <p:spPr>
            <a:xfrm>
              <a:off x="5188814" y="36085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6" name="pt11046"/>
            <p:cNvSpPr/>
            <p:nvPr/>
          </p:nvSpPr>
          <p:spPr>
            <a:xfrm>
              <a:off x="5171128" y="35884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7" name="pt11047"/>
            <p:cNvSpPr/>
            <p:nvPr/>
          </p:nvSpPr>
          <p:spPr>
            <a:xfrm>
              <a:off x="5108037" y="35705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8" name="pt11048"/>
            <p:cNvSpPr/>
            <p:nvPr/>
          </p:nvSpPr>
          <p:spPr>
            <a:xfrm>
              <a:off x="5181719" y="35692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49" name="pt11049"/>
            <p:cNvSpPr/>
            <p:nvPr/>
          </p:nvSpPr>
          <p:spPr>
            <a:xfrm>
              <a:off x="5204559" y="35264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0" name="pt11050"/>
            <p:cNvSpPr/>
            <p:nvPr/>
          </p:nvSpPr>
          <p:spPr>
            <a:xfrm>
              <a:off x="5125806" y="36494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1" name="pt11051"/>
            <p:cNvSpPr/>
            <p:nvPr/>
          </p:nvSpPr>
          <p:spPr>
            <a:xfrm>
              <a:off x="5143390" y="35613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2" name="pt11052"/>
            <p:cNvSpPr/>
            <p:nvPr/>
          </p:nvSpPr>
          <p:spPr>
            <a:xfrm>
              <a:off x="5158034" y="3411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3" name="pt11053"/>
            <p:cNvSpPr/>
            <p:nvPr/>
          </p:nvSpPr>
          <p:spPr>
            <a:xfrm>
              <a:off x="5128728" y="35817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4" name="pt11054"/>
            <p:cNvSpPr/>
            <p:nvPr/>
          </p:nvSpPr>
          <p:spPr>
            <a:xfrm>
              <a:off x="5150095" y="35102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5" name="pt11055"/>
            <p:cNvSpPr/>
            <p:nvPr/>
          </p:nvSpPr>
          <p:spPr>
            <a:xfrm>
              <a:off x="5150685" y="33937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6" name="pt11056"/>
            <p:cNvSpPr/>
            <p:nvPr/>
          </p:nvSpPr>
          <p:spPr>
            <a:xfrm>
              <a:off x="5118629" y="35912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7" name="pt11057"/>
            <p:cNvSpPr/>
            <p:nvPr/>
          </p:nvSpPr>
          <p:spPr>
            <a:xfrm>
              <a:off x="5164185" y="35611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8" name="pt11058"/>
            <p:cNvSpPr/>
            <p:nvPr/>
          </p:nvSpPr>
          <p:spPr>
            <a:xfrm>
              <a:off x="5134744" y="35719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59" name="pt11059"/>
            <p:cNvSpPr/>
            <p:nvPr/>
          </p:nvSpPr>
          <p:spPr>
            <a:xfrm>
              <a:off x="5098338" y="35531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0" name="pt11060"/>
            <p:cNvSpPr/>
            <p:nvPr/>
          </p:nvSpPr>
          <p:spPr>
            <a:xfrm>
              <a:off x="5164930" y="35785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1" name="pt11061"/>
            <p:cNvSpPr/>
            <p:nvPr/>
          </p:nvSpPr>
          <p:spPr>
            <a:xfrm>
              <a:off x="5131010" y="354463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2" name="pt11062"/>
            <p:cNvSpPr/>
            <p:nvPr/>
          </p:nvSpPr>
          <p:spPr>
            <a:xfrm>
              <a:off x="5118941" y="30533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3" name="pt11063"/>
            <p:cNvSpPr/>
            <p:nvPr/>
          </p:nvSpPr>
          <p:spPr>
            <a:xfrm>
              <a:off x="5156470" y="34985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4" name="pt11064"/>
            <p:cNvSpPr/>
            <p:nvPr/>
          </p:nvSpPr>
          <p:spPr>
            <a:xfrm>
              <a:off x="5127157" y="35403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5" name="pt11065"/>
            <p:cNvSpPr/>
            <p:nvPr/>
          </p:nvSpPr>
          <p:spPr>
            <a:xfrm>
              <a:off x="5162540" y="35666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6" name="pt11066"/>
            <p:cNvSpPr/>
            <p:nvPr/>
          </p:nvSpPr>
          <p:spPr>
            <a:xfrm>
              <a:off x="5124976" y="35521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7" name="pt11067"/>
            <p:cNvSpPr/>
            <p:nvPr/>
          </p:nvSpPr>
          <p:spPr>
            <a:xfrm>
              <a:off x="5111179" y="355519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8" name="pt11068"/>
            <p:cNvSpPr/>
            <p:nvPr/>
          </p:nvSpPr>
          <p:spPr>
            <a:xfrm>
              <a:off x="5223890" y="35328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69" name="pt11069"/>
            <p:cNvSpPr/>
            <p:nvPr/>
          </p:nvSpPr>
          <p:spPr>
            <a:xfrm>
              <a:off x="5197587" y="39302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0" name="pt11070"/>
            <p:cNvSpPr/>
            <p:nvPr/>
          </p:nvSpPr>
          <p:spPr>
            <a:xfrm>
              <a:off x="5124871" y="348126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1" name="pt11071"/>
            <p:cNvSpPr/>
            <p:nvPr/>
          </p:nvSpPr>
          <p:spPr>
            <a:xfrm>
              <a:off x="5311320" y="3939043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2" name="pt11072"/>
            <p:cNvSpPr/>
            <p:nvPr/>
          </p:nvSpPr>
          <p:spPr>
            <a:xfrm>
              <a:off x="5145117" y="35791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3" name="pt11073"/>
            <p:cNvSpPr/>
            <p:nvPr/>
          </p:nvSpPr>
          <p:spPr>
            <a:xfrm>
              <a:off x="5093430" y="34887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4" name="pt11074"/>
            <p:cNvSpPr/>
            <p:nvPr/>
          </p:nvSpPr>
          <p:spPr>
            <a:xfrm>
              <a:off x="5145103" y="433491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5" name="pt11075"/>
            <p:cNvSpPr/>
            <p:nvPr/>
          </p:nvSpPr>
          <p:spPr>
            <a:xfrm>
              <a:off x="5161358" y="357313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6" name="pt11076"/>
            <p:cNvSpPr/>
            <p:nvPr/>
          </p:nvSpPr>
          <p:spPr>
            <a:xfrm>
              <a:off x="5150115" y="38768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7" name="pt11077"/>
            <p:cNvSpPr/>
            <p:nvPr/>
          </p:nvSpPr>
          <p:spPr>
            <a:xfrm>
              <a:off x="5147262" y="35594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8" name="pt11078"/>
            <p:cNvSpPr/>
            <p:nvPr/>
          </p:nvSpPr>
          <p:spPr>
            <a:xfrm>
              <a:off x="5165763" y="3526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79" name="pt11079"/>
            <p:cNvSpPr/>
            <p:nvPr/>
          </p:nvSpPr>
          <p:spPr>
            <a:xfrm>
              <a:off x="5182331" y="35945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0" name="pt11080"/>
            <p:cNvSpPr/>
            <p:nvPr/>
          </p:nvSpPr>
          <p:spPr>
            <a:xfrm>
              <a:off x="5098950" y="357778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1" name="pt11081"/>
            <p:cNvSpPr/>
            <p:nvPr/>
          </p:nvSpPr>
          <p:spPr>
            <a:xfrm>
              <a:off x="5161151" y="36237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2" name="pt11082"/>
            <p:cNvSpPr/>
            <p:nvPr/>
          </p:nvSpPr>
          <p:spPr>
            <a:xfrm>
              <a:off x="5110230" y="35610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3" name="pt11083"/>
            <p:cNvSpPr/>
            <p:nvPr/>
          </p:nvSpPr>
          <p:spPr>
            <a:xfrm>
              <a:off x="5118907" y="3571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4" name="pt11084"/>
            <p:cNvSpPr/>
            <p:nvPr/>
          </p:nvSpPr>
          <p:spPr>
            <a:xfrm>
              <a:off x="5155538" y="38317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5" name="pt11085"/>
            <p:cNvSpPr/>
            <p:nvPr/>
          </p:nvSpPr>
          <p:spPr>
            <a:xfrm>
              <a:off x="5167971" y="35265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6" name="pt11086"/>
            <p:cNvSpPr/>
            <p:nvPr/>
          </p:nvSpPr>
          <p:spPr>
            <a:xfrm>
              <a:off x="5217731" y="35979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7" name="pt11087"/>
            <p:cNvSpPr/>
            <p:nvPr/>
          </p:nvSpPr>
          <p:spPr>
            <a:xfrm>
              <a:off x="5147946" y="35406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8" name="pt11088"/>
            <p:cNvSpPr/>
            <p:nvPr/>
          </p:nvSpPr>
          <p:spPr>
            <a:xfrm>
              <a:off x="5248559" y="35664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89" name="pt11089"/>
            <p:cNvSpPr/>
            <p:nvPr/>
          </p:nvSpPr>
          <p:spPr>
            <a:xfrm>
              <a:off x="5164993" y="36159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0" name="pt11090"/>
            <p:cNvSpPr/>
            <p:nvPr/>
          </p:nvSpPr>
          <p:spPr>
            <a:xfrm>
              <a:off x="5148818" y="3554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1" name="pt11091"/>
            <p:cNvSpPr/>
            <p:nvPr/>
          </p:nvSpPr>
          <p:spPr>
            <a:xfrm>
              <a:off x="5106540" y="3569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2" name="pt11092"/>
            <p:cNvSpPr/>
            <p:nvPr/>
          </p:nvSpPr>
          <p:spPr>
            <a:xfrm>
              <a:off x="5075046" y="36101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3" name="pt11093"/>
            <p:cNvSpPr/>
            <p:nvPr/>
          </p:nvSpPr>
          <p:spPr>
            <a:xfrm>
              <a:off x="5160057" y="4062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4" name="pt11094"/>
            <p:cNvSpPr/>
            <p:nvPr/>
          </p:nvSpPr>
          <p:spPr>
            <a:xfrm>
              <a:off x="5137262" y="356497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5" name="pt11095"/>
            <p:cNvSpPr/>
            <p:nvPr/>
          </p:nvSpPr>
          <p:spPr>
            <a:xfrm>
              <a:off x="5133613" y="35820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6" name="pt11096"/>
            <p:cNvSpPr/>
            <p:nvPr/>
          </p:nvSpPr>
          <p:spPr>
            <a:xfrm>
              <a:off x="5200263" y="357762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7" name="pt11097"/>
            <p:cNvSpPr/>
            <p:nvPr/>
          </p:nvSpPr>
          <p:spPr>
            <a:xfrm>
              <a:off x="5170801" y="358001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8" name="pt11098"/>
            <p:cNvSpPr/>
            <p:nvPr/>
          </p:nvSpPr>
          <p:spPr>
            <a:xfrm>
              <a:off x="5134924" y="36452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099" name="pt11099"/>
            <p:cNvSpPr/>
            <p:nvPr/>
          </p:nvSpPr>
          <p:spPr>
            <a:xfrm>
              <a:off x="5140727" y="35256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0" name="pt11100"/>
            <p:cNvSpPr/>
            <p:nvPr/>
          </p:nvSpPr>
          <p:spPr>
            <a:xfrm>
              <a:off x="5150325" y="36071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1" name="pt11101"/>
            <p:cNvSpPr/>
            <p:nvPr/>
          </p:nvSpPr>
          <p:spPr>
            <a:xfrm>
              <a:off x="5140055" y="36116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2" name="pt11102"/>
            <p:cNvSpPr/>
            <p:nvPr/>
          </p:nvSpPr>
          <p:spPr>
            <a:xfrm>
              <a:off x="5154611" y="35926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3" name="pt11103"/>
            <p:cNvSpPr/>
            <p:nvPr/>
          </p:nvSpPr>
          <p:spPr>
            <a:xfrm>
              <a:off x="5219371" y="36273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4" name="pt11104"/>
            <p:cNvSpPr/>
            <p:nvPr/>
          </p:nvSpPr>
          <p:spPr>
            <a:xfrm>
              <a:off x="5155394" y="3567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5" name="pt11105"/>
            <p:cNvSpPr/>
            <p:nvPr/>
          </p:nvSpPr>
          <p:spPr>
            <a:xfrm>
              <a:off x="5157638" y="35082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6" name="pt11106"/>
            <p:cNvSpPr/>
            <p:nvPr/>
          </p:nvSpPr>
          <p:spPr>
            <a:xfrm>
              <a:off x="5102459" y="35292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7" name="pt11107"/>
            <p:cNvSpPr/>
            <p:nvPr/>
          </p:nvSpPr>
          <p:spPr>
            <a:xfrm>
              <a:off x="5133195" y="34987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8" name="pt11108"/>
            <p:cNvSpPr/>
            <p:nvPr/>
          </p:nvSpPr>
          <p:spPr>
            <a:xfrm>
              <a:off x="5150511" y="351970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09" name="pt11109"/>
            <p:cNvSpPr/>
            <p:nvPr/>
          </p:nvSpPr>
          <p:spPr>
            <a:xfrm>
              <a:off x="5195040" y="35620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0" name="pt11110"/>
            <p:cNvSpPr/>
            <p:nvPr/>
          </p:nvSpPr>
          <p:spPr>
            <a:xfrm>
              <a:off x="5157078" y="35841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1" name="pt11111"/>
            <p:cNvSpPr/>
            <p:nvPr/>
          </p:nvSpPr>
          <p:spPr>
            <a:xfrm>
              <a:off x="5102979" y="35956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2" name="pt11112"/>
            <p:cNvSpPr/>
            <p:nvPr/>
          </p:nvSpPr>
          <p:spPr>
            <a:xfrm>
              <a:off x="5135835" y="356161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3" name="pt11113"/>
            <p:cNvSpPr/>
            <p:nvPr/>
          </p:nvSpPr>
          <p:spPr>
            <a:xfrm>
              <a:off x="5199113" y="35007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4" name="pt11114"/>
            <p:cNvSpPr/>
            <p:nvPr/>
          </p:nvSpPr>
          <p:spPr>
            <a:xfrm>
              <a:off x="5107150" y="35793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5" name="pt11115"/>
            <p:cNvSpPr/>
            <p:nvPr/>
          </p:nvSpPr>
          <p:spPr>
            <a:xfrm>
              <a:off x="5095154" y="35589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6" name="pt11116"/>
            <p:cNvSpPr/>
            <p:nvPr/>
          </p:nvSpPr>
          <p:spPr>
            <a:xfrm>
              <a:off x="5184921" y="35108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7" name="pt11117"/>
            <p:cNvSpPr/>
            <p:nvPr/>
          </p:nvSpPr>
          <p:spPr>
            <a:xfrm>
              <a:off x="5158956" y="50788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8" name="pt11118"/>
            <p:cNvSpPr/>
            <p:nvPr/>
          </p:nvSpPr>
          <p:spPr>
            <a:xfrm>
              <a:off x="5053337" y="35202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19" name="pt11119"/>
            <p:cNvSpPr/>
            <p:nvPr/>
          </p:nvSpPr>
          <p:spPr>
            <a:xfrm>
              <a:off x="5133150" y="356847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0" name="pt11120"/>
            <p:cNvSpPr/>
            <p:nvPr/>
          </p:nvSpPr>
          <p:spPr>
            <a:xfrm>
              <a:off x="5136183" y="35653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1" name="pt11121"/>
            <p:cNvSpPr/>
            <p:nvPr/>
          </p:nvSpPr>
          <p:spPr>
            <a:xfrm>
              <a:off x="5125533" y="35261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2" name="pt11122"/>
            <p:cNvSpPr/>
            <p:nvPr/>
          </p:nvSpPr>
          <p:spPr>
            <a:xfrm>
              <a:off x="5104179" y="35493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3" name="pt11123"/>
            <p:cNvSpPr/>
            <p:nvPr/>
          </p:nvSpPr>
          <p:spPr>
            <a:xfrm>
              <a:off x="5166416" y="33453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4" name="pt11124"/>
            <p:cNvSpPr/>
            <p:nvPr/>
          </p:nvSpPr>
          <p:spPr>
            <a:xfrm>
              <a:off x="5032751" y="352400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5" name="pt11125"/>
            <p:cNvSpPr/>
            <p:nvPr/>
          </p:nvSpPr>
          <p:spPr>
            <a:xfrm>
              <a:off x="5162466" y="357372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6" name="pt11126"/>
            <p:cNvSpPr/>
            <p:nvPr/>
          </p:nvSpPr>
          <p:spPr>
            <a:xfrm>
              <a:off x="6713886" y="4165079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7" name="pt11127"/>
            <p:cNvSpPr/>
            <p:nvPr/>
          </p:nvSpPr>
          <p:spPr>
            <a:xfrm>
              <a:off x="5130025" y="33250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8" name="pt11128"/>
            <p:cNvSpPr/>
            <p:nvPr/>
          </p:nvSpPr>
          <p:spPr>
            <a:xfrm>
              <a:off x="5166937" y="35916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29" name="pt11129"/>
            <p:cNvSpPr/>
            <p:nvPr/>
          </p:nvSpPr>
          <p:spPr>
            <a:xfrm>
              <a:off x="5195957" y="361070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0" name="pt11130"/>
            <p:cNvSpPr/>
            <p:nvPr/>
          </p:nvSpPr>
          <p:spPr>
            <a:xfrm>
              <a:off x="5119807" y="35719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1" name="pt11131"/>
            <p:cNvSpPr/>
            <p:nvPr/>
          </p:nvSpPr>
          <p:spPr>
            <a:xfrm>
              <a:off x="5038524" y="35528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2" name="pt11132"/>
            <p:cNvSpPr/>
            <p:nvPr/>
          </p:nvSpPr>
          <p:spPr>
            <a:xfrm>
              <a:off x="5128504" y="353160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3" name="pt11133"/>
            <p:cNvSpPr/>
            <p:nvPr/>
          </p:nvSpPr>
          <p:spPr>
            <a:xfrm>
              <a:off x="5078819" y="355224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4" name="pt11134"/>
            <p:cNvSpPr/>
            <p:nvPr/>
          </p:nvSpPr>
          <p:spPr>
            <a:xfrm>
              <a:off x="5066266" y="3597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5" name="pt11135"/>
            <p:cNvSpPr/>
            <p:nvPr/>
          </p:nvSpPr>
          <p:spPr>
            <a:xfrm>
              <a:off x="5130227" y="35876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6" name="pt11136"/>
            <p:cNvSpPr/>
            <p:nvPr/>
          </p:nvSpPr>
          <p:spPr>
            <a:xfrm>
              <a:off x="5032546" y="36254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7" name="pt11137"/>
            <p:cNvSpPr/>
            <p:nvPr/>
          </p:nvSpPr>
          <p:spPr>
            <a:xfrm>
              <a:off x="5175538" y="35847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8" name="pt11138"/>
            <p:cNvSpPr/>
            <p:nvPr/>
          </p:nvSpPr>
          <p:spPr>
            <a:xfrm>
              <a:off x="5131448" y="35465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39" name="pt11139"/>
            <p:cNvSpPr/>
            <p:nvPr/>
          </p:nvSpPr>
          <p:spPr>
            <a:xfrm>
              <a:off x="5158712" y="356192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0" name="pt11140"/>
            <p:cNvSpPr/>
            <p:nvPr/>
          </p:nvSpPr>
          <p:spPr>
            <a:xfrm>
              <a:off x="5150985" y="354585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1" name="pt11141"/>
            <p:cNvSpPr/>
            <p:nvPr/>
          </p:nvSpPr>
          <p:spPr>
            <a:xfrm>
              <a:off x="5165469" y="357273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2" name="pt11142"/>
            <p:cNvSpPr/>
            <p:nvPr/>
          </p:nvSpPr>
          <p:spPr>
            <a:xfrm>
              <a:off x="5038984" y="3495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3" name="pt11143"/>
            <p:cNvSpPr/>
            <p:nvPr/>
          </p:nvSpPr>
          <p:spPr>
            <a:xfrm>
              <a:off x="5128022" y="355332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4" name="pt11144"/>
            <p:cNvSpPr/>
            <p:nvPr/>
          </p:nvSpPr>
          <p:spPr>
            <a:xfrm>
              <a:off x="5158485" y="355044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5" name="pt11145"/>
            <p:cNvSpPr/>
            <p:nvPr/>
          </p:nvSpPr>
          <p:spPr>
            <a:xfrm>
              <a:off x="5163009" y="358264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6" name="pt11146"/>
            <p:cNvSpPr/>
            <p:nvPr/>
          </p:nvSpPr>
          <p:spPr>
            <a:xfrm>
              <a:off x="5131332" y="338067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7" name="pt11147"/>
            <p:cNvSpPr/>
            <p:nvPr/>
          </p:nvSpPr>
          <p:spPr>
            <a:xfrm>
              <a:off x="5158678" y="358695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8" name="pt11148"/>
            <p:cNvSpPr/>
            <p:nvPr/>
          </p:nvSpPr>
          <p:spPr>
            <a:xfrm>
              <a:off x="5173165" y="357670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49" name="pt11149"/>
            <p:cNvSpPr/>
            <p:nvPr/>
          </p:nvSpPr>
          <p:spPr>
            <a:xfrm>
              <a:off x="5141018" y="356498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0" name="pt11150"/>
            <p:cNvSpPr/>
            <p:nvPr/>
          </p:nvSpPr>
          <p:spPr>
            <a:xfrm>
              <a:off x="5096375" y="353847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1" name="pt11151"/>
            <p:cNvSpPr/>
            <p:nvPr/>
          </p:nvSpPr>
          <p:spPr>
            <a:xfrm>
              <a:off x="5125988" y="354511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2" name="pt11152"/>
            <p:cNvSpPr/>
            <p:nvPr/>
          </p:nvSpPr>
          <p:spPr>
            <a:xfrm>
              <a:off x="5176199" y="361250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3" name="pt11153"/>
            <p:cNvSpPr/>
            <p:nvPr/>
          </p:nvSpPr>
          <p:spPr>
            <a:xfrm>
              <a:off x="5060163" y="357712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4" name="pt11154"/>
            <p:cNvSpPr/>
            <p:nvPr/>
          </p:nvSpPr>
          <p:spPr>
            <a:xfrm>
              <a:off x="5115612" y="37170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5" name="pt11155"/>
            <p:cNvSpPr/>
            <p:nvPr/>
          </p:nvSpPr>
          <p:spPr>
            <a:xfrm>
              <a:off x="5187330" y="381468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6" name="pt11156"/>
            <p:cNvSpPr/>
            <p:nvPr/>
          </p:nvSpPr>
          <p:spPr>
            <a:xfrm>
              <a:off x="5148332" y="35838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7" name="pt11157"/>
            <p:cNvSpPr/>
            <p:nvPr/>
          </p:nvSpPr>
          <p:spPr>
            <a:xfrm>
              <a:off x="5144826" y="355922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8" name="pt11158"/>
            <p:cNvSpPr/>
            <p:nvPr/>
          </p:nvSpPr>
          <p:spPr>
            <a:xfrm>
              <a:off x="5167799" y="3541552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59" name="pt11159"/>
            <p:cNvSpPr/>
            <p:nvPr/>
          </p:nvSpPr>
          <p:spPr>
            <a:xfrm>
              <a:off x="5159167" y="35630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0" name="pt11160"/>
            <p:cNvSpPr/>
            <p:nvPr/>
          </p:nvSpPr>
          <p:spPr>
            <a:xfrm>
              <a:off x="5117541" y="368246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1" name="pt11161"/>
            <p:cNvSpPr/>
            <p:nvPr/>
          </p:nvSpPr>
          <p:spPr>
            <a:xfrm>
              <a:off x="5140967" y="35731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2" name="pt11162"/>
            <p:cNvSpPr/>
            <p:nvPr/>
          </p:nvSpPr>
          <p:spPr>
            <a:xfrm>
              <a:off x="5231730" y="36090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3" name="pt11163"/>
            <p:cNvSpPr/>
            <p:nvPr/>
          </p:nvSpPr>
          <p:spPr>
            <a:xfrm>
              <a:off x="5093522" y="3266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4" name="pt11164"/>
            <p:cNvSpPr/>
            <p:nvPr/>
          </p:nvSpPr>
          <p:spPr>
            <a:xfrm>
              <a:off x="5140902" y="369521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5" name="pt11165"/>
            <p:cNvSpPr/>
            <p:nvPr/>
          </p:nvSpPr>
          <p:spPr>
            <a:xfrm>
              <a:off x="5147775" y="37535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6" name="pt11166"/>
            <p:cNvSpPr/>
            <p:nvPr/>
          </p:nvSpPr>
          <p:spPr>
            <a:xfrm>
              <a:off x="5126828" y="353274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7" name="pt11167"/>
            <p:cNvSpPr/>
            <p:nvPr/>
          </p:nvSpPr>
          <p:spPr>
            <a:xfrm>
              <a:off x="5129088" y="353631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8" name="pt11168"/>
            <p:cNvSpPr/>
            <p:nvPr/>
          </p:nvSpPr>
          <p:spPr>
            <a:xfrm>
              <a:off x="5136696" y="35227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69" name="pt11169"/>
            <p:cNvSpPr/>
            <p:nvPr/>
          </p:nvSpPr>
          <p:spPr>
            <a:xfrm>
              <a:off x="5082898" y="35461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0" name="pt11170"/>
            <p:cNvSpPr/>
            <p:nvPr/>
          </p:nvSpPr>
          <p:spPr>
            <a:xfrm>
              <a:off x="5163307" y="356805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1" name="pt11171"/>
            <p:cNvSpPr/>
            <p:nvPr/>
          </p:nvSpPr>
          <p:spPr>
            <a:xfrm>
              <a:off x="5095835" y="358726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2" name="pt11172"/>
            <p:cNvSpPr/>
            <p:nvPr/>
          </p:nvSpPr>
          <p:spPr>
            <a:xfrm>
              <a:off x="5179406" y="3577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3" name="pt11173"/>
            <p:cNvSpPr/>
            <p:nvPr/>
          </p:nvSpPr>
          <p:spPr>
            <a:xfrm>
              <a:off x="5174729" y="358668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4" name="pt11174"/>
            <p:cNvSpPr/>
            <p:nvPr/>
          </p:nvSpPr>
          <p:spPr>
            <a:xfrm>
              <a:off x="5154441" y="34616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5" name="pt11175"/>
            <p:cNvSpPr/>
            <p:nvPr/>
          </p:nvSpPr>
          <p:spPr>
            <a:xfrm>
              <a:off x="5160083" y="35389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6" name="pt11176"/>
            <p:cNvSpPr/>
            <p:nvPr/>
          </p:nvSpPr>
          <p:spPr>
            <a:xfrm>
              <a:off x="5104661" y="3552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7" name="pt11177"/>
            <p:cNvSpPr/>
            <p:nvPr/>
          </p:nvSpPr>
          <p:spPr>
            <a:xfrm>
              <a:off x="5141678" y="355466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8" name="pt11178"/>
            <p:cNvSpPr/>
            <p:nvPr/>
          </p:nvSpPr>
          <p:spPr>
            <a:xfrm>
              <a:off x="5140081" y="356892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79" name="pt11179"/>
            <p:cNvSpPr/>
            <p:nvPr/>
          </p:nvSpPr>
          <p:spPr>
            <a:xfrm>
              <a:off x="5021483" y="35836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0" name="pt11180"/>
            <p:cNvSpPr/>
            <p:nvPr/>
          </p:nvSpPr>
          <p:spPr>
            <a:xfrm>
              <a:off x="5220157" y="35605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1" name="pt11181"/>
            <p:cNvSpPr/>
            <p:nvPr/>
          </p:nvSpPr>
          <p:spPr>
            <a:xfrm>
              <a:off x="5089563" y="35217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2" name="pt11182"/>
            <p:cNvSpPr/>
            <p:nvPr/>
          </p:nvSpPr>
          <p:spPr>
            <a:xfrm>
              <a:off x="5149268" y="356545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3" name="pt11183"/>
            <p:cNvSpPr/>
            <p:nvPr/>
          </p:nvSpPr>
          <p:spPr>
            <a:xfrm>
              <a:off x="5113850" y="3614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4" name="pt11184"/>
            <p:cNvSpPr/>
            <p:nvPr/>
          </p:nvSpPr>
          <p:spPr>
            <a:xfrm>
              <a:off x="5134002" y="409099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5" name="pt11185"/>
            <p:cNvSpPr/>
            <p:nvPr/>
          </p:nvSpPr>
          <p:spPr>
            <a:xfrm>
              <a:off x="5178450" y="362209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6" name="pt11186"/>
            <p:cNvSpPr/>
            <p:nvPr/>
          </p:nvSpPr>
          <p:spPr>
            <a:xfrm>
              <a:off x="5170792" y="3430537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7" name="pt11187"/>
            <p:cNvSpPr/>
            <p:nvPr/>
          </p:nvSpPr>
          <p:spPr>
            <a:xfrm>
              <a:off x="5150890" y="42694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8" name="pt11188"/>
            <p:cNvSpPr/>
            <p:nvPr/>
          </p:nvSpPr>
          <p:spPr>
            <a:xfrm>
              <a:off x="5106557" y="353633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89" name="pt11189"/>
            <p:cNvSpPr/>
            <p:nvPr/>
          </p:nvSpPr>
          <p:spPr>
            <a:xfrm>
              <a:off x="5212048" y="32287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0" name="pt11190"/>
            <p:cNvSpPr/>
            <p:nvPr/>
          </p:nvSpPr>
          <p:spPr>
            <a:xfrm>
              <a:off x="5183560" y="369319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1" name="pt11191"/>
            <p:cNvSpPr/>
            <p:nvPr/>
          </p:nvSpPr>
          <p:spPr>
            <a:xfrm>
              <a:off x="5169939" y="348194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2" name="pt11192"/>
            <p:cNvSpPr/>
            <p:nvPr/>
          </p:nvSpPr>
          <p:spPr>
            <a:xfrm>
              <a:off x="5155483" y="357879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3" name="pt11193"/>
            <p:cNvSpPr/>
            <p:nvPr/>
          </p:nvSpPr>
          <p:spPr>
            <a:xfrm>
              <a:off x="5082755" y="335929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4" name="pt11194"/>
            <p:cNvSpPr/>
            <p:nvPr/>
          </p:nvSpPr>
          <p:spPr>
            <a:xfrm>
              <a:off x="5116890" y="35052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5" name="pt11195"/>
            <p:cNvSpPr/>
            <p:nvPr/>
          </p:nvSpPr>
          <p:spPr>
            <a:xfrm>
              <a:off x="5132350" y="361757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6" name="pt11196"/>
            <p:cNvSpPr/>
            <p:nvPr/>
          </p:nvSpPr>
          <p:spPr>
            <a:xfrm>
              <a:off x="5125201" y="357469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7" name="pt11197"/>
            <p:cNvSpPr/>
            <p:nvPr/>
          </p:nvSpPr>
          <p:spPr>
            <a:xfrm>
              <a:off x="5162832" y="353766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8" name="pt11198"/>
            <p:cNvSpPr/>
            <p:nvPr/>
          </p:nvSpPr>
          <p:spPr>
            <a:xfrm>
              <a:off x="5161717" y="35431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199" name="pt11199"/>
            <p:cNvSpPr/>
            <p:nvPr/>
          </p:nvSpPr>
          <p:spPr>
            <a:xfrm>
              <a:off x="5149606" y="357540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0" name="pt11200"/>
            <p:cNvSpPr/>
            <p:nvPr/>
          </p:nvSpPr>
          <p:spPr>
            <a:xfrm>
              <a:off x="5107837" y="354917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1" name="pt11201"/>
            <p:cNvSpPr/>
            <p:nvPr/>
          </p:nvSpPr>
          <p:spPr>
            <a:xfrm>
              <a:off x="5140618" y="34883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2" name="pt11202"/>
            <p:cNvSpPr/>
            <p:nvPr/>
          </p:nvSpPr>
          <p:spPr>
            <a:xfrm>
              <a:off x="5129341" y="357671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3" name="pt11203"/>
            <p:cNvSpPr/>
            <p:nvPr/>
          </p:nvSpPr>
          <p:spPr>
            <a:xfrm>
              <a:off x="5127919" y="358196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4" name="pt11204"/>
            <p:cNvSpPr/>
            <p:nvPr/>
          </p:nvSpPr>
          <p:spPr>
            <a:xfrm>
              <a:off x="5166250" y="352862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5" name="pt11205"/>
            <p:cNvSpPr/>
            <p:nvPr/>
          </p:nvSpPr>
          <p:spPr>
            <a:xfrm>
              <a:off x="5185831" y="355953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6" name="pt11206"/>
            <p:cNvSpPr/>
            <p:nvPr/>
          </p:nvSpPr>
          <p:spPr>
            <a:xfrm>
              <a:off x="5121760" y="3532169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7" name="pt11207"/>
            <p:cNvSpPr/>
            <p:nvPr/>
          </p:nvSpPr>
          <p:spPr>
            <a:xfrm>
              <a:off x="5163025" y="356596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8" name="pt11208"/>
            <p:cNvSpPr/>
            <p:nvPr/>
          </p:nvSpPr>
          <p:spPr>
            <a:xfrm>
              <a:off x="5139787" y="355154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09" name="pt11209"/>
            <p:cNvSpPr/>
            <p:nvPr/>
          </p:nvSpPr>
          <p:spPr>
            <a:xfrm>
              <a:off x="5109985" y="3566273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0" name="pt11210"/>
            <p:cNvSpPr/>
            <p:nvPr/>
          </p:nvSpPr>
          <p:spPr>
            <a:xfrm>
              <a:off x="5166545" y="33545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1" name="pt11211"/>
            <p:cNvSpPr/>
            <p:nvPr/>
          </p:nvSpPr>
          <p:spPr>
            <a:xfrm>
              <a:off x="5099587" y="359658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2" name="pt11212"/>
            <p:cNvSpPr/>
            <p:nvPr/>
          </p:nvSpPr>
          <p:spPr>
            <a:xfrm>
              <a:off x="5172089" y="30058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3" name="pt11213"/>
            <p:cNvSpPr/>
            <p:nvPr/>
          </p:nvSpPr>
          <p:spPr>
            <a:xfrm>
              <a:off x="5164217" y="3576836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4" name="pt11214"/>
            <p:cNvSpPr/>
            <p:nvPr/>
          </p:nvSpPr>
          <p:spPr>
            <a:xfrm>
              <a:off x="5124902" y="355983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5" name="pt11215"/>
            <p:cNvSpPr/>
            <p:nvPr/>
          </p:nvSpPr>
          <p:spPr>
            <a:xfrm>
              <a:off x="5025727" y="357358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6" name="pt11216"/>
            <p:cNvSpPr/>
            <p:nvPr/>
          </p:nvSpPr>
          <p:spPr>
            <a:xfrm>
              <a:off x="5145912" y="3526920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7" name="pt11217"/>
            <p:cNvSpPr/>
            <p:nvPr/>
          </p:nvSpPr>
          <p:spPr>
            <a:xfrm>
              <a:off x="5148515" y="357593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8" name="pt11218"/>
            <p:cNvSpPr/>
            <p:nvPr/>
          </p:nvSpPr>
          <p:spPr>
            <a:xfrm>
              <a:off x="5125284" y="3463905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19" name="pt11219"/>
            <p:cNvSpPr/>
            <p:nvPr/>
          </p:nvSpPr>
          <p:spPr>
            <a:xfrm>
              <a:off x="5146569" y="3399754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0" name="pt11220"/>
            <p:cNvSpPr/>
            <p:nvPr/>
          </p:nvSpPr>
          <p:spPr>
            <a:xfrm>
              <a:off x="5187219" y="3726481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1" name="pt11221"/>
            <p:cNvSpPr/>
            <p:nvPr/>
          </p:nvSpPr>
          <p:spPr>
            <a:xfrm>
              <a:off x="5161582" y="3543478"/>
              <a:ext cx="54165" cy="54165"/>
            </a:xfrm>
            <a:prstGeom prst="ellipse">
              <a:avLst/>
            </a:prstGeom>
            <a:solidFill>
              <a:srgbClr val="99D594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2" name="pt11222"/>
            <p:cNvSpPr/>
            <p:nvPr/>
          </p:nvSpPr>
          <p:spPr>
            <a:xfrm>
              <a:off x="5159718" y="3565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3" name="pt11223"/>
            <p:cNvSpPr/>
            <p:nvPr/>
          </p:nvSpPr>
          <p:spPr>
            <a:xfrm>
              <a:off x="5171724" y="3570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4" name="pt11224"/>
            <p:cNvSpPr/>
            <p:nvPr/>
          </p:nvSpPr>
          <p:spPr>
            <a:xfrm>
              <a:off x="5155842" y="35312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5" name="pt11225"/>
            <p:cNvSpPr/>
            <p:nvPr/>
          </p:nvSpPr>
          <p:spPr>
            <a:xfrm>
              <a:off x="5137980" y="3560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6" name="pt11226"/>
            <p:cNvSpPr/>
            <p:nvPr/>
          </p:nvSpPr>
          <p:spPr>
            <a:xfrm>
              <a:off x="5167761" y="3570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7" name="pt11227"/>
            <p:cNvSpPr/>
            <p:nvPr/>
          </p:nvSpPr>
          <p:spPr>
            <a:xfrm>
              <a:off x="5197507" y="35754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8" name="pt11228"/>
            <p:cNvSpPr/>
            <p:nvPr/>
          </p:nvSpPr>
          <p:spPr>
            <a:xfrm>
              <a:off x="5195833" y="35597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29" name="pt11229"/>
            <p:cNvSpPr/>
            <p:nvPr/>
          </p:nvSpPr>
          <p:spPr>
            <a:xfrm>
              <a:off x="5139340" y="35423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0" name="pt11230"/>
            <p:cNvSpPr/>
            <p:nvPr/>
          </p:nvSpPr>
          <p:spPr>
            <a:xfrm>
              <a:off x="5136572" y="35701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1" name="pt11231"/>
            <p:cNvSpPr/>
            <p:nvPr/>
          </p:nvSpPr>
          <p:spPr>
            <a:xfrm>
              <a:off x="5153030" y="3558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2" name="pt11232"/>
            <p:cNvSpPr/>
            <p:nvPr/>
          </p:nvSpPr>
          <p:spPr>
            <a:xfrm>
              <a:off x="5225512" y="3526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3" name="pt11233"/>
            <p:cNvSpPr/>
            <p:nvPr/>
          </p:nvSpPr>
          <p:spPr>
            <a:xfrm>
              <a:off x="5136712" y="3540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4" name="pt11234"/>
            <p:cNvSpPr/>
            <p:nvPr/>
          </p:nvSpPr>
          <p:spPr>
            <a:xfrm>
              <a:off x="5149327" y="3548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5" name="pt11235"/>
            <p:cNvSpPr/>
            <p:nvPr/>
          </p:nvSpPr>
          <p:spPr>
            <a:xfrm>
              <a:off x="5169064" y="35606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6" name="pt11236"/>
            <p:cNvSpPr/>
            <p:nvPr/>
          </p:nvSpPr>
          <p:spPr>
            <a:xfrm>
              <a:off x="5139884" y="35475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7" name="pt11237"/>
            <p:cNvSpPr/>
            <p:nvPr/>
          </p:nvSpPr>
          <p:spPr>
            <a:xfrm>
              <a:off x="5156032" y="35360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8" name="pt11238"/>
            <p:cNvSpPr/>
            <p:nvPr/>
          </p:nvSpPr>
          <p:spPr>
            <a:xfrm>
              <a:off x="5168163" y="3553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39" name="pt11239"/>
            <p:cNvSpPr/>
            <p:nvPr/>
          </p:nvSpPr>
          <p:spPr>
            <a:xfrm>
              <a:off x="5250217" y="35463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0" name="pt11240"/>
            <p:cNvSpPr/>
            <p:nvPr/>
          </p:nvSpPr>
          <p:spPr>
            <a:xfrm>
              <a:off x="5153548" y="35318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1" name="pt11241"/>
            <p:cNvSpPr/>
            <p:nvPr/>
          </p:nvSpPr>
          <p:spPr>
            <a:xfrm>
              <a:off x="5159684" y="3517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2" name="pt11242"/>
            <p:cNvSpPr/>
            <p:nvPr/>
          </p:nvSpPr>
          <p:spPr>
            <a:xfrm>
              <a:off x="5178852" y="35365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3" name="pt11243"/>
            <p:cNvSpPr/>
            <p:nvPr/>
          </p:nvSpPr>
          <p:spPr>
            <a:xfrm>
              <a:off x="5177327" y="3551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4" name="pt11244"/>
            <p:cNvSpPr/>
            <p:nvPr/>
          </p:nvSpPr>
          <p:spPr>
            <a:xfrm>
              <a:off x="5139267" y="2845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5" name="pt11245"/>
            <p:cNvSpPr/>
            <p:nvPr/>
          </p:nvSpPr>
          <p:spPr>
            <a:xfrm>
              <a:off x="5153926" y="3861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6" name="pt11246"/>
            <p:cNvSpPr/>
            <p:nvPr/>
          </p:nvSpPr>
          <p:spPr>
            <a:xfrm>
              <a:off x="5167119" y="3552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7" name="pt11247"/>
            <p:cNvSpPr/>
            <p:nvPr/>
          </p:nvSpPr>
          <p:spPr>
            <a:xfrm>
              <a:off x="5189776" y="35295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8" name="pt11248"/>
            <p:cNvSpPr/>
            <p:nvPr/>
          </p:nvSpPr>
          <p:spPr>
            <a:xfrm>
              <a:off x="5150049" y="35142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49" name="pt11249"/>
            <p:cNvSpPr/>
            <p:nvPr/>
          </p:nvSpPr>
          <p:spPr>
            <a:xfrm>
              <a:off x="5157694" y="34096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0" name="pt11250"/>
            <p:cNvSpPr/>
            <p:nvPr/>
          </p:nvSpPr>
          <p:spPr>
            <a:xfrm>
              <a:off x="5159942" y="35492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1" name="pt11251"/>
            <p:cNvSpPr/>
            <p:nvPr/>
          </p:nvSpPr>
          <p:spPr>
            <a:xfrm>
              <a:off x="5158618" y="35417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2" name="pt11252"/>
            <p:cNvSpPr/>
            <p:nvPr/>
          </p:nvSpPr>
          <p:spPr>
            <a:xfrm>
              <a:off x="5191074" y="3561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3" name="pt11253"/>
            <p:cNvSpPr/>
            <p:nvPr/>
          </p:nvSpPr>
          <p:spPr>
            <a:xfrm>
              <a:off x="5006726" y="35643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4" name="pt11254"/>
            <p:cNvSpPr/>
            <p:nvPr/>
          </p:nvSpPr>
          <p:spPr>
            <a:xfrm>
              <a:off x="5177642" y="3522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5" name="pt11255"/>
            <p:cNvSpPr/>
            <p:nvPr/>
          </p:nvSpPr>
          <p:spPr>
            <a:xfrm>
              <a:off x="5150997" y="35204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6" name="pt11256"/>
            <p:cNvSpPr/>
            <p:nvPr/>
          </p:nvSpPr>
          <p:spPr>
            <a:xfrm>
              <a:off x="5148523" y="35521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7" name="pt11257"/>
            <p:cNvSpPr/>
            <p:nvPr/>
          </p:nvSpPr>
          <p:spPr>
            <a:xfrm>
              <a:off x="5174249" y="35574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8" name="pt11258"/>
            <p:cNvSpPr/>
            <p:nvPr/>
          </p:nvSpPr>
          <p:spPr>
            <a:xfrm>
              <a:off x="5147643" y="3686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59" name="pt11259"/>
            <p:cNvSpPr/>
            <p:nvPr/>
          </p:nvSpPr>
          <p:spPr>
            <a:xfrm>
              <a:off x="5580728" y="35235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0" name="pt11260"/>
            <p:cNvSpPr/>
            <p:nvPr/>
          </p:nvSpPr>
          <p:spPr>
            <a:xfrm>
              <a:off x="5111915" y="3421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1" name="pt11261"/>
            <p:cNvSpPr/>
            <p:nvPr/>
          </p:nvSpPr>
          <p:spPr>
            <a:xfrm>
              <a:off x="5104055" y="38827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2" name="pt11262"/>
            <p:cNvSpPr/>
            <p:nvPr/>
          </p:nvSpPr>
          <p:spPr>
            <a:xfrm>
              <a:off x="5132933" y="35557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3" name="pt11263"/>
            <p:cNvSpPr/>
            <p:nvPr/>
          </p:nvSpPr>
          <p:spPr>
            <a:xfrm>
              <a:off x="5181560" y="3548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4" name="pt11264"/>
            <p:cNvSpPr/>
            <p:nvPr/>
          </p:nvSpPr>
          <p:spPr>
            <a:xfrm>
              <a:off x="5156735" y="3550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5" name="pt11265"/>
            <p:cNvSpPr/>
            <p:nvPr/>
          </p:nvSpPr>
          <p:spPr>
            <a:xfrm>
              <a:off x="5181770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6" name="pt11266"/>
            <p:cNvSpPr/>
            <p:nvPr/>
          </p:nvSpPr>
          <p:spPr>
            <a:xfrm>
              <a:off x="5153190" y="3690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7" name="pt11267"/>
            <p:cNvSpPr/>
            <p:nvPr/>
          </p:nvSpPr>
          <p:spPr>
            <a:xfrm>
              <a:off x="5399844" y="35816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8" name="pt11268"/>
            <p:cNvSpPr/>
            <p:nvPr/>
          </p:nvSpPr>
          <p:spPr>
            <a:xfrm>
              <a:off x="5220337" y="3550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69" name="pt11269"/>
            <p:cNvSpPr/>
            <p:nvPr/>
          </p:nvSpPr>
          <p:spPr>
            <a:xfrm>
              <a:off x="5198474" y="3559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0" name="pt11270"/>
            <p:cNvSpPr/>
            <p:nvPr/>
          </p:nvSpPr>
          <p:spPr>
            <a:xfrm>
              <a:off x="5355588" y="3579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1" name="pt11271"/>
            <p:cNvSpPr/>
            <p:nvPr/>
          </p:nvSpPr>
          <p:spPr>
            <a:xfrm>
              <a:off x="5156049" y="3544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2" name="pt11272"/>
            <p:cNvSpPr/>
            <p:nvPr/>
          </p:nvSpPr>
          <p:spPr>
            <a:xfrm>
              <a:off x="5145142" y="3597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3" name="pt11273"/>
            <p:cNvSpPr/>
            <p:nvPr/>
          </p:nvSpPr>
          <p:spPr>
            <a:xfrm>
              <a:off x="5143525" y="35417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4" name="pt11274"/>
            <p:cNvSpPr/>
            <p:nvPr/>
          </p:nvSpPr>
          <p:spPr>
            <a:xfrm>
              <a:off x="5149380" y="3529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5" name="pt11275"/>
            <p:cNvSpPr/>
            <p:nvPr/>
          </p:nvSpPr>
          <p:spPr>
            <a:xfrm>
              <a:off x="5156665" y="35678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6" name="pt11276"/>
            <p:cNvSpPr/>
            <p:nvPr/>
          </p:nvSpPr>
          <p:spPr>
            <a:xfrm>
              <a:off x="5141157" y="35492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7" name="pt11277"/>
            <p:cNvSpPr/>
            <p:nvPr/>
          </p:nvSpPr>
          <p:spPr>
            <a:xfrm>
              <a:off x="5171259" y="35290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8" name="pt11278"/>
            <p:cNvSpPr/>
            <p:nvPr/>
          </p:nvSpPr>
          <p:spPr>
            <a:xfrm>
              <a:off x="5130219" y="35461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79" name="pt11279"/>
            <p:cNvSpPr/>
            <p:nvPr/>
          </p:nvSpPr>
          <p:spPr>
            <a:xfrm>
              <a:off x="5177424" y="35803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0" name="pt11280"/>
            <p:cNvSpPr/>
            <p:nvPr/>
          </p:nvSpPr>
          <p:spPr>
            <a:xfrm>
              <a:off x="5183845" y="3278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1" name="pt11281"/>
            <p:cNvSpPr/>
            <p:nvPr/>
          </p:nvSpPr>
          <p:spPr>
            <a:xfrm>
              <a:off x="5167337" y="3542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2" name="pt11282"/>
            <p:cNvSpPr/>
            <p:nvPr/>
          </p:nvSpPr>
          <p:spPr>
            <a:xfrm>
              <a:off x="5156329" y="4090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3" name="pt11283"/>
            <p:cNvSpPr/>
            <p:nvPr/>
          </p:nvSpPr>
          <p:spPr>
            <a:xfrm>
              <a:off x="5142510" y="3628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4" name="pt11284"/>
            <p:cNvSpPr/>
            <p:nvPr/>
          </p:nvSpPr>
          <p:spPr>
            <a:xfrm>
              <a:off x="5195544" y="35716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5" name="pt11285"/>
            <p:cNvSpPr/>
            <p:nvPr/>
          </p:nvSpPr>
          <p:spPr>
            <a:xfrm>
              <a:off x="5184683" y="3550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6" name="pt11286"/>
            <p:cNvSpPr/>
            <p:nvPr/>
          </p:nvSpPr>
          <p:spPr>
            <a:xfrm>
              <a:off x="5173485" y="36041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7" name="pt11287"/>
            <p:cNvSpPr/>
            <p:nvPr/>
          </p:nvSpPr>
          <p:spPr>
            <a:xfrm>
              <a:off x="5140612" y="3586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8" name="pt11288"/>
            <p:cNvSpPr/>
            <p:nvPr/>
          </p:nvSpPr>
          <p:spPr>
            <a:xfrm>
              <a:off x="5167373" y="35886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89" name="pt11289"/>
            <p:cNvSpPr/>
            <p:nvPr/>
          </p:nvSpPr>
          <p:spPr>
            <a:xfrm>
              <a:off x="5161226" y="35547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0" name="pt11290"/>
            <p:cNvSpPr/>
            <p:nvPr/>
          </p:nvSpPr>
          <p:spPr>
            <a:xfrm>
              <a:off x="5167878" y="34907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1" name="pt11291"/>
            <p:cNvSpPr/>
            <p:nvPr/>
          </p:nvSpPr>
          <p:spPr>
            <a:xfrm>
              <a:off x="5153270" y="35535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2" name="pt11292"/>
            <p:cNvSpPr/>
            <p:nvPr/>
          </p:nvSpPr>
          <p:spPr>
            <a:xfrm>
              <a:off x="5148739" y="3588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3" name="pt11293"/>
            <p:cNvSpPr/>
            <p:nvPr/>
          </p:nvSpPr>
          <p:spPr>
            <a:xfrm>
              <a:off x="5173040" y="3565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4" name="pt11294"/>
            <p:cNvSpPr/>
            <p:nvPr/>
          </p:nvSpPr>
          <p:spPr>
            <a:xfrm>
              <a:off x="5098876" y="3539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5" name="pt11295"/>
            <p:cNvSpPr/>
            <p:nvPr/>
          </p:nvSpPr>
          <p:spPr>
            <a:xfrm>
              <a:off x="5173542" y="35727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6" name="pt11296"/>
            <p:cNvSpPr/>
            <p:nvPr/>
          </p:nvSpPr>
          <p:spPr>
            <a:xfrm>
              <a:off x="5135758" y="3555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7" name="pt11297"/>
            <p:cNvSpPr/>
            <p:nvPr/>
          </p:nvSpPr>
          <p:spPr>
            <a:xfrm>
              <a:off x="5133413" y="3542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8" name="pt11298"/>
            <p:cNvSpPr/>
            <p:nvPr/>
          </p:nvSpPr>
          <p:spPr>
            <a:xfrm>
              <a:off x="5109326" y="35670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299" name="pt11299"/>
            <p:cNvSpPr/>
            <p:nvPr/>
          </p:nvSpPr>
          <p:spPr>
            <a:xfrm>
              <a:off x="5129742" y="3529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0" name="pt11300"/>
            <p:cNvSpPr/>
            <p:nvPr/>
          </p:nvSpPr>
          <p:spPr>
            <a:xfrm>
              <a:off x="5183545" y="3532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1" name="pt11301"/>
            <p:cNvSpPr/>
            <p:nvPr/>
          </p:nvSpPr>
          <p:spPr>
            <a:xfrm>
              <a:off x="5181553" y="35566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2" name="pt11302"/>
            <p:cNvSpPr/>
            <p:nvPr/>
          </p:nvSpPr>
          <p:spPr>
            <a:xfrm>
              <a:off x="5142652" y="35616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3" name="pt11303"/>
            <p:cNvSpPr/>
            <p:nvPr/>
          </p:nvSpPr>
          <p:spPr>
            <a:xfrm>
              <a:off x="5150876" y="32313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4" name="pt11304"/>
            <p:cNvSpPr/>
            <p:nvPr/>
          </p:nvSpPr>
          <p:spPr>
            <a:xfrm>
              <a:off x="5148145" y="3547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5" name="pt11305"/>
            <p:cNvSpPr/>
            <p:nvPr/>
          </p:nvSpPr>
          <p:spPr>
            <a:xfrm>
              <a:off x="5155694" y="35473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6" name="pt11306"/>
            <p:cNvSpPr/>
            <p:nvPr/>
          </p:nvSpPr>
          <p:spPr>
            <a:xfrm>
              <a:off x="5164120" y="35567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7" name="pt11307"/>
            <p:cNvSpPr/>
            <p:nvPr/>
          </p:nvSpPr>
          <p:spPr>
            <a:xfrm>
              <a:off x="5161931" y="3007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8" name="pt11308"/>
            <p:cNvSpPr/>
            <p:nvPr/>
          </p:nvSpPr>
          <p:spPr>
            <a:xfrm>
              <a:off x="5125727" y="3565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09" name="pt11309"/>
            <p:cNvSpPr/>
            <p:nvPr/>
          </p:nvSpPr>
          <p:spPr>
            <a:xfrm>
              <a:off x="5158820" y="35594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0" name="pt11310"/>
            <p:cNvSpPr/>
            <p:nvPr/>
          </p:nvSpPr>
          <p:spPr>
            <a:xfrm>
              <a:off x="5196402" y="35636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1" name="pt11311"/>
            <p:cNvSpPr/>
            <p:nvPr/>
          </p:nvSpPr>
          <p:spPr>
            <a:xfrm>
              <a:off x="5194953" y="35674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2" name="pt11312"/>
            <p:cNvSpPr/>
            <p:nvPr/>
          </p:nvSpPr>
          <p:spPr>
            <a:xfrm>
              <a:off x="5159131" y="35283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3" name="pt11313"/>
            <p:cNvSpPr/>
            <p:nvPr/>
          </p:nvSpPr>
          <p:spPr>
            <a:xfrm>
              <a:off x="6746417" y="35559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4" name="pt11314"/>
            <p:cNvSpPr/>
            <p:nvPr/>
          </p:nvSpPr>
          <p:spPr>
            <a:xfrm>
              <a:off x="5162537" y="35544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5" name="pt11315"/>
            <p:cNvSpPr/>
            <p:nvPr/>
          </p:nvSpPr>
          <p:spPr>
            <a:xfrm>
              <a:off x="5189853" y="35056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6" name="pt11316"/>
            <p:cNvSpPr/>
            <p:nvPr/>
          </p:nvSpPr>
          <p:spPr>
            <a:xfrm>
              <a:off x="5134792" y="3586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7" name="pt11317"/>
            <p:cNvSpPr/>
            <p:nvPr/>
          </p:nvSpPr>
          <p:spPr>
            <a:xfrm>
              <a:off x="5182167" y="3496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8" name="pt11318"/>
            <p:cNvSpPr/>
            <p:nvPr/>
          </p:nvSpPr>
          <p:spPr>
            <a:xfrm>
              <a:off x="5201650" y="35418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19" name="pt11319"/>
            <p:cNvSpPr/>
            <p:nvPr/>
          </p:nvSpPr>
          <p:spPr>
            <a:xfrm>
              <a:off x="5167656" y="3541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0" name="pt11320"/>
            <p:cNvSpPr/>
            <p:nvPr/>
          </p:nvSpPr>
          <p:spPr>
            <a:xfrm>
              <a:off x="5163819" y="3576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1" name="pt11321"/>
            <p:cNvSpPr/>
            <p:nvPr/>
          </p:nvSpPr>
          <p:spPr>
            <a:xfrm>
              <a:off x="5177911" y="35607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2" name="pt11322"/>
            <p:cNvSpPr/>
            <p:nvPr/>
          </p:nvSpPr>
          <p:spPr>
            <a:xfrm>
              <a:off x="5172464" y="3569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3" name="pt11323"/>
            <p:cNvSpPr/>
            <p:nvPr/>
          </p:nvSpPr>
          <p:spPr>
            <a:xfrm>
              <a:off x="5165309" y="3545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4" name="pt11324"/>
            <p:cNvSpPr/>
            <p:nvPr/>
          </p:nvSpPr>
          <p:spPr>
            <a:xfrm>
              <a:off x="5165749" y="35472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5" name="pt11325"/>
            <p:cNvSpPr/>
            <p:nvPr/>
          </p:nvSpPr>
          <p:spPr>
            <a:xfrm>
              <a:off x="5156036" y="3553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6" name="pt11326"/>
            <p:cNvSpPr/>
            <p:nvPr/>
          </p:nvSpPr>
          <p:spPr>
            <a:xfrm>
              <a:off x="5272274" y="35624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7" name="pt11327"/>
            <p:cNvSpPr/>
            <p:nvPr/>
          </p:nvSpPr>
          <p:spPr>
            <a:xfrm>
              <a:off x="5183741" y="3554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8" name="pt11328"/>
            <p:cNvSpPr/>
            <p:nvPr/>
          </p:nvSpPr>
          <p:spPr>
            <a:xfrm>
              <a:off x="5186992" y="35561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29" name="pt11329"/>
            <p:cNvSpPr/>
            <p:nvPr/>
          </p:nvSpPr>
          <p:spPr>
            <a:xfrm>
              <a:off x="5188662" y="3558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0" name="pt11330"/>
            <p:cNvSpPr/>
            <p:nvPr/>
          </p:nvSpPr>
          <p:spPr>
            <a:xfrm>
              <a:off x="5170153" y="3553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1" name="pt11331"/>
            <p:cNvSpPr/>
            <p:nvPr/>
          </p:nvSpPr>
          <p:spPr>
            <a:xfrm>
              <a:off x="5187124" y="35117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2" name="pt11332"/>
            <p:cNvSpPr/>
            <p:nvPr/>
          </p:nvSpPr>
          <p:spPr>
            <a:xfrm>
              <a:off x="5176597" y="35032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3" name="pt11333"/>
            <p:cNvSpPr/>
            <p:nvPr/>
          </p:nvSpPr>
          <p:spPr>
            <a:xfrm>
              <a:off x="5198925" y="3478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4" name="pt11334"/>
            <p:cNvSpPr/>
            <p:nvPr/>
          </p:nvSpPr>
          <p:spPr>
            <a:xfrm>
              <a:off x="5130193" y="3683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5" name="pt11335"/>
            <p:cNvSpPr/>
            <p:nvPr/>
          </p:nvSpPr>
          <p:spPr>
            <a:xfrm>
              <a:off x="5179101" y="3583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6" name="pt11336"/>
            <p:cNvSpPr/>
            <p:nvPr/>
          </p:nvSpPr>
          <p:spPr>
            <a:xfrm>
              <a:off x="5142121" y="35947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7" name="pt11337"/>
            <p:cNvSpPr/>
            <p:nvPr/>
          </p:nvSpPr>
          <p:spPr>
            <a:xfrm>
              <a:off x="5159943" y="3609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8" name="pt11338"/>
            <p:cNvSpPr/>
            <p:nvPr/>
          </p:nvSpPr>
          <p:spPr>
            <a:xfrm>
              <a:off x="5135367" y="36169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39" name="pt11339"/>
            <p:cNvSpPr/>
            <p:nvPr/>
          </p:nvSpPr>
          <p:spPr>
            <a:xfrm>
              <a:off x="5159572" y="3556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0" name="pt11340"/>
            <p:cNvSpPr/>
            <p:nvPr/>
          </p:nvSpPr>
          <p:spPr>
            <a:xfrm>
              <a:off x="5147448" y="3535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1" name="pt11341"/>
            <p:cNvSpPr/>
            <p:nvPr/>
          </p:nvSpPr>
          <p:spPr>
            <a:xfrm>
              <a:off x="5143809" y="36276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2" name="pt11342"/>
            <p:cNvSpPr/>
            <p:nvPr/>
          </p:nvSpPr>
          <p:spPr>
            <a:xfrm>
              <a:off x="5109344" y="3656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3" name="pt11343"/>
            <p:cNvSpPr/>
            <p:nvPr/>
          </p:nvSpPr>
          <p:spPr>
            <a:xfrm>
              <a:off x="5151859" y="35597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4" name="pt11344"/>
            <p:cNvSpPr/>
            <p:nvPr/>
          </p:nvSpPr>
          <p:spPr>
            <a:xfrm>
              <a:off x="5197154" y="3520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5" name="pt11345"/>
            <p:cNvSpPr/>
            <p:nvPr/>
          </p:nvSpPr>
          <p:spPr>
            <a:xfrm>
              <a:off x="5146733" y="3550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6" name="pt11346"/>
            <p:cNvSpPr/>
            <p:nvPr/>
          </p:nvSpPr>
          <p:spPr>
            <a:xfrm>
              <a:off x="5156068" y="35768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7" name="pt11347"/>
            <p:cNvSpPr/>
            <p:nvPr/>
          </p:nvSpPr>
          <p:spPr>
            <a:xfrm>
              <a:off x="5188944" y="3534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8" name="pt11348"/>
            <p:cNvSpPr/>
            <p:nvPr/>
          </p:nvSpPr>
          <p:spPr>
            <a:xfrm>
              <a:off x="5142968" y="35863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49" name="pt11349"/>
            <p:cNvSpPr/>
            <p:nvPr/>
          </p:nvSpPr>
          <p:spPr>
            <a:xfrm>
              <a:off x="5150563" y="34010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0" name="pt11350"/>
            <p:cNvSpPr/>
            <p:nvPr/>
          </p:nvSpPr>
          <p:spPr>
            <a:xfrm>
              <a:off x="5145723" y="35419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1" name="pt11351"/>
            <p:cNvSpPr/>
            <p:nvPr/>
          </p:nvSpPr>
          <p:spPr>
            <a:xfrm>
              <a:off x="5125000" y="3574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2" name="pt11352"/>
            <p:cNvSpPr/>
            <p:nvPr/>
          </p:nvSpPr>
          <p:spPr>
            <a:xfrm>
              <a:off x="5151769" y="35810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3" name="pt11353"/>
            <p:cNvSpPr/>
            <p:nvPr/>
          </p:nvSpPr>
          <p:spPr>
            <a:xfrm>
              <a:off x="5157217" y="3123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4" name="pt11354"/>
            <p:cNvSpPr/>
            <p:nvPr/>
          </p:nvSpPr>
          <p:spPr>
            <a:xfrm>
              <a:off x="5122671" y="42113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5" name="pt11355"/>
            <p:cNvSpPr/>
            <p:nvPr/>
          </p:nvSpPr>
          <p:spPr>
            <a:xfrm>
              <a:off x="5164567" y="3560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6" name="pt11356"/>
            <p:cNvSpPr/>
            <p:nvPr/>
          </p:nvSpPr>
          <p:spPr>
            <a:xfrm>
              <a:off x="5164253" y="3562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7" name="pt11357"/>
            <p:cNvSpPr/>
            <p:nvPr/>
          </p:nvSpPr>
          <p:spPr>
            <a:xfrm>
              <a:off x="5104909" y="34744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8" name="pt11358"/>
            <p:cNvSpPr/>
            <p:nvPr/>
          </p:nvSpPr>
          <p:spPr>
            <a:xfrm>
              <a:off x="5151810" y="3559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59" name="pt11359"/>
            <p:cNvSpPr/>
            <p:nvPr/>
          </p:nvSpPr>
          <p:spPr>
            <a:xfrm>
              <a:off x="5153561" y="36225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0" name="pt11360"/>
            <p:cNvSpPr/>
            <p:nvPr/>
          </p:nvSpPr>
          <p:spPr>
            <a:xfrm>
              <a:off x="5383045" y="3537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1" name="pt11361"/>
            <p:cNvSpPr/>
            <p:nvPr/>
          </p:nvSpPr>
          <p:spPr>
            <a:xfrm>
              <a:off x="5210300" y="3540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2" name="pt11362"/>
            <p:cNvSpPr/>
            <p:nvPr/>
          </p:nvSpPr>
          <p:spPr>
            <a:xfrm>
              <a:off x="5174966" y="35629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3" name="pt11363"/>
            <p:cNvSpPr/>
            <p:nvPr/>
          </p:nvSpPr>
          <p:spPr>
            <a:xfrm>
              <a:off x="5186583" y="3573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4" name="pt11364"/>
            <p:cNvSpPr/>
            <p:nvPr/>
          </p:nvSpPr>
          <p:spPr>
            <a:xfrm>
              <a:off x="5227512" y="35286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5" name="pt11365"/>
            <p:cNvSpPr/>
            <p:nvPr/>
          </p:nvSpPr>
          <p:spPr>
            <a:xfrm>
              <a:off x="5204496" y="35467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6" name="pt11366"/>
            <p:cNvSpPr/>
            <p:nvPr/>
          </p:nvSpPr>
          <p:spPr>
            <a:xfrm>
              <a:off x="5118694" y="3581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7" name="pt11367"/>
            <p:cNvSpPr/>
            <p:nvPr/>
          </p:nvSpPr>
          <p:spPr>
            <a:xfrm>
              <a:off x="5184926" y="3625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8" name="pt11368"/>
            <p:cNvSpPr/>
            <p:nvPr/>
          </p:nvSpPr>
          <p:spPr>
            <a:xfrm>
              <a:off x="5104936" y="35594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69" name="pt11369"/>
            <p:cNvSpPr/>
            <p:nvPr/>
          </p:nvSpPr>
          <p:spPr>
            <a:xfrm>
              <a:off x="5180366" y="35734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0" name="pt11370"/>
            <p:cNvSpPr/>
            <p:nvPr/>
          </p:nvSpPr>
          <p:spPr>
            <a:xfrm>
              <a:off x="5186881" y="35274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1" name="pt11371"/>
            <p:cNvSpPr/>
            <p:nvPr/>
          </p:nvSpPr>
          <p:spPr>
            <a:xfrm>
              <a:off x="5186825" y="3553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2" name="pt11372"/>
            <p:cNvSpPr/>
            <p:nvPr/>
          </p:nvSpPr>
          <p:spPr>
            <a:xfrm>
              <a:off x="5182673" y="35268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3" name="pt11373"/>
            <p:cNvSpPr/>
            <p:nvPr/>
          </p:nvSpPr>
          <p:spPr>
            <a:xfrm>
              <a:off x="5187764" y="3553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4" name="pt11374"/>
            <p:cNvSpPr/>
            <p:nvPr/>
          </p:nvSpPr>
          <p:spPr>
            <a:xfrm>
              <a:off x="5910245" y="35151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5" name="pt11375"/>
            <p:cNvSpPr/>
            <p:nvPr/>
          </p:nvSpPr>
          <p:spPr>
            <a:xfrm>
              <a:off x="5164187" y="35238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6" name="pt11376"/>
            <p:cNvSpPr/>
            <p:nvPr/>
          </p:nvSpPr>
          <p:spPr>
            <a:xfrm>
              <a:off x="5145705" y="35781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7" name="pt11377"/>
            <p:cNvSpPr/>
            <p:nvPr/>
          </p:nvSpPr>
          <p:spPr>
            <a:xfrm>
              <a:off x="5165200" y="35614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78" name="pt11378"/>
            <p:cNvSpPr/>
            <p:nvPr/>
          </p:nvSpPr>
          <p:spPr>
            <a:xfrm>
              <a:off x="5246234" y="3286991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9" name="pt11379"/>
            <p:cNvSpPr/>
            <p:nvPr/>
          </p:nvSpPr>
          <p:spPr>
            <a:xfrm>
              <a:off x="5169245" y="3517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0" name="pt11380"/>
            <p:cNvSpPr/>
            <p:nvPr/>
          </p:nvSpPr>
          <p:spPr>
            <a:xfrm>
              <a:off x="5159840" y="35674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1" name="pt11381"/>
            <p:cNvSpPr/>
            <p:nvPr/>
          </p:nvSpPr>
          <p:spPr>
            <a:xfrm>
              <a:off x="5192998" y="35591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2" name="pt11382"/>
            <p:cNvSpPr/>
            <p:nvPr/>
          </p:nvSpPr>
          <p:spPr>
            <a:xfrm>
              <a:off x="5103563" y="36519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3" name="pt11383"/>
            <p:cNvSpPr/>
            <p:nvPr/>
          </p:nvSpPr>
          <p:spPr>
            <a:xfrm>
              <a:off x="5108520" y="35362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4" name="pt11384"/>
            <p:cNvSpPr/>
            <p:nvPr/>
          </p:nvSpPr>
          <p:spPr>
            <a:xfrm>
              <a:off x="5164491" y="35514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5" name="pt11385"/>
            <p:cNvSpPr/>
            <p:nvPr/>
          </p:nvSpPr>
          <p:spPr>
            <a:xfrm>
              <a:off x="5165354" y="35705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6" name="pt11386"/>
            <p:cNvSpPr/>
            <p:nvPr/>
          </p:nvSpPr>
          <p:spPr>
            <a:xfrm>
              <a:off x="5191949" y="35465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7" name="pt11387"/>
            <p:cNvSpPr/>
            <p:nvPr/>
          </p:nvSpPr>
          <p:spPr>
            <a:xfrm>
              <a:off x="5172800" y="35627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8" name="pt11388"/>
            <p:cNvSpPr/>
            <p:nvPr/>
          </p:nvSpPr>
          <p:spPr>
            <a:xfrm>
              <a:off x="5206963" y="3564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89" name="pt11389"/>
            <p:cNvSpPr/>
            <p:nvPr/>
          </p:nvSpPr>
          <p:spPr>
            <a:xfrm>
              <a:off x="5190378" y="35584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0" name="pt11390"/>
            <p:cNvSpPr/>
            <p:nvPr/>
          </p:nvSpPr>
          <p:spPr>
            <a:xfrm>
              <a:off x="5173336" y="3548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1" name="pt11391"/>
            <p:cNvSpPr/>
            <p:nvPr/>
          </p:nvSpPr>
          <p:spPr>
            <a:xfrm>
              <a:off x="5214209" y="35897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2" name="pt11392"/>
            <p:cNvSpPr/>
            <p:nvPr/>
          </p:nvSpPr>
          <p:spPr>
            <a:xfrm>
              <a:off x="5234688" y="34092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3" name="pt11393"/>
            <p:cNvSpPr/>
            <p:nvPr/>
          </p:nvSpPr>
          <p:spPr>
            <a:xfrm>
              <a:off x="5178475" y="3550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4" name="pt11394"/>
            <p:cNvSpPr/>
            <p:nvPr/>
          </p:nvSpPr>
          <p:spPr>
            <a:xfrm>
              <a:off x="5182782" y="3568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5" name="pt11395"/>
            <p:cNvSpPr/>
            <p:nvPr/>
          </p:nvSpPr>
          <p:spPr>
            <a:xfrm>
              <a:off x="5190084" y="35344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6" name="pt11396"/>
            <p:cNvSpPr/>
            <p:nvPr/>
          </p:nvSpPr>
          <p:spPr>
            <a:xfrm>
              <a:off x="5162278" y="3581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7" name="pt11397"/>
            <p:cNvSpPr/>
            <p:nvPr/>
          </p:nvSpPr>
          <p:spPr>
            <a:xfrm>
              <a:off x="5132712" y="3716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8" name="pt11398"/>
            <p:cNvSpPr/>
            <p:nvPr/>
          </p:nvSpPr>
          <p:spPr>
            <a:xfrm>
              <a:off x="5120987" y="3683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399" name="pt11399"/>
            <p:cNvSpPr/>
            <p:nvPr/>
          </p:nvSpPr>
          <p:spPr>
            <a:xfrm>
              <a:off x="5185770" y="35640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0" name="pt11400"/>
            <p:cNvSpPr/>
            <p:nvPr/>
          </p:nvSpPr>
          <p:spPr>
            <a:xfrm>
              <a:off x="5131718" y="3535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1" name="pt11401"/>
            <p:cNvSpPr/>
            <p:nvPr/>
          </p:nvSpPr>
          <p:spPr>
            <a:xfrm>
              <a:off x="5131665" y="37473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2" name="pt11402"/>
            <p:cNvSpPr/>
            <p:nvPr/>
          </p:nvSpPr>
          <p:spPr>
            <a:xfrm>
              <a:off x="5150338" y="36132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3" name="pt11403"/>
            <p:cNvSpPr/>
            <p:nvPr/>
          </p:nvSpPr>
          <p:spPr>
            <a:xfrm>
              <a:off x="5148294" y="35756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4" name="pt11404"/>
            <p:cNvSpPr/>
            <p:nvPr/>
          </p:nvSpPr>
          <p:spPr>
            <a:xfrm>
              <a:off x="5151126" y="36979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5" name="pt11405"/>
            <p:cNvSpPr/>
            <p:nvPr/>
          </p:nvSpPr>
          <p:spPr>
            <a:xfrm>
              <a:off x="5158902" y="31813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6" name="pt11406"/>
            <p:cNvSpPr/>
            <p:nvPr/>
          </p:nvSpPr>
          <p:spPr>
            <a:xfrm>
              <a:off x="5254488" y="36026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7" name="pt11407"/>
            <p:cNvSpPr/>
            <p:nvPr/>
          </p:nvSpPr>
          <p:spPr>
            <a:xfrm>
              <a:off x="5153915" y="35644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8" name="pt11408"/>
            <p:cNvSpPr/>
            <p:nvPr/>
          </p:nvSpPr>
          <p:spPr>
            <a:xfrm>
              <a:off x="5168509" y="35808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09" name="pt11409"/>
            <p:cNvSpPr/>
            <p:nvPr/>
          </p:nvSpPr>
          <p:spPr>
            <a:xfrm>
              <a:off x="5145199" y="3553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0" name="pt11410"/>
            <p:cNvSpPr/>
            <p:nvPr/>
          </p:nvSpPr>
          <p:spPr>
            <a:xfrm>
              <a:off x="5167426" y="3459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1" name="pt11411"/>
            <p:cNvSpPr/>
            <p:nvPr/>
          </p:nvSpPr>
          <p:spPr>
            <a:xfrm>
              <a:off x="5103775" y="29682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2" name="pt11412"/>
            <p:cNvSpPr/>
            <p:nvPr/>
          </p:nvSpPr>
          <p:spPr>
            <a:xfrm>
              <a:off x="5131595" y="40772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3" name="pt11413"/>
            <p:cNvSpPr/>
            <p:nvPr/>
          </p:nvSpPr>
          <p:spPr>
            <a:xfrm>
              <a:off x="5155257" y="36064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4" name="pt11414"/>
            <p:cNvSpPr/>
            <p:nvPr/>
          </p:nvSpPr>
          <p:spPr>
            <a:xfrm>
              <a:off x="5188349" y="37001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5" name="pt11415"/>
            <p:cNvSpPr/>
            <p:nvPr/>
          </p:nvSpPr>
          <p:spPr>
            <a:xfrm>
              <a:off x="5128563" y="3557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6" name="pt11416"/>
            <p:cNvSpPr/>
            <p:nvPr/>
          </p:nvSpPr>
          <p:spPr>
            <a:xfrm>
              <a:off x="5159882" y="35366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7" name="pt11417"/>
            <p:cNvSpPr/>
            <p:nvPr/>
          </p:nvSpPr>
          <p:spPr>
            <a:xfrm>
              <a:off x="5158141" y="3569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8" name="pt11418"/>
            <p:cNvSpPr/>
            <p:nvPr/>
          </p:nvSpPr>
          <p:spPr>
            <a:xfrm>
              <a:off x="5168330" y="3549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19" name="pt11419"/>
            <p:cNvSpPr/>
            <p:nvPr/>
          </p:nvSpPr>
          <p:spPr>
            <a:xfrm>
              <a:off x="5174377" y="3584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0" name="pt11420"/>
            <p:cNvSpPr/>
            <p:nvPr/>
          </p:nvSpPr>
          <p:spPr>
            <a:xfrm>
              <a:off x="5166959" y="3554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1" name="pt11421"/>
            <p:cNvSpPr/>
            <p:nvPr/>
          </p:nvSpPr>
          <p:spPr>
            <a:xfrm>
              <a:off x="5189064" y="35607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2" name="pt11422"/>
            <p:cNvSpPr/>
            <p:nvPr/>
          </p:nvSpPr>
          <p:spPr>
            <a:xfrm>
              <a:off x="5141139" y="3537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3" name="pt11423"/>
            <p:cNvSpPr/>
            <p:nvPr/>
          </p:nvSpPr>
          <p:spPr>
            <a:xfrm>
              <a:off x="5161129" y="35584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4" name="pt11424"/>
            <p:cNvSpPr/>
            <p:nvPr/>
          </p:nvSpPr>
          <p:spPr>
            <a:xfrm>
              <a:off x="5189800" y="35608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5" name="pt11425"/>
            <p:cNvSpPr/>
            <p:nvPr/>
          </p:nvSpPr>
          <p:spPr>
            <a:xfrm>
              <a:off x="5157140" y="35507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6" name="pt11426"/>
            <p:cNvSpPr/>
            <p:nvPr/>
          </p:nvSpPr>
          <p:spPr>
            <a:xfrm>
              <a:off x="5242040" y="35608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7" name="pt11427"/>
            <p:cNvSpPr/>
            <p:nvPr/>
          </p:nvSpPr>
          <p:spPr>
            <a:xfrm>
              <a:off x="5191822" y="35574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8" name="pt11428"/>
            <p:cNvSpPr/>
            <p:nvPr/>
          </p:nvSpPr>
          <p:spPr>
            <a:xfrm>
              <a:off x="5187885" y="35474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29" name="pt11429"/>
            <p:cNvSpPr/>
            <p:nvPr/>
          </p:nvSpPr>
          <p:spPr>
            <a:xfrm>
              <a:off x="5150556" y="3552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0" name="pt11430"/>
            <p:cNvSpPr/>
            <p:nvPr/>
          </p:nvSpPr>
          <p:spPr>
            <a:xfrm>
              <a:off x="5163374" y="3583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1" name="pt11431"/>
            <p:cNvSpPr/>
            <p:nvPr/>
          </p:nvSpPr>
          <p:spPr>
            <a:xfrm>
              <a:off x="5122498" y="35546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2" name="pt11432"/>
            <p:cNvSpPr/>
            <p:nvPr/>
          </p:nvSpPr>
          <p:spPr>
            <a:xfrm>
              <a:off x="5118480" y="35497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3" name="pt11433"/>
            <p:cNvSpPr/>
            <p:nvPr/>
          </p:nvSpPr>
          <p:spPr>
            <a:xfrm>
              <a:off x="5155602" y="3577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4" name="pt11434"/>
            <p:cNvSpPr/>
            <p:nvPr/>
          </p:nvSpPr>
          <p:spPr>
            <a:xfrm>
              <a:off x="5124126" y="3562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5" name="pt11435"/>
            <p:cNvSpPr/>
            <p:nvPr/>
          </p:nvSpPr>
          <p:spPr>
            <a:xfrm>
              <a:off x="5139503" y="35604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6" name="pt11436"/>
            <p:cNvSpPr/>
            <p:nvPr/>
          </p:nvSpPr>
          <p:spPr>
            <a:xfrm>
              <a:off x="5208044" y="35280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7" name="pt11437"/>
            <p:cNvSpPr/>
            <p:nvPr/>
          </p:nvSpPr>
          <p:spPr>
            <a:xfrm>
              <a:off x="5164942" y="35485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8" name="pt11438"/>
            <p:cNvSpPr/>
            <p:nvPr/>
          </p:nvSpPr>
          <p:spPr>
            <a:xfrm>
              <a:off x="5172355" y="35474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39" name="pt11439"/>
            <p:cNvSpPr/>
            <p:nvPr/>
          </p:nvSpPr>
          <p:spPr>
            <a:xfrm>
              <a:off x="5153877" y="3551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0" name="pt11440"/>
            <p:cNvSpPr/>
            <p:nvPr/>
          </p:nvSpPr>
          <p:spPr>
            <a:xfrm>
              <a:off x="5152517" y="35690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1" name="pt11441"/>
            <p:cNvSpPr/>
            <p:nvPr/>
          </p:nvSpPr>
          <p:spPr>
            <a:xfrm>
              <a:off x="5180954" y="3594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2" name="pt11442"/>
            <p:cNvSpPr/>
            <p:nvPr/>
          </p:nvSpPr>
          <p:spPr>
            <a:xfrm>
              <a:off x="5115052" y="35527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3" name="pt11443"/>
            <p:cNvSpPr/>
            <p:nvPr/>
          </p:nvSpPr>
          <p:spPr>
            <a:xfrm>
              <a:off x="5152188" y="35464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4" name="pt11444"/>
            <p:cNvSpPr/>
            <p:nvPr/>
          </p:nvSpPr>
          <p:spPr>
            <a:xfrm>
              <a:off x="5155597" y="3593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5" name="pt11445"/>
            <p:cNvSpPr/>
            <p:nvPr/>
          </p:nvSpPr>
          <p:spPr>
            <a:xfrm>
              <a:off x="5165196" y="3565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6" name="pt11446"/>
            <p:cNvSpPr/>
            <p:nvPr/>
          </p:nvSpPr>
          <p:spPr>
            <a:xfrm>
              <a:off x="5176134" y="3573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7" name="pt11447"/>
            <p:cNvSpPr/>
            <p:nvPr/>
          </p:nvSpPr>
          <p:spPr>
            <a:xfrm>
              <a:off x="5197241" y="35573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8" name="pt11448"/>
            <p:cNvSpPr/>
            <p:nvPr/>
          </p:nvSpPr>
          <p:spPr>
            <a:xfrm>
              <a:off x="5214444" y="35263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49" name="pt11449"/>
            <p:cNvSpPr/>
            <p:nvPr/>
          </p:nvSpPr>
          <p:spPr>
            <a:xfrm>
              <a:off x="5152332" y="3535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0" name="pt11450"/>
            <p:cNvSpPr/>
            <p:nvPr/>
          </p:nvSpPr>
          <p:spPr>
            <a:xfrm>
              <a:off x="5145171" y="36345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1" name="pt11451"/>
            <p:cNvSpPr/>
            <p:nvPr/>
          </p:nvSpPr>
          <p:spPr>
            <a:xfrm>
              <a:off x="5149685" y="3551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2" name="pt11452"/>
            <p:cNvSpPr/>
            <p:nvPr/>
          </p:nvSpPr>
          <p:spPr>
            <a:xfrm>
              <a:off x="5153903" y="28585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3" name="pt11453"/>
            <p:cNvSpPr/>
            <p:nvPr/>
          </p:nvSpPr>
          <p:spPr>
            <a:xfrm>
              <a:off x="5186209" y="3546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4" name="pt11454"/>
            <p:cNvSpPr/>
            <p:nvPr/>
          </p:nvSpPr>
          <p:spPr>
            <a:xfrm>
              <a:off x="5166486" y="35350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5" name="pt11455"/>
            <p:cNvSpPr/>
            <p:nvPr/>
          </p:nvSpPr>
          <p:spPr>
            <a:xfrm>
              <a:off x="5148800" y="35835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6" name="pt11456"/>
            <p:cNvSpPr/>
            <p:nvPr/>
          </p:nvSpPr>
          <p:spPr>
            <a:xfrm>
              <a:off x="5144707" y="35234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7" name="pt11457"/>
            <p:cNvSpPr/>
            <p:nvPr/>
          </p:nvSpPr>
          <p:spPr>
            <a:xfrm>
              <a:off x="5182017" y="3531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8" name="pt11458"/>
            <p:cNvSpPr/>
            <p:nvPr/>
          </p:nvSpPr>
          <p:spPr>
            <a:xfrm>
              <a:off x="5188332" y="3524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59" name="pt11459"/>
            <p:cNvSpPr/>
            <p:nvPr/>
          </p:nvSpPr>
          <p:spPr>
            <a:xfrm>
              <a:off x="5182621" y="35665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0" name="pt11460"/>
            <p:cNvSpPr/>
            <p:nvPr/>
          </p:nvSpPr>
          <p:spPr>
            <a:xfrm>
              <a:off x="5140821" y="35628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1" name="pt11461"/>
            <p:cNvSpPr/>
            <p:nvPr/>
          </p:nvSpPr>
          <p:spPr>
            <a:xfrm>
              <a:off x="5210787" y="36435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2" name="pt11462"/>
            <p:cNvSpPr/>
            <p:nvPr/>
          </p:nvSpPr>
          <p:spPr>
            <a:xfrm>
              <a:off x="5182093" y="3619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3" name="pt11463"/>
            <p:cNvSpPr/>
            <p:nvPr/>
          </p:nvSpPr>
          <p:spPr>
            <a:xfrm>
              <a:off x="5150442" y="3647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4" name="pt11464"/>
            <p:cNvSpPr/>
            <p:nvPr/>
          </p:nvSpPr>
          <p:spPr>
            <a:xfrm>
              <a:off x="5174417" y="3565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5" name="pt11465"/>
            <p:cNvSpPr/>
            <p:nvPr/>
          </p:nvSpPr>
          <p:spPr>
            <a:xfrm>
              <a:off x="5230624" y="35396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6" name="pt11466"/>
            <p:cNvSpPr/>
            <p:nvPr/>
          </p:nvSpPr>
          <p:spPr>
            <a:xfrm>
              <a:off x="5601997" y="3541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7" name="pt11467"/>
            <p:cNvSpPr/>
            <p:nvPr/>
          </p:nvSpPr>
          <p:spPr>
            <a:xfrm>
              <a:off x="5163831" y="3560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8" name="pt11468"/>
            <p:cNvSpPr/>
            <p:nvPr/>
          </p:nvSpPr>
          <p:spPr>
            <a:xfrm>
              <a:off x="5156780" y="3566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69" name="pt11469"/>
            <p:cNvSpPr/>
            <p:nvPr/>
          </p:nvSpPr>
          <p:spPr>
            <a:xfrm>
              <a:off x="5170591" y="35999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0" name="pt11470"/>
            <p:cNvSpPr/>
            <p:nvPr/>
          </p:nvSpPr>
          <p:spPr>
            <a:xfrm>
              <a:off x="5119832" y="3555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1" name="pt11471"/>
            <p:cNvSpPr/>
            <p:nvPr/>
          </p:nvSpPr>
          <p:spPr>
            <a:xfrm>
              <a:off x="5183059" y="35474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2" name="pt11472"/>
            <p:cNvSpPr/>
            <p:nvPr/>
          </p:nvSpPr>
          <p:spPr>
            <a:xfrm>
              <a:off x="5126341" y="3680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3" name="pt11473"/>
            <p:cNvSpPr/>
            <p:nvPr/>
          </p:nvSpPr>
          <p:spPr>
            <a:xfrm>
              <a:off x="5193973" y="35622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4" name="pt11474"/>
            <p:cNvSpPr/>
            <p:nvPr/>
          </p:nvSpPr>
          <p:spPr>
            <a:xfrm>
              <a:off x="5201416" y="3559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5" name="pt11475"/>
            <p:cNvSpPr/>
            <p:nvPr/>
          </p:nvSpPr>
          <p:spPr>
            <a:xfrm>
              <a:off x="5298184" y="3545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6" name="pt11476"/>
            <p:cNvSpPr/>
            <p:nvPr/>
          </p:nvSpPr>
          <p:spPr>
            <a:xfrm>
              <a:off x="5177952" y="35648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7" name="pt11477"/>
            <p:cNvSpPr/>
            <p:nvPr/>
          </p:nvSpPr>
          <p:spPr>
            <a:xfrm>
              <a:off x="5377636" y="3547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8" name="pt11478"/>
            <p:cNvSpPr/>
            <p:nvPr/>
          </p:nvSpPr>
          <p:spPr>
            <a:xfrm>
              <a:off x="5155456" y="35709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79" name="pt11479"/>
            <p:cNvSpPr/>
            <p:nvPr/>
          </p:nvSpPr>
          <p:spPr>
            <a:xfrm>
              <a:off x="5243396" y="35587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0" name="pt11480"/>
            <p:cNvSpPr/>
            <p:nvPr/>
          </p:nvSpPr>
          <p:spPr>
            <a:xfrm>
              <a:off x="4890238" y="35545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1" name="pt11481"/>
            <p:cNvSpPr/>
            <p:nvPr/>
          </p:nvSpPr>
          <p:spPr>
            <a:xfrm>
              <a:off x="5152504" y="35508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2" name="pt11482"/>
            <p:cNvSpPr/>
            <p:nvPr/>
          </p:nvSpPr>
          <p:spPr>
            <a:xfrm>
              <a:off x="5193371" y="3536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3" name="pt11483"/>
            <p:cNvSpPr/>
            <p:nvPr/>
          </p:nvSpPr>
          <p:spPr>
            <a:xfrm>
              <a:off x="5172376" y="35511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4" name="pt11484"/>
            <p:cNvSpPr/>
            <p:nvPr/>
          </p:nvSpPr>
          <p:spPr>
            <a:xfrm>
              <a:off x="5205452" y="35624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5" name="pt11485"/>
            <p:cNvSpPr/>
            <p:nvPr/>
          </p:nvSpPr>
          <p:spPr>
            <a:xfrm>
              <a:off x="5142046" y="3556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6" name="pt11486"/>
            <p:cNvSpPr/>
            <p:nvPr/>
          </p:nvSpPr>
          <p:spPr>
            <a:xfrm>
              <a:off x="5162286" y="3554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7" name="pt11487"/>
            <p:cNvSpPr/>
            <p:nvPr/>
          </p:nvSpPr>
          <p:spPr>
            <a:xfrm>
              <a:off x="5159150" y="3537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8" name="pt11488"/>
            <p:cNvSpPr/>
            <p:nvPr/>
          </p:nvSpPr>
          <p:spPr>
            <a:xfrm>
              <a:off x="5180205" y="35490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89" name="pt11489"/>
            <p:cNvSpPr/>
            <p:nvPr/>
          </p:nvSpPr>
          <p:spPr>
            <a:xfrm>
              <a:off x="5150611" y="35513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0" name="pt11490"/>
            <p:cNvSpPr/>
            <p:nvPr/>
          </p:nvSpPr>
          <p:spPr>
            <a:xfrm>
              <a:off x="5158242" y="34074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1" name="pt11491"/>
            <p:cNvSpPr/>
            <p:nvPr/>
          </p:nvSpPr>
          <p:spPr>
            <a:xfrm>
              <a:off x="5134462" y="3576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2" name="pt11492"/>
            <p:cNvSpPr/>
            <p:nvPr/>
          </p:nvSpPr>
          <p:spPr>
            <a:xfrm>
              <a:off x="5147354" y="3647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3" name="pt11493"/>
            <p:cNvSpPr/>
            <p:nvPr/>
          </p:nvSpPr>
          <p:spPr>
            <a:xfrm>
              <a:off x="5138782" y="35578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4" name="pt11494"/>
            <p:cNvSpPr/>
            <p:nvPr/>
          </p:nvSpPr>
          <p:spPr>
            <a:xfrm>
              <a:off x="5091046" y="36012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5" name="pt11495"/>
            <p:cNvSpPr/>
            <p:nvPr/>
          </p:nvSpPr>
          <p:spPr>
            <a:xfrm>
              <a:off x="5150948" y="3653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6" name="pt11496"/>
            <p:cNvSpPr/>
            <p:nvPr/>
          </p:nvSpPr>
          <p:spPr>
            <a:xfrm>
              <a:off x="5119792" y="3576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7" name="pt11497"/>
            <p:cNvSpPr/>
            <p:nvPr/>
          </p:nvSpPr>
          <p:spPr>
            <a:xfrm>
              <a:off x="5185400" y="3641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8" name="pt11498"/>
            <p:cNvSpPr/>
            <p:nvPr/>
          </p:nvSpPr>
          <p:spPr>
            <a:xfrm>
              <a:off x="5179716" y="3528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499" name="pt11499"/>
            <p:cNvSpPr/>
            <p:nvPr/>
          </p:nvSpPr>
          <p:spPr>
            <a:xfrm>
              <a:off x="5139259" y="35556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0" name="pt11500"/>
            <p:cNvSpPr/>
            <p:nvPr/>
          </p:nvSpPr>
          <p:spPr>
            <a:xfrm>
              <a:off x="5125612" y="35799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1" name="pt11501"/>
            <p:cNvSpPr/>
            <p:nvPr/>
          </p:nvSpPr>
          <p:spPr>
            <a:xfrm>
              <a:off x="5178991" y="35617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2" name="pt11502"/>
            <p:cNvSpPr/>
            <p:nvPr/>
          </p:nvSpPr>
          <p:spPr>
            <a:xfrm>
              <a:off x="5191811" y="35628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3" name="pt11503"/>
            <p:cNvSpPr/>
            <p:nvPr/>
          </p:nvSpPr>
          <p:spPr>
            <a:xfrm>
              <a:off x="5112642" y="35222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4" name="pt11504"/>
            <p:cNvSpPr/>
            <p:nvPr/>
          </p:nvSpPr>
          <p:spPr>
            <a:xfrm>
              <a:off x="5173764" y="3573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5" name="pt11505"/>
            <p:cNvSpPr/>
            <p:nvPr/>
          </p:nvSpPr>
          <p:spPr>
            <a:xfrm>
              <a:off x="5135323" y="3354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6" name="pt11506"/>
            <p:cNvSpPr/>
            <p:nvPr/>
          </p:nvSpPr>
          <p:spPr>
            <a:xfrm>
              <a:off x="5128151" y="35829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7" name="pt11507"/>
            <p:cNvSpPr/>
            <p:nvPr/>
          </p:nvSpPr>
          <p:spPr>
            <a:xfrm>
              <a:off x="5201889" y="3575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8" name="pt11508"/>
            <p:cNvSpPr/>
            <p:nvPr/>
          </p:nvSpPr>
          <p:spPr>
            <a:xfrm>
              <a:off x="5178456" y="35684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09" name="pt11509"/>
            <p:cNvSpPr/>
            <p:nvPr/>
          </p:nvSpPr>
          <p:spPr>
            <a:xfrm>
              <a:off x="5166876" y="35612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0" name="pt11510"/>
            <p:cNvSpPr/>
            <p:nvPr/>
          </p:nvSpPr>
          <p:spPr>
            <a:xfrm>
              <a:off x="5183266" y="3542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1" name="pt11511"/>
            <p:cNvSpPr/>
            <p:nvPr/>
          </p:nvSpPr>
          <p:spPr>
            <a:xfrm>
              <a:off x="5165959" y="3574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2" name="pt11512"/>
            <p:cNvSpPr/>
            <p:nvPr/>
          </p:nvSpPr>
          <p:spPr>
            <a:xfrm>
              <a:off x="5171685" y="35814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3" name="pt11513"/>
            <p:cNvSpPr/>
            <p:nvPr/>
          </p:nvSpPr>
          <p:spPr>
            <a:xfrm>
              <a:off x="5153025" y="3587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4" name="pt11514"/>
            <p:cNvSpPr/>
            <p:nvPr/>
          </p:nvSpPr>
          <p:spPr>
            <a:xfrm>
              <a:off x="5160298" y="35672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5" name="pt11515"/>
            <p:cNvSpPr/>
            <p:nvPr/>
          </p:nvSpPr>
          <p:spPr>
            <a:xfrm>
              <a:off x="5171079" y="35460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6" name="pt11516"/>
            <p:cNvSpPr/>
            <p:nvPr/>
          </p:nvSpPr>
          <p:spPr>
            <a:xfrm>
              <a:off x="5195381" y="3576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7" name="pt11517"/>
            <p:cNvSpPr/>
            <p:nvPr/>
          </p:nvSpPr>
          <p:spPr>
            <a:xfrm>
              <a:off x="5123549" y="3590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8" name="pt11518"/>
            <p:cNvSpPr/>
            <p:nvPr/>
          </p:nvSpPr>
          <p:spPr>
            <a:xfrm>
              <a:off x="5174574" y="34753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19" name="pt11519"/>
            <p:cNvSpPr/>
            <p:nvPr/>
          </p:nvSpPr>
          <p:spPr>
            <a:xfrm>
              <a:off x="5161141" y="3577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0" name="pt11520"/>
            <p:cNvSpPr/>
            <p:nvPr/>
          </p:nvSpPr>
          <p:spPr>
            <a:xfrm>
              <a:off x="5161758" y="35823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1" name="pt11521"/>
            <p:cNvSpPr/>
            <p:nvPr/>
          </p:nvSpPr>
          <p:spPr>
            <a:xfrm>
              <a:off x="5136333" y="36064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2" name="pt11522"/>
            <p:cNvSpPr/>
            <p:nvPr/>
          </p:nvSpPr>
          <p:spPr>
            <a:xfrm>
              <a:off x="5158353" y="35926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3" name="pt11523"/>
            <p:cNvSpPr/>
            <p:nvPr/>
          </p:nvSpPr>
          <p:spPr>
            <a:xfrm>
              <a:off x="5151722" y="35801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4" name="pt11524"/>
            <p:cNvSpPr/>
            <p:nvPr/>
          </p:nvSpPr>
          <p:spPr>
            <a:xfrm>
              <a:off x="5147990" y="3557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5" name="pt11525"/>
            <p:cNvSpPr/>
            <p:nvPr/>
          </p:nvSpPr>
          <p:spPr>
            <a:xfrm>
              <a:off x="5226975" y="35653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6" name="pt11526"/>
            <p:cNvSpPr/>
            <p:nvPr/>
          </p:nvSpPr>
          <p:spPr>
            <a:xfrm>
              <a:off x="5164940" y="3550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7" name="pt11527"/>
            <p:cNvSpPr/>
            <p:nvPr/>
          </p:nvSpPr>
          <p:spPr>
            <a:xfrm>
              <a:off x="5143381" y="3652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8" name="pt11528"/>
            <p:cNvSpPr/>
            <p:nvPr/>
          </p:nvSpPr>
          <p:spPr>
            <a:xfrm>
              <a:off x="5086601" y="35508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29" name="pt11529"/>
            <p:cNvSpPr/>
            <p:nvPr/>
          </p:nvSpPr>
          <p:spPr>
            <a:xfrm>
              <a:off x="5686058" y="3561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0" name="pt11530"/>
            <p:cNvSpPr/>
            <p:nvPr/>
          </p:nvSpPr>
          <p:spPr>
            <a:xfrm>
              <a:off x="5157287" y="3576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1" name="pt11531"/>
            <p:cNvSpPr/>
            <p:nvPr/>
          </p:nvSpPr>
          <p:spPr>
            <a:xfrm>
              <a:off x="5621655" y="3546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2" name="pt11532"/>
            <p:cNvSpPr/>
            <p:nvPr/>
          </p:nvSpPr>
          <p:spPr>
            <a:xfrm>
              <a:off x="5436344" y="35757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3" name="pt11533"/>
            <p:cNvSpPr/>
            <p:nvPr/>
          </p:nvSpPr>
          <p:spPr>
            <a:xfrm>
              <a:off x="5163443" y="3566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4" name="pt11534"/>
            <p:cNvSpPr/>
            <p:nvPr/>
          </p:nvSpPr>
          <p:spPr>
            <a:xfrm>
              <a:off x="5149598" y="3563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5" name="pt11535"/>
            <p:cNvSpPr/>
            <p:nvPr/>
          </p:nvSpPr>
          <p:spPr>
            <a:xfrm>
              <a:off x="5157854" y="28856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6" name="pt11536"/>
            <p:cNvSpPr/>
            <p:nvPr/>
          </p:nvSpPr>
          <p:spPr>
            <a:xfrm>
              <a:off x="5143399" y="29096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7" name="pt11537"/>
            <p:cNvSpPr/>
            <p:nvPr/>
          </p:nvSpPr>
          <p:spPr>
            <a:xfrm>
              <a:off x="5139961" y="35575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8" name="pt11538"/>
            <p:cNvSpPr/>
            <p:nvPr/>
          </p:nvSpPr>
          <p:spPr>
            <a:xfrm>
              <a:off x="5203316" y="35551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39" name="pt11539"/>
            <p:cNvSpPr/>
            <p:nvPr/>
          </p:nvSpPr>
          <p:spPr>
            <a:xfrm>
              <a:off x="5260847" y="3580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0" name="pt11540"/>
            <p:cNvSpPr/>
            <p:nvPr/>
          </p:nvSpPr>
          <p:spPr>
            <a:xfrm>
              <a:off x="5192296" y="34659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1" name="pt11541"/>
            <p:cNvSpPr/>
            <p:nvPr/>
          </p:nvSpPr>
          <p:spPr>
            <a:xfrm>
              <a:off x="5160597" y="35636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2" name="pt11542"/>
            <p:cNvSpPr/>
            <p:nvPr/>
          </p:nvSpPr>
          <p:spPr>
            <a:xfrm>
              <a:off x="5132496" y="3489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3" name="pt11543"/>
            <p:cNvSpPr/>
            <p:nvPr/>
          </p:nvSpPr>
          <p:spPr>
            <a:xfrm>
              <a:off x="5156023" y="28198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4" name="pt11544"/>
            <p:cNvSpPr/>
            <p:nvPr/>
          </p:nvSpPr>
          <p:spPr>
            <a:xfrm>
              <a:off x="5143647" y="3554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5" name="pt11545"/>
            <p:cNvSpPr/>
            <p:nvPr/>
          </p:nvSpPr>
          <p:spPr>
            <a:xfrm>
              <a:off x="5134274" y="3566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6" name="pt11546"/>
            <p:cNvSpPr/>
            <p:nvPr/>
          </p:nvSpPr>
          <p:spPr>
            <a:xfrm>
              <a:off x="5158071" y="3581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7" name="pt11547"/>
            <p:cNvSpPr/>
            <p:nvPr/>
          </p:nvSpPr>
          <p:spPr>
            <a:xfrm>
              <a:off x="5165008" y="3562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8" name="pt11548"/>
            <p:cNvSpPr/>
            <p:nvPr/>
          </p:nvSpPr>
          <p:spPr>
            <a:xfrm>
              <a:off x="5160798" y="35458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49" name="pt11549"/>
            <p:cNvSpPr/>
            <p:nvPr/>
          </p:nvSpPr>
          <p:spPr>
            <a:xfrm>
              <a:off x="5207281" y="3537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0" name="pt11550"/>
            <p:cNvSpPr/>
            <p:nvPr/>
          </p:nvSpPr>
          <p:spPr>
            <a:xfrm>
              <a:off x="5139037" y="35466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1" name="pt11551"/>
            <p:cNvSpPr/>
            <p:nvPr/>
          </p:nvSpPr>
          <p:spPr>
            <a:xfrm>
              <a:off x="5187239" y="3585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2" name="pt11552"/>
            <p:cNvSpPr/>
            <p:nvPr/>
          </p:nvSpPr>
          <p:spPr>
            <a:xfrm>
              <a:off x="5184689" y="3597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3" name="pt11553"/>
            <p:cNvSpPr/>
            <p:nvPr/>
          </p:nvSpPr>
          <p:spPr>
            <a:xfrm>
              <a:off x="5162418" y="35662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4" name="pt11554"/>
            <p:cNvSpPr/>
            <p:nvPr/>
          </p:nvSpPr>
          <p:spPr>
            <a:xfrm>
              <a:off x="5072134" y="34444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5" name="pt11555"/>
            <p:cNvSpPr/>
            <p:nvPr/>
          </p:nvSpPr>
          <p:spPr>
            <a:xfrm>
              <a:off x="5160040" y="3545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6" name="pt11556"/>
            <p:cNvSpPr/>
            <p:nvPr/>
          </p:nvSpPr>
          <p:spPr>
            <a:xfrm>
              <a:off x="5157246" y="35662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7" name="pt11557"/>
            <p:cNvSpPr/>
            <p:nvPr/>
          </p:nvSpPr>
          <p:spPr>
            <a:xfrm>
              <a:off x="5139937" y="35507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8" name="pt11558"/>
            <p:cNvSpPr/>
            <p:nvPr/>
          </p:nvSpPr>
          <p:spPr>
            <a:xfrm>
              <a:off x="5155493" y="3558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59" name="pt11559"/>
            <p:cNvSpPr/>
            <p:nvPr/>
          </p:nvSpPr>
          <p:spPr>
            <a:xfrm>
              <a:off x="5269703" y="3541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0" name="pt11560"/>
            <p:cNvSpPr/>
            <p:nvPr/>
          </p:nvSpPr>
          <p:spPr>
            <a:xfrm>
              <a:off x="5208160" y="3544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1" name="pt11561"/>
            <p:cNvSpPr/>
            <p:nvPr/>
          </p:nvSpPr>
          <p:spPr>
            <a:xfrm>
              <a:off x="5173959" y="35452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2" name="pt11562"/>
            <p:cNvSpPr/>
            <p:nvPr/>
          </p:nvSpPr>
          <p:spPr>
            <a:xfrm>
              <a:off x="5123153" y="38867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3" name="pt11563"/>
            <p:cNvSpPr/>
            <p:nvPr/>
          </p:nvSpPr>
          <p:spPr>
            <a:xfrm>
              <a:off x="5077825" y="3561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4" name="pt11564"/>
            <p:cNvSpPr/>
            <p:nvPr/>
          </p:nvSpPr>
          <p:spPr>
            <a:xfrm>
              <a:off x="5198552" y="3551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5" name="pt11565"/>
            <p:cNvSpPr/>
            <p:nvPr/>
          </p:nvSpPr>
          <p:spPr>
            <a:xfrm>
              <a:off x="5172066" y="3515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6" name="pt11566"/>
            <p:cNvSpPr/>
            <p:nvPr/>
          </p:nvSpPr>
          <p:spPr>
            <a:xfrm>
              <a:off x="5155345" y="3520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7" name="pt11567"/>
            <p:cNvSpPr/>
            <p:nvPr/>
          </p:nvSpPr>
          <p:spPr>
            <a:xfrm>
              <a:off x="5183375" y="31446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8" name="pt11568"/>
            <p:cNvSpPr/>
            <p:nvPr/>
          </p:nvSpPr>
          <p:spPr>
            <a:xfrm>
              <a:off x="5190234" y="34991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69" name="pt11569"/>
            <p:cNvSpPr/>
            <p:nvPr/>
          </p:nvSpPr>
          <p:spPr>
            <a:xfrm>
              <a:off x="5088763" y="36652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0" name="pt11570"/>
            <p:cNvSpPr/>
            <p:nvPr/>
          </p:nvSpPr>
          <p:spPr>
            <a:xfrm>
              <a:off x="5127688" y="3457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1" name="pt11571"/>
            <p:cNvSpPr/>
            <p:nvPr/>
          </p:nvSpPr>
          <p:spPr>
            <a:xfrm>
              <a:off x="5119290" y="35496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2" name="pt11572"/>
            <p:cNvSpPr/>
            <p:nvPr/>
          </p:nvSpPr>
          <p:spPr>
            <a:xfrm>
              <a:off x="5207329" y="35193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3" name="pt11573"/>
            <p:cNvSpPr/>
            <p:nvPr/>
          </p:nvSpPr>
          <p:spPr>
            <a:xfrm>
              <a:off x="5156033" y="3570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4" name="pt11574"/>
            <p:cNvSpPr/>
            <p:nvPr/>
          </p:nvSpPr>
          <p:spPr>
            <a:xfrm>
              <a:off x="5181478" y="35503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5" name="pt11575"/>
            <p:cNvSpPr/>
            <p:nvPr/>
          </p:nvSpPr>
          <p:spPr>
            <a:xfrm>
              <a:off x="5165999" y="35468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6" name="pt11576"/>
            <p:cNvSpPr/>
            <p:nvPr/>
          </p:nvSpPr>
          <p:spPr>
            <a:xfrm>
              <a:off x="5142038" y="3534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7" name="pt11577"/>
            <p:cNvSpPr/>
            <p:nvPr/>
          </p:nvSpPr>
          <p:spPr>
            <a:xfrm>
              <a:off x="5073485" y="3584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8" name="pt11578"/>
            <p:cNvSpPr/>
            <p:nvPr/>
          </p:nvSpPr>
          <p:spPr>
            <a:xfrm>
              <a:off x="5168942" y="35753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79" name="pt11579"/>
            <p:cNvSpPr/>
            <p:nvPr/>
          </p:nvSpPr>
          <p:spPr>
            <a:xfrm>
              <a:off x="5172385" y="3548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0" name="pt11580"/>
            <p:cNvSpPr/>
            <p:nvPr/>
          </p:nvSpPr>
          <p:spPr>
            <a:xfrm>
              <a:off x="5136917" y="35388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1" name="pt11581"/>
            <p:cNvSpPr/>
            <p:nvPr/>
          </p:nvSpPr>
          <p:spPr>
            <a:xfrm>
              <a:off x="5091383" y="35598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2" name="pt11582"/>
            <p:cNvSpPr/>
            <p:nvPr/>
          </p:nvSpPr>
          <p:spPr>
            <a:xfrm>
              <a:off x="5186658" y="3539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3" name="pt11583"/>
            <p:cNvSpPr/>
            <p:nvPr/>
          </p:nvSpPr>
          <p:spPr>
            <a:xfrm>
              <a:off x="5126449" y="36892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4" name="pt11584"/>
            <p:cNvSpPr/>
            <p:nvPr/>
          </p:nvSpPr>
          <p:spPr>
            <a:xfrm>
              <a:off x="5131847" y="35674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5" name="pt11585"/>
            <p:cNvSpPr/>
            <p:nvPr/>
          </p:nvSpPr>
          <p:spPr>
            <a:xfrm>
              <a:off x="5168007" y="3431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6" name="pt11586"/>
            <p:cNvSpPr/>
            <p:nvPr/>
          </p:nvSpPr>
          <p:spPr>
            <a:xfrm>
              <a:off x="5119507" y="3556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7" name="pt11587"/>
            <p:cNvSpPr/>
            <p:nvPr/>
          </p:nvSpPr>
          <p:spPr>
            <a:xfrm>
              <a:off x="5187617" y="35722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8" name="pt11588"/>
            <p:cNvSpPr/>
            <p:nvPr/>
          </p:nvSpPr>
          <p:spPr>
            <a:xfrm>
              <a:off x="5071362" y="35459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89" name="pt11589"/>
            <p:cNvSpPr/>
            <p:nvPr/>
          </p:nvSpPr>
          <p:spPr>
            <a:xfrm>
              <a:off x="5144665" y="3555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0" name="pt11590"/>
            <p:cNvSpPr/>
            <p:nvPr/>
          </p:nvSpPr>
          <p:spPr>
            <a:xfrm>
              <a:off x="5154024" y="35104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1" name="pt11591"/>
            <p:cNvSpPr/>
            <p:nvPr/>
          </p:nvSpPr>
          <p:spPr>
            <a:xfrm>
              <a:off x="5131312" y="35542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2" name="pt11592"/>
            <p:cNvSpPr/>
            <p:nvPr/>
          </p:nvSpPr>
          <p:spPr>
            <a:xfrm>
              <a:off x="5139956" y="3569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3" name="pt11593"/>
            <p:cNvSpPr/>
            <p:nvPr/>
          </p:nvSpPr>
          <p:spPr>
            <a:xfrm>
              <a:off x="5113656" y="3543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4" name="pt11594"/>
            <p:cNvSpPr/>
            <p:nvPr/>
          </p:nvSpPr>
          <p:spPr>
            <a:xfrm>
              <a:off x="5166136" y="3544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5" name="pt11595"/>
            <p:cNvSpPr/>
            <p:nvPr/>
          </p:nvSpPr>
          <p:spPr>
            <a:xfrm>
              <a:off x="5205482" y="3534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6" name="pt11596"/>
            <p:cNvSpPr/>
            <p:nvPr/>
          </p:nvSpPr>
          <p:spPr>
            <a:xfrm>
              <a:off x="5255686" y="35119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7" name="pt11597"/>
            <p:cNvSpPr/>
            <p:nvPr/>
          </p:nvSpPr>
          <p:spPr>
            <a:xfrm>
              <a:off x="5157942" y="35584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8" name="pt11598"/>
            <p:cNvSpPr/>
            <p:nvPr/>
          </p:nvSpPr>
          <p:spPr>
            <a:xfrm>
              <a:off x="5133756" y="35706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599" name="pt11599"/>
            <p:cNvSpPr/>
            <p:nvPr/>
          </p:nvSpPr>
          <p:spPr>
            <a:xfrm>
              <a:off x="5151241" y="3547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0" name="pt11600"/>
            <p:cNvSpPr/>
            <p:nvPr/>
          </p:nvSpPr>
          <p:spPr>
            <a:xfrm>
              <a:off x="5149659" y="35463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1" name="pt11601"/>
            <p:cNvSpPr/>
            <p:nvPr/>
          </p:nvSpPr>
          <p:spPr>
            <a:xfrm>
              <a:off x="5153786" y="35498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2" name="pt11602"/>
            <p:cNvSpPr/>
            <p:nvPr/>
          </p:nvSpPr>
          <p:spPr>
            <a:xfrm>
              <a:off x="5129601" y="35521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3" name="pt11603"/>
            <p:cNvSpPr/>
            <p:nvPr/>
          </p:nvSpPr>
          <p:spPr>
            <a:xfrm>
              <a:off x="5153210" y="35360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4" name="pt11604"/>
            <p:cNvSpPr/>
            <p:nvPr/>
          </p:nvSpPr>
          <p:spPr>
            <a:xfrm>
              <a:off x="5163997" y="3557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5" name="pt11605"/>
            <p:cNvSpPr/>
            <p:nvPr/>
          </p:nvSpPr>
          <p:spPr>
            <a:xfrm>
              <a:off x="5134354" y="3583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6" name="pt11606"/>
            <p:cNvSpPr/>
            <p:nvPr/>
          </p:nvSpPr>
          <p:spPr>
            <a:xfrm>
              <a:off x="5195124" y="35645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7" name="pt11607"/>
            <p:cNvSpPr/>
            <p:nvPr/>
          </p:nvSpPr>
          <p:spPr>
            <a:xfrm>
              <a:off x="5198940" y="3484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8" name="pt11608"/>
            <p:cNvSpPr/>
            <p:nvPr/>
          </p:nvSpPr>
          <p:spPr>
            <a:xfrm>
              <a:off x="5667433" y="35505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09" name="pt11609"/>
            <p:cNvSpPr/>
            <p:nvPr/>
          </p:nvSpPr>
          <p:spPr>
            <a:xfrm>
              <a:off x="5169843" y="35356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0" name="pt11610"/>
            <p:cNvSpPr/>
            <p:nvPr/>
          </p:nvSpPr>
          <p:spPr>
            <a:xfrm>
              <a:off x="5145439" y="35676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1" name="pt11611"/>
            <p:cNvSpPr/>
            <p:nvPr/>
          </p:nvSpPr>
          <p:spPr>
            <a:xfrm>
              <a:off x="5133072" y="3535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2" name="pt11612"/>
            <p:cNvSpPr/>
            <p:nvPr/>
          </p:nvSpPr>
          <p:spPr>
            <a:xfrm>
              <a:off x="5145296" y="3515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3" name="pt11613"/>
            <p:cNvSpPr/>
            <p:nvPr/>
          </p:nvSpPr>
          <p:spPr>
            <a:xfrm>
              <a:off x="5159413" y="3833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4" name="pt11614"/>
            <p:cNvSpPr/>
            <p:nvPr/>
          </p:nvSpPr>
          <p:spPr>
            <a:xfrm>
              <a:off x="5188196" y="3268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5" name="pt11615"/>
            <p:cNvSpPr/>
            <p:nvPr/>
          </p:nvSpPr>
          <p:spPr>
            <a:xfrm>
              <a:off x="5167922" y="35729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6" name="pt11616"/>
            <p:cNvSpPr/>
            <p:nvPr/>
          </p:nvSpPr>
          <p:spPr>
            <a:xfrm>
              <a:off x="5178337" y="3571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7" name="pt11617"/>
            <p:cNvSpPr/>
            <p:nvPr/>
          </p:nvSpPr>
          <p:spPr>
            <a:xfrm>
              <a:off x="5181314" y="35743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8" name="pt11618"/>
            <p:cNvSpPr/>
            <p:nvPr/>
          </p:nvSpPr>
          <p:spPr>
            <a:xfrm>
              <a:off x="5192298" y="3581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19" name="pt11619"/>
            <p:cNvSpPr/>
            <p:nvPr/>
          </p:nvSpPr>
          <p:spPr>
            <a:xfrm>
              <a:off x="5183312" y="35792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0" name="pt11620"/>
            <p:cNvSpPr/>
            <p:nvPr/>
          </p:nvSpPr>
          <p:spPr>
            <a:xfrm>
              <a:off x="5147925" y="35919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1" name="pt11621"/>
            <p:cNvSpPr/>
            <p:nvPr/>
          </p:nvSpPr>
          <p:spPr>
            <a:xfrm>
              <a:off x="5090723" y="3565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2" name="pt11622"/>
            <p:cNvSpPr/>
            <p:nvPr/>
          </p:nvSpPr>
          <p:spPr>
            <a:xfrm>
              <a:off x="5154198" y="3721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3" name="pt11623"/>
            <p:cNvSpPr/>
            <p:nvPr/>
          </p:nvSpPr>
          <p:spPr>
            <a:xfrm>
              <a:off x="5113629" y="3566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4" name="pt11624"/>
            <p:cNvSpPr/>
            <p:nvPr/>
          </p:nvSpPr>
          <p:spPr>
            <a:xfrm>
              <a:off x="5152618" y="35212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5" name="pt11625"/>
            <p:cNvSpPr/>
            <p:nvPr/>
          </p:nvSpPr>
          <p:spPr>
            <a:xfrm>
              <a:off x="5156414" y="36040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6" name="pt11626"/>
            <p:cNvSpPr/>
            <p:nvPr/>
          </p:nvSpPr>
          <p:spPr>
            <a:xfrm>
              <a:off x="5116419" y="35771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7" name="pt11627"/>
            <p:cNvSpPr/>
            <p:nvPr/>
          </p:nvSpPr>
          <p:spPr>
            <a:xfrm>
              <a:off x="5192696" y="3547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8" name="pt11628"/>
            <p:cNvSpPr/>
            <p:nvPr/>
          </p:nvSpPr>
          <p:spPr>
            <a:xfrm>
              <a:off x="5186666" y="3516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29" name="pt11629"/>
            <p:cNvSpPr/>
            <p:nvPr/>
          </p:nvSpPr>
          <p:spPr>
            <a:xfrm>
              <a:off x="5178014" y="3579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0" name="pt11630"/>
            <p:cNvSpPr/>
            <p:nvPr/>
          </p:nvSpPr>
          <p:spPr>
            <a:xfrm>
              <a:off x="5175703" y="35530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1" name="pt11631"/>
            <p:cNvSpPr/>
            <p:nvPr/>
          </p:nvSpPr>
          <p:spPr>
            <a:xfrm>
              <a:off x="5169099" y="3531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2" name="pt11632"/>
            <p:cNvSpPr/>
            <p:nvPr/>
          </p:nvSpPr>
          <p:spPr>
            <a:xfrm>
              <a:off x="5183038" y="3477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3" name="pt11633"/>
            <p:cNvSpPr/>
            <p:nvPr/>
          </p:nvSpPr>
          <p:spPr>
            <a:xfrm>
              <a:off x="5190997" y="35212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4" name="pt11634"/>
            <p:cNvSpPr/>
            <p:nvPr/>
          </p:nvSpPr>
          <p:spPr>
            <a:xfrm>
              <a:off x="5228786" y="35496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5" name="pt11635"/>
            <p:cNvSpPr/>
            <p:nvPr/>
          </p:nvSpPr>
          <p:spPr>
            <a:xfrm>
              <a:off x="5464068" y="3553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6" name="pt11636"/>
            <p:cNvSpPr/>
            <p:nvPr/>
          </p:nvSpPr>
          <p:spPr>
            <a:xfrm>
              <a:off x="5176402" y="35329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7" name="pt11637"/>
            <p:cNvSpPr/>
            <p:nvPr/>
          </p:nvSpPr>
          <p:spPr>
            <a:xfrm>
              <a:off x="5175665" y="3527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8" name="pt11638"/>
            <p:cNvSpPr/>
            <p:nvPr/>
          </p:nvSpPr>
          <p:spPr>
            <a:xfrm>
              <a:off x="5125111" y="35109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39" name="pt11639"/>
            <p:cNvSpPr/>
            <p:nvPr/>
          </p:nvSpPr>
          <p:spPr>
            <a:xfrm>
              <a:off x="5130937" y="3542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0" name="pt11640"/>
            <p:cNvSpPr/>
            <p:nvPr/>
          </p:nvSpPr>
          <p:spPr>
            <a:xfrm>
              <a:off x="5170834" y="3584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1" name="pt11641"/>
            <p:cNvSpPr/>
            <p:nvPr/>
          </p:nvSpPr>
          <p:spPr>
            <a:xfrm>
              <a:off x="5153522" y="3526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2" name="pt11642"/>
            <p:cNvSpPr/>
            <p:nvPr/>
          </p:nvSpPr>
          <p:spPr>
            <a:xfrm>
              <a:off x="5172630" y="3528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3" name="pt11643"/>
            <p:cNvSpPr/>
            <p:nvPr/>
          </p:nvSpPr>
          <p:spPr>
            <a:xfrm>
              <a:off x="5183243" y="35554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4" name="pt11644"/>
            <p:cNvSpPr/>
            <p:nvPr/>
          </p:nvSpPr>
          <p:spPr>
            <a:xfrm>
              <a:off x="5150849" y="35238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5" name="pt11645"/>
            <p:cNvSpPr/>
            <p:nvPr/>
          </p:nvSpPr>
          <p:spPr>
            <a:xfrm>
              <a:off x="5187651" y="3588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6" name="pt11646"/>
            <p:cNvSpPr/>
            <p:nvPr/>
          </p:nvSpPr>
          <p:spPr>
            <a:xfrm>
              <a:off x="5172536" y="30940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7" name="pt11647"/>
            <p:cNvSpPr/>
            <p:nvPr/>
          </p:nvSpPr>
          <p:spPr>
            <a:xfrm>
              <a:off x="5229363" y="3555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8" name="pt11648"/>
            <p:cNvSpPr/>
            <p:nvPr/>
          </p:nvSpPr>
          <p:spPr>
            <a:xfrm>
              <a:off x="5195470" y="35566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49" name="pt11649"/>
            <p:cNvSpPr/>
            <p:nvPr/>
          </p:nvSpPr>
          <p:spPr>
            <a:xfrm>
              <a:off x="5119225" y="35434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0" name="pt11650"/>
            <p:cNvSpPr/>
            <p:nvPr/>
          </p:nvSpPr>
          <p:spPr>
            <a:xfrm>
              <a:off x="5141593" y="3548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1" name="pt11651"/>
            <p:cNvSpPr/>
            <p:nvPr/>
          </p:nvSpPr>
          <p:spPr>
            <a:xfrm>
              <a:off x="5145137" y="35595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2" name="pt11652"/>
            <p:cNvSpPr/>
            <p:nvPr/>
          </p:nvSpPr>
          <p:spPr>
            <a:xfrm>
              <a:off x="5103498" y="3574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3" name="pt11653"/>
            <p:cNvSpPr/>
            <p:nvPr/>
          </p:nvSpPr>
          <p:spPr>
            <a:xfrm>
              <a:off x="5204258" y="35633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4" name="pt11654"/>
            <p:cNvSpPr/>
            <p:nvPr/>
          </p:nvSpPr>
          <p:spPr>
            <a:xfrm>
              <a:off x="5152787" y="3559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5" name="pt11655"/>
            <p:cNvSpPr/>
            <p:nvPr/>
          </p:nvSpPr>
          <p:spPr>
            <a:xfrm>
              <a:off x="5176232" y="35750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6" name="pt11656"/>
            <p:cNvSpPr/>
            <p:nvPr/>
          </p:nvSpPr>
          <p:spPr>
            <a:xfrm>
              <a:off x="5165948" y="36556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7" name="pt11657"/>
            <p:cNvSpPr/>
            <p:nvPr/>
          </p:nvSpPr>
          <p:spPr>
            <a:xfrm>
              <a:off x="5248978" y="3563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8" name="pt11658"/>
            <p:cNvSpPr/>
            <p:nvPr/>
          </p:nvSpPr>
          <p:spPr>
            <a:xfrm>
              <a:off x="5150456" y="36063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59" name="pt11659"/>
            <p:cNvSpPr/>
            <p:nvPr/>
          </p:nvSpPr>
          <p:spPr>
            <a:xfrm>
              <a:off x="5143057" y="3559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0" name="pt11660"/>
            <p:cNvSpPr/>
            <p:nvPr/>
          </p:nvSpPr>
          <p:spPr>
            <a:xfrm>
              <a:off x="5148661" y="3873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1" name="pt11661"/>
            <p:cNvSpPr/>
            <p:nvPr/>
          </p:nvSpPr>
          <p:spPr>
            <a:xfrm>
              <a:off x="5140270" y="3569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2" name="pt11662"/>
            <p:cNvSpPr/>
            <p:nvPr/>
          </p:nvSpPr>
          <p:spPr>
            <a:xfrm>
              <a:off x="5105848" y="35505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3" name="pt11663"/>
            <p:cNvSpPr/>
            <p:nvPr/>
          </p:nvSpPr>
          <p:spPr>
            <a:xfrm>
              <a:off x="5188384" y="35456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4" name="pt11664"/>
            <p:cNvSpPr/>
            <p:nvPr/>
          </p:nvSpPr>
          <p:spPr>
            <a:xfrm>
              <a:off x="5149528" y="3571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5" name="pt11665"/>
            <p:cNvSpPr/>
            <p:nvPr/>
          </p:nvSpPr>
          <p:spPr>
            <a:xfrm>
              <a:off x="5125750" y="35555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6" name="pt11666"/>
            <p:cNvSpPr/>
            <p:nvPr/>
          </p:nvSpPr>
          <p:spPr>
            <a:xfrm>
              <a:off x="5171982" y="35689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7" name="pt11667"/>
            <p:cNvSpPr/>
            <p:nvPr/>
          </p:nvSpPr>
          <p:spPr>
            <a:xfrm>
              <a:off x="5223118" y="3543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8" name="pt11668"/>
            <p:cNvSpPr/>
            <p:nvPr/>
          </p:nvSpPr>
          <p:spPr>
            <a:xfrm>
              <a:off x="5129155" y="3523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69" name="pt11669"/>
            <p:cNvSpPr/>
            <p:nvPr/>
          </p:nvSpPr>
          <p:spPr>
            <a:xfrm>
              <a:off x="5131355" y="35711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0" name="pt11670"/>
            <p:cNvSpPr/>
            <p:nvPr/>
          </p:nvSpPr>
          <p:spPr>
            <a:xfrm>
              <a:off x="5179281" y="3546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1" name="pt11671"/>
            <p:cNvSpPr/>
            <p:nvPr/>
          </p:nvSpPr>
          <p:spPr>
            <a:xfrm>
              <a:off x="5078892" y="35346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2" name="pt11672"/>
            <p:cNvSpPr/>
            <p:nvPr/>
          </p:nvSpPr>
          <p:spPr>
            <a:xfrm>
              <a:off x="5085871" y="36105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3" name="pt11673"/>
            <p:cNvSpPr/>
            <p:nvPr/>
          </p:nvSpPr>
          <p:spPr>
            <a:xfrm>
              <a:off x="5190058" y="35543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4" name="pt11674"/>
            <p:cNvSpPr/>
            <p:nvPr/>
          </p:nvSpPr>
          <p:spPr>
            <a:xfrm>
              <a:off x="5136040" y="3562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5" name="pt11675"/>
            <p:cNvSpPr/>
            <p:nvPr/>
          </p:nvSpPr>
          <p:spPr>
            <a:xfrm>
              <a:off x="5151318" y="35575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6" name="pt11676"/>
            <p:cNvSpPr/>
            <p:nvPr/>
          </p:nvSpPr>
          <p:spPr>
            <a:xfrm>
              <a:off x="5144468" y="36706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7" name="pt11677"/>
            <p:cNvSpPr/>
            <p:nvPr/>
          </p:nvSpPr>
          <p:spPr>
            <a:xfrm>
              <a:off x="5161972" y="35590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8" name="pt11678"/>
            <p:cNvSpPr/>
            <p:nvPr/>
          </p:nvSpPr>
          <p:spPr>
            <a:xfrm>
              <a:off x="5150791" y="35540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79" name="pt11679"/>
            <p:cNvSpPr/>
            <p:nvPr/>
          </p:nvSpPr>
          <p:spPr>
            <a:xfrm>
              <a:off x="5172270" y="3576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0" name="pt11680"/>
            <p:cNvSpPr/>
            <p:nvPr/>
          </p:nvSpPr>
          <p:spPr>
            <a:xfrm>
              <a:off x="5190639" y="35488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1" name="pt11681"/>
            <p:cNvSpPr/>
            <p:nvPr/>
          </p:nvSpPr>
          <p:spPr>
            <a:xfrm>
              <a:off x="5201549" y="35307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2" name="pt11682"/>
            <p:cNvSpPr/>
            <p:nvPr/>
          </p:nvSpPr>
          <p:spPr>
            <a:xfrm>
              <a:off x="5165435" y="3234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3" name="pt11683"/>
            <p:cNvSpPr/>
            <p:nvPr/>
          </p:nvSpPr>
          <p:spPr>
            <a:xfrm>
              <a:off x="5169818" y="34663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4" name="pt11684"/>
            <p:cNvSpPr/>
            <p:nvPr/>
          </p:nvSpPr>
          <p:spPr>
            <a:xfrm>
              <a:off x="5146561" y="34942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5" name="pt11685"/>
            <p:cNvSpPr/>
            <p:nvPr/>
          </p:nvSpPr>
          <p:spPr>
            <a:xfrm>
              <a:off x="5132353" y="35452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6" name="pt11686"/>
            <p:cNvSpPr/>
            <p:nvPr/>
          </p:nvSpPr>
          <p:spPr>
            <a:xfrm>
              <a:off x="5209761" y="3565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7" name="pt11687"/>
            <p:cNvSpPr/>
            <p:nvPr/>
          </p:nvSpPr>
          <p:spPr>
            <a:xfrm>
              <a:off x="5194242" y="3600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8" name="pt11688"/>
            <p:cNvSpPr/>
            <p:nvPr/>
          </p:nvSpPr>
          <p:spPr>
            <a:xfrm>
              <a:off x="5094149" y="35008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89" name="pt11689"/>
            <p:cNvSpPr/>
            <p:nvPr/>
          </p:nvSpPr>
          <p:spPr>
            <a:xfrm>
              <a:off x="5152447" y="35594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0" name="pt11690"/>
            <p:cNvSpPr/>
            <p:nvPr/>
          </p:nvSpPr>
          <p:spPr>
            <a:xfrm>
              <a:off x="5178714" y="36214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1" name="pt11691"/>
            <p:cNvSpPr/>
            <p:nvPr/>
          </p:nvSpPr>
          <p:spPr>
            <a:xfrm>
              <a:off x="5176880" y="3561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2" name="pt11692"/>
            <p:cNvSpPr/>
            <p:nvPr/>
          </p:nvSpPr>
          <p:spPr>
            <a:xfrm>
              <a:off x="5152018" y="3562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3" name="pt11693"/>
            <p:cNvSpPr/>
            <p:nvPr/>
          </p:nvSpPr>
          <p:spPr>
            <a:xfrm>
              <a:off x="5158984" y="35258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4" name="pt11694"/>
            <p:cNvSpPr/>
            <p:nvPr/>
          </p:nvSpPr>
          <p:spPr>
            <a:xfrm>
              <a:off x="5194565" y="35418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5" name="pt11695"/>
            <p:cNvSpPr/>
            <p:nvPr/>
          </p:nvSpPr>
          <p:spPr>
            <a:xfrm>
              <a:off x="5173790" y="35576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6" name="pt11696"/>
            <p:cNvSpPr/>
            <p:nvPr/>
          </p:nvSpPr>
          <p:spPr>
            <a:xfrm>
              <a:off x="5163865" y="3589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7" name="pt11697"/>
            <p:cNvSpPr/>
            <p:nvPr/>
          </p:nvSpPr>
          <p:spPr>
            <a:xfrm>
              <a:off x="5102920" y="3583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8" name="pt11698"/>
            <p:cNvSpPr/>
            <p:nvPr/>
          </p:nvSpPr>
          <p:spPr>
            <a:xfrm>
              <a:off x="5175583" y="3627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699" name="pt11699"/>
            <p:cNvSpPr/>
            <p:nvPr/>
          </p:nvSpPr>
          <p:spPr>
            <a:xfrm>
              <a:off x="5150845" y="3528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0" name="pt11700"/>
            <p:cNvSpPr/>
            <p:nvPr/>
          </p:nvSpPr>
          <p:spPr>
            <a:xfrm>
              <a:off x="5146267" y="35666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1" name="pt11701"/>
            <p:cNvSpPr/>
            <p:nvPr/>
          </p:nvSpPr>
          <p:spPr>
            <a:xfrm>
              <a:off x="5140540" y="3592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2" name="pt11702"/>
            <p:cNvSpPr/>
            <p:nvPr/>
          </p:nvSpPr>
          <p:spPr>
            <a:xfrm>
              <a:off x="5097344" y="3537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3" name="pt11703"/>
            <p:cNvSpPr/>
            <p:nvPr/>
          </p:nvSpPr>
          <p:spPr>
            <a:xfrm>
              <a:off x="5114909" y="36121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4" name="pt11704"/>
            <p:cNvSpPr/>
            <p:nvPr/>
          </p:nvSpPr>
          <p:spPr>
            <a:xfrm>
              <a:off x="5208361" y="32491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5" name="pt11705"/>
            <p:cNvSpPr/>
            <p:nvPr/>
          </p:nvSpPr>
          <p:spPr>
            <a:xfrm>
              <a:off x="5178974" y="3582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6" name="pt11706"/>
            <p:cNvSpPr/>
            <p:nvPr/>
          </p:nvSpPr>
          <p:spPr>
            <a:xfrm>
              <a:off x="5145972" y="3541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7" name="pt11707"/>
            <p:cNvSpPr/>
            <p:nvPr/>
          </p:nvSpPr>
          <p:spPr>
            <a:xfrm>
              <a:off x="5162426" y="3567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8" name="pt11708"/>
            <p:cNvSpPr/>
            <p:nvPr/>
          </p:nvSpPr>
          <p:spPr>
            <a:xfrm>
              <a:off x="5224096" y="34470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09" name="pt11709"/>
            <p:cNvSpPr/>
            <p:nvPr/>
          </p:nvSpPr>
          <p:spPr>
            <a:xfrm>
              <a:off x="5128604" y="3556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0" name="pt11710"/>
            <p:cNvSpPr/>
            <p:nvPr/>
          </p:nvSpPr>
          <p:spPr>
            <a:xfrm>
              <a:off x="5141184" y="35753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1" name="pt11711"/>
            <p:cNvSpPr/>
            <p:nvPr/>
          </p:nvSpPr>
          <p:spPr>
            <a:xfrm>
              <a:off x="5127220" y="35755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2" name="pt11712"/>
            <p:cNvSpPr/>
            <p:nvPr/>
          </p:nvSpPr>
          <p:spPr>
            <a:xfrm>
              <a:off x="5153112" y="3561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3" name="pt11713"/>
            <p:cNvSpPr/>
            <p:nvPr/>
          </p:nvSpPr>
          <p:spPr>
            <a:xfrm>
              <a:off x="5221600" y="34718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4" name="pt11714"/>
            <p:cNvSpPr/>
            <p:nvPr/>
          </p:nvSpPr>
          <p:spPr>
            <a:xfrm>
              <a:off x="5197084" y="35437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5" name="pt11715"/>
            <p:cNvSpPr/>
            <p:nvPr/>
          </p:nvSpPr>
          <p:spPr>
            <a:xfrm>
              <a:off x="5146979" y="3606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6" name="pt11716"/>
            <p:cNvSpPr/>
            <p:nvPr/>
          </p:nvSpPr>
          <p:spPr>
            <a:xfrm>
              <a:off x="5229476" y="3561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7" name="pt11717"/>
            <p:cNvSpPr/>
            <p:nvPr/>
          </p:nvSpPr>
          <p:spPr>
            <a:xfrm>
              <a:off x="5064866" y="3602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8" name="pt11718"/>
            <p:cNvSpPr/>
            <p:nvPr/>
          </p:nvSpPr>
          <p:spPr>
            <a:xfrm>
              <a:off x="5161933" y="3594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19" name="pt11719"/>
            <p:cNvSpPr/>
            <p:nvPr/>
          </p:nvSpPr>
          <p:spPr>
            <a:xfrm>
              <a:off x="5132693" y="3562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0" name="pt11720"/>
            <p:cNvSpPr/>
            <p:nvPr/>
          </p:nvSpPr>
          <p:spPr>
            <a:xfrm>
              <a:off x="5173652" y="35440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1" name="pt11721"/>
            <p:cNvSpPr/>
            <p:nvPr/>
          </p:nvSpPr>
          <p:spPr>
            <a:xfrm>
              <a:off x="5171889" y="35575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2" name="pt11722"/>
            <p:cNvSpPr/>
            <p:nvPr/>
          </p:nvSpPr>
          <p:spPr>
            <a:xfrm>
              <a:off x="5315092" y="3565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3" name="pt11723"/>
            <p:cNvSpPr/>
            <p:nvPr/>
          </p:nvSpPr>
          <p:spPr>
            <a:xfrm>
              <a:off x="5436916" y="35574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4" name="pt11724"/>
            <p:cNvSpPr/>
            <p:nvPr/>
          </p:nvSpPr>
          <p:spPr>
            <a:xfrm>
              <a:off x="5143221" y="35740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5" name="pt11725"/>
            <p:cNvSpPr/>
            <p:nvPr/>
          </p:nvSpPr>
          <p:spPr>
            <a:xfrm>
              <a:off x="5169101" y="3603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6" name="pt11726"/>
            <p:cNvSpPr/>
            <p:nvPr/>
          </p:nvSpPr>
          <p:spPr>
            <a:xfrm>
              <a:off x="5179638" y="35415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7" name="pt11727"/>
            <p:cNvSpPr/>
            <p:nvPr/>
          </p:nvSpPr>
          <p:spPr>
            <a:xfrm>
              <a:off x="5149222" y="3571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8" name="pt11728"/>
            <p:cNvSpPr/>
            <p:nvPr/>
          </p:nvSpPr>
          <p:spPr>
            <a:xfrm>
              <a:off x="5154634" y="36134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29" name="pt11729"/>
            <p:cNvSpPr/>
            <p:nvPr/>
          </p:nvSpPr>
          <p:spPr>
            <a:xfrm>
              <a:off x="5151111" y="35595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0" name="pt11730"/>
            <p:cNvSpPr/>
            <p:nvPr/>
          </p:nvSpPr>
          <p:spPr>
            <a:xfrm>
              <a:off x="5173389" y="35559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1" name="pt11731"/>
            <p:cNvSpPr/>
            <p:nvPr/>
          </p:nvSpPr>
          <p:spPr>
            <a:xfrm>
              <a:off x="5181393" y="35896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2" name="pt11732"/>
            <p:cNvSpPr/>
            <p:nvPr/>
          </p:nvSpPr>
          <p:spPr>
            <a:xfrm>
              <a:off x="5161130" y="35412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3" name="pt11733"/>
            <p:cNvSpPr/>
            <p:nvPr/>
          </p:nvSpPr>
          <p:spPr>
            <a:xfrm>
              <a:off x="5062320" y="35524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4" name="pt11734"/>
            <p:cNvSpPr/>
            <p:nvPr/>
          </p:nvSpPr>
          <p:spPr>
            <a:xfrm>
              <a:off x="5177912" y="3491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5" name="pt11735"/>
            <p:cNvSpPr/>
            <p:nvPr/>
          </p:nvSpPr>
          <p:spPr>
            <a:xfrm>
              <a:off x="5122244" y="3560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6" name="pt11736"/>
            <p:cNvSpPr/>
            <p:nvPr/>
          </p:nvSpPr>
          <p:spPr>
            <a:xfrm>
              <a:off x="5178716" y="35238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7" name="pt11737"/>
            <p:cNvSpPr/>
            <p:nvPr/>
          </p:nvSpPr>
          <p:spPr>
            <a:xfrm>
              <a:off x="5180566" y="35588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8" name="pt11738"/>
            <p:cNvSpPr/>
            <p:nvPr/>
          </p:nvSpPr>
          <p:spPr>
            <a:xfrm>
              <a:off x="5144341" y="3557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39" name="pt11739"/>
            <p:cNvSpPr/>
            <p:nvPr/>
          </p:nvSpPr>
          <p:spPr>
            <a:xfrm>
              <a:off x="5108127" y="3650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0" name="pt11740"/>
            <p:cNvSpPr/>
            <p:nvPr/>
          </p:nvSpPr>
          <p:spPr>
            <a:xfrm>
              <a:off x="5127323" y="35930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1" name="pt11741"/>
            <p:cNvSpPr/>
            <p:nvPr/>
          </p:nvSpPr>
          <p:spPr>
            <a:xfrm>
              <a:off x="5184204" y="3629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2" name="pt11742"/>
            <p:cNvSpPr/>
            <p:nvPr/>
          </p:nvSpPr>
          <p:spPr>
            <a:xfrm>
              <a:off x="5178802" y="3545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3" name="pt11743"/>
            <p:cNvSpPr/>
            <p:nvPr/>
          </p:nvSpPr>
          <p:spPr>
            <a:xfrm>
              <a:off x="5177296" y="3569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4" name="pt11744"/>
            <p:cNvSpPr/>
            <p:nvPr/>
          </p:nvSpPr>
          <p:spPr>
            <a:xfrm>
              <a:off x="5232596" y="35600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5" name="pt11745"/>
            <p:cNvSpPr/>
            <p:nvPr/>
          </p:nvSpPr>
          <p:spPr>
            <a:xfrm>
              <a:off x="5153397" y="35768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6" name="pt11746"/>
            <p:cNvSpPr/>
            <p:nvPr/>
          </p:nvSpPr>
          <p:spPr>
            <a:xfrm>
              <a:off x="5156640" y="36579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7" name="pt11747"/>
            <p:cNvSpPr/>
            <p:nvPr/>
          </p:nvSpPr>
          <p:spPr>
            <a:xfrm>
              <a:off x="5131908" y="35664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8" name="pt11748"/>
            <p:cNvSpPr/>
            <p:nvPr/>
          </p:nvSpPr>
          <p:spPr>
            <a:xfrm>
              <a:off x="5191098" y="35451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49" name="pt11749"/>
            <p:cNvSpPr/>
            <p:nvPr/>
          </p:nvSpPr>
          <p:spPr>
            <a:xfrm>
              <a:off x="5142118" y="3573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0" name="pt11750"/>
            <p:cNvSpPr/>
            <p:nvPr/>
          </p:nvSpPr>
          <p:spPr>
            <a:xfrm>
              <a:off x="5164756" y="3560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1" name="pt11751"/>
            <p:cNvSpPr/>
            <p:nvPr/>
          </p:nvSpPr>
          <p:spPr>
            <a:xfrm>
              <a:off x="5151527" y="35694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2" name="pt11752"/>
            <p:cNvSpPr/>
            <p:nvPr/>
          </p:nvSpPr>
          <p:spPr>
            <a:xfrm>
              <a:off x="5220098" y="3536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3" name="pt11753"/>
            <p:cNvSpPr/>
            <p:nvPr/>
          </p:nvSpPr>
          <p:spPr>
            <a:xfrm>
              <a:off x="5189326" y="35511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4" name="pt11754"/>
            <p:cNvSpPr/>
            <p:nvPr/>
          </p:nvSpPr>
          <p:spPr>
            <a:xfrm>
              <a:off x="5164590" y="35562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5" name="pt11755"/>
            <p:cNvSpPr/>
            <p:nvPr/>
          </p:nvSpPr>
          <p:spPr>
            <a:xfrm>
              <a:off x="5173043" y="35672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6" name="pt11756"/>
            <p:cNvSpPr/>
            <p:nvPr/>
          </p:nvSpPr>
          <p:spPr>
            <a:xfrm>
              <a:off x="5186092" y="3576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7" name="pt11757"/>
            <p:cNvSpPr/>
            <p:nvPr/>
          </p:nvSpPr>
          <p:spPr>
            <a:xfrm>
              <a:off x="5167552" y="35070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8" name="pt11758"/>
            <p:cNvSpPr/>
            <p:nvPr/>
          </p:nvSpPr>
          <p:spPr>
            <a:xfrm>
              <a:off x="5148034" y="3560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59" name="pt11759"/>
            <p:cNvSpPr/>
            <p:nvPr/>
          </p:nvSpPr>
          <p:spPr>
            <a:xfrm>
              <a:off x="5152211" y="3567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0" name="pt11760"/>
            <p:cNvSpPr/>
            <p:nvPr/>
          </p:nvSpPr>
          <p:spPr>
            <a:xfrm>
              <a:off x="5152605" y="35582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1" name="pt11761"/>
            <p:cNvSpPr/>
            <p:nvPr/>
          </p:nvSpPr>
          <p:spPr>
            <a:xfrm>
              <a:off x="5151348" y="3558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2" name="pt11762"/>
            <p:cNvSpPr/>
            <p:nvPr/>
          </p:nvSpPr>
          <p:spPr>
            <a:xfrm>
              <a:off x="5128574" y="35599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3" name="pt11763"/>
            <p:cNvSpPr/>
            <p:nvPr/>
          </p:nvSpPr>
          <p:spPr>
            <a:xfrm>
              <a:off x="5141692" y="35645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4" name="pt11764"/>
            <p:cNvSpPr/>
            <p:nvPr/>
          </p:nvSpPr>
          <p:spPr>
            <a:xfrm>
              <a:off x="5150718" y="35383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5" name="pt11765"/>
            <p:cNvSpPr/>
            <p:nvPr/>
          </p:nvSpPr>
          <p:spPr>
            <a:xfrm>
              <a:off x="5175679" y="35843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6" name="pt11766"/>
            <p:cNvSpPr/>
            <p:nvPr/>
          </p:nvSpPr>
          <p:spPr>
            <a:xfrm>
              <a:off x="5172426" y="3554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7" name="pt11767"/>
            <p:cNvSpPr/>
            <p:nvPr/>
          </p:nvSpPr>
          <p:spPr>
            <a:xfrm>
              <a:off x="5149933" y="35767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8" name="pt11768"/>
            <p:cNvSpPr/>
            <p:nvPr/>
          </p:nvSpPr>
          <p:spPr>
            <a:xfrm>
              <a:off x="5150199" y="3660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69" name="pt11769"/>
            <p:cNvSpPr/>
            <p:nvPr/>
          </p:nvSpPr>
          <p:spPr>
            <a:xfrm>
              <a:off x="5140889" y="3585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0" name="pt11770"/>
            <p:cNvSpPr/>
            <p:nvPr/>
          </p:nvSpPr>
          <p:spPr>
            <a:xfrm>
              <a:off x="5158933" y="37237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1" name="pt11771"/>
            <p:cNvSpPr/>
            <p:nvPr/>
          </p:nvSpPr>
          <p:spPr>
            <a:xfrm>
              <a:off x="5134012" y="35925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2" name="pt11772"/>
            <p:cNvSpPr/>
            <p:nvPr/>
          </p:nvSpPr>
          <p:spPr>
            <a:xfrm>
              <a:off x="5149355" y="34422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3" name="pt11773"/>
            <p:cNvSpPr/>
            <p:nvPr/>
          </p:nvSpPr>
          <p:spPr>
            <a:xfrm>
              <a:off x="5142603" y="35440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4" name="pt11774"/>
            <p:cNvSpPr/>
            <p:nvPr/>
          </p:nvSpPr>
          <p:spPr>
            <a:xfrm>
              <a:off x="5118326" y="35641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5" name="pt11775"/>
            <p:cNvSpPr/>
            <p:nvPr/>
          </p:nvSpPr>
          <p:spPr>
            <a:xfrm>
              <a:off x="5148519" y="3554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6" name="pt11776"/>
            <p:cNvSpPr/>
            <p:nvPr/>
          </p:nvSpPr>
          <p:spPr>
            <a:xfrm>
              <a:off x="5145012" y="3623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7" name="pt11777"/>
            <p:cNvSpPr/>
            <p:nvPr/>
          </p:nvSpPr>
          <p:spPr>
            <a:xfrm>
              <a:off x="5145805" y="3549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8" name="pt11778"/>
            <p:cNvSpPr/>
            <p:nvPr/>
          </p:nvSpPr>
          <p:spPr>
            <a:xfrm>
              <a:off x="5203280" y="3519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79" name="pt11779"/>
            <p:cNvSpPr/>
            <p:nvPr/>
          </p:nvSpPr>
          <p:spPr>
            <a:xfrm>
              <a:off x="5144959" y="35437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0" name="pt11780"/>
            <p:cNvSpPr/>
            <p:nvPr/>
          </p:nvSpPr>
          <p:spPr>
            <a:xfrm>
              <a:off x="5154178" y="35686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1" name="pt11781"/>
            <p:cNvSpPr/>
            <p:nvPr/>
          </p:nvSpPr>
          <p:spPr>
            <a:xfrm>
              <a:off x="5219538" y="3563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2" name="pt11782"/>
            <p:cNvSpPr/>
            <p:nvPr/>
          </p:nvSpPr>
          <p:spPr>
            <a:xfrm>
              <a:off x="5139455" y="3536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3" name="pt11783"/>
            <p:cNvSpPr/>
            <p:nvPr/>
          </p:nvSpPr>
          <p:spPr>
            <a:xfrm>
              <a:off x="5158688" y="35411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4" name="pt11784"/>
            <p:cNvSpPr/>
            <p:nvPr/>
          </p:nvSpPr>
          <p:spPr>
            <a:xfrm>
              <a:off x="5185347" y="3529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5" name="pt11785"/>
            <p:cNvSpPr/>
            <p:nvPr/>
          </p:nvSpPr>
          <p:spPr>
            <a:xfrm>
              <a:off x="5158505" y="3531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6" name="pt11786"/>
            <p:cNvSpPr/>
            <p:nvPr/>
          </p:nvSpPr>
          <p:spPr>
            <a:xfrm>
              <a:off x="5188914" y="3548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7" name="pt11787"/>
            <p:cNvSpPr/>
            <p:nvPr/>
          </p:nvSpPr>
          <p:spPr>
            <a:xfrm>
              <a:off x="5183113" y="35144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8" name="pt11788"/>
            <p:cNvSpPr/>
            <p:nvPr/>
          </p:nvSpPr>
          <p:spPr>
            <a:xfrm>
              <a:off x="5155550" y="3571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89" name="pt11789"/>
            <p:cNvSpPr/>
            <p:nvPr/>
          </p:nvSpPr>
          <p:spPr>
            <a:xfrm>
              <a:off x="5151831" y="3625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0" name="pt11790"/>
            <p:cNvSpPr/>
            <p:nvPr/>
          </p:nvSpPr>
          <p:spPr>
            <a:xfrm>
              <a:off x="5191444" y="35675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1" name="pt11791"/>
            <p:cNvSpPr/>
            <p:nvPr/>
          </p:nvSpPr>
          <p:spPr>
            <a:xfrm>
              <a:off x="5199773" y="35196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2" name="pt11792"/>
            <p:cNvSpPr/>
            <p:nvPr/>
          </p:nvSpPr>
          <p:spPr>
            <a:xfrm>
              <a:off x="5184705" y="3575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3" name="pt11793"/>
            <p:cNvSpPr/>
            <p:nvPr/>
          </p:nvSpPr>
          <p:spPr>
            <a:xfrm>
              <a:off x="5134180" y="35609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4" name="pt11794"/>
            <p:cNvSpPr/>
            <p:nvPr/>
          </p:nvSpPr>
          <p:spPr>
            <a:xfrm>
              <a:off x="5171297" y="35673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5" name="pt11795"/>
            <p:cNvSpPr/>
            <p:nvPr/>
          </p:nvSpPr>
          <p:spPr>
            <a:xfrm>
              <a:off x="5212957" y="35354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6" name="pt11796"/>
            <p:cNvSpPr/>
            <p:nvPr/>
          </p:nvSpPr>
          <p:spPr>
            <a:xfrm>
              <a:off x="5131133" y="3517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7" name="pt11797"/>
            <p:cNvSpPr/>
            <p:nvPr/>
          </p:nvSpPr>
          <p:spPr>
            <a:xfrm>
              <a:off x="5163083" y="35550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8" name="pt11798"/>
            <p:cNvSpPr/>
            <p:nvPr/>
          </p:nvSpPr>
          <p:spPr>
            <a:xfrm>
              <a:off x="5156512" y="35508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799" name="pt11799"/>
            <p:cNvSpPr/>
            <p:nvPr/>
          </p:nvSpPr>
          <p:spPr>
            <a:xfrm>
              <a:off x="5140933" y="3626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0" name="pt11800"/>
            <p:cNvSpPr/>
            <p:nvPr/>
          </p:nvSpPr>
          <p:spPr>
            <a:xfrm>
              <a:off x="5189752" y="3558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1" name="pt11801"/>
            <p:cNvSpPr/>
            <p:nvPr/>
          </p:nvSpPr>
          <p:spPr>
            <a:xfrm>
              <a:off x="5179031" y="35503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2" name="pt11802"/>
            <p:cNvSpPr/>
            <p:nvPr/>
          </p:nvSpPr>
          <p:spPr>
            <a:xfrm>
              <a:off x="5185791" y="3589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3" name="pt11803"/>
            <p:cNvSpPr/>
            <p:nvPr/>
          </p:nvSpPr>
          <p:spPr>
            <a:xfrm>
              <a:off x="5191689" y="35543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4" name="pt11804"/>
            <p:cNvSpPr/>
            <p:nvPr/>
          </p:nvSpPr>
          <p:spPr>
            <a:xfrm>
              <a:off x="5175944" y="35368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5" name="pt11805"/>
            <p:cNvSpPr/>
            <p:nvPr/>
          </p:nvSpPr>
          <p:spPr>
            <a:xfrm>
              <a:off x="5196407" y="35340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6" name="pt11806"/>
            <p:cNvSpPr/>
            <p:nvPr/>
          </p:nvSpPr>
          <p:spPr>
            <a:xfrm>
              <a:off x="5138997" y="3587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7" name="pt11807"/>
            <p:cNvSpPr/>
            <p:nvPr/>
          </p:nvSpPr>
          <p:spPr>
            <a:xfrm>
              <a:off x="5158161" y="3557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8" name="pt11808"/>
            <p:cNvSpPr/>
            <p:nvPr/>
          </p:nvSpPr>
          <p:spPr>
            <a:xfrm>
              <a:off x="5184163" y="3543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09" name="pt11809"/>
            <p:cNvSpPr/>
            <p:nvPr/>
          </p:nvSpPr>
          <p:spPr>
            <a:xfrm>
              <a:off x="5163337" y="35445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0" name="pt11810"/>
            <p:cNvSpPr/>
            <p:nvPr/>
          </p:nvSpPr>
          <p:spPr>
            <a:xfrm>
              <a:off x="5226119" y="35591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1" name="pt11811"/>
            <p:cNvSpPr/>
            <p:nvPr/>
          </p:nvSpPr>
          <p:spPr>
            <a:xfrm>
              <a:off x="5186718" y="3563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2" name="pt11812"/>
            <p:cNvSpPr/>
            <p:nvPr/>
          </p:nvSpPr>
          <p:spPr>
            <a:xfrm>
              <a:off x="5158067" y="35557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3" name="pt11813"/>
            <p:cNvSpPr/>
            <p:nvPr/>
          </p:nvSpPr>
          <p:spPr>
            <a:xfrm>
              <a:off x="5152178" y="3565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4" name="pt11814"/>
            <p:cNvSpPr/>
            <p:nvPr/>
          </p:nvSpPr>
          <p:spPr>
            <a:xfrm>
              <a:off x="5164379" y="3549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5" name="pt11815"/>
            <p:cNvSpPr/>
            <p:nvPr/>
          </p:nvSpPr>
          <p:spPr>
            <a:xfrm>
              <a:off x="5155468" y="35933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6" name="pt11816"/>
            <p:cNvSpPr/>
            <p:nvPr/>
          </p:nvSpPr>
          <p:spPr>
            <a:xfrm>
              <a:off x="5180357" y="3564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7" name="pt11817"/>
            <p:cNvSpPr/>
            <p:nvPr/>
          </p:nvSpPr>
          <p:spPr>
            <a:xfrm>
              <a:off x="5144443" y="3701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8" name="pt11818"/>
            <p:cNvSpPr/>
            <p:nvPr/>
          </p:nvSpPr>
          <p:spPr>
            <a:xfrm>
              <a:off x="5137750" y="35478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19" name="pt11819"/>
            <p:cNvSpPr/>
            <p:nvPr/>
          </p:nvSpPr>
          <p:spPr>
            <a:xfrm>
              <a:off x="5142371" y="3450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0" name="pt11820"/>
            <p:cNvSpPr/>
            <p:nvPr/>
          </p:nvSpPr>
          <p:spPr>
            <a:xfrm>
              <a:off x="5155179" y="35063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1" name="pt11821"/>
            <p:cNvSpPr/>
            <p:nvPr/>
          </p:nvSpPr>
          <p:spPr>
            <a:xfrm>
              <a:off x="5161385" y="35541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2" name="pt11822"/>
            <p:cNvSpPr/>
            <p:nvPr/>
          </p:nvSpPr>
          <p:spPr>
            <a:xfrm>
              <a:off x="5170566" y="35211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3" name="pt11823"/>
            <p:cNvSpPr/>
            <p:nvPr/>
          </p:nvSpPr>
          <p:spPr>
            <a:xfrm>
              <a:off x="5192646" y="35388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4" name="pt11824"/>
            <p:cNvSpPr/>
            <p:nvPr/>
          </p:nvSpPr>
          <p:spPr>
            <a:xfrm>
              <a:off x="5172552" y="3596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5" name="pt11825"/>
            <p:cNvSpPr/>
            <p:nvPr/>
          </p:nvSpPr>
          <p:spPr>
            <a:xfrm>
              <a:off x="5118620" y="35567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6" name="pt11826"/>
            <p:cNvSpPr/>
            <p:nvPr/>
          </p:nvSpPr>
          <p:spPr>
            <a:xfrm>
              <a:off x="5233151" y="35468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7" name="pt11827"/>
            <p:cNvSpPr/>
            <p:nvPr/>
          </p:nvSpPr>
          <p:spPr>
            <a:xfrm>
              <a:off x="5189171" y="35391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8" name="pt11828"/>
            <p:cNvSpPr/>
            <p:nvPr/>
          </p:nvSpPr>
          <p:spPr>
            <a:xfrm>
              <a:off x="5212523" y="35375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29" name="pt11829"/>
            <p:cNvSpPr/>
            <p:nvPr/>
          </p:nvSpPr>
          <p:spPr>
            <a:xfrm>
              <a:off x="5153794" y="3582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0" name="pt11830"/>
            <p:cNvSpPr/>
            <p:nvPr/>
          </p:nvSpPr>
          <p:spPr>
            <a:xfrm>
              <a:off x="5146176" y="33108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1" name="pt11831"/>
            <p:cNvSpPr/>
            <p:nvPr/>
          </p:nvSpPr>
          <p:spPr>
            <a:xfrm>
              <a:off x="5175121" y="35659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2" name="pt11832"/>
            <p:cNvSpPr/>
            <p:nvPr/>
          </p:nvSpPr>
          <p:spPr>
            <a:xfrm>
              <a:off x="5255197" y="3550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3" name="pt11833"/>
            <p:cNvSpPr/>
            <p:nvPr/>
          </p:nvSpPr>
          <p:spPr>
            <a:xfrm>
              <a:off x="5160720" y="3554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4" name="pt11834"/>
            <p:cNvSpPr/>
            <p:nvPr/>
          </p:nvSpPr>
          <p:spPr>
            <a:xfrm>
              <a:off x="5140467" y="35463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5" name="pt11835"/>
            <p:cNvSpPr/>
            <p:nvPr/>
          </p:nvSpPr>
          <p:spPr>
            <a:xfrm>
              <a:off x="5443497" y="3507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6" name="pt11836"/>
            <p:cNvSpPr/>
            <p:nvPr/>
          </p:nvSpPr>
          <p:spPr>
            <a:xfrm>
              <a:off x="5218017" y="35695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7" name="pt11837"/>
            <p:cNvSpPr/>
            <p:nvPr/>
          </p:nvSpPr>
          <p:spPr>
            <a:xfrm>
              <a:off x="5138831" y="35649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8" name="pt11838"/>
            <p:cNvSpPr/>
            <p:nvPr/>
          </p:nvSpPr>
          <p:spPr>
            <a:xfrm>
              <a:off x="5203380" y="3516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39" name="pt11839"/>
            <p:cNvSpPr/>
            <p:nvPr/>
          </p:nvSpPr>
          <p:spPr>
            <a:xfrm>
              <a:off x="5157082" y="35468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0" name="pt11840"/>
            <p:cNvSpPr/>
            <p:nvPr/>
          </p:nvSpPr>
          <p:spPr>
            <a:xfrm>
              <a:off x="5237452" y="35461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1" name="pt11841"/>
            <p:cNvSpPr/>
            <p:nvPr/>
          </p:nvSpPr>
          <p:spPr>
            <a:xfrm>
              <a:off x="5093031" y="3649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2" name="pt11842"/>
            <p:cNvSpPr/>
            <p:nvPr/>
          </p:nvSpPr>
          <p:spPr>
            <a:xfrm>
              <a:off x="5537489" y="35540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3" name="pt11843"/>
            <p:cNvSpPr/>
            <p:nvPr/>
          </p:nvSpPr>
          <p:spPr>
            <a:xfrm>
              <a:off x="5169336" y="35656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4" name="pt11844"/>
            <p:cNvSpPr/>
            <p:nvPr/>
          </p:nvSpPr>
          <p:spPr>
            <a:xfrm>
              <a:off x="5171498" y="3602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5" name="pt11845"/>
            <p:cNvSpPr/>
            <p:nvPr/>
          </p:nvSpPr>
          <p:spPr>
            <a:xfrm>
              <a:off x="5162119" y="3541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6" name="pt11846"/>
            <p:cNvSpPr/>
            <p:nvPr/>
          </p:nvSpPr>
          <p:spPr>
            <a:xfrm>
              <a:off x="5154012" y="3510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7" name="pt11847"/>
            <p:cNvSpPr/>
            <p:nvPr/>
          </p:nvSpPr>
          <p:spPr>
            <a:xfrm>
              <a:off x="5149801" y="3591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8" name="pt11848"/>
            <p:cNvSpPr/>
            <p:nvPr/>
          </p:nvSpPr>
          <p:spPr>
            <a:xfrm>
              <a:off x="5153425" y="35647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49" name="pt11849"/>
            <p:cNvSpPr/>
            <p:nvPr/>
          </p:nvSpPr>
          <p:spPr>
            <a:xfrm>
              <a:off x="5126322" y="3544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0" name="pt11850"/>
            <p:cNvSpPr/>
            <p:nvPr/>
          </p:nvSpPr>
          <p:spPr>
            <a:xfrm>
              <a:off x="5170811" y="3568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1" name="pt11851"/>
            <p:cNvSpPr/>
            <p:nvPr/>
          </p:nvSpPr>
          <p:spPr>
            <a:xfrm>
              <a:off x="5155887" y="3551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2" name="pt11852"/>
            <p:cNvSpPr/>
            <p:nvPr/>
          </p:nvSpPr>
          <p:spPr>
            <a:xfrm>
              <a:off x="5156098" y="3557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3" name="pt11853"/>
            <p:cNvSpPr/>
            <p:nvPr/>
          </p:nvSpPr>
          <p:spPr>
            <a:xfrm>
              <a:off x="5167750" y="3538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4" name="pt11854"/>
            <p:cNvSpPr/>
            <p:nvPr/>
          </p:nvSpPr>
          <p:spPr>
            <a:xfrm>
              <a:off x="5133238" y="3608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5" name="pt11855"/>
            <p:cNvSpPr/>
            <p:nvPr/>
          </p:nvSpPr>
          <p:spPr>
            <a:xfrm>
              <a:off x="5159895" y="35997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6" name="pt11856"/>
            <p:cNvSpPr/>
            <p:nvPr/>
          </p:nvSpPr>
          <p:spPr>
            <a:xfrm>
              <a:off x="5174080" y="3584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7" name="pt11857"/>
            <p:cNvSpPr/>
            <p:nvPr/>
          </p:nvSpPr>
          <p:spPr>
            <a:xfrm>
              <a:off x="5172333" y="35696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8" name="pt11858"/>
            <p:cNvSpPr/>
            <p:nvPr/>
          </p:nvSpPr>
          <p:spPr>
            <a:xfrm>
              <a:off x="5157065" y="35537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59" name="pt11859"/>
            <p:cNvSpPr/>
            <p:nvPr/>
          </p:nvSpPr>
          <p:spPr>
            <a:xfrm>
              <a:off x="5195168" y="3587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0" name="pt11860"/>
            <p:cNvSpPr/>
            <p:nvPr/>
          </p:nvSpPr>
          <p:spPr>
            <a:xfrm>
              <a:off x="5128138" y="3540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1" name="pt11861"/>
            <p:cNvSpPr/>
            <p:nvPr/>
          </p:nvSpPr>
          <p:spPr>
            <a:xfrm>
              <a:off x="5171583" y="3565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2" name="pt11862"/>
            <p:cNvSpPr/>
            <p:nvPr/>
          </p:nvSpPr>
          <p:spPr>
            <a:xfrm>
              <a:off x="5144621" y="35682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3" name="pt11863"/>
            <p:cNvSpPr/>
            <p:nvPr/>
          </p:nvSpPr>
          <p:spPr>
            <a:xfrm>
              <a:off x="5083776" y="3606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4" name="pt11864"/>
            <p:cNvSpPr/>
            <p:nvPr/>
          </p:nvSpPr>
          <p:spPr>
            <a:xfrm>
              <a:off x="5140118" y="33999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5" name="pt11865"/>
            <p:cNvSpPr/>
            <p:nvPr/>
          </p:nvSpPr>
          <p:spPr>
            <a:xfrm>
              <a:off x="5142719" y="3551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6" name="pt11866"/>
            <p:cNvSpPr/>
            <p:nvPr/>
          </p:nvSpPr>
          <p:spPr>
            <a:xfrm>
              <a:off x="5180367" y="35530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7" name="pt11867"/>
            <p:cNvSpPr/>
            <p:nvPr/>
          </p:nvSpPr>
          <p:spPr>
            <a:xfrm>
              <a:off x="5199825" y="3572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8" name="pt11868"/>
            <p:cNvSpPr/>
            <p:nvPr/>
          </p:nvSpPr>
          <p:spPr>
            <a:xfrm>
              <a:off x="5051880" y="35427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69" name="pt11869"/>
            <p:cNvSpPr/>
            <p:nvPr/>
          </p:nvSpPr>
          <p:spPr>
            <a:xfrm>
              <a:off x="5095935" y="3367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0" name="pt11870"/>
            <p:cNvSpPr/>
            <p:nvPr/>
          </p:nvSpPr>
          <p:spPr>
            <a:xfrm>
              <a:off x="5236230" y="3538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1" name="pt11871"/>
            <p:cNvSpPr/>
            <p:nvPr/>
          </p:nvSpPr>
          <p:spPr>
            <a:xfrm>
              <a:off x="5155898" y="35595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2" name="pt11872"/>
            <p:cNvSpPr/>
            <p:nvPr/>
          </p:nvSpPr>
          <p:spPr>
            <a:xfrm>
              <a:off x="5182273" y="35656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3" name="pt11873"/>
            <p:cNvSpPr/>
            <p:nvPr/>
          </p:nvSpPr>
          <p:spPr>
            <a:xfrm>
              <a:off x="5090098" y="34998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4" name="pt11874"/>
            <p:cNvSpPr/>
            <p:nvPr/>
          </p:nvSpPr>
          <p:spPr>
            <a:xfrm>
              <a:off x="5164179" y="35409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5" name="pt11875"/>
            <p:cNvSpPr/>
            <p:nvPr/>
          </p:nvSpPr>
          <p:spPr>
            <a:xfrm>
              <a:off x="5117995" y="35554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6" name="pt11876"/>
            <p:cNvSpPr/>
            <p:nvPr/>
          </p:nvSpPr>
          <p:spPr>
            <a:xfrm>
              <a:off x="5171522" y="35319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7" name="pt11877"/>
            <p:cNvSpPr/>
            <p:nvPr/>
          </p:nvSpPr>
          <p:spPr>
            <a:xfrm>
              <a:off x="5122451" y="3517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8" name="pt11878"/>
            <p:cNvSpPr/>
            <p:nvPr/>
          </p:nvSpPr>
          <p:spPr>
            <a:xfrm>
              <a:off x="5214917" y="3570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79" name="pt11879"/>
            <p:cNvSpPr/>
            <p:nvPr/>
          </p:nvSpPr>
          <p:spPr>
            <a:xfrm>
              <a:off x="5161506" y="3628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0" name="pt11880"/>
            <p:cNvSpPr/>
            <p:nvPr/>
          </p:nvSpPr>
          <p:spPr>
            <a:xfrm>
              <a:off x="5136793" y="35795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1" name="pt11881"/>
            <p:cNvSpPr/>
            <p:nvPr/>
          </p:nvSpPr>
          <p:spPr>
            <a:xfrm>
              <a:off x="5172918" y="3559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2" name="pt11882"/>
            <p:cNvSpPr/>
            <p:nvPr/>
          </p:nvSpPr>
          <p:spPr>
            <a:xfrm>
              <a:off x="5197564" y="3555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3" name="pt11883"/>
            <p:cNvSpPr/>
            <p:nvPr/>
          </p:nvSpPr>
          <p:spPr>
            <a:xfrm>
              <a:off x="5133815" y="35463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4" name="pt11884"/>
            <p:cNvSpPr/>
            <p:nvPr/>
          </p:nvSpPr>
          <p:spPr>
            <a:xfrm>
              <a:off x="5162013" y="3566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5" name="pt11885"/>
            <p:cNvSpPr/>
            <p:nvPr/>
          </p:nvSpPr>
          <p:spPr>
            <a:xfrm>
              <a:off x="5188014" y="35880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6" name="pt11886"/>
            <p:cNvSpPr/>
            <p:nvPr/>
          </p:nvSpPr>
          <p:spPr>
            <a:xfrm>
              <a:off x="5101097" y="35510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7" name="pt11887"/>
            <p:cNvSpPr/>
            <p:nvPr/>
          </p:nvSpPr>
          <p:spPr>
            <a:xfrm>
              <a:off x="5172206" y="3559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8" name="pt11888"/>
            <p:cNvSpPr/>
            <p:nvPr/>
          </p:nvSpPr>
          <p:spPr>
            <a:xfrm>
              <a:off x="5127768" y="3564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89" name="pt11889"/>
            <p:cNvSpPr/>
            <p:nvPr/>
          </p:nvSpPr>
          <p:spPr>
            <a:xfrm>
              <a:off x="5187002" y="3514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0" name="pt11890"/>
            <p:cNvSpPr/>
            <p:nvPr/>
          </p:nvSpPr>
          <p:spPr>
            <a:xfrm>
              <a:off x="5201674" y="3551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1" name="pt11891"/>
            <p:cNvSpPr/>
            <p:nvPr/>
          </p:nvSpPr>
          <p:spPr>
            <a:xfrm>
              <a:off x="5181290" y="35500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2" name="pt11892"/>
            <p:cNvSpPr/>
            <p:nvPr/>
          </p:nvSpPr>
          <p:spPr>
            <a:xfrm>
              <a:off x="5083777" y="35539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3" name="pt11893"/>
            <p:cNvSpPr/>
            <p:nvPr/>
          </p:nvSpPr>
          <p:spPr>
            <a:xfrm>
              <a:off x="5132661" y="35188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4" name="pt11894"/>
            <p:cNvSpPr/>
            <p:nvPr/>
          </p:nvSpPr>
          <p:spPr>
            <a:xfrm>
              <a:off x="5136432" y="3562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5" name="pt11895"/>
            <p:cNvSpPr/>
            <p:nvPr/>
          </p:nvSpPr>
          <p:spPr>
            <a:xfrm>
              <a:off x="5066915" y="3624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6" name="pt11896"/>
            <p:cNvSpPr/>
            <p:nvPr/>
          </p:nvSpPr>
          <p:spPr>
            <a:xfrm>
              <a:off x="5137629" y="3564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7" name="pt11897"/>
            <p:cNvSpPr/>
            <p:nvPr/>
          </p:nvSpPr>
          <p:spPr>
            <a:xfrm>
              <a:off x="5125102" y="3555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8" name="pt11898"/>
            <p:cNvSpPr/>
            <p:nvPr/>
          </p:nvSpPr>
          <p:spPr>
            <a:xfrm>
              <a:off x="5138738" y="3528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899" name="pt11899"/>
            <p:cNvSpPr/>
            <p:nvPr/>
          </p:nvSpPr>
          <p:spPr>
            <a:xfrm>
              <a:off x="5122240" y="35133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0" name="pt11900"/>
            <p:cNvSpPr/>
            <p:nvPr/>
          </p:nvSpPr>
          <p:spPr>
            <a:xfrm>
              <a:off x="5143203" y="35156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1" name="pt11901"/>
            <p:cNvSpPr/>
            <p:nvPr/>
          </p:nvSpPr>
          <p:spPr>
            <a:xfrm>
              <a:off x="5118949" y="35398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2" name="pt11902"/>
            <p:cNvSpPr/>
            <p:nvPr/>
          </p:nvSpPr>
          <p:spPr>
            <a:xfrm>
              <a:off x="5155046" y="35426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3" name="pt11903"/>
            <p:cNvSpPr/>
            <p:nvPr/>
          </p:nvSpPr>
          <p:spPr>
            <a:xfrm>
              <a:off x="5151221" y="35440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4" name="pt11904"/>
            <p:cNvSpPr/>
            <p:nvPr/>
          </p:nvSpPr>
          <p:spPr>
            <a:xfrm>
              <a:off x="5133226" y="35946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5" name="pt11905"/>
            <p:cNvSpPr/>
            <p:nvPr/>
          </p:nvSpPr>
          <p:spPr>
            <a:xfrm>
              <a:off x="5211351" y="3551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6" name="pt11906"/>
            <p:cNvSpPr/>
            <p:nvPr/>
          </p:nvSpPr>
          <p:spPr>
            <a:xfrm>
              <a:off x="5212803" y="35515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7" name="pt11907"/>
            <p:cNvSpPr/>
            <p:nvPr/>
          </p:nvSpPr>
          <p:spPr>
            <a:xfrm>
              <a:off x="5201097" y="3544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8" name="pt11908"/>
            <p:cNvSpPr/>
            <p:nvPr/>
          </p:nvSpPr>
          <p:spPr>
            <a:xfrm>
              <a:off x="5125496" y="36099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09" name="pt11909"/>
            <p:cNvSpPr/>
            <p:nvPr/>
          </p:nvSpPr>
          <p:spPr>
            <a:xfrm>
              <a:off x="5126506" y="35769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0" name="pt11910"/>
            <p:cNvSpPr/>
            <p:nvPr/>
          </p:nvSpPr>
          <p:spPr>
            <a:xfrm>
              <a:off x="5155308" y="35648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1" name="pt11911"/>
            <p:cNvSpPr/>
            <p:nvPr/>
          </p:nvSpPr>
          <p:spPr>
            <a:xfrm>
              <a:off x="5172749" y="35355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2" name="pt11912"/>
            <p:cNvSpPr/>
            <p:nvPr/>
          </p:nvSpPr>
          <p:spPr>
            <a:xfrm>
              <a:off x="5213908" y="35572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3" name="pt11913"/>
            <p:cNvSpPr/>
            <p:nvPr/>
          </p:nvSpPr>
          <p:spPr>
            <a:xfrm>
              <a:off x="5153381" y="3654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4" name="pt11914"/>
            <p:cNvSpPr/>
            <p:nvPr/>
          </p:nvSpPr>
          <p:spPr>
            <a:xfrm>
              <a:off x="5097036" y="35671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5" name="pt11915"/>
            <p:cNvSpPr/>
            <p:nvPr/>
          </p:nvSpPr>
          <p:spPr>
            <a:xfrm>
              <a:off x="5107631" y="35922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6" name="pt11916"/>
            <p:cNvSpPr/>
            <p:nvPr/>
          </p:nvSpPr>
          <p:spPr>
            <a:xfrm>
              <a:off x="5132696" y="36067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7" name="pt11917"/>
            <p:cNvSpPr/>
            <p:nvPr/>
          </p:nvSpPr>
          <p:spPr>
            <a:xfrm>
              <a:off x="5154558" y="3605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8" name="pt11918"/>
            <p:cNvSpPr/>
            <p:nvPr/>
          </p:nvSpPr>
          <p:spPr>
            <a:xfrm>
              <a:off x="5188040" y="3551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19" name="pt11919"/>
            <p:cNvSpPr/>
            <p:nvPr/>
          </p:nvSpPr>
          <p:spPr>
            <a:xfrm>
              <a:off x="5194353" y="3553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0" name="pt11920"/>
            <p:cNvSpPr/>
            <p:nvPr/>
          </p:nvSpPr>
          <p:spPr>
            <a:xfrm>
              <a:off x="5157374" y="35439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1" name="pt11921"/>
            <p:cNvSpPr/>
            <p:nvPr/>
          </p:nvSpPr>
          <p:spPr>
            <a:xfrm>
              <a:off x="5217337" y="3601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2" name="pt11922"/>
            <p:cNvSpPr/>
            <p:nvPr/>
          </p:nvSpPr>
          <p:spPr>
            <a:xfrm>
              <a:off x="5143298" y="3544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3" name="pt11923"/>
            <p:cNvSpPr/>
            <p:nvPr/>
          </p:nvSpPr>
          <p:spPr>
            <a:xfrm>
              <a:off x="5189191" y="35661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4" name="pt11924"/>
            <p:cNvSpPr/>
            <p:nvPr/>
          </p:nvSpPr>
          <p:spPr>
            <a:xfrm>
              <a:off x="5189314" y="3563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5" name="pt11925"/>
            <p:cNvSpPr/>
            <p:nvPr/>
          </p:nvSpPr>
          <p:spPr>
            <a:xfrm>
              <a:off x="5168447" y="36036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6" name="pt11926"/>
            <p:cNvSpPr/>
            <p:nvPr/>
          </p:nvSpPr>
          <p:spPr>
            <a:xfrm>
              <a:off x="5111370" y="35182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7" name="pt11927"/>
            <p:cNvSpPr/>
            <p:nvPr/>
          </p:nvSpPr>
          <p:spPr>
            <a:xfrm>
              <a:off x="5100557" y="3552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8" name="pt11928"/>
            <p:cNvSpPr/>
            <p:nvPr/>
          </p:nvSpPr>
          <p:spPr>
            <a:xfrm>
              <a:off x="5147957" y="3554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29" name="pt11929"/>
            <p:cNvSpPr/>
            <p:nvPr/>
          </p:nvSpPr>
          <p:spPr>
            <a:xfrm>
              <a:off x="5149312" y="3545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0" name="pt11930"/>
            <p:cNvSpPr/>
            <p:nvPr/>
          </p:nvSpPr>
          <p:spPr>
            <a:xfrm>
              <a:off x="5153792" y="3479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1" name="pt11931"/>
            <p:cNvSpPr/>
            <p:nvPr/>
          </p:nvSpPr>
          <p:spPr>
            <a:xfrm>
              <a:off x="5178416" y="35828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2" name="pt11932"/>
            <p:cNvSpPr/>
            <p:nvPr/>
          </p:nvSpPr>
          <p:spPr>
            <a:xfrm>
              <a:off x="5192021" y="34900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3" name="pt11933"/>
            <p:cNvSpPr/>
            <p:nvPr/>
          </p:nvSpPr>
          <p:spPr>
            <a:xfrm>
              <a:off x="5199450" y="3556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4" name="pt11934"/>
            <p:cNvSpPr/>
            <p:nvPr/>
          </p:nvSpPr>
          <p:spPr>
            <a:xfrm>
              <a:off x="5154830" y="35610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5" name="pt11935"/>
            <p:cNvSpPr/>
            <p:nvPr/>
          </p:nvSpPr>
          <p:spPr>
            <a:xfrm>
              <a:off x="5186056" y="3556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6" name="pt11936"/>
            <p:cNvSpPr/>
            <p:nvPr/>
          </p:nvSpPr>
          <p:spPr>
            <a:xfrm>
              <a:off x="5150182" y="3639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7" name="pt11937"/>
            <p:cNvSpPr/>
            <p:nvPr/>
          </p:nvSpPr>
          <p:spPr>
            <a:xfrm>
              <a:off x="5158548" y="35462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8" name="pt11938"/>
            <p:cNvSpPr/>
            <p:nvPr/>
          </p:nvSpPr>
          <p:spPr>
            <a:xfrm>
              <a:off x="5130781" y="35033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39" name="pt11939"/>
            <p:cNvSpPr/>
            <p:nvPr/>
          </p:nvSpPr>
          <p:spPr>
            <a:xfrm>
              <a:off x="5166665" y="35502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0" name="pt11940"/>
            <p:cNvSpPr/>
            <p:nvPr/>
          </p:nvSpPr>
          <p:spPr>
            <a:xfrm>
              <a:off x="5136739" y="35131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1" name="pt11941"/>
            <p:cNvSpPr/>
            <p:nvPr/>
          </p:nvSpPr>
          <p:spPr>
            <a:xfrm>
              <a:off x="5184797" y="3523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2" name="pt11942"/>
            <p:cNvSpPr/>
            <p:nvPr/>
          </p:nvSpPr>
          <p:spPr>
            <a:xfrm>
              <a:off x="5149625" y="35828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3" name="pt11943"/>
            <p:cNvSpPr/>
            <p:nvPr/>
          </p:nvSpPr>
          <p:spPr>
            <a:xfrm>
              <a:off x="5188124" y="34260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4" name="pt11944"/>
            <p:cNvSpPr/>
            <p:nvPr/>
          </p:nvSpPr>
          <p:spPr>
            <a:xfrm>
              <a:off x="5146857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5" name="pt11945"/>
            <p:cNvSpPr/>
            <p:nvPr/>
          </p:nvSpPr>
          <p:spPr>
            <a:xfrm>
              <a:off x="5152198" y="3563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6" name="pt11946"/>
            <p:cNvSpPr/>
            <p:nvPr/>
          </p:nvSpPr>
          <p:spPr>
            <a:xfrm>
              <a:off x="5203874" y="3590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7" name="pt11947"/>
            <p:cNvSpPr/>
            <p:nvPr/>
          </p:nvSpPr>
          <p:spPr>
            <a:xfrm>
              <a:off x="5176249" y="3548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8" name="pt11948"/>
            <p:cNvSpPr/>
            <p:nvPr/>
          </p:nvSpPr>
          <p:spPr>
            <a:xfrm>
              <a:off x="5179799" y="3537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49" name="pt11949"/>
            <p:cNvSpPr/>
            <p:nvPr/>
          </p:nvSpPr>
          <p:spPr>
            <a:xfrm>
              <a:off x="5163317" y="35472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0" name="pt11950"/>
            <p:cNvSpPr/>
            <p:nvPr/>
          </p:nvSpPr>
          <p:spPr>
            <a:xfrm>
              <a:off x="5175125" y="3533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1" name="pt11951"/>
            <p:cNvSpPr/>
            <p:nvPr/>
          </p:nvSpPr>
          <p:spPr>
            <a:xfrm>
              <a:off x="5167387" y="35827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2" name="pt11952"/>
            <p:cNvSpPr/>
            <p:nvPr/>
          </p:nvSpPr>
          <p:spPr>
            <a:xfrm>
              <a:off x="5146934" y="3545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3" name="pt11953"/>
            <p:cNvSpPr/>
            <p:nvPr/>
          </p:nvSpPr>
          <p:spPr>
            <a:xfrm>
              <a:off x="5170934" y="35605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4" name="pt11954"/>
            <p:cNvSpPr/>
            <p:nvPr/>
          </p:nvSpPr>
          <p:spPr>
            <a:xfrm>
              <a:off x="5168474" y="36713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5" name="pt11955"/>
            <p:cNvSpPr/>
            <p:nvPr/>
          </p:nvSpPr>
          <p:spPr>
            <a:xfrm>
              <a:off x="5140833" y="35529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6" name="pt11956"/>
            <p:cNvSpPr/>
            <p:nvPr/>
          </p:nvSpPr>
          <p:spPr>
            <a:xfrm>
              <a:off x="5159564" y="35476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7" name="pt11957"/>
            <p:cNvSpPr/>
            <p:nvPr/>
          </p:nvSpPr>
          <p:spPr>
            <a:xfrm>
              <a:off x="5112857" y="35597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8" name="pt11958"/>
            <p:cNvSpPr/>
            <p:nvPr/>
          </p:nvSpPr>
          <p:spPr>
            <a:xfrm>
              <a:off x="5170594" y="3545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59" name="pt11959"/>
            <p:cNvSpPr/>
            <p:nvPr/>
          </p:nvSpPr>
          <p:spPr>
            <a:xfrm>
              <a:off x="5164377" y="35620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0" name="pt11960"/>
            <p:cNvSpPr/>
            <p:nvPr/>
          </p:nvSpPr>
          <p:spPr>
            <a:xfrm>
              <a:off x="5190525" y="3596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1" name="pt11961"/>
            <p:cNvSpPr/>
            <p:nvPr/>
          </p:nvSpPr>
          <p:spPr>
            <a:xfrm>
              <a:off x="5188140" y="3572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2" name="pt11962"/>
            <p:cNvSpPr/>
            <p:nvPr/>
          </p:nvSpPr>
          <p:spPr>
            <a:xfrm>
              <a:off x="5163578" y="3518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3" name="pt11963"/>
            <p:cNvSpPr/>
            <p:nvPr/>
          </p:nvSpPr>
          <p:spPr>
            <a:xfrm>
              <a:off x="5166980" y="35344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4" name="pt11964"/>
            <p:cNvSpPr/>
            <p:nvPr/>
          </p:nvSpPr>
          <p:spPr>
            <a:xfrm>
              <a:off x="5174191" y="35330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5" name="pt11965"/>
            <p:cNvSpPr/>
            <p:nvPr/>
          </p:nvSpPr>
          <p:spPr>
            <a:xfrm>
              <a:off x="5154118" y="35745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6" name="pt11966"/>
            <p:cNvSpPr/>
            <p:nvPr/>
          </p:nvSpPr>
          <p:spPr>
            <a:xfrm>
              <a:off x="5084561" y="3573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7" name="pt11967"/>
            <p:cNvSpPr/>
            <p:nvPr/>
          </p:nvSpPr>
          <p:spPr>
            <a:xfrm>
              <a:off x="5122030" y="35603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8" name="pt11968"/>
            <p:cNvSpPr/>
            <p:nvPr/>
          </p:nvSpPr>
          <p:spPr>
            <a:xfrm>
              <a:off x="5192819" y="35850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69" name="pt11969"/>
            <p:cNvSpPr/>
            <p:nvPr/>
          </p:nvSpPr>
          <p:spPr>
            <a:xfrm>
              <a:off x="5151912" y="35496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0" name="pt11970"/>
            <p:cNvSpPr/>
            <p:nvPr/>
          </p:nvSpPr>
          <p:spPr>
            <a:xfrm>
              <a:off x="5163651" y="3562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1" name="pt11971"/>
            <p:cNvSpPr/>
            <p:nvPr/>
          </p:nvSpPr>
          <p:spPr>
            <a:xfrm>
              <a:off x="5169148" y="3423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2" name="pt11972"/>
            <p:cNvSpPr/>
            <p:nvPr/>
          </p:nvSpPr>
          <p:spPr>
            <a:xfrm>
              <a:off x="5210190" y="3560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3" name="pt11973"/>
            <p:cNvSpPr/>
            <p:nvPr/>
          </p:nvSpPr>
          <p:spPr>
            <a:xfrm>
              <a:off x="5154662" y="35735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4" name="pt11974"/>
            <p:cNvSpPr/>
            <p:nvPr/>
          </p:nvSpPr>
          <p:spPr>
            <a:xfrm>
              <a:off x="5190380" y="3535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5" name="pt11975"/>
            <p:cNvSpPr/>
            <p:nvPr/>
          </p:nvSpPr>
          <p:spPr>
            <a:xfrm>
              <a:off x="5133066" y="3541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6" name="pt11976"/>
            <p:cNvSpPr/>
            <p:nvPr/>
          </p:nvSpPr>
          <p:spPr>
            <a:xfrm>
              <a:off x="5207718" y="35744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7" name="pt11977"/>
            <p:cNvSpPr/>
            <p:nvPr/>
          </p:nvSpPr>
          <p:spPr>
            <a:xfrm>
              <a:off x="5208621" y="35412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8" name="pt11978"/>
            <p:cNvSpPr/>
            <p:nvPr/>
          </p:nvSpPr>
          <p:spPr>
            <a:xfrm>
              <a:off x="5148669" y="33096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79" name="pt11979"/>
            <p:cNvSpPr/>
            <p:nvPr/>
          </p:nvSpPr>
          <p:spPr>
            <a:xfrm>
              <a:off x="5117554" y="3538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0" name="pt11980"/>
            <p:cNvSpPr/>
            <p:nvPr/>
          </p:nvSpPr>
          <p:spPr>
            <a:xfrm>
              <a:off x="5156314" y="3566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1" name="pt11981"/>
            <p:cNvSpPr/>
            <p:nvPr/>
          </p:nvSpPr>
          <p:spPr>
            <a:xfrm>
              <a:off x="5206010" y="3540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2" name="pt11982"/>
            <p:cNvSpPr/>
            <p:nvPr/>
          </p:nvSpPr>
          <p:spPr>
            <a:xfrm>
              <a:off x="5157374" y="35849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3" name="pt11983"/>
            <p:cNvSpPr/>
            <p:nvPr/>
          </p:nvSpPr>
          <p:spPr>
            <a:xfrm>
              <a:off x="5138779" y="37164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4" name="pt11984"/>
            <p:cNvSpPr/>
            <p:nvPr/>
          </p:nvSpPr>
          <p:spPr>
            <a:xfrm>
              <a:off x="5178942" y="3556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5" name="pt11985"/>
            <p:cNvSpPr/>
            <p:nvPr/>
          </p:nvSpPr>
          <p:spPr>
            <a:xfrm>
              <a:off x="5153497" y="35598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6" name="pt11986"/>
            <p:cNvSpPr/>
            <p:nvPr/>
          </p:nvSpPr>
          <p:spPr>
            <a:xfrm>
              <a:off x="5212471" y="35453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7" name="pt11987"/>
            <p:cNvSpPr/>
            <p:nvPr/>
          </p:nvSpPr>
          <p:spPr>
            <a:xfrm>
              <a:off x="5128169" y="35135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8" name="pt11988"/>
            <p:cNvSpPr/>
            <p:nvPr/>
          </p:nvSpPr>
          <p:spPr>
            <a:xfrm>
              <a:off x="5112232" y="35438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89" name="pt11989"/>
            <p:cNvSpPr/>
            <p:nvPr/>
          </p:nvSpPr>
          <p:spPr>
            <a:xfrm>
              <a:off x="5147803" y="35630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0" name="pt11990"/>
            <p:cNvSpPr/>
            <p:nvPr/>
          </p:nvSpPr>
          <p:spPr>
            <a:xfrm>
              <a:off x="5188193" y="3564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1" name="pt11991"/>
            <p:cNvSpPr/>
            <p:nvPr/>
          </p:nvSpPr>
          <p:spPr>
            <a:xfrm>
              <a:off x="5131200" y="35508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2" name="pt11992"/>
            <p:cNvSpPr/>
            <p:nvPr/>
          </p:nvSpPr>
          <p:spPr>
            <a:xfrm>
              <a:off x="5094224" y="35873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3" name="pt11993"/>
            <p:cNvSpPr/>
            <p:nvPr/>
          </p:nvSpPr>
          <p:spPr>
            <a:xfrm>
              <a:off x="5156281" y="3528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4" name="pt11994"/>
            <p:cNvSpPr/>
            <p:nvPr/>
          </p:nvSpPr>
          <p:spPr>
            <a:xfrm>
              <a:off x="5171824" y="3590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5" name="pt11995"/>
            <p:cNvSpPr/>
            <p:nvPr/>
          </p:nvSpPr>
          <p:spPr>
            <a:xfrm>
              <a:off x="5171431" y="3627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6" name="pt11996"/>
            <p:cNvSpPr/>
            <p:nvPr/>
          </p:nvSpPr>
          <p:spPr>
            <a:xfrm>
              <a:off x="5189984" y="3550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7" name="pt11997"/>
            <p:cNvSpPr/>
            <p:nvPr/>
          </p:nvSpPr>
          <p:spPr>
            <a:xfrm>
              <a:off x="5155017" y="35599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8" name="pt11998"/>
            <p:cNvSpPr/>
            <p:nvPr/>
          </p:nvSpPr>
          <p:spPr>
            <a:xfrm>
              <a:off x="5208982" y="35727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1999" name="pt11999"/>
            <p:cNvSpPr/>
            <p:nvPr/>
          </p:nvSpPr>
          <p:spPr>
            <a:xfrm>
              <a:off x="5191046" y="36101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0" name="pt12000"/>
            <p:cNvSpPr/>
            <p:nvPr/>
          </p:nvSpPr>
          <p:spPr>
            <a:xfrm>
              <a:off x="5216549" y="35383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1" name="pt12001"/>
            <p:cNvSpPr/>
            <p:nvPr/>
          </p:nvSpPr>
          <p:spPr>
            <a:xfrm>
              <a:off x="5166661" y="3548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2" name="pt12002"/>
            <p:cNvSpPr/>
            <p:nvPr/>
          </p:nvSpPr>
          <p:spPr>
            <a:xfrm>
              <a:off x="5172783" y="3559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3" name="pt12003"/>
            <p:cNvSpPr/>
            <p:nvPr/>
          </p:nvSpPr>
          <p:spPr>
            <a:xfrm>
              <a:off x="5166898" y="3537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4" name="pt12004"/>
            <p:cNvSpPr/>
            <p:nvPr/>
          </p:nvSpPr>
          <p:spPr>
            <a:xfrm>
              <a:off x="5154869" y="3558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5" name="pt12005"/>
            <p:cNvSpPr/>
            <p:nvPr/>
          </p:nvSpPr>
          <p:spPr>
            <a:xfrm>
              <a:off x="5122051" y="3539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6" name="pt12006"/>
            <p:cNvSpPr/>
            <p:nvPr/>
          </p:nvSpPr>
          <p:spPr>
            <a:xfrm>
              <a:off x="5111888" y="34556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7" name="pt12007"/>
            <p:cNvSpPr/>
            <p:nvPr/>
          </p:nvSpPr>
          <p:spPr>
            <a:xfrm>
              <a:off x="5168440" y="35342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8" name="pt12008"/>
            <p:cNvSpPr/>
            <p:nvPr/>
          </p:nvSpPr>
          <p:spPr>
            <a:xfrm>
              <a:off x="5168332" y="3536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09" name="pt12009"/>
            <p:cNvSpPr/>
            <p:nvPr/>
          </p:nvSpPr>
          <p:spPr>
            <a:xfrm>
              <a:off x="5231988" y="3518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0" name="pt12010"/>
            <p:cNvSpPr/>
            <p:nvPr/>
          </p:nvSpPr>
          <p:spPr>
            <a:xfrm>
              <a:off x="5201382" y="3459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1" name="pt12011"/>
            <p:cNvSpPr/>
            <p:nvPr/>
          </p:nvSpPr>
          <p:spPr>
            <a:xfrm>
              <a:off x="5104781" y="3562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2" name="pt12012"/>
            <p:cNvSpPr/>
            <p:nvPr/>
          </p:nvSpPr>
          <p:spPr>
            <a:xfrm>
              <a:off x="5161220" y="35730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3" name="pt12013"/>
            <p:cNvSpPr/>
            <p:nvPr/>
          </p:nvSpPr>
          <p:spPr>
            <a:xfrm>
              <a:off x="5113953" y="35851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4" name="pt12014"/>
            <p:cNvSpPr/>
            <p:nvPr/>
          </p:nvSpPr>
          <p:spPr>
            <a:xfrm>
              <a:off x="5178231" y="3558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5" name="pt12015"/>
            <p:cNvSpPr/>
            <p:nvPr/>
          </p:nvSpPr>
          <p:spPr>
            <a:xfrm>
              <a:off x="5160901" y="3515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6" name="pt12016"/>
            <p:cNvSpPr/>
            <p:nvPr/>
          </p:nvSpPr>
          <p:spPr>
            <a:xfrm>
              <a:off x="5438716" y="3531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7" name="pt12017"/>
            <p:cNvSpPr/>
            <p:nvPr/>
          </p:nvSpPr>
          <p:spPr>
            <a:xfrm>
              <a:off x="5146208" y="3564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8" name="pt12018"/>
            <p:cNvSpPr/>
            <p:nvPr/>
          </p:nvSpPr>
          <p:spPr>
            <a:xfrm>
              <a:off x="5221776" y="35626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19" name="pt12019"/>
            <p:cNvSpPr/>
            <p:nvPr/>
          </p:nvSpPr>
          <p:spPr>
            <a:xfrm>
              <a:off x="5155493" y="3518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0" name="pt12020"/>
            <p:cNvSpPr/>
            <p:nvPr/>
          </p:nvSpPr>
          <p:spPr>
            <a:xfrm>
              <a:off x="5167372" y="35854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1" name="pt12021"/>
            <p:cNvSpPr/>
            <p:nvPr/>
          </p:nvSpPr>
          <p:spPr>
            <a:xfrm>
              <a:off x="5094699" y="35704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2" name="pt12022"/>
            <p:cNvSpPr/>
            <p:nvPr/>
          </p:nvSpPr>
          <p:spPr>
            <a:xfrm>
              <a:off x="5108759" y="3625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3" name="pt12023"/>
            <p:cNvSpPr/>
            <p:nvPr/>
          </p:nvSpPr>
          <p:spPr>
            <a:xfrm>
              <a:off x="5112707" y="35348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4" name="pt12024"/>
            <p:cNvSpPr/>
            <p:nvPr/>
          </p:nvSpPr>
          <p:spPr>
            <a:xfrm>
              <a:off x="5152995" y="35583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5" name="pt12025"/>
            <p:cNvSpPr/>
            <p:nvPr/>
          </p:nvSpPr>
          <p:spPr>
            <a:xfrm>
              <a:off x="5106544" y="35447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6" name="pt12026"/>
            <p:cNvSpPr/>
            <p:nvPr/>
          </p:nvSpPr>
          <p:spPr>
            <a:xfrm>
              <a:off x="5160952" y="35554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7" name="pt12027"/>
            <p:cNvSpPr/>
            <p:nvPr/>
          </p:nvSpPr>
          <p:spPr>
            <a:xfrm>
              <a:off x="5175094" y="35544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8" name="pt12028"/>
            <p:cNvSpPr/>
            <p:nvPr/>
          </p:nvSpPr>
          <p:spPr>
            <a:xfrm>
              <a:off x="5122522" y="3555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29" name="pt12029"/>
            <p:cNvSpPr/>
            <p:nvPr/>
          </p:nvSpPr>
          <p:spPr>
            <a:xfrm>
              <a:off x="5139736" y="3579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0" name="pt12030"/>
            <p:cNvSpPr/>
            <p:nvPr/>
          </p:nvSpPr>
          <p:spPr>
            <a:xfrm>
              <a:off x="5152290" y="3564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1" name="pt12031"/>
            <p:cNvSpPr/>
            <p:nvPr/>
          </p:nvSpPr>
          <p:spPr>
            <a:xfrm>
              <a:off x="5166136" y="35397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2" name="pt12032"/>
            <p:cNvSpPr/>
            <p:nvPr/>
          </p:nvSpPr>
          <p:spPr>
            <a:xfrm>
              <a:off x="5179461" y="35521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3" name="pt12033"/>
            <p:cNvSpPr/>
            <p:nvPr/>
          </p:nvSpPr>
          <p:spPr>
            <a:xfrm>
              <a:off x="5178259" y="32643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4" name="pt12034"/>
            <p:cNvSpPr/>
            <p:nvPr/>
          </p:nvSpPr>
          <p:spPr>
            <a:xfrm>
              <a:off x="5173635" y="35707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5" name="pt12035"/>
            <p:cNvSpPr/>
            <p:nvPr/>
          </p:nvSpPr>
          <p:spPr>
            <a:xfrm>
              <a:off x="5196339" y="3547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6" name="pt12036"/>
            <p:cNvSpPr/>
            <p:nvPr/>
          </p:nvSpPr>
          <p:spPr>
            <a:xfrm>
              <a:off x="5131682" y="35761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7" name="pt12037"/>
            <p:cNvSpPr/>
            <p:nvPr/>
          </p:nvSpPr>
          <p:spPr>
            <a:xfrm>
              <a:off x="5149361" y="35418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8" name="pt12038"/>
            <p:cNvSpPr/>
            <p:nvPr/>
          </p:nvSpPr>
          <p:spPr>
            <a:xfrm>
              <a:off x="5168911" y="3509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39" name="pt12039"/>
            <p:cNvSpPr/>
            <p:nvPr/>
          </p:nvSpPr>
          <p:spPr>
            <a:xfrm>
              <a:off x="5065942" y="35369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0" name="pt12040"/>
            <p:cNvSpPr/>
            <p:nvPr/>
          </p:nvSpPr>
          <p:spPr>
            <a:xfrm>
              <a:off x="5169219" y="3533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1" name="pt12041"/>
            <p:cNvSpPr/>
            <p:nvPr/>
          </p:nvSpPr>
          <p:spPr>
            <a:xfrm>
              <a:off x="5164103" y="3538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2" name="pt12042"/>
            <p:cNvSpPr/>
            <p:nvPr/>
          </p:nvSpPr>
          <p:spPr>
            <a:xfrm>
              <a:off x="5198543" y="35582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3" name="pt12043"/>
            <p:cNvSpPr/>
            <p:nvPr/>
          </p:nvSpPr>
          <p:spPr>
            <a:xfrm>
              <a:off x="5172956" y="3549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4" name="pt12044"/>
            <p:cNvSpPr/>
            <p:nvPr/>
          </p:nvSpPr>
          <p:spPr>
            <a:xfrm>
              <a:off x="5146033" y="35703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5" name="pt12045"/>
            <p:cNvSpPr/>
            <p:nvPr/>
          </p:nvSpPr>
          <p:spPr>
            <a:xfrm>
              <a:off x="5183964" y="35596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6" name="pt12046"/>
            <p:cNvSpPr/>
            <p:nvPr/>
          </p:nvSpPr>
          <p:spPr>
            <a:xfrm>
              <a:off x="5127286" y="3553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7" name="pt12047"/>
            <p:cNvSpPr/>
            <p:nvPr/>
          </p:nvSpPr>
          <p:spPr>
            <a:xfrm>
              <a:off x="5189722" y="35936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8" name="pt12048"/>
            <p:cNvSpPr/>
            <p:nvPr/>
          </p:nvSpPr>
          <p:spPr>
            <a:xfrm>
              <a:off x="5160420" y="3525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49" name="pt12049"/>
            <p:cNvSpPr/>
            <p:nvPr/>
          </p:nvSpPr>
          <p:spPr>
            <a:xfrm>
              <a:off x="5159782" y="35570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0" name="pt12050"/>
            <p:cNvSpPr/>
            <p:nvPr/>
          </p:nvSpPr>
          <p:spPr>
            <a:xfrm>
              <a:off x="5168284" y="34822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1" name="pt12051"/>
            <p:cNvSpPr/>
            <p:nvPr/>
          </p:nvSpPr>
          <p:spPr>
            <a:xfrm>
              <a:off x="5168004" y="3548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2" name="pt12052"/>
            <p:cNvSpPr/>
            <p:nvPr/>
          </p:nvSpPr>
          <p:spPr>
            <a:xfrm>
              <a:off x="5120008" y="3494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3" name="pt12053"/>
            <p:cNvSpPr/>
            <p:nvPr/>
          </p:nvSpPr>
          <p:spPr>
            <a:xfrm>
              <a:off x="5193151" y="3547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4" name="pt12054"/>
            <p:cNvSpPr/>
            <p:nvPr/>
          </p:nvSpPr>
          <p:spPr>
            <a:xfrm>
              <a:off x="5162967" y="3527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5" name="pt12055"/>
            <p:cNvSpPr/>
            <p:nvPr/>
          </p:nvSpPr>
          <p:spPr>
            <a:xfrm>
              <a:off x="5136103" y="35229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6" name="pt12056"/>
            <p:cNvSpPr/>
            <p:nvPr/>
          </p:nvSpPr>
          <p:spPr>
            <a:xfrm>
              <a:off x="5147391" y="35773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7" name="pt12057"/>
            <p:cNvSpPr/>
            <p:nvPr/>
          </p:nvSpPr>
          <p:spPr>
            <a:xfrm>
              <a:off x="5126527" y="35364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8" name="pt12058"/>
            <p:cNvSpPr/>
            <p:nvPr/>
          </p:nvSpPr>
          <p:spPr>
            <a:xfrm>
              <a:off x="5143695" y="3573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59" name="pt12059"/>
            <p:cNvSpPr/>
            <p:nvPr/>
          </p:nvSpPr>
          <p:spPr>
            <a:xfrm>
              <a:off x="5178832" y="35362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0" name="pt12060"/>
            <p:cNvSpPr/>
            <p:nvPr/>
          </p:nvSpPr>
          <p:spPr>
            <a:xfrm>
              <a:off x="5132209" y="3544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1" name="pt12061"/>
            <p:cNvSpPr/>
            <p:nvPr/>
          </p:nvSpPr>
          <p:spPr>
            <a:xfrm>
              <a:off x="5174214" y="3541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2" name="pt12062"/>
            <p:cNvSpPr/>
            <p:nvPr/>
          </p:nvSpPr>
          <p:spPr>
            <a:xfrm>
              <a:off x="5189407" y="3556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3" name="pt12063"/>
            <p:cNvSpPr/>
            <p:nvPr/>
          </p:nvSpPr>
          <p:spPr>
            <a:xfrm>
              <a:off x="5197192" y="3567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4" name="pt12064"/>
            <p:cNvSpPr/>
            <p:nvPr/>
          </p:nvSpPr>
          <p:spPr>
            <a:xfrm>
              <a:off x="5162167" y="35381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5" name="pt12065"/>
            <p:cNvSpPr/>
            <p:nvPr/>
          </p:nvSpPr>
          <p:spPr>
            <a:xfrm>
              <a:off x="5162924" y="34863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6" name="pt12066"/>
            <p:cNvSpPr/>
            <p:nvPr/>
          </p:nvSpPr>
          <p:spPr>
            <a:xfrm>
              <a:off x="5162948" y="35582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7" name="pt12067"/>
            <p:cNvSpPr/>
            <p:nvPr/>
          </p:nvSpPr>
          <p:spPr>
            <a:xfrm>
              <a:off x="5107348" y="3548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8" name="pt12068"/>
            <p:cNvSpPr/>
            <p:nvPr/>
          </p:nvSpPr>
          <p:spPr>
            <a:xfrm>
              <a:off x="5124279" y="3562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69" name="pt12069"/>
            <p:cNvSpPr/>
            <p:nvPr/>
          </p:nvSpPr>
          <p:spPr>
            <a:xfrm>
              <a:off x="5156120" y="35623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0" name="pt12070"/>
            <p:cNvSpPr/>
            <p:nvPr/>
          </p:nvSpPr>
          <p:spPr>
            <a:xfrm>
              <a:off x="5123716" y="3575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1" name="pt12071"/>
            <p:cNvSpPr/>
            <p:nvPr/>
          </p:nvSpPr>
          <p:spPr>
            <a:xfrm>
              <a:off x="5118464" y="35597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2" name="pt12072"/>
            <p:cNvSpPr/>
            <p:nvPr/>
          </p:nvSpPr>
          <p:spPr>
            <a:xfrm>
              <a:off x="5086849" y="3476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3" name="pt12073"/>
            <p:cNvSpPr/>
            <p:nvPr/>
          </p:nvSpPr>
          <p:spPr>
            <a:xfrm>
              <a:off x="5129735" y="35578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4" name="pt12074"/>
            <p:cNvSpPr/>
            <p:nvPr/>
          </p:nvSpPr>
          <p:spPr>
            <a:xfrm>
              <a:off x="5194948" y="35485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5" name="pt12075"/>
            <p:cNvSpPr/>
            <p:nvPr/>
          </p:nvSpPr>
          <p:spPr>
            <a:xfrm>
              <a:off x="5177086" y="3552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6" name="pt12076"/>
            <p:cNvSpPr/>
            <p:nvPr/>
          </p:nvSpPr>
          <p:spPr>
            <a:xfrm>
              <a:off x="5114810" y="34804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7" name="pt12077"/>
            <p:cNvSpPr/>
            <p:nvPr/>
          </p:nvSpPr>
          <p:spPr>
            <a:xfrm>
              <a:off x="5194566" y="3567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8" name="pt12078"/>
            <p:cNvSpPr/>
            <p:nvPr/>
          </p:nvSpPr>
          <p:spPr>
            <a:xfrm>
              <a:off x="5180293" y="35593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79" name="pt12079"/>
            <p:cNvSpPr/>
            <p:nvPr/>
          </p:nvSpPr>
          <p:spPr>
            <a:xfrm>
              <a:off x="5045612" y="3542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0" name="pt12080"/>
            <p:cNvSpPr/>
            <p:nvPr/>
          </p:nvSpPr>
          <p:spPr>
            <a:xfrm>
              <a:off x="5153623" y="35704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1" name="pt12081"/>
            <p:cNvSpPr/>
            <p:nvPr/>
          </p:nvSpPr>
          <p:spPr>
            <a:xfrm>
              <a:off x="5168211" y="3556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2" name="pt12082"/>
            <p:cNvSpPr/>
            <p:nvPr/>
          </p:nvSpPr>
          <p:spPr>
            <a:xfrm>
              <a:off x="5106830" y="35137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3" name="pt12083"/>
            <p:cNvSpPr/>
            <p:nvPr/>
          </p:nvSpPr>
          <p:spPr>
            <a:xfrm>
              <a:off x="5128074" y="3619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4" name="pt12084"/>
            <p:cNvSpPr/>
            <p:nvPr/>
          </p:nvSpPr>
          <p:spPr>
            <a:xfrm>
              <a:off x="5154737" y="3608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5" name="pt12085"/>
            <p:cNvSpPr/>
            <p:nvPr/>
          </p:nvSpPr>
          <p:spPr>
            <a:xfrm>
              <a:off x="5102900" y="3495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6" name="pt12086"/>
            <p:cNvSpPr/>
            <p:nvPr/>
          </p:nvSpPr>
          <p:spPr>
            <a:xfrm>
              <a:off x="5139035" y="35708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7" name="pt12087"/>
            <p:cNvSpPr/>
            <p:nvPr/>
          </p:nvSpPr>
          <p:spPr>
            <a:xfrm>
              <a:off x="5178005" y="35892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8" name="pt12088"/>
            <p:cNvSpPr/>
            <p:nvPr/>
          </p:nvSpPr>
          <p:spPr>
            <a:xfrm>
              <a:off x="5140871" y="3528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89" name="pt12089"/>
            <p:cNvSpPr/>
            <p:nvPr/>
          </p:nvSpPr>
          <p:spPr>
            <a:xfrm>
              <a:off x="5197547" y="35713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0" name="pt12090"/>
            <p:cNvSpPr/>
            <p:nvPr/>
          </p:nvSpPr>
          <p:spPr>
            <a:xfrm>
              <a:off x="5153195" y="3529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1" name="pt12091"/>
            <p:cNvSpPr/>
            <p:nvPr/>
          </p:nvSpPr>
          <p:spPr>
            <a:xfrm>
              <a:off x="5161041" y="35461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2" name="pt12092"/>
            <p:cNvSpPr/>
            <p:nvPr/>
          </p:nvSpPr>
          <p:spPr>
            <a:xfrm>
              <a:off x="5152244" y="35302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3" name="pt12093"/>
            <p:cNvSpPr/>
            <p:nvPr/>
          </p:nvSpPr>
          <p:spPr>
            <a:xfrm>
              <a:off x="5187772" y="3281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4" name="pt12094"/>
            <p:cNvSpPr/>
            <p:nvPr/>
          </p:nvSpPr>
          <p:spPr>
            <a:xfrm>
              <a:off x="5159031" y="3592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5" name="pt12095"/>
            <p:cNvSpPr/>
            <p:nvPr/>
          </p:nvSpPr>
          <p:spPr>
            <a:xfrm>
              <a:off x="5192463" y="35513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6" name="pt12096"/>
            <p:cNvSpPr/>
            <p:nvPr/>
          </p:nvSpPr>
          <p:spPr>
            <a:xfrm>
              <a:off x="5135026" y="3562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7" name="pt12097"/>
            <p:cNvSpPr/>
            <p:nvPr/>
          </p:nvSpPr>
          <p:spPr>
            <a:xfrm>
              <a:off x="5135182" y="3568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8" name="pt12098"/>
            <p:cNvSpPr/>
            <p:nvPr/>
          </p:nvSpPr>
          <p:spPr>
            <a:xfrm>
              <a:off x="5163757" y="35603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099" name="pt12099"/>
            <p:cNvSpPr/>
            <p:nvPr/>
          </p:nvSpPr>
          <p:spPr>
            <a:xfrm>
              <a:off x="5179609" y="35743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0" name="pt12100"/>
            <p:cNvSpPr/>
            <p:nvPr/>
          </p:nvSpPr>
          <p:spPr>
            <a:xfrm>
              <a:off x="5114424" y="3533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1" name="pt12101"/>
            <p:cNvSpPr/>
            <p:nvPr/>
          </p:nvSpPr>
          <p:spPr>
            <a:xfrm>
              <a:off x="5119957" y="35800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2" name="pt12102"/>
            <p:cNvSpPr/>
            <p:nvPr/>
          </p:nvSpPr>
          <p:spPr>
            <a:xfrm>
              <a:off x="5155138" y="35027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3" name="pt12103"/>
            <p:cNvSpPr/>
            <p:nvPr/>
          </p:nvSpPr>
          <p:spPr>
            <a:xfrm>
              <a:off x="5205142" y="35716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4" name="pt12104"/>
            <p:cNvSpPr/>
            <p:nvPr/>
          </p:nvSpPr>
          <p:spPr>
            <a:xfrm>
              <a:off x="5216008" y="35431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5" name="pt12105"/>
            <p:cNvSpPr/>
            <p:nvPr/>
          </p:nvSpPr>
          <p:spPr>
            <a:xfrm>
              <a:off x="5206696" y="35134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6" name="pt12106"/>
            <p:cNvSpPr/>
            <p:nvPr/>
          </p:nvSpPr>
          <p:spPr>
            <a:xfrm>
              <a:off x="5109027" y="35962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7" name="pt12107"/>
            <p:cNvSpPr/>
            <p:nvPr/>
          </p:nvSpPr>
          <p:spPr>
            <a:xfrm>
              <a:off x="5235213" y="35643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8" name="pt12108"/>
            <p:cNvSpPr/>
            <p:nvPr/>
          </p:nvSpPr>
          <p:spPr>
            <a:xfrm>
              <a:off x="5115069" y="3548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09" name="pt12109"/>
            <p:cNvSpPr/>
            <p:nvPr/>
          </p:nvSpPr>
          <p:spPr>
            <a:xfrm>
              <a:off x="5116353" y="35825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0" name="pt12110"/>
            <p:cNvSpPr/>
            <p:nvPr/>
          </p:nvSpPr>
          <p:spPr>
            <a:xfrm>
              <a:off x="5144077" y="35794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1" name="pt12111"/>
            <p:cNvSpPr/>
            <p:nvPr/>
          </p:nvSpPr>
          <p:spPr>
            <a:xfrm>
              <a:off x="5120260" y="35430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2" name="pt12112"/>
            <p:cNvSpPr/>
            <p:nvPr/>
          </p:nvSpPr>
          <p:spPr>
            <a:xfrm>
              <a:off x="5141302" y="33746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3" name="pt12113"/>
            <p:cNvSpPr/>
            <p:nvPr/>
          </p:nvSpPr>
          <p:spPr>
            <a:xfrm>
              <a:off x="5118312" y="35028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4" name="pt12114"/>
            <p:cNvSpPr/>
            <p:nvPr/>
          </p:nvSpPr>
          <p:spPr>
            <a:xfrm>
              <a:off x="5098612" y="3571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5" name="pt12115"/>
            <p:cNvSpPr/>
            <p:nvPr/>
          </p:nvSpPr>
          <p:spPr>
            <a:xfrm>
              <a:off x="5171418" y="3550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6" name="pt12116"/>
            <p:cNvSpPr/>
            <p:nvPr/>
          </p:nvSpPr>
          <p:spPr>
            <a:xfrm>
              <a:off x="5201694" y="35670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7" name="pt12117"/>
            <p:cNvSpPr/>
            <p:nvPr/>
          </p:nvSpPr>
          <p:spPr>
            <a:xfrm>
              <a:off x="5180022" y="35594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8" name="pt12118"/>
            <p:cNvSpPr/>
            <p:nvPr/>
          </p:nvSpPr>
          <p:spPr>
            <a:xfrm>
              <a:off x="5164833" y="35889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19" name="pt12119"/>
            <p:cNvSpPr/>
            <p:nvPr/>
          </p:nvSpPr>
          <p:spPr>
            <a:xfrm>
              <a:off x="5102652" y="35982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0" name="pt12120"/>
            <p:cNvSpPr/>
            <p:nvPr/>
          </p:nvSpPr>
          <p:spPr>
            <a:xfrm>
              <a:off x="5094718" y="3569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1" name="pt12121"/>
            <p:cNvSpPr/>
            <p:nvPr/>
          </p:nvSpPr>
          <p:spPr>
            <a:xfrm>
              <a:off x="5115014" y="35680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2" name="pt12122"/>
            <p:cNvSpPr/>
            <p:nvPr/>
          </p:nvSpPr>
          <p:spPr>
            <a:xfrm>
              <a:off x="5120769" y="35712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3" name="pt12123"/>
            <p:cNvSpPr/>
            <p:nvPr/>
          </p:nvSpPr>
          <p:spPr>
            <a:xfrm>
              <a:off x="5149163" y="3557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4" name="pt12124"/>
            <p:cNvSpPr/>
            <p:nvPr/>
          </p:nvSpPr>
          <p:spPr>
            <a:xfrm>
              <a:off x="5630747" y="35627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5" name="pt12125"/>
            <p:cNvSpPr/>
            <p:nvPr/>
          </p:nvSpPr>
          <p:spPr>
            <a:xfrm>
              <a:off x="5123142" y="35024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6" name="pt12126"/>
            <p:cNvSpPr/>
            <p:nvPr/>
          </p:nvSpPr>
          <p:spPr>
            <a:xfrm>
              <a:off x="5140767" y="35403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7" name="pt12127"/>
            <p:cNvSpPr/>
            <p:nvPr/>
          </p:nvSpPr>
          <p:spPr>
            <a:xfrm>
              <a:off x="5133712" y="3555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8" name="pt12128"/>
            <p:cNvSpPr/>
            <p:nvPr/>
          </p:nvSpPr>
          <p:spPr>
            <a:xfrm>
              <a:off x="5135495" y="35752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29" name="pt12129"/>
            <p:cNvSpPr/>
            <p:nvPr/>
          </p:nvSpPr>
          <p:spPr>
            <a:xfrm>
              <a:off x="5129454" y="37062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0" name="pt12130"/>
            <p:cNvSpPr/>
            <p:nvPr/>
          </p:nvSpPr>
          <p:spPr>
            <a:xfrm>
              <a:off x="5198729" y="35341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1" name="pt12131"/>
            <p:cNvSpPr/>
            <p:nvPr/>
          </p:nvSpPr>
          <p:spPr>
            <a:xfrm>
              <a:off x="5137469" y="3520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2" name="pt12132"/>
            <p:cNvSpPr/>
            <p:nvPr/>
          </p:nvSpPr>
          <p:spPr>
            <a:xfrm>
              <a:off x="5118122" y="35190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3" name="pt12133"/>
            <p:cNvSpPr/>
            <p:nvPr/>
          </p:nvSpPr>
          <p:spPr>
            <a:xfrm>
              <a:off x="5152575" y="3552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4" name="pt12134"/>
            <p:cNvSpPr/>
            <p:nvPr/>
          </p:nvSpPr>
          <p:spPr>
            <a:xfrm>
              <a:off x="5143406" y="35947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5" name="pt12135"/>
            <p:cNvSpPr/>
            <p:nvPr/>
          </p:nvSpPr>
          <p:spPr>
            <a:xfrm>
              <a:off x="5150364" y="35820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6" name="pt12136"/>
            <p:cNvSpPr/>
            <p:nvPr/>
          </p:nvSpPr>
          <p:spPr>
            <a:xfrm>
              <a:off x="5178699" y="35482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7" name="pt12137"/>
            <p:cNvSpPr/>
            <p:nvPr/>
          </p:nvSpPr>
          <p:spPr>
            <a:xfrm>
              <a:off x="5226942" y="3547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8" name="pt12138"/>
            <p:cNvSpPr/>
            <p:nvPr/>
          </p:nvSpPr>
          <p:spPr>
            <a:xfrm>
              <a:off x="5114615" y="35729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39" name="pt12139"/>
            <p:cNvSpPr/>
            <p:nvPr/>
          </p:nvSpPr>
          <p:spPr>
            <a:xfrm>
              <a:off x="5137758" y="35522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0" name="pt12140"/>
            <p:cNvSpPr/>
            <p:nvPr/>
          </p:nvSpPr>
          <p:spPr>
            <a:xfrm>
              <a:off x="5175198" y="36022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1" name="pt12141"/>
            <p:cNvSpPr/>
            <p:nvPr/>
          </p:nvSpPr>
          <p:spPr>
            <a:xfrm>
              <a:off x="5135563" y="3637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2" name="pt12142"/>
            <p:cNvSpPr/>
            <p:nvPr/>
          </p:nvSpPr>
          <p:spPr>
            <a:xfrm>
              <a:off x="5099151" y="3603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3" name="pt12143"/>
            <p:cNvSpPr/>
            <p:nvPr/>
          </p:nvSpPr>
          <p:spPr>
            <a:xfrm>
              <a:off x="5162617" y="35287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4" name="pt12144"/>
            <p:cNvSpPr/>
            <p:nvPr/>
          </p:nvSpPr>
          <p:spPr>
            <a:xfrm>
              <a:off x="5160718" y="35519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5" name="pt12145"/>
            <p:cNvSpPr/>
            <p:nvPr/>
          </p:nvSpPr>
          <p:spPr>
            <a:xfrm>
              <a:off x="5205989" y="36079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6" name="pt12146"/>
            <p:cNvSpPr/>
            <p:nvPr/>
          </p:nvSpPr>
          <p:spPr>
            <a:xfrm>
              <a:off x="5119749" y="3533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7" name="pt12147"/>
            <p:cNvSpPr/>
            <p:nvPr/>
          </p:nvSpPr>
          <p:spPr>
            <a:xfrm>
              <a:off x="5306136" y="35606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8" name="pt12148"/>
            <p:cNvSpPr/>
            <p:nvPr/>
          </p:nvSpPr>
          <p:spPr>
            <a:xfrm>
              <a:off x="5116095" y="36158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49" name="pt12149"/>
            <p:cNvSpPr/>
            <p:nvPr/>
          </p:nvSpPr>
          <p:spPr>
            <a:xfrm>
              <a:off x="5191980" y="3540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0" name="pt12150"/>
            <p:cNvSpPr/>
            <p:nvPr/>
          </p:nvSpPr>
          <p:spPr>
            <a:xfrm>
              <a:off x="5092358" y="3564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1" name="pt12151"/>
            <p:cNvSpPr/>
            <p:nvPr/>
          </p:nvSpPr>
          <p:spPr>
            <a:xfrm>
              <a:off x="5168926" y="35623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2" name="pt12152"/>
            <p:cNvSpPr/>
            <p:nvPr/>
          </p:nvSpPr>
          <p:spPr>
            <a:xfrm>
              <a:off x="5136818" y="37053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3" name="pt12153"/>
            <p:cNvSpPr/>
            <p:nvPr/>
          </p:nvSpPr>
          <p:spPr>
            <a:xfrm>
              <a:off x="5113977" y="3547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4" name="pt12154"/>
            <p:cNvSpPr/>
            <p:nvPr/>
          </p:nvSpPr>
          <p:spPr>
            <a:xfrm>
              <a:off x="5286259" y="3551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5" name="pt12155"/>
            <p:cNvSpPr/>
            <p:nvPr/>
          </p:nvSpPr>
          <p:spPr>
            <a:xfrm>
              <a:off x="5145157" y="35345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6" name="pt12156"/>
            <p:cNvSpPr/>
            <p:nvPr/>
          </p:nvSpPr>
          <p:spPr>
            <a:xfrm>
              <a:off x="5143785" y="3564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7" name="pt12157"/>
            <p:cNvSpPr/>
            <p:nvPr/>
          </p:nvSpPr>
          <p:spPr>
            <a:xfrm>
              <a:off x="5151629" y="3557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8" name="pt12158"/>
            <p:cNvSpPr/>
            <p:nvPr/>
          </p:nvSpPr>
          <p:spPr>
            <a:xfrm>
              <a:off x="5159780" y="35561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59" name="pt12159"/>
            <p:cNvSpPr/>
            <p:nvPr/>
          </p:nvSpPr>
          <p:spPr>
            <a:xfrm>
              <a:off x="5133513" y="35931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0" name="pt12160"/>
            <p:cNvSpPr/>
            <p:nvPr/>
          </p:nvSpPr>
          <p:spPr>
            <a:xfrm>
              <a:off x="5185447" y="35416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1" name="pt12161"/>
            <p:cNvSpPr/>
            <p:nvPr/>
          </p:nvSpPr>
          <p:spPr>
            <a:xfrm>
              <a:off x="5179298" y="3555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2" name="pt12162"/>
            <p:cNvSpPr/>
            <p:nvPr/>
          </p:nvSpPr>
          <p:spPr>
            <a:xfrm>
              <a:off x="5166270" y="3556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3" name="pt12163"/>
            <p:cNvSpPr/>
            <p:nvPr/>
          </p:nvSpPr>
          <p:spPr>
            <a:xfrm>
              <a:off x="5144656" y="35671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4" name="pt12164"/>
            <p:cNvSpPr/>
            <p:nvPr/>
          </p:nvSpPr>
          <p:spPr>
            <a:xfrm>
              <a:off x="5154428" y="35555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5" name="pt12165"/>
            <p:cNvSpPr/>
            <p:nvPr/>
          </p:nvSpPr>
          <p:spPr>
            <a:xfrm>
              <a:off x="5158039" y="3589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6" name="pt12166"/>
            <p:cNvSpPr/>
            <p:nvPr/>
          </p:nvSpPr>
          <p:spPr>
            <a:xfrm>
              <a:off x="5205454" y="3602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7" name="pt12167"/>
            <p:cNvSpPr/>
            <p:nvPr/>
          </p:nvSpPr>
          <p:spPr>
            <a:xfrm>
              <a:off x="5163825" y="35564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8" name="pt12168"/>
            <p:cNvSpPr/>
            <p:nvPr/>
          </p:nvSpPr>
          <p:spPr>
            <a:xfrm>
              <a:off x="5185690" y="35337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69" name="pt12169"/>
            <p:cNvSpPr/>
            <p:nvPr/>
          </p:nvSpPr>
          <p:spPr>
            <a:xfrm>
              <a:off x="5143351" y="35382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0" name="pt12170"/>
            <p:cNvSpPr/>
            <p:nvPr/>
          </p:nvSpPr>
          <p:spPr>
            <a:xfrm>
              <a:off x="5200371" y="3552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1" name="pt12171"/>
            <p:cNvSpPr/>
            <p:nvPr/>
          </p:nvSpPr>
          <p:spPr>
            <a:xfrm>
              <a:off x="5140992" y="3632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2" name="pt12172"/>
            <p:cNvSpPr/>
            <p:nvPr/>
          </p:nvSpPr>
          <p:spPr>
            <a:xfrm>
              <a:off x="5183601" y="35966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3" name="pt12173"/>
            <p:cNvSpPr/>
            <p:nvPr/>
          </p:nvSpPr>
          <p:spPr>
            <a:xfrm>
              <a:off x="5055391" y="35643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4" name="pt12174"/>
            <p:cNvSpPr/>
            <p:nvPr/>
          </p:nvSpPr>
          <p:spPr>
            <a:xfrm>
              <a:off x="5123037" y="3565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5" name="pt12175"/>
            <p:cNvSpPr/>
            <p:nvPr/>
          </p:nvSpPr>
          <p:spPr>
            <a:xfrm>
              <a:off x="5158163" y="3428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6" name="pt12176"/>
            <p:cNvSpPr/>
            <p:nvPr/>
          </p:nvSpPr>
          <p:spPr>
            <a:xfrm>
              <a:off x="5182062" y="3536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7" name="pt12177"/>
            <p:cNvSpPr/>
            <p:nvPr/>
          </p:nvSpPr>
          <p:spPr>
            <a:xfrm>
              <a:off x="5153643" y="35220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78" name="pt12178"/>
            <p:cNvSpPr/>
            <p:nvPr/>
          </p:nvSpPr>
          <p:spPr>
            <a:xfrm>
              <a:off x="5072059" y="3477722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9" name="pt12179"/>
            <p:cNvSpPr/>
            <p:nvPr/>
          </p:nvSpPr>
          <p:spPr>
            <a:xfrm>
              <a:off x="5111972" y="3518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0" name="pt12180"/>
            <p:cNvSpPr/>
            <p:nvPr/>
          </p:nvSpPr>
          <p:spPr>
            <a:xfrm>
              <a:off x="5165183" y="3544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1" name="pt12181"/>
            <p:cNvSpPr/>
            <p:nvPr/>
          </p:nvSpPr>
          <p:spPr>
            <a:xfrm>
              <a:off x="5200921" y="35859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2" name="pt12182"/>
            <p:cNvSpPr/>
            <p:nvPr/>
          </p:nvSpPr>
          <p:spPr>
            <a:xfrm>
              <a:off x="5172218" y="3561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3" name="pt12183"/>
            <p:cNvSpPr/>
            <p:nvPr/>
          </p:nvSpPr>
          <p:spPr>
            <a:xfrm>
              <a:off x="5111597" y="40883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4" name="pt12184"/>
            <p:cNvSpPr/>
            <p:nvPr/>
          </p:nvSpPr>
          <p:spPr>
            <a:xfrm>
              <a:off x="5082771" y="3606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5" name="pt12185"/>
            <p:cNvSpPr/>
            <p:nvPr/>
          </p:nvSpPr>
          <p:spPr>
            <a:xfrm>
              <a:off x="5171318" y="35737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6" name="pt12186"/>
            <p:cNvSpPr/>
            <p:nvPr/>
          </p:nvSpPr>
          <p:spPr>
            <a:xfrm>
              <a:off x="5146864" y="34519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7" name="pt12187"/>
            <p:cNvSpPr/>
            <p:nvPr/>
          </p:nvSpPr>
          <p:spPr>
            <a:xfrm>
              <a:off x="5200915" y="3553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8" name="pt12188"/>
            <p:cNvSpPr/>
            <p:nvPr/>
          </p:nvSpPr>
          <p:spPr>
            <a:xfrm>
              <a:off x="5161337" y="35575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89" name="pt12189"/>
            <p:cNvSpPr/>
            <p:nvPr/>
          </p:nvSpPr>
          <p:spPr>
            <a:xfrm>
              <a:off x="5144609" y="3551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0" name="pt12190"/>
            <p:cNvSpPr/>
            <p:nvPr/>
          </p:nvSpPr>
          <p:spPr>
            <a:xfrm>
              <a:off x="5186478" y="35806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1" name="pt12191"/>
            <p:cNvSpPr/>
            <p:nvPr/>
          </p:nvSpPr>
          <p:spPr>
            <a:xfrm>
              <a:off x="5086214" y="3601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2" name="pt12192"/>
            <p:cNvSpPr/>
            <p:nvPr/>
          </p:nvSpPr>
          <p:spPr>
            <a:xfrm>
              <a:off x="5157054" y="35173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3" name="pt12193"/>
            <p:cNvSpPr/>
            <p:nvPr/>
          </p:nvSpPr>
          <p:spPr>
            <a:xfrm>
              <a:off x="5175607" y="3566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4" name="pt12194"/>
            <p:cNvSpPr/>
            <p:nvPr/>
          </p:nvSpPr>
          <p:spPr>
            <a:xfrm>
              <a:off x="5159687" y="35534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5" name="pt12195"/>
            <p:cNvSpPr/>
            <p:nvPr/>
          </p:nvSpPr>
          <p:spPr>
            <a:xfrm>
              <a:off x="5123223" y="36092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6" name="pt12196"/>
            <p:cNvSpPr/>
            <p:nvPr/>
          </p:nvSpPr>
          <p:spPr>
            <a:xfrm>
              <a:off x="5198970" y="3554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7" name="pt12197"/>
            <p:cNvSpPr/>
            <p:nvPr/>
          </p:nvSpPr>
          <p:spPr>
            <a:xfrm>
              <a:off x="5173387" y="3921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8" name="pt12198"/>
            <p:cNvSpPr/>
            <p:nvPr/>
          </p:nvSpPr>
          <p:spPr>
            <a:xfrm>
              <a:off x="5171361" y="35620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199" name="pt12199"/>
            <p:cNvSpPr/>
            <p:nvPr/>
          </p:nvSpPr>
          <p:spPr>
            <a:xfrm>
              <a:off x="5149791" y="3557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0" name="pt12200"/>
            <p:cNvSpPr/>
            <p:nvPr/>
          </p:nvSpPr>
          <p:spPr>
            <a:xfrm>
              <a:off x="5141004" y="3570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1" name="pt12201"/>
            <p:cNvSpPr/>
            <p:nvPr/>
          </p:nvSpPr>
          <p:spPr>
            <a:xfrm>
              <a:off x="5163010" y="3070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2" name="pt12202"/>
            <p:cNvSpPr/>
            <p:nvPr/>
          </p:nvSpPr>
          <p:spPr>
            <a:xfrm>
              <a:off x="5130246" y="35530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3" name="pt12203"/>
            <p:cNvSpPr/>
            <p:nvPr/>
          </p:nvSpPr>
          <p:spPr>
            <a:xfrm>
              <a:off x="5129093" y="35155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4" name="pt12204"/>
            <p:cNvSpPr/>
            <p:nvPr/>
          </p:nvSpPr>
          <p:spPr>
            <a:xfrm>
              <a:off x="5133842" y="3546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5" name="pt12205"/>
            <p:cNvSpPr/>
            <p:nvPr/>
          </p:nvSpPr>
          <p:spPr>
            <a:xfrm>
              <a:off x="5148453" y="35562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6" name="pt12206"/>
            <p:cNvSpPr/>
            <p:nvPr/>
          </p:nvSpPr>
          <p:spPr>
            <a:xfrm>
              <a:off x="5247948" y="35663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7" name="pt12207"/>
            <p:cNvSpPr/>
            <p:nvPr/>
          </p:nvSpPr>
          <p:spPr>
            <a:xfrm>
              <a:off x="5130027" y="35596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8" name="pt12208"/>
            <p:cNvSpPr/>
            <p:nvPr/>
          </p:nvSpPr>
          <p:spPr>
            <a:xfrm>
              <a:off x="5186763" y="3552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09" name="pt12209"/>
            <p:cNvSpPr/>
            <p:nvPr/>
          </p:nvSpPr>
          <p:spPr>
            <a:xfrm>
              <a:off x="5106399" y="3555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0" name="pt12210"/>
            <p:cNvSpPr/>
            <p:nvPr/>
          </p:nvSpPr>
          <p:spPr>
            <a:xfrm>
              <a:off x="5266168" y="3517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1" name="pt12211"/>
            <p:cNvSpPr/>
            <p:nvPr/>
          </p:nvSpPr>
          <p:spPr>
            <a:xfrm>
              <a:off x="5141073" y="3479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2" name="pt12212"/>
            <p:cNvSpPr/>
            <p:nvPr/>
          </p:nvSpPr>
          <p:spPr>
            <a:xfrm>
              <a:off x="5122631" y="3555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3" name="pt12213"/>
            <p:cNvSpPr/>
            <p:nvPr/>
          </p:nvSpPr>
          <p:spPr>
            <a:xfrm>
              <a:off x="5171151" y="35436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4" name="pt12214"/>
            <p:cNvSpPr/>
            <p:nvPr/>
          </p:nvSpPr>
          <p:spPr>
            <a:xfrm>
              <a:off x="5146917" y="35632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5" name="pt12215"/>
            <p:cNvSpPr/>
            <p:nvPr/>
          </p:nvSpPr>
          <p:spPr>
            <a:xfrm>
              <a:off x="5166573" y="3568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6" name="pt12216"/>
            <p:cNvSpPr/>
            <p:nvPr/>
          </p:nvSpPr>
          <p:spPr>
            <a:xfrm>
              <a:off x="5148206" y="35495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7" name="pt12217"/>
            <p:cNvSpPr/>
            <p:nvPr/>
          </p:nvSpPr>
          <p:spPr>
            <a:xfrm>
              <a:off x="5181167" y="35922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8" name="pt12218"/>
            <p:cNvSpPr/>
            <p:nvPr/>
          </p:nvSpPr>
          <p:spPr>
            <a:xfrm>
              <a:off x="5187126" y="3549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19" name="pt12219"/>
            <p:cNvSpPr/>
            <p:nvPr/>
          </p:nvSpPr>
          <p:spPr>
            <a:xfrm>
              <a:off x="5107992" y="3503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0" name="pt12220"/>
            <p:cNvSpPr/>
            <p:nvPr/>
          </p:nvSpPr>
          <p:spPr>
            <a:xfrm>
              <a:off x="5571860" y="3541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1" name="pt12221"/>
            <p:cNvSpPr/>
            <p:nvPr/>
          </p:nvSpPr>
          <p:spPr>
            <a:xfrm>
              <a:off x="5107196" y="3577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2" name="pt12222"/>
            <p:cNvSpPr/>
            <p:nvPr/>
          </p:nvSpPr>
          <p:spPr>
            <a:xfrm>
              <a:off x="5137082" y="35485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3" name="pt12223"/>
            <p:cNvSpPr/>
            <p:nvPr/>
          </p:nvSpPr>
          <p:spPr>
            <a:xfrm>
              <a:off x="5177001" y="3563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4" name="pt12224"/>
            <p:cNvSpPr/>
            <p:nvPr/>
          </p:nvSpPr>
          <p:spPr>
            <a:xfrm>
              <a:off x="5160844" y="3558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5" name="pt12225"/>
            <p:cNvSpPr/>
            <p:nvPr/>
          </p:nvSpPr>
          <p:spPr>
            <a:xfrm>
              <a:off x="5176040" y="35437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6" name="pt12226"/>
            <p:cNvSpPr/>
            <p:nvPr/>
          </p:nvSpPr>
          <p:spPr>
            <a:xfrm>
              <a:off x="5163984" y="3656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7" name="pt12227"/>
            <p:cNvSpPr/>
            <p:nvPr/>
          </p:nvSpPr>
          <p:spPr>
            <a:xfrm>
              <a:off x="5139909" y="35739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8" name="pt12228"/>
            <p:cNvSpPr/>
            <p:nvPr/>
          </p:nvSpPr>
          <p:spPr>
            <a:xfrm>
              <a:off x="5133484" y="3552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29" name="pt12229"/>
            <p:cNvSpPr/>
            <p:nvPr/>
          </p:nvSpPr>
          <p:spPr>
            <a:xfrm>
              <a:off x="5126992" y="35501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0" name="pt12230"/>
            <p:cNvSpPr/>
            <p:nvPr/>
          </p:nvSpPr>
          <p:spPr>
            <a:xfrm>
              <a:off x="5175737" y="3512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1" name="pt12231"/>
            <p:cNvSpPr/>
            <p:nvPr/>
          </p:nvSpPr>
          <p:spPr>
            <a:xfrm>
              <a:off x="5128058" y="3545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2" name="pt12232"/>
            <p:cNvSpPr/>
            <p:nvPr/>
          </p:nvSpPr>
          <p:spPr>
            <a:xfrm>
              <a:off x="5138295" y="35192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3" name="pt12233"/>
            <p:cNvSpPr/>
            <p:nvPr/>
          </p:nvSpPr>
          <p:spPr>
            <a:xfrm>
              <a:off x="5217039" y="3554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4" name="pt12234"/>
            <p:cNvSpPr/>
            <p:nvPr/>
          </p:nvSpPr>
          <p:spPr>
            <a:xfrm>
              <a:off x="5201859" y="35424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5" name="pt12235"/>
            <p:cNvSpPr/>
            <p:nvPr/>
          </p:nvSpPr>
          <p:spPr>
            <a:xfrm>
              <a:off x="5227581" y="35288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6" name="pt12236"/>
            <p:cNvSpPr/>
            <p:nvPr/>
          </p:nvSpPr>
          <p:spPr>
            <a:xfrm>
              <a:off x="5121380" y="35362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7" name="pt12237"/>
            <p:cNvSpPr/>
            <p:nvPr/>
          </p:nvSpPr>
          <p:spPr>
            <a:xfrm>
              <a:off x="5193502" y="3602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8" name="pt12238"/>
            <p:cNvSpPr/>
            <p:nvPr/>
          </p:nvSpPr>
          <p:spPr>
            <a:xfrm>
              <a:off x="5164372" y="35396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39" name="pt12239"/>
            <p:cNvSpPr/>
            <p:nvPr/>
          </p:nvSpPr>
          <p:spPr>
            <a:xfrm>
              <a:off x="5198898" y="36043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0" name="pt12240"/>
            <p:cNvSpPr/>
            <p:nvPr/>
          </p:nvSpPr>
          <p:spPr>
            <a:xfrm>
              <a:off x="5114570" y="35562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1" name="pt12241"/>
            <p:cNvSpPr/>
            <p:nvPr/>
          </p:nvSpPr>
          <p:spPr>
            <a:xfrm>
              <a:off x="5109192" y="35441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2" name="pt12242"/>
            <p:cNvSpPr/>
            <p:nvPr/>
          </p:nvSpPr>
          <p:spPr>
            <a:xfrm>
              <a:off x="5180807" y="3536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3" name="pt12243"/>
            <p:cNvSpPr/>
            <p:nvPr/>
          </p:nvSpPr>
          <p:spPr>
            <a:xfrm>
              <a:off x="5164271" y="3641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4" name="pt12244"/>
            <p:cNvSpPr/>
            <p:nvPr/>
          </p:nvSpPr>
          <p:spPr>
            <a:xfrm>
              <a:off x="5156893" y="3583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5" name="pt12245"/>
            <p:cNvSpPr/>
            <p:nvPr/>
          </p:nvSpPr>
          <p:spPr>
            <a:xfrm>
              <a:off x="5102195" y="35577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6" name="pt12246"/>
            <p:cNvSpPr/>
            <p:nvPr/>
          </p:nvSpPr>
          <p:spPr>
            <a:xfrm>
              <a:off x="5124436" y="3529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7" name="pt12247"/>
            <p:cNvSpPr/>
            <p:nvPr/>
          </p:nvSpPr>
          <p:spPr>
            <a:xfrm>
              <a:off x="5171477" y="3633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8" name="pt12248"/>
            <p:cNvSpPr/>
            <p:nvPr/>
          </p:nvSpPr>
          <p:spPr>
            <a:xfrm>
              <a:off x="5182202" y="3450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49" name="pt12249"/>
            <p:cNvSpPr/>
            <p:nvPr/>
          </p:nvSpPr>
          <p:spPr>
            <a:xfrm>
              <a:off x="5117973" y="3541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0" name="pt12250"/>
            <p:cNvSpPr/>
            <p:nvPr/>
          </p:nvSpPr>
          <p:spPr>
            <a:xfrm>
              <a:off x="5168254" y="35306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1" name="pt12251"/>
            <p:cNvSpPr/>
            <p:nvPr/>
          </p:nvSpPr>
          <p:spPr>
            <a:xfrm>
              <a:off x="5121556" y="3477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2" name="pt12252"/>
            <p:cNvSpPr/>
            <p:nvPr/>
          </p:nvSpPr>
          <p:spPr>
            <a:xfrm>
              <a:off x="5162006" y="35690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3" name="pt12253"/>
            <p:cNvSpPr/>
            <p:nvPr/>
          </p:nvSpPr>
          <p:spPr>
            <a:xfrm>
              <a:off x="5173367" y="35585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4" name="pt12254"/>
            <p:cNvSpPr/>
            <p:nvPr/>
          </p:nvSpPr>
          <p:spPr>
            <a:xfrm>
              <a:off x="5169467" y="35556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5" name="pt12255"/>
            <p:cNvSpPr/>
            <p:nvPr/>
          </p:nvSpPr>
          <p:spPr>
            <a:xfrm>
              <a:off x="5173880" y="3582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6" name="pt12256"/>
            <p:cNvSpPr/>
            <p:nvPr/>
          </p:nvSpPr>
          <p:spPr>
            <a:xfrm>
              <a:off x="5152479" y="3534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7" name="pt12257"/>
            <p:cNvSpPr/>
            <p:nvPr/>
          </p:nvSpPr>
          <p:spPr>
            <a:xfrm>
              <a:off x="5144377" y="35709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8" name="pt12258"/>
            <p:cNvSpPr/>
            <p:nvPr/>
          </p:nvSpPr>
          <p:spPr>
            <a:xfrm>
              <a:off x="5159370" y="35228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59" name="pt12259"/>
            <p:cNvSpPr/>
            <p:nvPr/>
          </p:nvSpPr>
          <p:spPr>
            <a:xfrm>
              <a:off x="5144358" y="35664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0" name="pt12260"/>
            <p:cNvSpPr/>
            <p:nvPr/>
          </p:nvSpPr>
          <p:spPr>
            <a:xfrm>
              <a:off x="5156441" y="35559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1" name="pt12261"/>
            <p:cNvSpPr/>
            <p:nvPr/>
          </p:nvSpPr>
          <p:spPr>
            <a:xfrm>
              <a:off x="5117789" y="35734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2" name="pt12262"/>
            <p:cNvSpPr/>
            <p:nvPr/>
          </p:nvSpPr>
          <p:spPr>
            <a:xfrm>
              <a:off x="5113170" y="35963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3" name="pt12263"/>
            <p:cNvSpPr/>
            <p:nvPr/>
          </p:nvSpPr>
          <p:spPr>
            <a:xfrm>
              <a:off x="5149341" y="3533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4" name="pt12264"/>
            <p:cNvSpPr/>
            <p:nvPr/>
          </p:nvSpPr>
          <p:spPr>
            <a:xfrm>
              <a:off x="5147979" y="35464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5" name="pt12265"/>
            <p:cNvSpPr/>
            <p:nvPr/>
          </p:nvSpPr>
          <p:spPr>
            <a:xfrm>
              <a:off x="5158919" y="35971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6" name="pt12266"/>
            <p:cNvSpPr/>
            <p:nvPr/>
          </p:nvSpPr>
          <p:spPr>
            <a:xfrm>
              <a:off x="5147826" y="35569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7" name="pt12267"/>
            <p:cNvSpPr/>
            <p:nvPr/>
          </p:nvSpPr>
          <p:spPr>
            <a:xfrm>
              <a:off x="5172654" y="3549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8" name="pt12268"/>
            <p:cNvSpPr/>
            <p:nvPr/>
          </p:nvSpPr>
          <p:spPr>
            <a:xfrm>
              <a:off x="5148428" y="37128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69" name="pt12269"/>
            <p:cNvSpPr/>
            <p:nvPr/>
          </p:nvSpPr>
          <p:spPr>
            <a:xfrm>
              <a:off x="5091451" y="3580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0" name="pt12270"/>
            <p:cNvSpPr/>
            <p:nvPr/>
          </p:nvSpPr>
          <p:spPr>
            <a:xfrm>
              <a:off x="5148103" y="35723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1" name="pt12271"/>
            <p:cNvSpPr/>
            <p:nvPr/>
          </p:nvSpPr>
          <p:spPr>
            <a:xfrm>
              <a:off x="5157739" y="35818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2" name="pt12272"/>
            <p:cNvSpPr/>
            <p:nvPr/>
          </p:nvSpPr>
          <p:spPr>
            <a:xfrm>
              <a:off x="5150028" y="35725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3" name="pt12273"/>
            <p:cNvSpPr/>
            <p:nvPr/>
          </p:nvSpPr>
          <p:spPr>
            <a:xfrm>
              <a:off x="5141730" y="35306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4" name="pt12274"/>
            <p:cNvSpPr/>
            <p:nvPr/>
          </p:nvSpPr>
          <p:spPr>
            <a:xfrm>
              <a:off x="5170919" y="3548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5" name="pt12275"/>
            <p:cNvSpPr/>
            <p:nvPr/>
          </p:nvSpPr>
          <p:spPr>
            <a:xfrm>
              <a:off x="5156683" y="3564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6" name="pt12276"/>
            <p:cNvSpPr/>
            <p:nvPr/>
          </p:nvSpPr>
          <p:spPr>
            <a:xfrm>
              <a:off x="5176807" y="35854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7" name="pt12277"/>
            <p:cNvSpPr/>
            <p:nvPr/>
          </p:nvSpPr>
          <p:spPr>
            <a:xfrm>
              <a:off x="5128870" y="39550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8" name="pt12278"/>
            <p:cNvSpPr/>
            <p:nvPr/>
          </p:nvSpPr>
          <p:spPr>
            <a:xfrm>
              <a:off x="5114611" y="36275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79" name="pt12279"/>
            <p:cNvSpPr/>
            <p:nvPr/>
          </p:nvSpPr>
          <p:spPr>
            <a:xfrm>
              <a:off x="5167502" y="3568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0" name="pt12280"/>
            <p:cNvSpPr/>
            <p:nvPr/>
          </p:nvSpPr>
          <p:spPr>
            <a:xfrm>
              <a:off x="5110528" y="35812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1" name="pt12281"/>
            <p:cNvSpPr/>
            <p:nvPr/>
          </p:nvSpPr>
          <p:spPr>
            <a:xfrm>
              <a:off x="5191216" y="3584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2" name="pt12282"/>
            <p:cNvSpPr/>
            <p:nvPr/>
          </p:nvSpPr>
          <p:spPr>
            <a:xfrm>
              <a:off x="5160238" y="3554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3" name="pt12283"/>
            <p:cNvSpPr/>
            <p:nvPr/>
          </p:nvSpPr>
          <p:spPr>
            <a:xfrm>
              <a:off x="5187944" y="3651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4" name="pt12284"/>
            <p:cNvSpPr/>
            <p:nvPr/>
          </p:nvSpPr>
          <p:spPr>
            <a:xfrm>
              <a:off x="5072992" y="35403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5" name="pt12285"/>
            <p:cNvSpPr/>
            <p:nvPr/>
          </p:nvSpPr>
          <p:spPr>
            <a:xfrm>
              <a:off x="5095072" y="3567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6" name="pt12286"/>
            <p:cNvSpPr/>
            <p:nvPr/>
          </p:nvSpPr>
          <p:spPr>
            <a:xfrm>
              <a:off x="5175746" y="35660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7" name="pt12287"/>
            <p:cNvSpPr/>
            <p:nvPr/>
          </p:nvSpPr>
          <p:spPr>
            <a:xfrm>
              <a:off x="5153844" y="3561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8" name="pt12288"/>
            <p:cNvSpPr/>
            <p:nvPr/>
          </p:nvSpPr>
          <p:spPr>
            <a:xfrm>
              <a:off x="5208956" y="35599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89" name="pt12289"/>
            <p:cNvSpPr/>
            <p:nvPr/>
          </p:nvSpPr>
          <p:spPr>
            <a:xfrm>
              <a:off x="5133381" y="3547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0" name="pt12290"/>
            <p:cNvSpPr/>
            <p:nvPr/>
          </p:nvSpPr>
          <p:spPr>
            <a:xfrm>
              <a:off x="5127748" y="35750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1" name="pt12291"/>
            <p:cNvSpPr/>
            <p:nvPr/>
          </p:nvSpPr>
          <p:spPr>
            <a:xfrm>
              <a:off x="5166380" y="35638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2" name="pt12292"/>
            <p:cNvSpPr/>
            <p:nvPr/>
          </p:nvSpPr>
          <p:spPr>
            <a:xfrm>
              <a:off x="5189028" y="35614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3" name="pt12293"/>
            <p:cNvSpPr/>
            <p:nvPr/>
          </p:nvSpPr>
          <p:spPr>
            <a:xfrm>
              <a:off x="5142347" y="3548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4" name="pt12294"/>
            <p:cNvSpPr/>
            <p:nvPr/>
          </p:nvSpPr>
          <p:spPr>
            <a:xfrm>
              <a:off x="5132552" y="3558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5" name="pt12295"/>
            <p:cNvSpPr/>
            <p:nvPr/>
          </p:nvSpPr>
          <p:spPr>
            <a:xfrm>
              <a:off x="5107678" y="3676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6" name="pt12296"/>
            <p:cNvSpPr/>
            <p:nvPr/>
          </p:nvSpPr>
          <p:spPr>
            <a:xfrm>
              <a:off x="5166292" y="35536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7" name="pt12297"/>
            <p:cNvSpPr/>
            <p:nvPr/>
          </p:nvSpPr>
          <p:spPr>
            <a:xfrm>
              <a:off x="5181966" y="35718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8" name="pt12298"/>
            <p:cNvSpPr/>
            <p:nvPr/>
          </p:nvSpPr>
          <p:spPr>
            <a:xfrm>
              <a:off x="5090387" y="35824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299" name="pt12299"/>
            <p:cNvSpPr/>
            <p:nvPr/>
          </p:nvSpPr>
          <p:spPr>
            <a:xfrm>
              <a:off x="5198513" y="35482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0" name="pt12300"/>
            <p:cNvSpPr/>
            <p:nvPr/>
          </p:nvSpPr>
          <p:spPr>
            <a:xfrm>
              <a:off x="5131152" y="35830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1" name="pt12301"/>
            <p:cNvSpPr/>
            <p:nvPr/>
          </p:nvSpPr>
          <p:spPr>
            <a:xfrm>
              <a:off x="5212126" y="35546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2" name="pt12302"/>
            <p:cNvSpPr/>
            <p:nvPr/>
          </p:nvSpPr>
          <p:spPr>
            <a:xfrm>
              <a:off x="5134501" y="34528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3" name="pt12303"/>
            <p:cNvSpPr/>
            <p:nvPr/>
          </p:nvSpPr>
          <p:spPr>
            <a:xfrm>
              <a:off x="5106305" y="35716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4" name="pt12304"/>
            <p:cNvSpPr/>
            <p:nvPr/>
          </p:nvSpPr>
          <p:spPr>
            <a:xfrm>
              <a:off x="5145443" y="35673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5" name="pt12305"/>
            <p:cNvSpPr/>
            <p:nvPr/>
          </p:nvSpPr>
          <p:spPr>
            <a:xfrm>
              <a:off x="5154948" y="3800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6" name="pt12306"/>
            <p:cNvSpPr/>
            <p:nvPr/>
          </p:nvSpPr>
          <p:spPr>
            <a:xfrm>
              <a:off x="5132734" y="3588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7" name="pt12307"/>
            <p:cNvSpPr/>
            <p:nvPr/>
          </p:nvSpPr>
          <p:spPr>
            <a:xfrm>
              <a:off x="5173754" y="35252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8" name="pt12308"/>
            <p:cNvSpPr/>
            <p:nvPr/>
          </p:nvSpPr>
          <p:spPr>
            <a:xfrm>
              <a:off x="5145934" y="33008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09" name="pt12309"/>
            <p:cNvSpPr/>
            <p:nvPr/>
          </p:nvSpPr>
          <p:spPr>
            <a:xfrm>
              <a:off x="5137167" y="3551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0" name="pt12310"/>
            <p:cNvSpPr/>
            <p:nvPr/>
          </p:nvSpPr>
          <p:spPr>
            <a:xfrm>
              <a:off x="5154621" y="3564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1" name="pt12311"/>
            <p:cNvSpPr/>
            <p:nvPr/>
          </p:nvSpPr>
          <p:spPr>
            <a:xfrm>
              <a:off x="5328785" y="35234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2" name="pt12312"/>
            <p:cNvSpPr/>
            <p:nvPr/>
          </p:nvSpPr>
          <p:spPr>
            <a:xfrm>
              <a:off x="5188928" y="3568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3" name="pt12313"/>
            <p:cNvSpPr/>
            <p:nvPr/>
          </p:nvSpPr>
          <p:spPr>
            <a:xfrm>
              <a:off x="5144310" y="35671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4" name="pt12314"/>
            <p:cNvSpPr/>
            <p:nvPr/>
          </p:nvSpPr>
          <p:spPr>
            <a:xfrm>
              <a:off x="5198516" y="35688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5" name="pt12315"/>
            <p:cNvSpPr/>
            <p:nvPr/>
          </p:nvSpPr>
          <p:spPr>
            <a:xfrm>
              <a:off x="5128909" y="35153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6" name="pt12316"/>
            <p:cNvSpPr/>
            <p:nvPr/>
          </p:nvSpPr>
          <p:spPr>
            <a:xfrm>
              <a:off x="5137456" y="35272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7" name="pt12317"/>
            <p:cNvSpPr/>
            <p:nvPr/>
          </p:nvSpPr>
          <p:spPr>
            <a:xfrm>
              <a:off x="5124264" y="3619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8" name="pt12318"/>
            <p:cNvSpPr/>
            <p:nvPr/>
          </p:nvSpPr>
          <p:spPr>
            <a:xfrm>
              <a:off x="5171395" y="35459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19" name="pt12319"/>
            <p:cNvSpPr/>
            <p:nvPr/>
          </p:nvSpPr>
          <p:spPr>
            <a:xfrm>
              <a:off x="5141403" y="3572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0" name="pt12320"/>
            <p:cNvSpPr/>
            <p:nvPr/>
          </p:nvSpPr>
          <p:spPr>
            <a:xfrm>
              <a:off x="5132951" y="3557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1" name="pt12321"/>
            <p:cNvSpPr/>
            <p:nvPr/>
          </p:nvSpPr>
          <p:spPr>
            <a:xfrm>
              <a:off x="5131325" y="35776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2" name="pt12322"/>
            <p:cNvSpPr/>
            <p:nvPr/>
          </p:nvSpPr>
          <p:spPr>
            <a:xfrm>
              <a:off x="5109844" y="3550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3" name="pt12323"/>
            <p:cNvSpPr/>
            <p:nvPr/>
          </p:nvSpPr>
          <p:spPr>
            <a:xfrm>
              <a:off x="5122314" y="35431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4" name="pt12324"/>
            <p:cNvSpPr/>
            <p:nvPr/>
          </p:nvSpPr>
          <p:spPr>
            <a:xfrm>
              <a:off x="5174675" y="35657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5" name="pt12325"/>
            <p:cNvSpPr/>
            <p:nvPr/>
          </p:nvSpPr>
          <p:spPr>
            <a:xfrm>
              <a:off x="5163843" y="35406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6" name="pt12326"/>
            <p:cNvSpPr/>
            <p:nvPr/>
          </p:nvSpPr>
          <p:spPr>
            <a:xfrm>
              <a:off x="5096975" y="35560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7" name="pt12327"/>
            <p:cNvSpPr/>
            <p:nvPr/>
          </p:nvSpPr>
          <p:spPr>
            <a:xfrm>
              <a:off x="5091146" y="36141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8" name="pt12328"/>
            <p:cNvSpPr/>
            <p:nvPr/>
          </p:nvSpPr>
          <p:spPr>
            <a:xfrm>
              <a:off x="5138844" y="3536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29" name="pt12329"/>
            <p:cNvSpPr/>
            <p:nvPr/>
          </p:nvSpPr>
          <p:spPr>
            <a:xfrm>
              <a:off x="5195695" y="36760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0" name="pt12330"/>
            <p:cNvSpPr/>
            <p:nvPr/>
          </p:nvSpPr>
          <p:spPr>
            <a:xfrm>
              <a:off x="5129612" y="3522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1" name="pt12331"/>
            <p:cNvSpPr/>
            <p:nvPr/>
          </p:nvSpPr>
          <p:spPr>
            <a:xfrm>
              <a:off x="5171323" y="3563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2" name="pt12332"/>
            <p:cNvSpPr/>
            <p:nvPr/>
          </p:nvSpPr>
          <p:spPr>
            <a:xfrm>
              <a:off x="5189140" y="35434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3" name="pt12333"/>
            <p:cNvSpPr/>
            <p:nvPr/>
          </p:nvSpPr>
          <p:spPr>
            <a:xfrm>
              <a:off x="5157403" y="36130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4" name="pt12334"/>
            <p:cNvSpPr/>
            <p:nvPr/>
          </p:nvSpPr>
          <p:spPr>
            <a:xfrm>
              <a:off x="5098359" y="2902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5" name="pt12335"/>
            <p:cNvSpPr/>
            <p:nvPr/>
          </p:nvSpPr>
          <p:spPr>
            <a:xfrm>
              <a:off x="5133816" y="35336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6" name="pt12336"/>
            <p:cNvSpPr/>
            <p:nvPr/>
          </p:nvSpPr>
          <p:spPr>
            <a:xfrm>
              <a:off x="5165552" y="35722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7" name="pt12337"/>
            <p:cNvSpPr/>
            <p:nvPr/>
          </p:nvSpPr>
          <p:spPr>
            <a:xfrm>
              <a:off x="5153608" y="35450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8" name="pt12338"/>
            <p:cNvSpPr/>
            <p:nvPr/>
          </p:nvSpPr>
          <p:spPr>
            <a:xfrm>
              <a:off x="5184581" y="35453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39" name="pt12339"/>
            <p:cNvSpPr/>
            <p:nvPr/>
          </p:nvSpPr>
          <p:spPr>
            <a:xfrm>
              <a:off x="5191963" y="3447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0" name="pt12340"/>
            <p:cNvSpPr/>
            <p:nvPr/>
          </p:nvSpPr>
          <p:spPr>
            <a:xfrm>
              <a:off x="5095673" y="3550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1" name="pt12341"/>
            <p:cNvSpPr/>
            <p:nvPr/>
          </p:nvSpPr>
          <p:spPr>
            <a:xfrm>
              <a:off x="5157271" y="35573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2" name="pt12342"/>
            <p:cNvSpPr/>
            <p:nvPr/>
          </p:nvSpPr>
          <p:spPr>
            <a:xfrm>
              <a:off x="5147491" y="3545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3" name="pt12343"/>
            <p:cNvSpPr/>
            <p:nvPr/>
          </p:nvSpPr>
          <p:spPr>
            <a:xfrm>
              <a:off x="5164093" y="3601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4" name="pt12344"/>
            <p:cNvSpPr/>
            <p:nvPr/>
          </p:nvSpPr>
          <p:spPr>
            <a:xfrm>
              <a:off x="5139947" y="3504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5" name="pt12345"/>
            <p:cNvSpPr/>
            <p:nvPr/>
          </p:nvSpPr>
          <p:spPr>
            <a:xfrm>
              <a:off x="5148667" y="35257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6" name="pt12346"/>
            <p:cNvSpPr/>
            <p:nvPr/>
          </p:nvSpPr>
          <p:spPr>
            <a:xfrm>
              <a:off x="5137132" y="3551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7" name="pt12347"/>
            <p:cNvSpPr/>
            <p:nvPr/>
          </p:nvSpPr>
          <p:spPr>
            <a:xfrm>
              <a:off x="5125266" y="35382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8" name="pt12348"/>
            <p:cNvSpPr/>
            <p:nvPr/>
          </p:nvSpPr>
          <p:spPr>
            <a:xfrm>
              <a:off x="5230010" y="35662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49" name="pt12349"/>
            <p:cNvSpPr/>
            <p:nvPr/>
          </p:nvSpPr>
          <p:spPr>
            <a:xfrm>
              <a:off x="5156247" y="35550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0" name="pt12350"/>
            <p:cNvSpPr/>
            <p:nvPr/>
          </p:nvSpPr>
          <p:spPr>
            <a:xfrm>
              <a:off x="5130131" y="35237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1" name="pt12351"/>
            <p:cNvSpPr/>
            <p:nvPr/>
          </p:nvSpPr>
          <p:spPr>
            <a:xfrm>
              <a:off x="5220800" y="33140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2" name="pt12352"/>
            <p:cNvSpPr/>
            <p:nvPr/>
          </p:nvSpPr>
          <p:spPr>
            <a:xfrm>
              <a:off x="5383119" y="3457045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3" name="pt12353"/>
            <p:cNvSpPr/>
            <p:nvPr/>
          </p:nvSpPr>
          <p:spPr>
            <a:xfrm>
              <a:off x="5130232" y="35786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4" name="pt12354"/>
            <p:cNvSpPr/>
            <p:nvPr/>
          </p:nvSpPr>
          <p:spPr>
            <a:xfrm>
              <a:off x="5115186" y="3571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5" name="pt12355"/>
            <p:cNvSpPr/>
            <p:nvPr/>
          </p:nvSpPr>
          <p:spPr>
            <a:xfrm>
              <a:off x="5127176" y="35911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6" name="pt12356"/>
            <p:cNvSpPr/>
            <p:nvPr/>
          </p:nvSpPr>
          <p:spPr>
            <a:xfrm>
              <a:off x="5154817" y="3585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7" name="pt12357"/>
            <p:cNvSpPr/>
            <p:nvPr/>
          </p:nvSpPr>
          <p:spPr>
            <a:xfrm>
              <a:off x="5163820" y="35467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8" name="pt12358"/>
            <p:cNvSpPr/>
            <p:nvPr/>
          </p:nvSpPr>
          <p:spPr>
            <a:xfrm>
              <a:off x="5161346" y="35844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59" name="pt12359"/>
            <p:cNvSpPr/>
            <p:nvPr/>
          </p:nvSpPr>
          <p:spPr>
            <a:xfrm>
              <a:off x="5115932" y="35484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0" name="pt12360"/>
            <p:cNvSpPr/>
            <p:nvPr/>
          </p:nvSpPr>
          <p:spPr>
            <a:xfrm>
              <a:off x="5130747" y="3623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1" name="pt12361"/>
            <p:cNvSpPr/>
            <p:nvPr/>
          </p:nvSpPr>
          <p:spPr>
            <a:xfrm>
              <a:off x="5172709" y="3556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2" name="pt12362"/>
            <p:cNvSpPr/>
            <p:nvPr/>
          </p:nvSpPr>
          <p:spPr>
            <a:xfrm>
              <a:off x="5159343" y="3544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3" name="pt12363"/>
            <p:cNvSpPr/>
            <p:nvPr/>
          </p:nvSpPr>
          <p:spPr>
            <a:xfrm>
              <a:off x="5349831" y="35540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4" name="pt12364"/>
            <p:cNvSpPr/>
            <p:nvPr/>
          </p:nvSpPr>
          <p:spPr>
            <a:xfrm>
              <a:off x="5181717" y="35670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5" name="pt12365"/>
            <p:cNvSpPr/>
            <p:nvPr/>
          </p:nvSpPr>
          <p:spPr>
            <a:xfrm>
              <a:off x="5123750" y="3633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6" name="pt12366"/>
            <p:cNvSpPr/>
            <p:nvPr/>
          </p:nvSpPr>
          <p:spPr>
            <a:xfrm>
              <a:off x="5105123" y="35696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7" name="pt12367"/>
            <p:cNvSpPr/>
            <p:nvPr/>
          </p:nvSpPr>
          <p:spPr>
            <a:xfrm>
              <a:off x="5200591" y="34727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8" name="pt12368"/>
            <p:cNvSpPr/>
            <p:nvPr/>
          </p:nvSpPr>
          <p:spPr>
            <a:xfrm>
              <a:off x="5160272" y="29977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69" name="pt12369"/>
            <p:cNvSpPr/>
            <p:nvPr/>
          </p:nvSpPr>
          <p:spPr>
            <a:xfrm>
              <a:off x="5133275" y="35660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0" name="pt12370"/>
            <p:cNvSpPr/>
            <p:nvPr/>
          </p:nvSpPr>
          <p:spPr>
            <a:xfrm>
              <a:off x="5173293" y="3543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1" name="pt12371"/>
            <p:cNvSpPr/>
            <p:nvPr/>
          </p:nvSpPr>
          <p:spPr>
            <a:xfrm>
              <a:off x="5139135" y="2881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2" name="pt12372"/>
            <p:cNvSpPr/>
            <p:nvPr/>
          </p:nvSpPr>
          <p:spPr>
            <a:xfrm>
              <a:off x="5091574" y="3526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3" name="pt12373"/>
            <p:cNvSpPr/>
            <p:nvPr/>
          </p:nvSpPr>
          <p:spPr>
            <a:xfrm>
              <a:off x="5164786" y="35482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4" name="pt12374"/>
            <p:cNvSpPr/>
            <p:nvPr/>
          </p:nvSpPr>
          <p:spPr>
            <a:xfrm>
              <a:off x="5161163" y="35534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5" name="pt12375"/>
            <p:cNvSpPr/>
            <p:nvPr/>
          </p:nvSpPr>
          <p:spPr>
            <a:xfrm>
              <a:off x="5207297" y="34453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6" name="pt12376"/>
            <p:cNvSpPr/>
            <p:nvPr/>
          </p:nvSpPr>
          <p:spPr>
            <a:xfrm>
              <a:off x="5151695" y="3556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7" name="pt12377"/>
            <p:cNvSpPr/>
            <p:nvPr/>
          </p:nvSpPr>
          <p:spPr>
            <a:xfrm>
              <a:off x="5162793" y="3713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8" name="pt12378"/>
            <p:cNvSpPr/>
            <p:nvPr/>
          </p:nvSpPr>
          <p:spPr>
            <a:xfrm>
              <a:off x="5144092" y="3540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79" name="pt12379"/>
            <p:cNvSpPr/>
            <p:nvPr/>
          </p:nvSpPr>
          <p:spPr>
            <a:xfrm>
              <a:off x="5189761" y="3542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0" name="pt12380"/>
            <p:cNvSpPr/>
            <p:nvPr/>
          </p:nvSpPr>
          <p:spPr>
            <a:xfrm>
              <a:off x="5210490" y="35444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1" name="pt12381"/>
            <p:cNvSpPr/>
            <p:nvPr/>
          </p:nvSpPr>
          <p:spPr>
            <a:xfrm>
              <a:off x="5124517" y="3559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2" name="pt12382"/>
            <p:cNvSpPr/>
            <p:nvPr/>
          </p:nvSpPr>
          <p:spPr>
            <a:xfrm>
              <a:off x="5158668" y="3562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3" name="pt12383"/>
            <p:cNvSpPr/>
            <p:nvPr/>
          </p:nvSpPr>
          <p:spPr>
            <a:xfrm>
              <a:off x="5139328" y="3567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4" name="pt12384"/>
            <p:cNvSpPr/>
            <p:nvPr/>
          </p:nvSpPr>
          <p:spPr>
            <a:xfrm>
              <a:off x="5107477" y="35731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5" name="pt12385"/>
            <p:cNvSpPr/>
            <p:nvPr/>
          </p:nvSpPr>
          <p:spPr>
            <a:xfrm>
              <a:off x="5133086" y="35813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6" name="pt12386"/>
            <p:cNvSpPr/>
            <p:nvPr/>
          </p:nvSpPr>
          <p:spPr>
            <a:xfrm>
              <a:off x="5186583" y="3554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7" name="pt12387"/>
            <p:cNvSpPr/>
            <p:nvPr/>
          </p:nvSpPr>
          <p:spPr>
            <a:xfrm>
              <a:off x="5140074" y="3606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8" name="pt12388"/>
            <p:cNvSpPr/>
            <p:nvPr/>
          </p:nvSpPr>
          <p:spPr>
            <a:xfrm>
              <a:off x="5160935" y="34887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89" name="pt12389"/>
            <p:cNvSpPr/>
            <p:nvPr/>
          </p:nvSpPr>
          <p:spPr>
            <a:xfrm>
              <a:off x="5149583" y="3621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0" name="pt12390"/>
            <p:cNvSpPr/>
            <p:nvPr/>
          </p:nvSpPr>
          <p:spPr>
            <a:xfrm>
              <a:off x="5145721" y="35312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1" name="pt12391"/>
            <p:cNvSpPr/>
            <p:nvPr/>
          </p:nvSpPr>
          <p:spPr>
            <a:xfrm>
              <a:off x="5147657" y="3516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2" name="pt12392"/>
            <p:cNvSpPr/>
            <p:nvPr/>
          </p:nvSpPr>
          <p:spPr>
            <a:xfrm>
              <a:off x="5154249" y="35162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3" name="pt12393"/>
            <p:cNvSpPr/>
            <p:nvPr/>
          </p:nvSpPr>
          <p:spPr>
            <a:xfrm>
              <a:off x="5126139" y="35173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4" name="pt12394"/>
            <p:cNvSpPr/>
            <p:nvPr/>
          </p:nvSpPr>
          <p:spPr>
            <a:xfrm>
              <a:off x="5131301" y="3570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5" name="pt12395"/>
            <p:cNvSpPr/>
            <p:nvPr/>
          </p:nvSpPr>
          <p:spPr>
            <a:xfrm>
              <a:off x="5126153" y="3559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6" name="pt12396"/>
            <p:cNvSpPr/>
            <p:nvPr/>
          </p:nvSpPr>
          <p:spPr>
            <a:xfrm>
              <a:off x="5080877" y="35467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7" name="pt12397"/>
            <p:cNvSpPr/>
            <p:nvPr/>
          </p:nvSpPr>
          <p:spPr>
            <a:xfrm>
              <a:off x="5063997" y="3561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8" name="pt12398"/>
            <p:cNvSpPr/>
            <p:nvPr/>
          </p:nvSpPr>
          <p:spPr>
            <a:xfrm>
              <a:off x="5131239" y="3578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399" name="pt12399"/>
            <p:cNvSpPr/>
            <p:nvPr/>
          </p:nvSpPr>
          <p:spPr>
            <a:xfrm>
              <a:off x="5178493" y="3562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0" name="pt12400"/>
            <p:cNvSpPr/>
            <p:nvPr/>
          </p:nvSpPr>
          <p:spPr>
            <a:xfrm>
              <a:off x="5119180" y="35379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1" name="pt12401"/>
            <p:cNvSpPr/>
            <p:nvPr/>
          </p:nvSpPr>
          <p:spPr>
            <a:xfrm>
              <a:off x="5805541" y="3557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2" name="pt12402"/>
            <p:cNvSpPr/>
            <p:nvPr/>
          </p:nvSpPr>
          <p:spPr>
            <a:xfrm>
              <a:off x="5182029" y="3559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3" name="pt12403"/>
            <p:cNvSpPr/>
            <p:nvPr/>
          </p:nvSpPr>
          <p:spPr>
            <a:xfrm>
              <a:off x="5144611" y="3561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4" name="pt12404"/>
            <p:cNvSpPr/>
            <p:nvPr/>
          </p:nvSpPr>
          <p:spPr>
            <a:xfrm>
              <a:off x="5107167" y="35876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5" name="pt12405"/>
            <p:cNvSpPr/>
            <p:nvPr/>
          </p:nvSpPr>
          <p:spPr>
            <a:xfrm>
              <a:off x="5123371" y="35397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6" name="pt12406"/>
            <p:cNvSpPr/>
            <p:nvPr/>
          </p:nvSpPr>
          <p:spPr>
            <a:xfrm>
              <a:off x="5127735" y="35604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7" name="pt12407"/>
            <p:cNvSpPr/>
            <p:nvPr/>
          </p:nvSpPr>
          <p:spPr>
            <a:xfrm>
              <a:off x="5214706" y="35355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8" name="pt12408"/>
            <p:cNvSpPr/>
            <p:nvPr/>
          </p:nvSpPr>
          <p:spPr>
            <a:xfrm>
              <a:off x="5166105" y="38327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09" name="pt12409"/>
            <p:cNvSpPr/>
            <p:nvPr/>
          </p:nvSpPr>
          <p:spPr>
            <a:xfrm>
              <a:off x="5152617" y="35409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0" name="pt12410"/>
            <p:cNvSpPr/>
            <p:nvPr/>
          </p:nvSpPr>
          <p:spPr>
            <a:xfrm>
              <a:off x="5128824" y="3568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1" name="pt12411"/>
            <p:cNvSpPr/>
            <p:nvPr/>
          </p:nvSpPr>
          <p:spPr>
            <a:xfrm>
              <a:off x="5099700" y="35418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2" name="pt12412"/>
            <p:cNvSpPr/>
            <p:nvPr/>
          </p:nvSpPr>
          <p:spPr>
            <a:xfrm>
              <a:off x="5200424" y="3541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3" name="pt12413"/>
            <p:cNvSpPr/>
            <p:nvPr/>
          </p:nvSpPr>
          <p:spPr>
            <a:xfrm>
              <a:off x="5149104" y="3545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4" name="pt12414"/>
            <p:cNvSpPr/>
            <p:nvPr/>
          </p:nvSpPr>
          <p:spPr>
            <a:xfrm>
              <a:off x="5133016" y="3612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5" name="pt12415"/>
            <p:cNvSpPr/>
            <p:nvPr/>
          </p:nvSpPr>
          <p:spPr>
            <a:xfrm>
              <a:off x="5142025" y="36849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6" name="pt12416"/>
            <p:cNvSpPr/>
            <p:nvPr/>
          </p:nvSpPr>
          <p:spPr>
            <a:xfrm>
              <a:off x="5157736" y="35743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7" name="pt12417"/>
            <p:cNvSpPr/>
            <p:nvPr/>
          </p:nvSpPr>
          <p:spPr>
            <a:xfrm>
              <a:off x="5165291" y="34645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8" name="pt12418"/>
            <p:cNvSpPr/>
            <p:nvPr/>
          </p:nvSpPr>
          <p:spPr>
            <a:xfrm>
              <a:off x="5121905" y="3529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19" name="pt12419"/>
            <p:cNvSpPr/>
            <p:nvPr/>
          </p:nvSpPr>
          <p:spPr>
            <a:xfrm>
              <a:off x="5143147" y="3573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0" name="pt12420"/>
            <p:cNvSpPr/>
            <p:nvPr/>
          </p:nvSpPr>
          <p:spPr>
            <a:xfrm>
              <a:off x="5089798" y="35482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1" name="pt12421"/>
            <p:cNvSpPr/>
            <p:nvPr/>
          </p:nvSpPr>
          <p:spPr>
            <a:xfrm>
              <a:off x="5184691" y="34388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2" name="pt12422"/>
            <p:cNvSpPr/>
            <p:nvPr/>
          </p:nvSpPr>
          <p:spPr>
            <a:xfrm>
              <a:off x="5110437" y="3567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3" name="pt12423"/>
            <p:cNvSpPr/>
            <p:nvPr/>
          </p:nvSpPr>
          <p:spPr>
            <a:xfrm>
              <a:off x="5156153" y="3545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4" name="pt12424"/>
            <p:cNvSpPr/>
            <p:nvPr/>
          </p:nvSpPr>
          <p:spPr>
            <a:xfrm>
              <a:off x="5130703" y="34677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5" name="pt12425"/>
            <p:cNvSpPr/>
            <p:nvPr/>
          </p:nvSpPr>
          <p:spPr>
            <a:xfrm>
              <a:off x="5139469" y="3534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6" name="pt12426"/>
            <p:cNvSpPr/>
            <p:nvPr/>
          </p:nvSpPr>
          <p:spPr>
            <a:xfrm>
              <a:off x="5148612" y="3561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7" name="pt12427"/>
            <p:cNvSpPr/>
            <p:nvPr/>
          </p:nvSpPr>
          <p:spPr>
            <a:xfrm>
              <a:off x="5110500" y="3553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8" name="pt12428"/>
            <p:cNvSpPr/>
            <p:nvPr/>
          </p:nvSpPr>
          <p:spPr>
            <a:xfrm>
              <a:off x="5137575" y="35304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29" name="pt12429"/>
            <p:cNvSpPr/>
            <p:nvPr/>
          </p:nvSpPr>
          <p:spPr>
            <a:xfrm>
              <a:off x="5186673" y="3554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0" name="pt12430"/>
            <p:cNvSpPr/>
            <p:nvPr/>
          </p:nvSpPr>
          <p:spPr>
            <a:xfrm>
              <a:off x="5151005" y="35584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1" name="pt12431"/>
            <p:cNvSpPr/>
            <p:nvPr/>
          </p:nvSpPr>
          <p:spPr>
            <a:xfrm>
              <a:off x="5115014" y="3585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2" name="pt12432"/>
            <p:cNvSpPr/>
            <p:nvPr/>
          </p:nvSpPr>
          <p:spPr>
            <a:xfrm>
              <a:off x="5180221" y="35126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3" name="pt12433"/>
            <p:cNvSpPr/>
            <p:nvPr/>
          </p:nvSpPr>
          <p:spPr>
            <a:xfrm>
              <a:off x="5166846" y="3447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4" name="pt12434"/>
            <p:cNvSpPr/>
            <p:nvPr/>
          </p:nvSpPr>
          <p:spPr>
            <a:xfrm>
              <a:off x="5079536" y="3622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5" name="pt12435"/>
            <p:cNvSpPr/>
            <p:nvPr/>
          </p:nvSpPr>
          <p:spPr>
            <a:xfrm>
              <a:off x="5145039" y="35570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6" name="pt12436"/>
            <p:cNvSpPr/>
            <p:nvPr/>
          </p:nvSpPr>
          <p:spPr>
            <a:xfrm>
              <a:off x="5148799" y="35579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7" name="pt12437"/>
            <p:cNvSpPr/>
            <p:nvPr/>
          </p:nvSpPr>
          <p:spPr>
            <a:xfrm>
              <a:off x="5136073" y="3504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8" name="pt12438"/>
            <p:cNvSpPr/>
            <p:nvPr/>
          </p:nvSpPr>
          <p:spPr>
            <a:xfrm>
              <a:off x="5153970" y="3476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39" name="pt12439"/>
            <p:cNvSpPr/>
            <p:nvPr/>
          </p:nvSpPr>
          <p:spPr>
            <a:xfrm>
              <a:off x="5124643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0" name="pt12440"/>
            <p:cNvSpPr/>
            <p:nvPr/>
          </p:nvSpPr>
          <p:spPr>
            <a:xfrm>
              <a:off x="5164809" y="3548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1" name="pt12441"/>
            <p:cNvSpPr/>
            <p:nvPr/>
          </p:nvSpPr>
          <p:spPr>
            <a:xfrm>
              <a:off x="5188738" y="3937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2" name="pt12442"/>
            <p:cNvSpPr/>
            <p:nvPr/>
          </p:nvSpPr>
          <p:spPr>
            <a:xfrm>
              <a:off x="5120396" y="3546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3" name="pt12443"/>
            <p:cNvSpPr/>
            <p:nvPr/>
          </p:nvSpPr>
          <p:spPr>
            <a:xfrm>
              <a:off x="5113287" y="3622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4" name="pt12444"/>
            <p:cNvSpPr/>
            <p:nvPr/>
          </p:nvSpPr>
          <p:spPr>
            <a:xfrm>
              <a:off x="5159880" y="3558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5" name="pt12445"/>
            <p:cNvSpPr/>
            <p:nvPr/>
          </p:nvSpPr>
          <p:spPr>
            <a:xfrm>
              <a:off x="5160151" y="35611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6" name="pt12446"/>
            <p:cNvSpPr/>
            <p:nvPr/>
          </p:nvSpPr>
          <p:spPr>
            <a:xfrm>
              <a:off x="5191659" y="35085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7" name="pt12447"/>
            <p:cNvSpPr/>
            <p:nvPr/>
          </p:nvSpPr>
          <p:spPr>
            <a:xfrm>
              <a:off x="5100832" y="35580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48" name="pt12448"/>
            <p:cNvSpPr/>
            <p:nvPr/>
          </p:nvSpPr>
          <p:spPr>
            <a:xfrm>
              <a:off x="5048315" y="3451344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9" name="pt12449"/>
            <p:cNvSpPr/>
            <p:nvPr/>
          </p:nvSpPr>
          <p:spPr>
            <a:xfrm>
              <a:off x="5141689" y="35618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0" name="pt12450"/>
            <p:cNvSpPr/>
            <p:nvPr/>
          </p:nvSpPr>
          <p:spPr>
            <a:xfrm>
              <a:off x="5146502" y="3581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1" name="pt12451"/>
            <p:cNvSpPr/>
            <p:nvPr/>
          </p:nvSpPr>
          <p:spPr>
            <a:xfrm>
              <a:off x="5139558" y="35680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2" name="pt12452"/>
            <p:cNvSpPr/>
            <p:nvPr/>
          </p:nvSpPr>
          <p:spPr>
            <a:xfrm>
              <a:off x="5129939" y="35697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3" name="pt12453"/>
            <p:cNvSpPr/>
            <p:nvPr/>
          </p:nvSpPr>
          <p:spPr>
            <a:xfrm>
              <a:off x="5218301" y="3552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4" name="pt12454"/>
            <p:cNvSpPr/>
            <p:nvPr/>
          </p:nvSpPr>
          <p:spPr>
            <a:xfrm>
              <a:off x="7059725" y="35494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5" name="pt12455"/>
            <p:cNvSpPr/>
            <p:nvPr/>
          </p:nvSpPr>
          <p:spPr>
            <a:xfrm>
              <a:off x="5167919" y="3511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6" name="pt12456"/>
            <p:cNvSpPr/>
            <p:nvPr/>
          </p:nvSpPr>
          <p:spPr>
            <a:xfrm>
              <a:off x="5110776" y="3545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7" name="pt12457"/>
            <p:cNvSpPr/>
            <p:nvPr/>
          </p:nvSpPr>
          <p:spPr>
            <a:xfrm>
              <a:off x="5114604" y="34602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8" name="pt12458"/>
            <p:cNvSpPr/>
            <p:nvPr/>
          </p:nvSpPr>
          <p:spPr>
            <a:xfrm>
              <a:off x="5102907" y="38046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59" name="pt12459"/>
            <p:cNvSpPr/>
            <p:nvPr/>
          </p:nvSpPr>
          <p:spPr>
            <a:xfrm>
              <a:off x="5152845" y="3558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0" name="pt12460"/>
            <p:cNvSpPr/>
            <p:nvPr/>
          </p:nvSpPr>
          <p:spPr>
            <a:xfrm>
              <a:off x="5152583" y="3564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1" name="pt12461"/>
            <p:cNvSpPr/>
            <p:nvPr/>
          </p:nvSpPr>
          <p:spPr>
            <a:xfrm>
              <a:off x="5189587" y="35900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2" name="pt12462"/>
            <p:cNvSpPr/>
            <p:nvPr/>
          </p:nvSpPr>
          <p:spPr>
            <a:xfrm>
              <a:off x="5146020" y="3539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3" name="pt12463"/>
            <p:cNvSpPr/>
            <p:nvPr/>
          </p:nvSpPr>
          <p:spPr>
            <a:xfrm>
              <a:off x="5152067" y="3554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4" name="pt12464"/>
            <p:cNvSpPr/>
            <p:nvPr/>
          </p:nvSpPr>
          <p:spPr>
            <a:xfrm>
              <a:off x="5157476" y="35628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5" name="pt12465"/>
            <p:cNvSpPr/>
            <p:nvPr/>
          </p:nvSpPr>
          <p:spPr>
            <a:xfrm>
              <a:off x="5137252" y="35671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6" name="pt12466"/>
            <p:cNvSpPr/>
            <p:nvPr/>
          </p:nvSpPr>
          <p:spPr>
            <a:xfrm>
              <a:off x="5190223" y="3397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7" name="pt12467"/>
            <p:cNvSpPr/>
            <p:nvPr/>
          </p:nvSpPr>
          <p:spPr>
            <a:xfrm>
              <a:off x="5152203" y="3592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8" name="pt12468"/>
            <p:cNvSpPr/>
            <p:nvPr/>
          </p:nvSpPr>
          <p:spPr>
            <a:xfrm>
              <a:off x="5106928" y="3545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69" name="pt12469"/>
            <p:cNvSpPr/>
            <p:nvPr/>
          </p:nvSpPr>
          <p:spPr>
            <a:xfrm>
              <a:off x="5178478" y="35278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0" name="pt12470"/>
            <p:cNvSpPr/>
            <p:nvPr/>
          </p:nvSpPr>
          <p:spPr>
            <a:xfrm>
              <a:off x="5190925" y="35530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1" name="pt12471"/>
            <p:cNvSpPr/>
            <p:nvPr/>
          </p:nvSpPr>
          <p:spPr>
            <a:xfrm>
              <a:off x="5064867" y="35891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2" name="pt12472"/>
            <p:cNvSpPr/>
            <p:nvPr/>
          </p:nvSpPr>
          <p:spPr>
            <a:xfrm>
              <a:off x="5094680" y="35574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3" name="pt12473"/>
            <p:cNvSpPr/>
            <p:nvPr/>
          </p:nvSpPr>
          <p:spPr>
            <a:xfrm>
              <a:off x="5192107" y="3535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4" name="pt12474"/>
            <p:cNvSpPr/>
            <p:nvPr/>
          </p:nvSpPr>
          <p:spPr>
            <a:xfrm>
              <a:off x="5165304" y="40036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5" name="pt12475"/>
            <p:cNvSpPr/>
            <p:nvPr/>
          </p:nvSpPr>
          <p:spPr>
            <a:xfrm>
              <a:off x="5130793" y="35511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6" name="pt12476"/>
            <p:cNvSpPr/>
            <p:nvPr/>
          </p:nvSpPr>
          <p:spPr>
            <a:xfrm>
              <a:off x="5174744" y="35463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7" name="pt12477"/>
            <p:cNvSpPr/>
            <p:nvPr/>
          </p:nvSpPr>
          <p:spPr>
            <a:xfrm>
              <a:off x="5171735" y="35570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8" name="pt12478"/>
            <p:cNvSpPr/>
            <p:nvPr/>
          </p:nvSpPr>
          <p:spPr>
            <a:xfrm>
              <a:off x="5158975" y="3620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79" name="pt12479"/>
            <p:cNvSpPr/>
            <p:nvPr/>
          </p:nvSpPr>
          <p:spPr>
            <a:xfrm>
              <a:off x="5122789" y="3600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0" name="pt12480"/>
            <p:cNvSpPr/>
            <p:nvPr/>
          </p:nvSpPr>
          <p:spPr>
            <a:xfrm>
              <a:off x="5144569" y="35442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1" name="pt12481"/>
            <p:cNvSpPr/>
            <p:nvPr/>
          </p:nvSpPr>
          <p:spPr>
            <a:xfrm>
              <a:off x="5109897" y="3556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2" name="pt12482"/>
            <p:cNvSpPr/>
            <p:nvPr/>
          </p:nvSpPr>
          <p:spPr>
            <a:xfrm>
              <a:off x="5177246" y="35757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3" name="pt12483"/>
            <p:cNvSpPr/>
            <p:nvPr/>
          </p:nvSpPr>
          <p:spPr>
            <a:xfrm>
              <a:off x="5168268" y="3578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4" name="pt12484"/>
            <p:cNvSpPr/>
            <p:nvPr/>
          </p:nvSpPr>
          <p:spPr>
            <a:xfrm>
              <a:off x="5160282" y="3554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5" name="pt12485"/>
            <p:cNvSpPr/>
            <p:nvPr/>
          </p:nvSpPr>
          <p:spPr>
            <a:xfrm>
              <a:off x="5127231" y="35558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6" name="pt12486"/>
            <p:cNvSpPr/>
            <p:nvPr/>
          </p:nvSpPr>
          <p:spPr>
            <a:xfrm>
              <a:off x="5150378" y="3566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7" name="pt12487"/>
            <p:cNvSpPr/>
            <p:nvPr/>
          </p:nvSpPr>
          <p:spPr>
            <a:xfrm>
              <a:off x="5157973" y="35790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8" name="pt12488"/>
            <p:cNvSpPr/>
            <p:nvPr/>
          </p:nvSpPr>
          <p:spPr>
            <a:xfrm>
              <a:off x="5141923" y="35592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89" name="pt12489"/>
            <p:cNvSpPr/>
            <p:nvPr/>
          </p:nvSpPr>
          <p:spPr>
            <a:xfrm>
              <a:off x="5128251" y="35734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0" name="pt12490"/>
            <p:cNvSpPr/>
            <p:nvPr/>
          </p:nvSpPr>
          <p:spPr>
            <a:xfrm>
              <a:off x="5071519" y="3624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1" name="pt12491"/>
            <p:cNvSpPr/>
            <p:nvPr/>
          </p:nvSpPr>
          <p:spPr>
            <a:xfrm>
              <a:off x="5187640" y="35106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2" name="pt12492"/>
            <p:cNvSpPr/>
            <p:nvPr/>
          </p:nvSpPr>
          <p:spPr>
            <a:xfrm>
              <a:off x="5171814" y="3521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3" name="pt12493"/>
            <p:cNvSpPr/>
            <p:nvPr/>
          </p:nvSpPr>
          <p:spPr>
            <a:xfrm>
              <a:off x="5175626" y="3533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4" name="pt12494"/>
            <p:cNvSpPr/>
            <p:nvPr/>
          </p:nvSpPr>
          <p:spPr>
            <a:xfrm>
              <a:off x="5178844" y="35774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5" name="pt12495"/>
            <p:cNvSpPr/>
            <p:nvPr/>
          </p:nvSpPr>
          <p:spPr>
            <a:xfrm>
              <a:off x="5127967" y="3552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6" name="pt12496"/>
            <p:cNvSpPr/>
            <p:nvPr/>
          </p:nvSpPr>
          <p:spPr>
            <a:xfrm>
              <a:off x="5113672" y="35682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7" name="pt12497"/>
            <p:cNvSpPr/>
            <p:nvPr/>
          </p:nvSpPr>
          <p:spPr>
            <a:xfrm>
              <a:off x="5171615" y="3597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8" name="pt12498"/>
            <p:cNvSpPr/>
            <p:nvPr/>
          </p:nvSpPr>
          <p:spPr>
            <a:xfrm>
              <a:off x="5125912" y="3573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499" name="pt12499"/>
            <p:cNvSpPr/>
            <p:nvPr/>
          </p:nvSpPr>
          <p:spPr>
            <a:xfrm>
              <a:off x="5151874" y="35456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0" name="pt12500"/>
            <p:cNvSpPr/>
            <p:nvPr/>
          </p:nvSpPr>
          <p:spPr>
            <a:xfrm>
              <a:off x="5141298" y="35427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1" name="pt12501"/>
            <p:cNvSpPr/>
            <p:nvPr/>
          </p:nvSpPr>
          <p:spPr>
            <a:xfrm>
              <a:off x="5129975" y="3108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2" name="pt12502"/>
            <p:cNvSpPr/>
            <p:nvPr/>
          </p:nvSpPr>
          <p:spPr>
            <a:xfrm>
              <a:off x="5131424" y="35996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3" name="pt12503"/>
            <p:cNvSpPr/>
            <p:nvPr/>
          </p:nvSpPr>
          <p:spPr>
            <a:xfrm>
              <a:off x="5118918" y="37723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4" name="pt12504"/>
            <p:cNvSpPr/>
            <p:nvPr/>
          </p:nvSpPr>
          <p:spPr>
            <a:xfrm>
              <a:off x="5098082" y="3536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5" name="pt12505"/>
            <p:cNvSpPr/>
            <p:nvPr/>
          </p:nvSpPr>
          <p:spPr>
            <a:xfrm>
              <a:off x="5154949" y="35687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6" name="pt12506"/>
            <p:cNvSpPr/>
            <p:nvPr/>
          </p:nvSpPr>
          <p:spPr>
            <a:xfrm>
              <a:off x="5189554" y="3569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7" name="pt12507"/>
            <p:cNvSpPr/>
            <p:nvPr/>
          </p:nvSpPr>
          <p:spPr>
            <a:xfrm>
              <a:off x="5175275" y="35395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8" name="pt12508"/>
            <p:cNvSpPr/>
            <p:nvPr/>
          </p:nvSpPr>
          <p:spPr>
            <a:xfrm>
              <a:off x="5183172" y="3455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09" name="pt12509"/>
            <p:cNvSpPr/>
            <p:nvPr/>
          </p:nvSpPr>
          <p:spPr>
            <a:xfrm>
              <a:off x="5060997" y="3566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0" name="pt12510"/>
            <p:cNvSpPr/>
            <p:nvPr/>
          </p:nvSpPr>
          <p:spPr>
            <a:xfrm>
              <a:off x="5152901" y="34865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1" name="pt12511"/>
            <p:cNvSpPr/>
            <p:nvPr/>
          </p:nvSpPr>
          <p:spPr>
            <a:xfrm>
              <a:off x="5096287" y="34757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2" name="pt12512"/>
            <p:cNvSpPr/>
            <p:nvPr/>
          </p:nvSpPr>
          <p:spPr>
            <a:xfrm>
              <a:off x="5152307" y="3553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3" name="pt12513"/>
            <p:cNvSpPr/>
            <p:nvPr/>
          </p:nvSpPr>
          <p:spPr>
            <a:xfrm>
              <a:off x="5167688" y="3523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4" name="pt12514"/>
            <p:cNvSpPr/>
            <p:nvPr/>
          </p:nvSpPr>
          <p:spPr>
            <a:xfrm>
              <a:off x="5153596" y="3518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5" name="pt12515"/>
            <p:cNvSpPr/>
            <p:nvPr/>
          </p:nvSpPr>
          <p:spPr>
            <a:xfrm>
              <a:off x="5127191" y="3589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6" name="pt12516"/>
            <p:cNvSpPr/>
            <p:nvPr/>
          </p:nvSpPr>
          <p:spPr>
            <a:xfrm>
              <a:off x="5121024" y="35392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7" name="pt12517"/>
            <p:cNvSpPr/>
            <p:nvPr/>
          </p:nvSpPr>
          <p:spPr>
            <a:xfrm>
              <a:off x="5131896" y="35704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8" name="pt12518"/>
            <p:cNvSpPr/>
            <p:nvPr/>
          </p:nvSpPr>
          <p:spPr>
            <a:xfrm>
              <a:off x="5133989" y="3570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19" name="pt12519"/>
            <p:cNvSpPr/>
            <p:nvPr/>
          </p:nvSpPr>
          <p:spPr>
            <a:xfrm>
              <a:off x="5151702" y="36820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0" name="pt12520"/>
            <p:cNvSpPr/>
            <p:nvPr/>
          </p:nvSpPr>
          <p:spPr>
            <a:xfrm>
              <a:off x="5140863" y="35976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1" name="pt12521"/>
            <p:cNvSpPr/>
            <p:nvPr/>
          </p:nvSpPr>
          <p:spPr>
            <a:xfrm>
              <a:off x="5152791" y="35308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2" name="pt12522"/>
            <p:cNvSpPr/>
            <p:nvPr/>
          </p:nvSpPr>
          <p:spPr>
            <a:xfrm>
              <a:off x="5131407" y="3583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3" name="pt12523"/>
            <p:cNvSpPr/>
            <p:nvPr/>
          </p:nvSpPr>
          <p:spPr>
            <a:xfrm>
              <a:off x="5022935" y="35248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4" name="pt12524"/>
            <p:cNvSpPr/>
            <p:nvPr/>
          </p:nvSpPr>
          <p:spPr>
            <a:xfrm>
              <a:off x="5182473" y="3179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5" name="pt12525"/>
            <p:cNvSpPr/>
            <p:nvPr/>
          </p:nvSpPr>
          <p:spPr>
            <a:xfrm>
              <a:off x="5166459" y="3538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6" name="pt12526"/>
            <p:cNvSpPr/>
            <p:nvPr/>
          </p:nvSpPr>
          <p:spPr>
            <a:xfrm>
              <a:off x="5193779" y="3563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7" name="pt12527"/>
            <p:cNvSpPr/>
            <p:nvPr/>
          </p:nvSpPr>
          <p:spPr>
            <a:xfrm>
              <a:off x="5157359" y="35572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8" name="pt12528"/>
            <p:cNvSpPr/>
            <p:nvPr/>
          </p:nvSpPr>
          <p:spPr>
            <a:xfrm>
              <a:off x="5155249" y="3551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29" name="pt12529"/>
            <p:cNvSpPr/>
            <p:nvPr/>
          </p:nvSpPr>
          <p:spPr>
            <a:xfrm>
              <a:off x="5095132" y="36220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0" name="pt12530"/>
            <p:cNvSpPr/>
            <p:nvPr/>
          </p:nvSpPr>
          <p:spPr>
            <a:xfrm>
              <a:off x="5121135" y="3551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1" name="pt12531"/>
            <p:cNvSpPr/>
            <p:nvPr/>
          </p:nvSpPr>
          <p:spPr>
            <a:xfrm>
              <a:off x="5142473" y="3531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2" name="pt12532"/>
            <p:cNvSpPr/>
            <p:nvPr/>
          </p:nvSpPr>
          <p:spPr>
            <a:xfrm>
              <a:off x="5145539" y="34118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3" name="pt12533"/>
            <p:cNvSpPr/>
            <p:nvPr/>
          </p:nvSpPr>
          <p:spPr>
            <a:xfrm>
              <a:off x="5130595" y="30006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4" name="pt12534"/>
            <p:cNvSpPr/>
            <p:nvPr/>
          </p:nvSpPr>
          <p:spPr>
            <a:xfrm>
              <a:off x="5148248" y="35370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5" name="pt12535"/>
            <p:cNvSpPr/>
            <p:nvPr/>
          </p:nvSpPr>
          <p:spPr>
            <a:xfrm>
              <a:off x="5229888" y="3545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6" name="pt12536"/>
            <p:cNvSpPr/>
            <p:nvPr/>
          </p:nvSpPr>
          <p:spPr>
            <a:xfrm>
              <a:off x="5187466" y="35700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7" name="pt12537"/>
            <p:cNvSpPr/>
            <p:nvPr/>
          </p:nvSpPr>
          <p:spPr>
            <a:xfrm>
              <a:off x="5168469" y="35566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8" name="pt12538"/>
            <p:cNvSpPr/>
            <p:nvPr/>
          </p:nvSpPr>
          <p:spPr>
            <a:xfrm>
              <a:off x="5178124" y="3553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39" name="pt12539"/>
            <p:cNvSpPr/>
            <p:nvPr/>
          </p:nvSpPr>
          <p:spPr>
            <a:xfrm>
              <a:off x="5217695" y="3569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0" name="pt12540"/>
            <p:cNvSpPr/>
            <p:nvPr/>
          </p:nvSpPr>
          <p:spPr>
            <a:xfrm>
              <a:off x="5200846" y="35608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1" name="pt12541"/>
            <p:cNvSpPr/>
            <p:nvPr/>
          </p:nvSpPr>
          <p:spPr>
            <a:xfrm>
              <a:off x="5132833" y="3556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2" name="pt12542"/>
            <p:cNvSpPr/>
            <p:nvPr/>
          </p:nvSpPr>
          <p:spPr>
            <a:xfrm>
              <a:off x="5698121" y="3547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3" name="pt12543"/>
            <p:cNvSpPr/>
            <p:nvPr/>
          </p:nvSpPr>
          <p:spPr>
            <a:xfrm>
              <a:off x="5168849" y="35302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4" name="pt12544"/>
            <p:cNvSpPr/>
            <p:nvPr/>
          </p:nvSpPr>
          <p:spPr>
            <a:xfrm>
              <a:off x="5464182" y="35825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5" name="pt12545"/>
            <p:cNvSpPr/>
            <p:nvPr/>
          </p:nvSpPr>
          <p:spPr>
            <a:xfrm>
              <a:off x="5167621" y="3554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6" name="pt12546"/>
            <p:cNvSpPr/>
            <p:nvPr/>
          </p:nvSpPr>
          <p:spPr>
            <a:xfrm>
              <a:off x="5132600" y="3667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7" name="pt12547"/>
            <p:cNvSpPr/>
            <p:nvPr/>
          </p:nvSpPr>
          <p:spPr>
            <a:xfrm>
              <a:off x="5131423" y="3589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8" name="pt12548"/>
            <p:cNvSpPr/>
            <p:nvPr/>
          </p:nvSpPr>
          <p:spPr>
            <a:xfrm>
              <a:off x="5141147" y="3497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49" name="pt12549"/>
            <p:cNvSpPr/>
            <p:nvPr/>
          </p:nvSpPr>
          <p:spPr>
            <a:xfrm>
              <a:off x="5162102" y="3530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0" name="pt12550"/>
            <p:cNvSpPr/>
            <p:nvPr/>
          </p:nvSpPr>
          <p:spPr>
            <a:xfrm>
              <a:off x="5157004" y="3534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1" name="pt12551"/>
            <p:cNvSpPr/>
            <p:nvPr/>
          </p:nvSpPr>
          <p:spPr>
            <a:xfrm>
              <a:off x="5183339" y="3516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2" name="pt12552"/>
            <p:cNvSpPr/>
            <p:nvPr/>
          </p:nvSpPr>
          <p:spPr>
            <a:xfrm>
              <a:off x="5169754" y="3547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3" name="pt12553"/>
            <p:cNvSpPr/>
            <p:nvPr/>
          </p:nvSpPr>
          <p:spPr>
            <a:xfrm>
              <a:off x="5146037" y="3572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4" name="pt12554"/>
            <p:cNvSpPr/>
            <p:nvPr/>
          </p:nvSpPr>
          <p:spPr>
            <a:xfrm>
              <a:off x="5103251" y="36004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5" name="pt12555"/>
            <p:cNvSpPr/>
            <p:nvPr/>
          </p:nvSpPr>
          <p:spPr>
            <a:xfrm>
              <a:off x="5159158" y="3640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6" name="pt12556"/>
            <p:cNvSpPr/>
            <p:nvPr/>
          </p:nvSpPr>
          <p:spPr>
            <a:xfrm>
              <a:off x="5199775" y="35548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7" name="pt12557"/>
            <p:cNvSpPr/>
            <p:nvPr/>
          </p:nvSpPr>
          <p:spPr>
            <a:xfrm>
              <a:off x="5182690" y="35522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8" name="pt12558"/>
            <p:cNvSpPr/>
            <p:nvPr/>
          </p:nvSpPr>
          <p:spPr>
            <a:xfrm>
              <a:off x="5139534" y="36023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59" name="pt12559"/>
            <p:cNvSpPr/>
            <p:nvPr/>
          </p:nvSpPr>
          <p:spPr>
            <a:xfrm>
              <a:off x="5158587" y="3566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0" name="pt12560"/>
            <p:cNvSpPr/>
            <p:nvPr/>
          </p:nvSpPr>
          <p:spPr>
            <a:xfrm>
              <a:off x="5190522" y="35939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1" name="pt12561"/>
            <p:cNvSpPr/>
            <p:nvPr/>
          </p:nvSpPr>
          <p:spPr>
            <a:xfrm>
              <a:off x="5212514" y="3539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2" name="pt12562"/>
            <p:cNvSpPr/>
            <p:nvPr/>
          </p:nvSpPr>
          <p:spPr>
            <a:xfrm>
              <a:off x="5162162" y="35635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3" name="pt12563"/>
            <p:cNvSpPr/>
            <p:nvPr/>
          </p:nvSpPr>
          <p:spPr>
            <a:xfrm>
              <a:off x="5103488" y="3608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4" name="pt12564"/>
            <p:cNvSpPr/>
            <p:nvPr/>
          </p:nvSpPr>
          <p:spPr>
            <a:xfrm>
              <a:off x="5157366" y="35198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5" name="pt12565"/>
            <p:cNvSpPr/>
            <p:nvPr/>
          </p:nvSpPr>
          <p:spPr>
            <a:xfrm>
              <a:off x="5113639" y="3521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6" name="pt12566"/>
            <p:cNvSpPr/>
            <p:nvPr/>
          </p:nvSpPr>
          <p:spPr>
            <a:xfrm>
              <a:off x="5139931" y="35528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7" name="pt12567"/>
            <p:cNvSpPr/>
            <p:nvPr/>
          </p:nvSpPr>
          <p:spPr>
            <a:xfrm>
              <a:off x="5159399" y="35925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8" name="pt12568"/>
            <p:cNvSpPr/>
            <p:nvPr/>
          </p:nvSpPr>
          <p:spPr>
            <a:xfrm>
              <a:off x="5142133" y="3426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69" name="pt12569"/>
            <p:cNvSpPr/>
            <p:nvPr/>
          </p:nvSpPr>
          <p:spPr>
            <a:xfrm>
              <a:off x="5185124" y="3444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0" name="pt12570"/>
            <p:cNvSpPr/>
            <p:nvPr/>
          </p:nvSpPr>
          <p:spPr>
            <a:xfrm>
              <a:off x="5207249" y="3569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1" name="pt12571"/>
            <p:cNvSpPr/>
            <p:nvPr/>
          </p:nvSpPr>
          <p:spPr>
            <a:xfrm>
              <a:off x="5171466" y="3559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2" name="pt12572"/>
            <p:cNvSpPr/>
            <p:nvPr/>
          </p:nvSpPr>
          <p:spPr>
            <a:xfrm>
              <a:off x="5163432" y="35630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3" name="pt12573"/>
            <p:cNvSpPr/>
            <p:nvPr/>
          </p:nvSpPr>
          <p:spPr>
            <a:xfrm>
              <a:off x="5115315" y="37154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4" name="pt12574"/>
            <p:cNvSpPr/>
            <p:nvPr/>
          </p:nvSpPr>
          <p:spPr>
            <a:xfrm>
              <a:off x="5171757" y="35562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5" name="pt12575"/>
            <p:cNvSpPr/>
            <p:nvPr/>
          </p:nvSpPr>
          <p:spPr>
            <a:xfrm>
              <a:off x="5152850" y="35382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6" name="pt12576"/>
            <p:cNvSpPr/>
            <p:nvPr/>
          </p:nvSpPr>
          <p:spPr>
            <a:xfrm>
              <a:off x="5163899" y="35547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7" name="pt12577"/>
            <p:cNvSpPr/>
            <p:nvPr/>
          </p:nvSpPr>
          <p:spPr>
            <a:xfrm>
              <a:off x="5178724" y="35620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8" name="pt12578"/>
            <p:cNvSpPr/>
            <p:nvPr/>
          </p:nvSpPr>
          <p:spPr>
            <a:xfrm>
              <a:off x="5148684" y="3560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79" name="pt12579"/>
            <p:cNvSpPr/>
            <p:nvPr/>
          </p:nvSpPr>
          <p:spPr>
            <a:xfrm>
              <a:off x="5189250" y="3555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0" name="pt12580"/>
            <p:cNvSpPr/>
            <p:nvPr/>
          </p:nvSpPr>
          <p:spPr>
            <a:xfrm>
              <a:off x="5089897" y="3565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1" name="pt12581"/>
            <p:cNvSpPr/>
            <p:nvPr/>
          </p:nvSpPr>
          <p:spPr>
            <a:xfrm>
              <a:off x="5164289" y="35815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2" name="pt12582"/>
            <p:cNvSpPr/>
            <p:nvPr/>
          </p:nvSpPr>
          <p:spPr>
            <a:xfrm>
              <a:off x="5155296" y="3553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3" name="pt12583"/>
            <p:cNvSpPr/>
            <p:nvPr/>
          </p:nvSpPr>
          <p:spPr>
            <a:xfrm>
              <a:off x="5185742" y="35344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4" name="pt12584"/>
            <p:cNvSpPr/>
            <p:nvPr/>
          </p:nvSpPr>
          <p:spPr>
            <a:xfrm>
              <a:off x="5147210" y="35563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5" name="pt12585"/>
            <p:cNvSpPr/>
            <p:nvPr/>
          </p:nvSpPr>
          <p:spPr>
            <a:xfrm>
              <a:off x="5094176" y="3478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6" name="pt12586"/>
            <p:cNvSpPr/>
            <p:nvPr/>
          </p:nvSpPr>
          <p:spPr>
            <a:xfrm>
              <a:off x="5099683" y="35872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7" name="pt12587"/>
            <p:cNvSpPr/>
            <p:nvPr/>
          </p:nvSpPr>
          <p:spPr>
            <a:xfrm>
              <a:off x="5222552" y="35530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8" name="pt12588"/>
            <p:cNvSpPr/>
            <p:nvPr/>
          </p:nvSpPr>
          <p:spPr>
            <a:xfrm>
              <a:off x="5137874" y="35262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89" name="pt12589"/>
            <p:cNvSpPr/>
            <p:nvPr/>
          </p:nvSpPr>
          <p:spPr>
            <a:xfrm>
              <a:off x="5179215" y="35442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0" name="pt12590"/>
            <p:cNvSpPr/>
            <p:nvPr/>
          </p:nvSpPr>
          <p:spPr>
            <a:xfrm>
              <a:off x="5193628" y="35365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1" name="pt12591"/>
            <p:cNvSpPr/>
            <p:nvPr/>
          </p:nvSpPr>
          <p:spPr>
            <a:xfrm>
              <a:off x="5237817" y="3531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2" name="pt12592"/>
            <p:cNvSpPr/>
            <p:nvPr/>
          </p:nvSpPr>
          <p:spPr>
            <a:xfrm>
              <a:off x="5155401" y="3528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3" name="pt12593"/>
            <p:cNvSpPr/>
            <p:nvPr/>
          </p:nvSpPr>
          <p:spPr>
            <a:xfrm>
              <a:off x="5190352" y="33732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4" name="pt12594"/>
            <p:cNvSpPr/>
            <p:nvPr/>
          </p:nvSpPr>
          <p:spPr>
            <a:xfrm>
              <a:off x="5157522" y="35518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5" name="pt12595"/>
            <p:cNvSpPr/>
            <p:nvPr/>
          </p:nvSpPr>
          <p:spPr>
            <a:xfrm>
              <a:off x="5133191" y="3513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6" name="pt12596"/>
            <p:cNvSpPr/>
            <p:nvPr/>
          </p:nvSpPr>
          <p:spPr>
            <a:xfrm>
              <a:off x="5180350" y="35149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7" name="pt12597"/>
            <p:cNvSpPr/>
            <p:nvPr/>
          </p:nvSpPr>
          <p:spPr>
            <a:xfrm>
              <a:off x="5163156" y="3602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8" name="pt12598"/>
            <p:cNvSpPr/>
            <p:nvPr/>
          </p:nvSpPr>
          <p:spPr>
            <a:xfrm>
              <a:off x="5113616" y="35462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599" name="pt12599"/>
            <p:cNvSpPr/>
            <p:nvPr/>
          </p:nvSpPr>
          <p:spPr>
            <a:xfrm>
              <a:off x="5191294" y="35499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0" name="pt12600"/>
            <p:cNvSpPr/>
            <p:nvPr/>
          </p:nvSpPr>
          <p:spPr>
            <a:xfrm>
              <a:off x="5137634" y="3544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1" name="pt12601"/>
            <p:cNvSpPr/>
            <p:nvPr/>
          </p:nvSpPr>
          <p:spPr>
            <a:xfrm>
              <a:off x="5154581" y="35888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2" name="pt12602"/>
            <p:cNvSpPr/>
            <p:nvPr/>
          </p:nvSpPr>
          <p:spPr>
            <a:xfrm>
              <a:off x="5167234" y="3539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3" name="pt12603"/>
            <p:cNvSpPr/>
            <p:nvPr/>
          </p:nvSpPr>
          <p:spPr>
            <a:xfrm>
              <a:off x="5160454" y="3532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4" name="pt12604"/>
            <p:cNvSpPr/>
            <p:nvPr/>
          </p:nvSpPr>
          <p:spPr>
            <a:xfrm>
              <a:off x="5133847" y="35733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5" name="pt12605"/>
            <p:cNvSpPr/>
            <p:nvPr/>
          </p:nvSpPr>
          <p:spPr>
            <a:xfrm>
              <a:off x="5121712" y="36341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6" name="pt12606"/>
            <p:cNvSpPr/>
            <p:nvPr/>
          </p:nvSpPr>
          <p:spPr>
            <a:xfrm>
              <a:off x="5186786" y="3558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7" name="pt12607"/>
            <p:cNvSpPr/>
            <p:nvPr/>
          </p:nvSpPr>
          <p:spPr>
            <a:xfrm>
              <a:off x="5093877" y="3549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8" name="pt12608"/>
            <p:cNvSpPr/>
            <p:nvPr/>
          </p:nvSpPr>
          <p:spPr>
            <a:xfrm>
              <a:off x="5110489" y="35575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09" name="pt12609"/>
            <p:cNvSpPr/>
            <p:nvPr/>
          </p:nvSpPr>
          <p:spPr>
            <a:xfrm>
              <a:off x="5182604" y="3535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0" name="pt12610"/>
            <p:cNvSpPr/>
            <p:nvPr/>
          </p:nvSpPr>
          <p:spPr>
            <a:xfrm>
              <a:off x="5119372" y="34388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1" name="pt12611"/>
            <p:cNvSpPr/>
            <p:nvPr/>
          </p:nvSpPr>
          <p:spPr>
            <a:xfrm>
              <a:off x="5170181" y="3530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2" name="pt12612"/>
            <p:cNvSpPr/>
            <p:nvPr/>
          </p:nvSpPr>
          <p:spPr>
            <a:xfrm>
              <a:off x="5150694" y="3531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3" name="pt12613"/>
            <p:cNvSpPr/>
            <p:nvPr/>
          </p:nvSpPr>
          <p:spPr>
            <a:xfrm>
              <a:off x="5196604" y="3557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4" name="pt12614"/>
            <p:cNvSpPr/>
            <p:nvPr/>
          </p:nvSpPr>
          <p:spPr>
            <a:xfrm>
              <a:off x="5155179" y="35581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5" name="pt12615"/>
            <p:cNvSpPr/>
            <p:nvPr/>
          </p:nvSpPr>
          <p:spPr>
            <a:xfrm>
              <a:off x="5164234" y="3548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6" name="pt12616"/>
            <p:cNvSpPr/>
            <p:nvPr/>
          </p:nvSpPr>
          <p:spPr>
            <a:xfrm>
              <a:off x="5189708" y="35483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7" name="pt12617"/>
            <p:cNvSpPr/>
            <p:nvPr/>
          </p:nvSpPr>
          <p:spPr>
            <a:xfrm>
              <a:off x="5171758" y="3538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8" name="pt12618"/>
            <p:cNvSpPr/>
            <p:nvPr/>
          </p:nvSpPr>
          <p:spPr>
            <a:xfrm>
              <a:off x="5139720" y="35743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19" name="pt12619"/>
            <p:cNvSpPr/>
            <p:nvPr/>
          </p:nvSpPr>
          <p:spPr>
            <a:xfrm>
              <a:off x="5136362" y="35690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0" name="pt12620"/>
            <p:cNvSpPr/>
            <p:nvPr/>
          </p:nvSpPr>
          <p:spPr>
            <a:xfrm>
              <a:off x="5168999" y="3602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1" name="pt12621"/>
            <p:cNvSpPr/>
            <p:nvPr/>
          </p:nvSpPr>
          <p:spPr>
            <a:xfrm>
              <a:off x="5168148" y="35393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2" name="pt12622"/>
            <p:cNvSpPr/>
            <p:nvPr/>
          </p:nvSpPr>
          <p:spPr>
            <a:xfrm>
              <a:off x="5169643" y="35650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3" name="pt12623"/>
            <p:cNvSpPr/>
            <p:nvPr/>
          </p:nvSpPr>
          <p:spPr>
            <a:xfrm>
              <a:off x="5115865" y="35460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4" name="pt12624"/>
            <p:cNvSpPr/>
            <p:nvPr/>
          </p:nvSpPr>
          <p:spPr>
            <a:xfrm>
              <a:off x="5092627" y="3493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5" name="pt12625"/>
            <p:cNvSpPr/>
            <p:nvPr/>
          </p:nvSpPr>
          <p:spPr>
            <a:xfrm>
              <a:off x="5174189" y="3558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6" name="pt12626"/>
            <p:cNvSpPr/>
            <p:nvPr/>
          </p:nvSpPr>
          <p:spPr>
            <a:xfrm>
              <a:off x="5099957" y="3541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7" name="pt12627"/>
            <p:cNvSpPr/>
            <p:nvPr/>
          </p:nvSpPr>
          <p:spPr>
            <a:xfrm>
              <a:off x="5120266" y="35786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8" name="pt12628"/>
            <p:cNvSpPr/>
            <p:nvPr/>
          </p:nvSpPr>
          <p:spPr>
            <a:xfrm>
              <a:off x="5143704" y="35786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29" name="pt12629"/>
            <p:cNvSpPr/>
            <p:nvPr/>
          </p:nvSpPr>
          <p:spPr>
            <a:xfrm>
              <a:off x="5139806" y="3529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0" name="pt12630"/>
            <p:cNvSpPr/>
            <p:nvPr/>
          </p:nvSpPr>
          <p:spPr>
            <a:xfrm>
              <a:off x="5133477" y="35646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1" name="pt12631"/>
            <p:cNvSpPr/>
            <p:nvPr/>
          </p:nvSpPr>
          <p:spPr>
            <a:xfrm>
              <a:off x="5129707" y="35002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2" name="pt12632"/>
            <p:cNvSpPr/>
            <p:nvPr/>
          </p:nvSpPr>
          <p:spPr>
            <a:xfrm>
              <a:off x="5195783" y="35584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3" name="pt12633"/>
            <p:cNvSpPr/>
            <p:nvPr/>
          </p:nvSpPr>
          <p:spPr>
            <a:xfrm>
              <a:off x="5206781" y="3564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4" name="pt12634"/>
            <p:cNvSpPr/>
            <p:nvPr/>
          </p:nvSpPr>
          <p:spPr>
            <a:xfrm>
              <a:off x="5171981" y="35586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5" name="pt12635"/>
            <p:cNvSpPr/>
            <p:nvPr/>
          </p:nvSpPr>
          <p:spPr>
            <a:xfrm>
              <a:off x="5185283" y="3805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6" name="pt12636"/>
            <p:cNvSpPr/>
            <p:nvPr/>
          </p:nvSpPr>
          <p:spPr>
            <a:xfrm>
              <a:off x="5178324" y="35340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7" name="pt12637"/>
            <p:cNvSpPr/>
            <p:nvPr/>
          </p:nvSpPr>
          <p:spPr>
            <a:xfrm>
              <a:off x="5194568" y="35148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8" name="pt12638"/>
            <p:cNvSpPr/>
            <p:nvPr/>
          </p:nvSpPr>
          <p:spPr>
            <a:xfrm>
              <a:off x="5128308" y="35780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39" name="pt12639"/>
            <p:cNvSpPr/>
            <p:nvPr/>
          </p:nvSpPr>
          <p:spPr>
            <a:xfrm>
              <a:off x="5126060" y="3519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0" name="pt12640"/>
            <p:cNvSpPr/>
            <p:nvPr/>
          </p:nvSpPr>
          <p:spPr>
            <a:xfrm>
              <a:off x="5126477" y="35529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1" name="pt12641"/>
            <p:cNvSpPr/>
            <p:nvPr/>
          </p:nvSpPr>
          <p:spPr>
            <a:xfrm>
              <a:off x="5179154" y="35388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2" name="pt12642"/>
            <p:cNvSpPr/>
            <p:nvPr/>
          </p:nvSpPr>
          <p:spPr>
            <a:xfrm>
              <a:off x="5125381" y="3539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3" name="pt12643"/>
            <p:cNvSpPr/>
            <p:nvPr/>
          </p:nvSpPr>
          <p:spPr>
            <a:xfrm>
              <a:off x="5204945" y="35512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4" name="pt12644"/>
            <p:cNvSpPr/>
            <p:nvPr/>
          </p:nvSpPr>
          <p:spPr>
            <a:xfrm>
              <a:off x="5126180" y="3567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5" name="pt12645"/>
            <p:cNvSpPr/>
            <p:nvPr/>
          </p:nvSpPr>
          <p:spPr>
            <a:xfrm>
              <a:off x="4999074" y="3569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6" name="pt12646"/>
            <p:cNvSpPr/>
            <p:nvPr/>
          </p:nvSpPr>
          <p:spPr>
            <a:xfrm>
              <a:off x="5080253" y="35544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7" name="pt12647"/>
            <p:cNvSpPr/>
            <p:nvPr/>
          </p:nvSpPr>
          <p:spPr>
            <a:xfrm>
              <a:off x="5107378" y="36666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8" name="pt12648"/>
            <p:cNvSpPr/>
            <p:nvPr/>
          </p:nvSpPr>
          <p:spPr>
            <a:xfrm>
              <a:off x="5167060" y="3606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49" name="pt12649"/>
            <p:cNvSpPr/>
            <p:nvPr/>
          </p:nvSpPr>
          <p:spPr>
            <a:xfrm>
              <a:off x="5133936" y="35616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0" name="pt12650"/>
            <p:cNvSpPr/>
            <p:nvPr/>
          </p:nvSpPr>
          <p:spPr>
            <a:xfrm>
              <a:off x="5162220" y="3548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1" name="pt12651"/>
            <p:cNvSpPr/>
            <p:nvPr/>
          </p:nvSpPr>
          <p:spPr>
            <a:xfrm>
              <a:off x="5176156" y="3473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2" name="pt12652"/>
            <p:cNvSpPr/>
            <p:nvPr/>
          </p:nvSpPr>
          <p:spPr>
            <a:xfrm>
              <a:off x="5120023" y="35631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3" name="pt12653"/>
            <p:cNvSpPr/>
            <p:nvPr/>
          </p:nvSpPr>
          <p:spPr>
            <a:xfrm>
              <a:off x="5096778" y="3616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4" name="pt12654"/>
            <p:cNvSpPr/>
            <p:nvPr/>
          </p:nvSpPr>
          <p:spPr>
            <a:xfrm>
              <a:off x="5158283" y="3580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5" name="pt12655"/>
            <p:cNvSpPr/>
            <p:nvPr/>
          </p:nvSpPr>
          <p:spPr>
            <a:xfrm>
              <a:off x="5147047" y="36425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6" name="pt12656"/>
            <p:cNvSpPr/>
            <p:nvPr/>
          </p:nvSpPr>
          <p:spPr>
            <a:xfrm>
              <a:off x="5093091" y="3550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7" name="pt12657"/>
            <p:cNvSpPr/>
            <p:nvPr/>
          </p:nvSpPr>
          <p:spPr>
            <a:xfrm>
              <a:off x="5167821" y="3546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8" name="pt12658"/>
            <p:cNvSpPr/>
            <p:nvPr/>
          </p:nvSpPr>
          <p:spPr>
            <a:xfrm>
              <a:off x="5133331" y="3545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59" name="pt12659"/>
            <p:cNvSpPr/>
            <p:nvPr/>
          </p:nvSpPr>
          <p:spPr>
            <a:xfrm>
              <a:off x="5132447" y="3615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0" name="pt12660"/>
            <p:cNvSpPr/>
            <p:nvPr/>
          </p:nvSpPr>
          <p:spPr>
            <a:xfrm>
              <a:off x="5123424" y="3539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1" name="pt12661"/>
            <p:cNvSpPr/>
            <p:nvPr/>
          </p:nvSpPr>
          <p:spPr>
            <a:xfrm>
              <a:off x="5046780" y="3560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2" name="pt12662"/>
            <p:cNvSpPr/>
            <p:nvPr/>
          </p:nvSpPr>
          <p:spPr>
            <a:xfrm>
              <a:off x="5084806" y="3556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3" name="pt12663"/>
            <p:cNvSpPr/>
            <p:nvPr/>
          </p:nvSpPr>
          <p:spPr>
            <a:xfrm>
              <a:off x="5191699" y="35323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4" name="pt12664"/>
            <p:cNvSpPr/>
            <p:nvPr/>
          </p:nvSpPr>
          <p:spPr>
            <a:xfrm>
              <a:off x="5139084" y="35316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5" name="pt12665"/>
            <p:cNvSpPr/>
            <p:nvPr/>
          </p:nvSpPr>
          <p:spPr>
            <a:xfrm>
              <a:off x="5158174" y="3533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6" name="pt12666"/>
            <p:cNvSpPr/>
            <p:nvPr/>
          </p:nvSpPr>
          <p:spPr>
            <a:xfrm>
              <a:off x="5122675" y="3607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7" name="pt12667"/>
            <p:cNvSpPr/>
            <p:nvPr/>
          </p:nvSpPr>
          <p:spPr>
            <a:xfrm>
              <a:off x="5066697" y="36442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8" name="pt12668"/>
            <p:cNvSpPr/>
            <p:nvPr/>
          </p:nvSpPr>
          <p:spPr>
            <a:xfrm>
              <a:off x="5184077" y="3553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69" name="pt12669"/>
            <p:cNvSpPr/>
            <p:nvPr/>
          </p:nvSpPr>
          <p:spPr>
            <a:xfrm>
              <a:off x="5122729" y="3534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0" name="pt12670"/>
            <p:cNvSpPr/>
            <p:nvPr/>
          </p:nvSpPr>
          <p:spPr>
            <a:xfrm>
              <a:off x="5110548" y="3552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1" name="pt12671"/>
            <p:cNvSpPr/>
            <p:nvPr/>
          </p:nvSpPr>
          <p:spPr>
            <a:xfrm>
              <a:off x="5160060" y="3573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2" name="pt12672"/>
            <p:cNvSpPr/>
            <p:nvPr/>
          </p:nvSpPr>
          <p:spPr>
            <a:xfrm>
              <a:off x="5093526" y="3619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3" name="pt12673"/>
            <p:cNvSpPr/>
            <p:nvPr/>
          </p:nvSpPr>
          <p:spPr>
            <a:xfrm>
              <a:off x="5168787" y="35621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4" name="pt12674"/>
            <p:cNvSpPr/>
            <p:nvPr/>
          </p:nvSpPr>
          <p:spPr>
            <a:xfrm>
              <a:off x="5167584" y="35154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5" name="pt12675"/>
            <p:cNvSpPr/>
            <p:nvPr/>
          </p:nvSpPr>
          <p:spPr>
            <a:xfrm>
              <a:off x="5155176" y="3541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6" name="pt12676"/>
            <p:cNvSpPr/>
            <p:nvPr/>
          </p:nvSpPr>
          <p:spPr>
            <a:xfrm>
              <a:off x="5164991" y="3580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7" name="pt12677"/>
            <p:cNvSpPr/>
            <p:nvPr/>
          </p:nvSpPr>
          <p:spPr>
            <a:xfrm>
              <a:off x="5176627" y="3531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8" name="pt12678"/>
            <p:cNvSpPr/>
            <p:nvPr/>
          </p:nvSpPr>
          <p:spPr>
            <a:xfrm>
              <a:off x="5146172" y="35583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79" name="pt12679"/>
            <p:cNvSpPr/>
            <p:nvPr/>
          </p:nvSpPr>
          <p:spPr>
            <a:xfrm>
              <a:off x="5219583" y="3543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0" name="pt12680"/>
            <p:cNvSpPr/>
            <p:nvPr/>
          </p:nvSpPr>
          <p:spPr>
            <a:xfrm>
              <a:off x="5140224" y="3536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1" name="pt12681"/>
            <p:cNvSpPr/>
            <p:nvPr/>
          </p:nvSpPr>
          <p:spPr>
            <a:xfrm>
              <a:off x="5159176" y="3535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2" name="pt12682"/>
            <p:cNvSpPr/>
            <p:nvPr/>
          </p:nvSpPr>
          <p:spPr>
            <a:xfrm>
              <a:off x="5150413" y="2778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3" name="pt12683"/>
            <p:cNvSpPr/>
            <p:nvPr/>
          </p:nvSpPr>
          <p:spPr>
            <a:xfrm>
              <a:off x="5093573" y="3562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4" name="pt12684"/>
            <p:cNvSpPr/>
            <p:nvPr/>
          </p:nvSpPr>
          <p:spPr>
            <a:xfrm>
              <a:off x="5156813" y="35320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5" name="pt12685"/>
            <p:cNvSpPr/>
            <p:nvPr/>
          </p:nvSpPr>
          <p:spPr>
            <a:xfrm>
              <a:off x="5127328" y="35580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6" name="pt12686"/>
            <p:cNvSpPr/>
            <p:nvPr/>
          </p:nvSpPr>
          <p:spPr>
            <a:xfrm>
              <a:off x="5132901" y="35883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7" name="pt12687"/>
            <p:cNvSpPr/>
            <p:nvPr/>
          </p:nvSpPr>
          <p:spPr>
            <a:xfrm>
              <a:off x="5141903" y="3564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8" name="pt12688"/>
            <p:cNvSpPr/>
            <p:nvPr/>
          </p:nvSpPr>
          <p:spPr>
            <a:xfrm>
              <a:off x="5140302" y="3225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89" name="pt12689"/>
            <p:cNvSpPr/>
            <p:nvPr/>
          </p:nvSpPr>
          <p:spPr>
            <a:xfrm>
              <a:off x="5151539" y="35257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0" name="pt12690"/>
            <p:cNvSpPr/>
            <p:nvPr/>
          </p:nvSpPr>
          <p:spPr>
            <a:xfrm>
              <a:off x="5162378" y="3568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1" name="pt12691"/>
            <p:cNvSpPr/>
            <p:nvPr/>
          </p:nvSpPr>
          <p:spPr>
            <a:xfrm>
              <a:off x="5176384" y="35905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2" name="pt12692"/>
            <p:cNvSpPr/>
            <p:nvPr/>
          </p:nvSpPr>
          <p:spPr>
            <a:xfrm>
              <a:off x="5192437" y="3533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3" name="pt12693"/>
            <p:cNvSpPr/>
            <p:nvPr/>
          </p:nvSpPr>
          <p:spPr>
            <a:xfrm>
              <a:off x="5150855" y="35422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4" name="pt12694"/>
            <p:cNvSpPr/>
            <p:nvPr/>
          </p:nvSpPr>
          <p:spPr>
            <a:xfrm>
              <a:off x="5172359" y="35246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5" name="pt12695"/>
            <p:cNvSpPr/>
            <p:nvPr/>
          </p:nvSpPr>
          <p:spPr>
            <a:xfrm>
              <a:off x="5161782" y="35557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6" name="pt12696"/>
            <p:cNvSpPr/>
            <p:nvPr/>
          </p:nvSpPr>
          <p:spPr>
            <a:xfrm>
              <a:off x="5177753" y="35764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7" name="pt12697"/>
            <p:cNvSpPr/>
            <p:nvPr/>
          </p:nvSpPr>
          <p:spPr>
            <a:xfrm>
              <a:off x="5176805" y="3545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8" name="pt12698"/>
            <p:cNvSpPr/>
            <p:nvPr/>
          </p:nvSpPr>
          <p:spPr>
            <a:xfrm>
              <a:off x="5175904" y="3544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699" name="pt12699"/>
            <p:cNvSpPr/>
            <p:nvPr/>
          </p:nvSpPr>
          <p:spPr>
            <a:xfrm>
              <a:off x="5168964" y="3541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0" name="pt12700"/>
            <p:cNvSpPr/>
            <p:nvPr/>
          </p:nvSpPr>
          <p:spPr>
            <a:xfrm>
              <a:off x="5089166" y="3532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1" name="pt12701"/>
            <p:cNvSpPr/>
            <p:nvPr/>
          </p:nvSpPr>
          <p:spPr>
            <a:xfrm>
              <a:off x="5162439" y="3561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2" name="pt12702"/>
            <p:cNvSpPr/>
            <p:nvPr/>
          </p:nvSpPr>
          <p:spPr>
            <a:xfrm>
              <a:off x="5093710" y="3671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3" name="pt12703"/>
            <p:cNvSpPr/>
            <p:nvPr/>
          </p:nvSpPr>
          <p:spPr>
            <a:xfrm>
              <a:off x="5135100" y="3559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4" name="pt12704"/>
            <p:cNvSpPr/>
            <p:nvPr/>
          </p:nvSpPr>
          <p:spPr>
            <a:xfrm>
              <a:off x="5112121" y="3578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5" name="pt12705"/>
            <p:cNvSpPr/>
            <p:nvPr/>
          </p:nvSpPr>
          <p:spPr>
            <a:xfrm>
              <a:off x="5224566" y="35329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6" name="pt12706"/>
            <p:cNvSpPr/>
            <p:nvPr/>
          </p:nvSpPr>
          <p:spPr>
            <a:xfrm>
              <a:off x="5147495" y="3539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7" name="pt12707"/>
            <p:cNvSpPr/>
            <p:nvPr/>
          </p:nvSpPr>
          <p:spPr>
            <a:xfrm>
              <a:off x="5094968" y="35058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8" name="pt12708"/>
            <p:cNvSpPr/>
            <p:nvPr/>
          </p:nvSpPr>
          <p:spPr>
            <a:xfrm>
              <a:off x="5200274" y="35495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09" name="pt12709"/>
            <p:cNvSpPr/>
            <p:nvPr/>
          </p:nvSpPr>
          <p:spPr>
            <a:xfrm>
              <a:off x="5205768" y="3565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0" name="pt12710"/>
            <p:cNvSpPr/>
            <p:nvPr/>
          </p:nvSpPr>
          <p:spPr>
            <a:xfrm>
              <a:off x="5143993" y="3462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1" name="pt12711"/>
            <p:cNvSpPr/>
            <p:nvPr/>
          </p:nvSpPr>
          <p:spPr>
            <a:xfrm>
              <a:off x="5176160" y="3543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2" name="pt12712"/>
            <p:cNvSpPr/>
            <p:nvPr/>
          </p:nvSpPr>
          <p:spPr>
            <a:xfrm>
              <a:off x="5158725" y="35951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3" name="pt12713"/>
            <p:cNvSpPr/>
            <p:nvPr/>
          </p:nvSpPr>
          <p:spPr>
            <a:xfrm>
              <a:off x="5143525" y="36140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4" name="pt12714"/>
            <p:cNvSpPr/>
            <p:nvPr/>
          </p:nvSpPr>
          <p:spPr>
            <a:xfrm>
              <a:off x="5166363" y="35423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5" name="pt12715"/>
            <p:cNvSpPr/>
            <p:nvPr/>
          </p:nvSpPr>
          <p:spPr>
            <a:xfrm>
              <a:off x="5153037" y="3597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6" name="pt12716"/>
            <p:cNvSpPr/>
            <p:nvPr/>
          </p:nvSpPr>
          <p:spPr>
            <a:xfrm>
              <a:off x="5137191" y="3539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7" name="pt12717"/>
            <p:cNvSpPr/>
            <p:nvPr/>
          </p:nvSpPr>
          <p:spPr>
            <a:xfrm>
              <a:off x="5149694" y="35894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8" name="pt12718"/>
            <p:cNvSpPr/>
            <p:nvPr/>
          </p:nvSpPr>
          <p:spPr>
            <a:xfrm>
              <a:off x="5129126" y="3555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19" name="pt12719"/>
            <p:cNvSpPr/>
            <p:nvPr/>
          </p:nvSpPr>
          <p:spPr>
            <a:xfrm>
              <a:off x="5124091" y="3552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0" name="pt12720"/>
            <p:cNvSpPr/>
            <p:nvPr/>
          </p:nvSpPr>
          <p:spPr>
            <a:xfrm>
              <a:off x="5164773" y="35130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1" name="pt12721"/>
            <p:cNvSpPr/>
            <p:nvPr/>
          </p:nvSpPr>
          <p:spPr>
            <a:xfrm>
              <a:off x="5208511" y="35644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2" name="pt12722"/>
            <p:cNvSpPr/>
            <p:nvPr/>
          </p:nvSpPr>
          <p:spPr>
            <a:xfrm>
              <a:off x="5118134" y="3568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3" name="pt12723"/>
            <p:cNvSpPr/>
            <p:nvPr/>
          </p:nvSpPr>
          <p:spPr>
            <a:xfrm>
              <a:off x="5115115" y="35377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4" name="pt12724"/>
            <p:cNvSpPr/>
            <p:nvPr/>
          </p:nvSpPr>
          <p:spPr>
            <a:xfrm>
              <a:off x="5221156" y="34917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5" name="pt12725"/>
            <p:cNvSpPr/>
            <p:nvPr/>
          </p:nvSpPr>
          <p:spPr>
            <a:xfrm>
              <a:off x="5095073" y="36520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6" name="pt12726"/>
            <p:cNvSpPr/>
            <p:nvPr/>
          </p:nvSpPr>
          <p:spPr>
            <a:xfrm>
              <a:off x="5126761" y="35931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7" name="pt12727"/>
            <p:cNvSpPr/>
            <p:nvPr/>
          </p:nvSpPr>
          <p:spPr>
            <a:xfrm>
              <a:off x="5169106" y="3386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8" name="pt12728"/>
            <p:cNvSpPr/>
            <p:nvPr/>
          </p:nvSpPr>
          <p:spPr>
            <a:xfrm>
              <a:off x="5097788" y="35567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29" name="pt12729"/>
            <p:cNvSpPr/>
            <p:nvPr/>
          </p:nvSpPr>
          <p:spPr>
            <a:xfrm>
              <a:off x="5202576" y="35454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0" name="pt12730"/>
            <p:cNvSpPr/>
            <p:nvPr/>
          </p:nvSpPr>
          <p:spPr>
            <a:xfrm>
              <a:off x="5136583" y="35959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1" name="pt12731"/>
            <p:cNvSpPr/>
            <p:nvPr/>
          </p:nvSpPr>
          <p:spPr>
            <a:xfrm>
              <a:off x="5151599" y="35597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2" name="pt12732"/>
            <p:cNvSpPr/>
            <p:nvPr/>
          </p:nvSpPr>
          <p:spPr>
            <a:xfrm>
              <a:off x="5168803" y="35713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3" name="pt12733"/>
            <p:cNvSpPr/>
            <p:nvPr/>
          </p:nvSpPr>
          <p:spPr>
            <a:xfrm>
              <a:off x="5125706" y="35679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4" name="pt12734"/>
            <p:cNvSpPr/>
            <p:nvPr/>
          </p:nvSpPr>
          <p:spPr>
            <a:xfrm>
              <a:off x="5180684" y="35621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5" name="pt12735"/>
            <p:cNvSpPr/>
            <p:nvPr/>
          </p:nvSpPr>
          <p:spPr>
            <a:xfrm>
              <a:off x="5131299" y="35759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6" name="pt12736"/>
            <p:cNvSpPr/>
            <p:nvPr/>
          </p:nvSpPr>
          <p:spPr>
            <a:xfrm>
              <a:off x="5170487" y="3564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7" name="pt12737"/>
            <p:cNvSpPr/>
            <p:nvPr/>
          </p:nvSpPr>
          <p:spPr>
            <a:xfrm>
              <a:off x="5209015" y="3570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8" name="pt12738"/>
            <p:cNvSpPr/>
            <p:nvPr/>
          </p:nvSpPr>
          <p:spPr>
            <a:xfrm>
              <a:off x="5133518" y="3558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39" name="pt12739"/>
            <p:cNvSpPr/>
            <p:nvPr/>
          </p:nvSpPr>
          <p:spPr>
            <a:xfrm>
              <a:off x="5123838" y="35691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0" name="pt12740"/>
            <p:cNvSpPr/>
            <p:nvPr/>
          </p:nvSpPr>
          <p:spPr>
            <a:xfrm>
              <a:off x="5166487" y="35442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1" name="pt12741"/>
            <p:cNvSpPr/>
            <p:nvPr/>
          </p:nvSpPr>
          <p:spPr>
            <a:xfrm>
              <a:off x="5186225" y="3519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2" name="pt12742"/>
            <p:cNvSpPr/>
            <p:nvPr/>
          </p:nvSpPr>
          <p:spPr>
            <a:xfrm>
              <a:off x="5138623" y="3600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3" name="pt12743"/>
            <p:cNvSpPr/>
            <p:nvPr/>
          </p:nvSpPr>
          <p:spPr>
            <a:xfrm>
              <a:off x="5094894" y="3577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4" name="pt12744"/>
            <p:cNvSpPr/>
            <p:nvPr/>
          </p:nvSpPr>
          <p:spPr>
            <a:xfrm>
              <a:off x="5141041" y="3583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5" name="pt12745"/>
            <p:cNvSpPr/>
            <p:nvPr/>
          </p:nvSpPr>
          <p:spPr>
            <a:xfrm>
              <a:off x="5190979" y="3531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6" name="pt12746"/>
            <p:cNvSpPr/>
            <p:nvPr/>
          </p:nvSpPr>
          <p:spPr>
            <a:xfrm>
              <a:off x="5162526" y="3545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7" name="pt12747"/>
            <p:cNvSpPr/>
            <p:nvPr/>
          </p:nvSpPr>
          <p:spPr>
            <a:xfrm>
              <a:off x="5087819" y="3560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8" name="pt12748"/>
            <p:cNvSpPr/>
            <p:nvPr/>
          </p:nvSpPr>
          <p:spPr>
            <a:xfrm>
              <a:off x="5156360" y="3525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49" name="pt12749"/>
            <p:cNvSpPr/>
            <p:nvPr/>
          </p:nvSpPr>
          <p:spPr>
            <a:xfrm>
              <a:off x="5179141" y="35913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0" name="pt12750"/>
            <p:cNvSpPr/>
            <p:nvPr/>
          </p:nvSpPr>
          <p:spPr>
            <a:xfrm>
              <a:off x="5126056" y="3558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1" name="pt12751"/>
            <p:cNvSpPr/>
            <p:nvPr/>
          </p:nvSpPr>
          <p:spPr>
            <a:xfrm>
              <a:off x="5148315" y="3542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2" name="pt12752"/>
            <p:cNvSpPr/>
            <p:nvPr/>
          </p:nvSpPr>
          <p:spPr>
            <a:xfrm>
              <a:off x="5141409" y="35531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3" name="pt12753"/>
            <p:cNvSpPr/>
            <p:nvPr/>
          </p:nvSpPr>
          <p:spPr>
            <a:xfrm>
              <a:off x="5089559" y="36080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4" name="pt12754"/>
            <p:cNvSpPr/>
            <p:nvPr/>
          </p:nvSpPr>
          <p:spPr>
            <a:xfrm>
              <a:off x="6319159" y="3560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5" name="pt12755"/>
            <p:cNvSpPr/>
            <p:nvPr/>
          </p:nvSpPr>
          <p:spPr>
            <a:xfrm>
              <a:off x="5135115" y="35416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6" name="pt12756"/>
            <p:cNvSpPr/>
            <p:nvPr/>
          </p:nvSpPr>
          <p:spPr>
            <a:xfrm>
              <a:off x="5131597" y="3570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7" name="pt12757"/>
            <p:cNvSpPr/>
            <p:nvPr/>
          </p:nvSpPr>
          <p:spPr>
            <a:xfrm>
              <a:off x="5175331" y="3626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8" name="pt12758"/>
            <p:cNvSpPr/>
            <p:nvPr/>
          </p:nvSpPr>
          <p:spPr>
            <a:xfrm>
              <a:off x="5122949" y="35838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59" name="pt12759"/>
            <p:cNvSpPr/>
            <p:nvPr/>
          </p:nvSpPr>
          <p:spPr>
            <a:xfrm>
              <a:off x="5163387" y="35447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0" name="pt12760"/>
            <p:cNvSpPr/>
            <p:nvPr/>
          </p:nvSpPr>
          <p:spPr>
            <a:xfrm>
              <a:off x="5209216" y="35405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1" name="pt12761"/>
            <p:cNvSpPr/>
            <p:nvPr/>
          </p:nvSpPr>
          <p:spPr>
            <a:xfrm>
              <a:off x="5120294" y="35485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2" name="pt12762"/>
            <p:cNvSpPr/>
            <p:nvPr/>
          </p:nvSpPr>
          <p:spPr>
            <a:xfrm>
              <a:off x="5206326" y="35824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3" name="pt12763"/>
            <p:cNvSpPr/>
            <p:nvPr/>
          </p:nvSpPr>
          <p:spPr>
            <a:xfrm>
              <a:off x="5144527" y="35493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4" name="pt12764"/>
            <p:cNvSpPr/>
            <p:nvPr/>
          </p:nvSpPr>
          <p:spPr>
            <a:xfrm>
              <a:off x="5147491" y="3558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5" name="pt12765"/>
            <p:cNvSpPr/>
            <p:nvPr/>
          </p:nvSpPr>
          <p:spPr>
            <a:xfrm>
              <a:off x="5078655" y="3559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6" name="pt12766"/>
            <p:cNvSpPr/>
            <p:nvPr/>
          </p:nvSpPr>
          <p:spPr>
            <a:xfrm>
              <a:off x="5106253" y="3531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7" name="pt12767"/>
            <p:cNvSpPr/>
            <p:nvPr/>
          </p:nvSpPr>
          <p:spPr>
            <a:xfrm>
              <a:off x="5141837" y="35431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8" name="pt12768"/>
            <p:cNvSpPr/>
            <p:nvPr/>
          </p:nvSpPr>
          <p:spPr>
            <a:xfrm>
              <a:off x="5190740" y="35537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69" name="pt12769"/>
            <p:cNvSpPr/>
            <p:nvPr/>
          </p:nvSpPr>
          <p:spPr>
            <a:xfrm>
              <a:off x="5136899" y="3582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0" name="pt12770"/>
            <p:cNvSpPr/>
            <p:nvPr/>
          </p:nvSpPr>
          <p:spPr>
            <a:xfrm>
              <a:off x="5178933" y="35201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1" name="pt12771"/>
            <p:cNvSpPr/>
            <p:nvPr/>
          </p:nvSpPr>
          <p:spPr>
            <a:xfrm>
              <a:off x="5172665" y="35484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2" name="pt12772"/>
            <p:cNvSpPr/>
            <p:nvPr/>
          </p:nvSpPr>
          <p:spPr>
            <a:xfrm>
              <a:off x="5111380" y="3578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3" name="pt12773"/>
            <p:cNvSpPr/>
            <p:nvPr/>
          </p:nvSpPr>
          <p:spPr>
            <a:xfrm>
              <a:off x="5150214" y="35726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4" name="pt12774"/>
            <p:cNvSpPr/>
            <p:nvPr/>
          </p:nvSpPr>
          <p:spPr>
            <a:xfrm>
              <a:off x="5177803" y="35927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5" name="pt12775"/>
            <p:cNvSpPr/>
            <p:nvPr/>
          </p:nvSpPr>
          <p:spPr>
            <a:xfrm>
              <a:off x="5171211" y="3539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6" name="pt12776"/>
            <p:cNvSpPr/>
            <p:nvPr/>
          </p:nvSpPr>
          <p:spPr>
            <a:xfrm>
              <a:off x="5110075" y="35686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7" name="pt12777"/>
            <p:cNvSpPr/>
            <p:nvPr/>
          </p:nvSpPr>
          <p:spPr>
            <a:xfrm>
              <a:off x="5178674" y="3564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8" name="pt12778"/>
            <p:cNvSpPr/>
            <p:nvPr/>
          </p:nvSpPr>
          <p:spPr>
            <a:xfrm>
              <a:off x="5169228" y="35580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79" name="pt12779"/>
            <p:cNvSpPr/>
            <p:nvPr/>
          </p:nvSpPr>
          <p:spPr>
            <a:xfrm>
              <a:off x="5145740" y="3549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0" name="pt12780"/>
            <p:cNvSpPr/>
            <p:nvPr/>
          </p:nvSpPr>
          <p:spPr>
            <a:xfrm>
              <a:off x="5210084" y="35378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1" name="pt12781"/>
            <p:cNvSpPr/>
            <p:nvPr/>
          </p:nvSpPr>
          <p:spPr>
            <a:xfrm>
              <a:off x="5198762" y="3520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2" name="pt12782"/>
            <p:cNvSpPr/>
            <p:nvPr/>
          </p:nvSpPr>
          <p:spPr>
            <a:xfrm>
              <a:off x="5173598" y="35653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3" name="pt12783"/>
            <p:cNvSpPr/>
            <p:nvPr/>
          </p:nvSpPr>
          <p:spPr>
            <a:xfrm>
              <a:off x="5166173" y="3563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4" name="pt12784"/>
            <p:cNvSpPr/>
            <p:nvPr/>
          </p:nvSpPr>
          <p:spPr>
            <a:xfrm>
              <a:off x="5127404" y="3433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5" name="pt12785"/>
            <p:cNvSpPr/>
            <p:nvPr/>
          </p:nvSpPr>
          <p:spPr>
            <a:xfrm>
              <a:off x="5147544" y="3544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6" name="pt12786"/>
            <p:cNvSpPr/>
            <p:nvPr/>
          </p:nvSpPr>
          <p:spPr>
            <a:xfrm>
              <a:off x="5180632" y="35532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7" name="pt12787"/>
            <p:cNvSpPr/>
            <p:nvPr/>
          </p:nvSpPr>
          <p:spPr>
            <a:xfrm>
              <a:off x="5106872" y="35586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8" name="pt12788"/>
            <p:cNvSpPr/>
            <p:nvPr/>
          </p:nvSpPr>
          <p:spPr>
            <a:xfrm>
              <a:off x="5071300" y="3541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89" name="pt12789"/>
            <p:cNvSpPr/>
            <p:nvPr/>
          </p:nvSpPr>
          <p:spPr>
            <a:xfrm>
              <a:off x="5197819" y="3529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0" name="pt12790"/>
            <p:cNvSpPr/>
            <p:nvPr/>
          </p:nvSpPr>
          <p:spPr>
            <a:xfrm>
              <a:off x="5178100" y="35431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1" name="pt12791"/>
            <p:cNvSpPr/>
            <p:nvPr/>
          </p:nvSpPr>
          <p:spPr>
            <a:xfrm>
              <a:off x="5151015" y="3554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2" name="pt12792"/>
            <p:cNvSpPr/>
            <p:nvPr/>
          </p:nvSpPr>
          <p:spPr>
            <a:xfrm>
              <a:off x="5192538" y="35459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3" name="pt12793"/>
            <p:cNvSpPr/>
            <p:nvPr/>
          </p:nvSpPr>
          <p:spPr>
            <a:xfrm>
              <a:off x="5143554" y="35643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4" name="pt12794"/>
            <p:cNvSpPr/>
            <p:nvPr/>
          </p:nvSpPr>
          <p:spPr>
            <a:xfrm>
              <a:off x="5186480" y="3568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5" name="pt12795"/>
            <p:cNvSpPr/>
            <p:nvPr/>
          </p:nvSpPr>
          <p:spPr>
            <a:xfrm>
              <a:off x="5141811" y="35470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6" name="pt12796"/>
            <p:cNvSpPr/>
            <p:nvPr/>
          </p:nvSpPr>
          <p:spPr>
            <a:xfrm>
              <a:off x="5201597" y="3614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7" name="pt12797"/>
            <p:cNvSpPr/>
            <p:nvPr/>
          </p:nvSpPr>
          <p:spPr>
            <a:xfrm>
              <a:off x="5155885" y="3521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8" name="pt12798"/>
            <p:cNvSpPr/>
            <p:nvPr/>
          </p:nvSpPr>
          <p:spPr>
            <a:xfrm>
              <a:off x="5214808" y="36042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799" name="pt12799"/>
            <p:cNvSpPr/>
            <p:nvPr/>
          </p:nvSpPr>
          <p:spPr>
            <a:xfrm>
              <a:off x="5172203" y="3547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0" name="pt12800"/>
            <p:cNvSpPr/>
            <p:nvPr/>
          </p:nvSpPr>
          <p:spPr>
            <a:xfrm>
              <a:off x="5180073" y="35737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1" name="pt12801"/>
            <p:cNvSpPr/>
            <p:nvPr/>
          </p:nvSpPr>
          <p:spPr>
            <a:xfrm>
              <a:off x="5213934" y="3561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2" name="pt12802"/>
            <p:cNvSpPr/>
            <p:nvPr/>
          </p:nvSpPr>
          <p:spPr>
            <a:xfrm>
              <a:off x="5170429" y="3575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3" name="pt12803"/>
            <p:cNvSpPr/>
            <p:nvPr/>
          </p:nvSpPr>
          <p:spPr>
            <a:xfrm>
              <a:off x="5107948" y="35540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4" name="pt12804"/>
            <p:cNvSpPr/>
            <p:nvPr/>
          </p:nvSpPr>
          <p:spPr>
            <a:xfrm>
              <a:off x="5111885" y="3564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5" name="pt12805"/>
            <p:cNvSpPr/>
            <p:nvPr/>
          </p:nvSpPr>
          <p:spPr>
            <a:xfrm>
              <a:off x="5118296" y="3521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6" name="pt12806"/>
            <p:cNvSpPr/>
            <p:nvPr/>
          </p:nvSpPr>
          <p:spPr>
            <a:xfrm>
              <a:off x="5123656" y="3560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7" name="pt12807"/>
            <p:cNvSpPr/>
            <p:nvPr/>
          </p:nvSpPr>
          <p:spPr>
            <a:xfrm>
              <a:off x="5155934" y="3456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8" name="pt12808"/>
            <p:cNvSpPr/>
            <p:nvPr/>
          </p:nvSpPr>
          <p:spPr>
            <a:xfrm>
              <a:off x="5154767" y="3562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09" name="pt12809"/>
            <p:cNvSpPr/>
            <p:nvPr/>
          </p:nvSpPr>
          <p:spPr>
            <a:xfrm>
              <a:off x="5184575" y="35389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0" name="pt12810"/>
            <p:cNvSpPr/>
            <p:nvPr/>
          </p:nvSpPr>
          <p:spPr>
            <a:xfrm>
              <a:off x="5147242" y="3582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1" name="pt12811"/>
            <p:cNvSpPr/>
            <p:nvPr/>
          </p:nvSpPr>
          <p:spPr>
            <a:xfrm>
              <a:off x="5091713" y="35524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2" name="pt12812"/>
            <p:cNvSpPr/>
            <p:nvPr/>
          </p:nvSpPr>
          <p:spPr>
            <a:xfrm>
              <a:off x="5157828" y="3541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3" name="pt12813"/>
            <p:cNvSpPr/>
            <p:nvPr/>
          </p:nvSpPr>
          <p:spPr>
            <a:xfrm>
              <a:off x="5166578" y="35523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4" name="pt12814"/>
            <p:cNvSpPr/>
            <p:nvPr/>
          </p:nvSpPr>
          <p:spPr>
            <a:xfrm>
              <a:off x="5169474" y="3533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5" name="pt12815"/>
            <p:cNvSpPr/>
            <p:nvPr/>
          </p:nvSpPr>
          <p:spPr>
            <a:xfrm>
              <a:off x="5165625" y="35409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6" name="pt12816"/>
            <p:cNvSpPr/>
            <p:nvPr/>
          </p:nvSpPr>
          <p:spPr>
            <a:xfrm>
              <a:off x="5195186" y="35926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7" name="pt12817"/>
            <p:cNvSpPr/>
            <p:nvPr/>
          </p:nvSpPr>
          <p:spPr>
            <a:xfrm>
              <a:off x="5201295" y="3600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8" name="pt12818"/>
            <p:cNvSpPr/>
            <p:nvPr/>
          </p:nvSpPr>
          <p:spPr>
            <a:xfrm>
              <a:off x="5176001" y="35437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19" name="pt12819"/>
            <p:cNvSpPr/>
            <p:nvPr/>
          </p:nvSpPr>
          <p:spPr>
            <a:xfrm>
              <a:off x="5089677" y="3514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0" name="pt12820"/>
            <p:cNvSpPr/>
            <p:nvPr/>
          </p:nvSpPr>
          <p:spPr>
            <a:xfrm>
              <a:off x="5219630" y="3588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1" name="pt12821"/>
            <p:cNvSpPr/>
            <p:nvPr/>
          </p:nvSpPr>
          <p:spPr>
            <a:xfrm>
              <a:off x="5168006" y="3541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2" name="pt12822"/>
            <p:cNvSpPr/>
            <p:nvPr/>
          </p:nvSpPr>
          <p:spPr>
            <a:xfrm>
              <a:off x="5182206" y="35791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3" name="pt12823"/>
            <p:cNvSpPr/>
            <p:nvPr/>
          </p:nvSpPr>
          <p:spPr>
            <a:xfrm>
              <a:off x="5197512" y="35792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4" name="pt12824"/>
            <p:cNvSpPr/>
            <p:nvPr/>
          </p:nvSpPr>
          <p:spPr>
            <a:xfrm>
              <a:off x="5159557" y="3541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5" name="pt12825"/>
            <p:cNvSpPr/>
            <p:nvPr/>
          </p:nvSpPr>
          <p:spPr>
            <a:xfrm>
              <a:off x="5166087" y="35618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6" name="pt12826"/>
            <p:cNvSpPr/>
            <p:nvPr/>
          </p:nvSpPr>
          <p:spPr>
            <a:xfrm>
              <a:off x="5164860" y="3547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7" name="pt12827"/>
            <p:cNvSpPr/>
            <p:nvPr/>
          </p:nvSpPr>
          <p:spPr>
            <a:xfrm>
              <a:off x="5227201" y="35256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8" name="pt12828"/>
            <p:cNvSpPr/>
            <p:nvPr/>
          </p:nvSpPr>
          <p:spPr>
            <a:xfrm>
              <a:off x="5144195" y="3556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29" name="pt12829"/>
            <p:cNvSpPr/>
            <p:nvPr/>
          </p:nvSpPr>
          <p:spPr>
            <a:xfrm>
              <a:off x="5171285" y="3551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0" name="pt12830"/>
            <p:cNvSpPr/>
            <p:nvPr/>
          </p:nvSpPr>
          <p:spPr>
            <a:xfrm>
              <a:off x="5068987" y="35123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1" name="pt12831"/>
            <p:cNvSpPr/>
            <p:nvPr/>
          </p:nvSpPr>
          <p:spPr>
            <a:xfrm>
              <a:off x="5082070" y="3538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2" name="pt12832"/>
            <p:cNvSpPr/>
            <p:nvPr/>
          </p:nvSpPr>
          <p:spPr>
            <a:xfrm>
              <a:off x="5169239" y="35799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3" name="pt12833"/>
            <p:cNvSpPr/>
            <p:nvPr/>
          </p:nvSpPr>
          <p:spPr>
            <a:xfrm>
              <a:off x="5069613" y="3600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4" name="pt12834"/>
            <p:cNvSpPr/>
            <p:nvPr/>
          </p:nvSpPr>
          <p:spPr>
            <a:xfrm>
              <a:off x="5155482" y="35966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5" name="pt12835"/>
            <p:cNvSpPr/>
            <p:nvPr/>
          </p:nvSpPr>
          <p:spPr>
            <a:xfrm>
              <a:off x="5167722" y="3601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6" name="pt12836"/>
            <p:cNvSpPr/>
            <p:nvPr/>
          </p:nvSpPr>
          <p:spPr>
            <a:xfrm>
              <a:off x="5165277" y="35573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7" name="pt12837"/>
            <p:cNvSpPr/>
            <p:nvPr/>
          </p:nvSpPr>
          <p:spPr>
            <a:xfrm>
              <a:off x="5117842" y="36281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8" name="pt12838"/>
            <p:cNvSpPr/>
            <p:nvPr/>
          </p:nvSpPr>
          <p:spPr>
            <a:xfrm>
              <a:off x="5108376" y="35594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39" name="pt12839"/>
            <p:cNvSpPr/>
            <p:nvPr/>
          </p:nvSpPr>
          <p:spPr>
            <a:xfrm>
              <a:off x="5082401" y="3599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0" name="pt12840"/>
            <p:cNvSpPr/>
            <p:nvPr/>
          </p:nvSpPr>
          <p:spPr>
            <a:xfrm>
              <a:off x="5143337" y="3562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1" name="pt12841"/>
            <p:cNvSpPr/>
            <p:nvPr/>
          </p:nvSpPr>
          <p:spPr>
            <a:xfrm>
              <a:off x="5155034" y="3554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2" name="pt12842"/>
            <p:cNvSpPr/>
            <p:nvPr/>
          </p:nvSpPr>
          <p:spPr>
            <a:xfrm>
              <a:off x="5172429" y="35477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3" name="pt12843"/>
            <p:cNvSpPr/>
            <p:nvPr/>
          </p:nvSpPr>
          <p:spPr>
            <a:xfrm>
              <a:off x="5201218" y="35851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4" name="pt12844"/>
            <p:cNvSpPr/>
            <p:nvPr/>
          </p:nvSpPr>
          <p:spPr>
            <a:xfrm>
              <a:off x="5157453" y="35472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5" name="pt12845"/>
            <p:cNvSpPr/>
            <p:nvPr/>
          </p:nvSpPr>
          <p:spPr>
            <a:xfrm>
              <a:off x="5159714" y="35558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6" name="pt12846"/>
            <p:cNvSpPr/>
            <p:nvPr/>
          </p:nvSpPr>
          <p:spPr>
            <a:xfrm>
              <a:off x="5172559" y="3548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7" name="pt12847"/>
            <p:cNvSpPr/>
            <p:nvPr/>
          </p:nvSpPr>
          <p:spPr>
            <a:xfrm>
              <a:off x="5146033" y="35403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8" name="pt12848"/>
            <p:cNvSpPr/>
            <p:nvPr/>
          </p:nvSpPr>
          <p:spPr>
            <a:xfrm>
              <a:off x="5178657" y="35538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49" name="pt12849"/>
            <p:cNvSpPr/>
            <p:nvPr/>
          </p:nvSpPr>
          <p:spPr>
            <a:xfrm>
              <a:off x="5189248" y="35719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0" name="pt12850"/>
            <p:cNvSpPr/>
            <p:nvPr/>
          </p:nvSpPr>
          <p:spPr>
            <a:xfrm>
              <a:off x="5151088" y="35219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1" name="pt12851"/>
            <p:cNvSpPr/>
            <p:nvPr/>
          </p:nvSpPr>
          <p:spPr>
            <a:xfrm>
              <a:off x="5156051" y="3507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2" name="pt12852"/>
            <p:cNvSpPr/>
            <p:nvPr/>
          </p:nvSpPr>
          <p:spPr>
            <a:xfrm>
              <a:off x="5100381" y="36010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3" name="pt12853"/>
            <p:cNvSpPr/>
            <p:nvPr/>
          </p:nvSpPr>
          <p:spPr>
            <a:xfrm>
              <a:off x="5146400" y="36233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4" name="pt12854"/>
            <p:cNvSpPr/>
            <p:nvPr/>
          </p:nvSpPr>
          <p:spPr>
            <a:xfrm>
              <a:off x="5168727" y="3507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5" name="pt12855"/>
            <p:cNvSpPr/>
            <p:nvPr/>
          </p:nvSpPr>
          <p:spPr>
            <a:xfrm>
              <a:off x="5111077" y="35641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6" name="pt12856"/>
            <p:cNvSpPr/>
            <p:nvPr/>
          </p:nvSpPr>
          <p:spPr>
            <a:xfrm>
              <a:off x="5211769" y="3584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7" name="pt12857"/>
            <p:cNvSpPr/>
            <p:nvPr/>
          </p:nvSpPr>
          <p:spPr>
            <a:xfrm>
              <a:off x="5170781" y="3593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8" name="pt12858"/>
            <p:cNvSpPr/>
            <p:nvPr/>
          </p:nvSpPr>
          <p:spPr>
            <a:xfrm>
              <a:off x="5200606" y="3552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59" name="pt12859"/>
            <p:cNvSpPr/>
            <p:nvPr/>
          </p:nvSpPr>
          <p:spPr>
            <a:xfrm>
              <a:off x="5178162" y="35513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0" name="pt12860"/>
            <p:cNvSpPr/>
            <p:nvPr/>
          </p:nvSpPr>
          <p:spPr>
            <a:xfrm>
              <a:off x="5207796" y="3543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1" name="pt12861"/>
            <p:cNvSpPr/>
            <p:nvPr/>
          </p:nvSpPr>
          <p:spPr>
            <a:xfrm>
              <a:off x="5115367" y="3582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2" name="pt12862"/>
            <p:cNvSpPr/>
            <p:nvPr/>
          </p:nvSpPr>
          <p:spPr>
            <a:xfrm>
              <a:off x="5151599" y="3592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3" name="pt12863"/>
            <p:cNvSpPr/>
            <p:nvPr/>
          </p:nvSpPr>
          <p:spPr>
            <a:xfrm>
              <a:off x="5188342" y="35330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4" name="pt12864"/>
            <p:cNvSpPr/>
            <p:nvPr/>
          </p:nvSpPr>
          <p:spPr>
            <a:xfrm>
              <a:off x="5185928" y="35567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5" name="pt12865"/>
            <p:cNvSpPr/>
            <p:nvPr/>
          </p:nvSpPr>
          <p:spPr>
            <a:xfrm>
              <a:off x="5192184" y="3571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6" name="pt12866"/>
            <p:cNvSpPr/>
            <p:nvPr/>
          </p:nvSpPr>
          <p:spPr>
            <a:xfrm>
              <a:off x="5168931" y="35753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7" name="pt12867"/>
            <p:cNvSpPr/>
            <p:nvPr/>
          </p:nvSpPr>
          <p:spPr>
            <a:xfrm>
              <a:off x="5186006" y="34998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8" name="pt12868"/>
            <p:cNvSpPr/>
            <p:nvPr/>
          </p:nvSpPr>
          <p:spPr>
            <a:xfrm>
              <a:off x="5113191" y="3554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69" name="pt12869"/>
            <p:cNvSpPr/>
            <p:nvPr/>
          </p:nvSpPr>
          <p:spPr>
            <a:xfrm>
              <a:off x="5142669" y="35827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0" name="pt12870"/>
            <p:cNvSpPr/>
            <p:nvPr/>
          </p:nvSpPr>
          <p:spPr>
            <a:xfrm>
              <a:off x="5104942" y="36312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1" name="pt12871"/>
            <p:cNvSpPr/>
            <p:nvPr/>
          </p:nvSpPr>
          <p:spPr>
            <a:xfrm>
              <a:off x="5100979" y="35790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2" name="pt12872"/>
            <p:cNvSpPr/>
            <p:nvPr/>
          </p:nvSpPr>
          <p:spPr>
            <a:xfrm>
              <a:off x="5189526" y="3557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3" name="pt12873"/>
            <p:cNvSpPr/>
            <p:nvPr/>
          </p:nvSpPr>
          <p:spPr>
            <a:xfrm>
              <a:off x="5156490" y="35168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4" name="pt12874"/>
            <p:cNvSpPr/>
            <p:nvPr/>
          </p:nvSpPr>
          <p:spPr>
            <a:xfrm>
              <a:off x="5107631" y="3535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5" name="pt12875"/>
            <p:cNvSpPr/>
            <p:nvPr/>
          </p:nvSpPr>
          <p:spPr>
            <a:xfrm>
              <a:off x="5255617" y="3560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6" name="pt12876"/>
            <p:cNvSpPr/>
            <p:nvPr/>
          </p:nvSpPr>
          <p:spPr>
            <a:xfrm>
              <a:off x="5164729" y="3546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7" name="pt12877"/>
            <p:cNvSpPr/>
            <p:nvPr/>
          </p:nvSpPr>
          <p:spPr>
            <a:xfrm>
              <a:off x="5128061" y="3568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8" name="pt12878"/>
            <p:cNvSpPr/>
            <p:nvPr/>
          </p:nvSpPr>
          <p:spPr>
            <a:xfrm>
              <a:off x="5161357" y="3549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79" name="pt12879"/>
            <p:cNvSpPr/>
            <p:nvPr/>
          </p:nvSpPr>
          <p:spPr>
            <a:xfrm>
              <a:off x="5180399" y="35756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0" name="pt12880"/>
            <p:cNvSpPr/>
            <p:nvPr/>
          </p:nvSpPr>
          <p:spPr>
            <a:xfrm>
              <a:off x="5147379" y="35218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1" name="pt12881"/>
            <p:cNvSpPr/>
            <p:nvPr/>
          </p:nvSpPr>
          <p:spPr>
            <a:xfrm>
              <a:off x="5149865" y="35449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2" name="pt12882"/>
            <p:cNvSpPr/>
            <p:nvPr/>
          </p:nvSpPr>
          <p:spPr>
            <a:xfrm>
              <a:off x="5152430" y="35515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3" name="pt12883"/>
            <p:cNvSpPr/>
            <p:nvPr/>
          </p:nvSpPr>
          <p:spPr>
            <a:xfrm>
              <a:off x="5171460" y="3367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4" name="pt12884"/>
            <p:cNvSpPr/>
            <p:nvPr/>
          </p:nvSpPr>
          <p:spPr>
            <a:xfrm>
              <a:off x="5162556" y="3571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5" name="pt12885"/>
            <p:cNvSpPr/>
            <p:nvPr/>
          </p:nvSpPr>
          <p:spPr>
            <a:xfrm>
              <a:off x="5181300" y="3562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6" name="pt12886"/>
            <p:cNvSpPr/>
            <p:nvPr/>
          </p:nvSpPr>
          <p:spPr>
            <a:xfrm>
              <a:off x="5141072" y="37567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7" name="pt12887"/>
            <p:cNvSpPr/>
            <p:nvPr/>
          </p:nvSpPr>
          <p:spPr>
            <a:xfrm>
              <a:off x="5191262" y="35403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8" name="pt12888"/>
            <p:cNvSpPr/>
            <p:nvPr/>
          </p:nvSpPr>
          <p:spPr>
            <a:xfrm>
              <a:off x="5156480" y="36488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89" name="pt12889"/>
            <p:cNvSpPr/>
            <p:nvPr/>
          </p:nvSpPr>
          <p:spPr>
            <a:xfrm>
              <a:off x="5140751" y="3104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0" name="pt12890"/>
            <p:cNvSpPr/>
            <p:nvPr/>
          </p:nvSpPr>
          <p:spPr>
            <a:xfrm>
              <a:off x="5157190" y="3530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1" name="pt12891"/>
            <p:cNvSpPr/>
            <p:nvPr/>
          </p:nvSpPr>
          <p:spPr>
            <a:xfrm>
              <a:off x="5161331" y="3561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2" name="pt12892"/>
            <p:cNvSpPr/>
            <p:nvPr/>
          </p:nvSpPr>
          <p:spPr>
            <a:xfrm>
              <a:off x="5092393" y="35356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3" name="pt12893"/>
            <p:cNvSpPr/>
            <p:nvPr/>
          </p:nvSpPr>
          <p:spPr>
            <a:xfrm>
              <a:off x="5057658" y="35802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4" name="pt12894"/>
            <p:cNvSpPr/>
            <p:nvPr/>
          </p:nvSpPr>
          <p:spPr>
            <a:xfrm>
              <a:off x="5191872" y="35263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5" name="pt12895"/>
            <p:cNvSpPr/>
            <p:nvPr/>
          </p:nvSpPr>
          <p:spPr>
            <a:xfrm>
              <a:off x="5154893" y="35665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6" name="pt12896"/>
            <p:cNvSpPr/>
            <p:nvPr/>
          </p:nvSpPr>
          <p:spPr>
            <a:xfrm>
              <a:off x="5206242" y="3518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7" name="pt12897"/>
            <p:cNvSpPr/>
            <p:nvPr/>
          </p:nvSpPr>
          <p:spPr>
            <a:xfrm>
              <a:off x="5230151" y="35711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8" name="pt12898"/>
            <p:cNvSpPr/>
            <p:nvPr/>
          </p:nvSpPr>
          <p:spPr>
            <a:xfrm>
              <a:off x="5199522" y="35822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899" name="pt12899"/>
            <p:cNvSpPr/>
            <p:nvPr/>
          </p:nvSpPr>
          <p:spPr>
            <a:xfrm>
              <a:off x="5104546" y="36249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0" name="pt12900"/>
            <p:cNvSpPr/>
            <p:nvPr/>
          </p:nvSpPr>
          <p:spPr>
            <a:xfrm>
              <a:off x="5150521" y="3573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1" name="pt12901"/>
            <p:cNvSpPr/>
            <p:nvPr/>
          </p:nvSpPr>
          <p:spPr>
            <a:xfrm>
              <a:off x="5132734" y="3566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2" name="pt12902"/>
            <p:cNvSpPr/>
            <p:nvPr/>
          </p:nvSpPr>
          <p:spPr>
            <a:xfrm>
              <a:off x="5183823" y="3543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3" name="pt12903"/>
            <p:cNvSpPr/>
            <p:nvPr/>
          </p:nvSpPr>
          <p:spPr>
            <a:xfrm>
              <a:off x="5203204" y="35541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4" name="pt12904"/>
            <p:cNvSpPr/>
            <p:nvPr/>
          </p:nvSpPr>
          <p:spPr>
            <a:xfrm>
              <a:off x="5172963" y="35833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5" name="pt12905"/>
            <p:cNvSpPr/>
            <p:nvPr/>
          </p:nvSpPr>
          <p:spPr>
            <a:xfrm>
              <a:off x="5167570" y="36213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6" name="pt12906"/>
            <p:cNvSpPr/>
            <p:nvPr/>
          </p:nvSpPr>
          <p:spPr>
            <a:xfrm>
              <a:off x="5212431" y="3581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7" name="pt12907"/>
            <p:cNvSpPr/>
            <p:nvPr/>
          </p:nvSpPr>
          <p:spPr>
            <a:xfrm>
              <a:off x="5156577" y="35349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8" name="pt12908"/>
            <p:cNvSpPr/>
            <p:nvPr/>
          </p:nvSpPr>
          <p:spPr>
            <a:xfrm>
              <a:off x="5166349" y="36028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09" name="pt12909"/>
            <p:cNvSpPr/>
            <p:nvPr/>
          </p:nvSpPr>
          <p:spPr>
            <a:xfrm>
              <a:off x="5135224" y="35682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0" name="pt12910"/>
            <p:cNvSpPr/>
            <p:nvPr/>
          </p:nvSpPr>
          <p:spPr>
            <a:xfrm>
              <a:off x="5146448" y="35644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1" name="pt12911"/>
            <p:cNvSpPr/>
            <p:nvPr/>
          </p:nvSpPr>
          <p:spPr>
            <a:xfrm>
              <a:off x="5195801" y="3556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2" name="pt12912"/>
            <p:cNvSpPr/>
            <p:nvPr/>
          </p:nvSpPr>
          <p:spPr>
            <a:xfrm>
              <a:off x="5202445" y="3424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3" name="pt12913"/>
            <p:cNvSpPr/>
            <p:nvPr/>
          </p:nvSpPr>
          <p:spPr>
            <a:xfrm>
              <a:off x="5182088" y="35834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4" name="pt12914"/>
            <p:cNvSpPr/>
            <p:nvPr/>
          </p:nvSpPr>
          <p:spPr>
            <a:xfrm>
              <a:off x="5148975" y="35283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5" name="pt12915"/>
            <p:cNvSpPr/>
            <p:nvPr/>
          </p:nvSpPr>
          <p:spPr>
            <a:xfrm>
              <a:off x="5190015" y="35572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6" name="pt12916"/>
            <p:cNvSpPr/>
            <p:nvPr/>
          </p:nvSpPr>
          <p:spPr>
            <a:xfrm>
              <a:off x="5169824" y="3544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7" name="pt12917"/>
            <p:cNvSpPr/>
            <p:nvPr/>
          </p:nvSpPr>
          <p:spPr>
            <a:xfrm>
              <a:off x="5113673" y="3572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8" name="pt12918"/>
            <p:cNvSpPr/>
            <p:nvPr/>
          </p:nvSpPr>
          <p:spPr>
            <a:xfrm>
              <a:off x="5229118" y="35643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19" name="pt12919"/>
            <p:cNvSpPr/>
            <p:nvPr/>
          </p:nvSpPr>
          <p:spPr>
            <a:xfrm>
              <a:off x="5166088" y="35653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0" name="pt12920"/>
            <p:cNvSpPr/>
            <p:nvPr/>
          </p:nvSpPr>
          <p:spPr>
            <a:xfrm>
              <a:off x="5200384" y="3542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1" name="pt12921"/>
            <p:cNvSpPr/>
            <p:nvPr/>
          </p:nvSpPr>
          <p:spPr>
            <a:xfrm>
              <a:off x="5160620" y="3575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2" name="pt12922"/>
            <p:cNvSpPr/>
            <p:nvPr/>
          </p:nvSpPr>
          <p:spPr>
            <a:xfrm>
              <a:off x="5246877" y="3565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3" name="pt12923"/>
            <p:cNvSpPr/>
            <p:nvPr/>
          </p:nvSpPr>
          <p:spPr>
            <a:xfrm>
              <a:off x="5127544" y="35414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4" name="pt12924"/>
            <p:cNvSpPr/>
            <p:nvPr/>
          </p:nvSpPr>
          <p:spPr>
            <a:xfrm>
              <a:off x="5184263" y="3562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5" name="pt12925"/>
            <p:cNvSpPr/>
            <p:nvPr/>
          </p:nvSpPr>
          <p:spPr>
            <a:xfrm>
              <a:off x="5174767" y="35179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6" name="pt12926"/>
            <p:cNvSpPr/>
            <p:nvPr/>
          </p:nvSpPr>
          <p:spPr>
            <a:xfrm>
              <a:off x="5161832" y="35964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7" name="pt12927"/>
            <p:cNvSpPr/>
            <p:nvPr/>
          </p:nvSpPr>
          <p:spPr>
            <a:xfrm>
              <a:off x="5173011" y="35470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8" name="pt12928"/>
            <p:cNvSpPr/>
            <p:nvPr/>
          </p:nvSpPr>
          <p:spPr>
            <a:xfrm>
              <a:off x="5144579" y="35467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29" name="pt12929"/>
            <p:cNvSpPr/>
            <p:nvPr/>
          </p:nvSpPr>
          <p:spPr>
            <a:xfrm>
              <a:off x="5152594" y="36163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0" name="pt12930"/>
            <p:cNvSpPr/>
            <p:nvPr/>
          </p:nvSpPr>
          <p:spPr>
            <a:xfrm>
              <a:off x="5131954" y="35675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1" name="pt12931"/>
            <p:cNvSpPr/>
            <p:nvPr/>
          </p:nvSpPr>
          <p:spPr>
            <a:xfrm>
              <a:off x="5160853" y="35555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2" name="pt12932"/>
            <p:cNvSpPr/>
            <p:nvPr/>
          </p:nvSpPr>
          <p:spPr>
            <a:xfrm>
              <a:off x="5170568" y="35905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3" name="pt12933"/>
            <p:cNvSpPr/>
            <p:nvPr/>
          </p:nvSpPr>
          <p:spPr>
            <a:xfrm>
              <a:off x="5154940" y="36815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4" name="pt12934"/>
            <p:cNvSpPr/>
            <p:nvPr/>
          </p:nvSpPr>
          <p:spPr>
            <a:xfrm>
              <a:off x="5159459" y="3553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5" name="pt12935"/>
            <p:cNvSpPr/>
            <p:nvPr/>
          </p:nvSpPr>
          <p:spPr>
            <a:xfrm>
              <a:off x="5184384" y="35581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6" name="pt12936"/>
            <p:cNvSpPr/>
            <p:nvPr/>
          </p:nvSpPr>
          <p:spPr>
            <a:xfrm>
              <a:off x="5189608" y="3528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7" name="pt12937"/>
            <p:cNvSpPr/>
            <p:nvPr/>
          </p:nvSpPr>
          <p:spPr>
            <a:xfrm>
              <a:off x="5109887" y="35499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8" name="pt12938"/>
            <p:cNvSpPr/>
            <p:nvPr/>
          </p:nvSpPr>
          <p:spPr>
            <a:xfrm>
              <a:off x="5185875" y="35825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39" name="pt12939"/>
            <p:cNvSpPr/>
            <p:nvPr/>
          </p:nvSpPr>
          <p:spPr>
            <a:xfrm>
              <a:off x="5156455" y="3565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0" name="pt12940"/>
            <p:cNvSpPr/>
            <p:nvPr/>
          </p:nvSpPr>
          <p:spPr>
            <a:xfrm>
              <a:off x="5176290" y="35492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1" name="pt12941"/>
            <p:cNvSpPr/>
            <p:nvPr/>
          </p:nvSpPr>
          <p:spPr>
            <a:xfrm>
              <a:off x="5136411" y="3551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2" name="pt12942"/>
            <p:cNvSpPr/>
            <p:nvPr/>
          </p:nvSpPr>
          <p:spPr>
            <a:xfrm>
              <a:off x="5161607" y="3585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3" name="pt12943"/>
            <p:cNvSpPr/>
            <p:nvPr/>
          </p:nvSpPr>
          <p:spPr>
            <a:xfrm>
              <a:off x="5201084" y="3364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4" name="pt12944"/>
            <p:cNvSpPr/>
            <p:nvPr/>
          </p:nvSpPr>
          <p:spPr>
            <a:xfrm>
              <a:off x="5146221" y="3518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5" name="pt12945"/>
            <p:cNvSpPr/>
            <p:nvPr/>
          </p:nvSpPr>
          <p:spPr>
            <a:xfrm>
              <a:off x="5170521" y="35645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6" name="pt12946"/>
            <p:cNvSpPr/>
            <p:nvPr/>
          </p:nvSpPr>
          <p:spPr>
            <a:xfrm>
              <a:off x="5115298" y="35731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7" name="pt12947"/>
            <p:cNvSpPr/>
            <p:nvPr/>
          </p:nvSpPr>
          <p:spPr>
            <a:xfrm>
              <a:off x="5175970" y="3562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8" name="pt12948"/>
            <p:cNvSpPr/>
            <p:nvPr/>
          </p:nvSpPr>
          <p:spPr>
            <a:xfrm>
              <a:off x="5199841" y="35242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49" name="pt12949"/>
            <p:cNvSpPr/>
            <p:nvPr/>
          </p:nvSpPr>
          <p:spPr>
            <a:xfrm>
              <a:off x="5168259" y="35561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0" name="pt12950"/>
            <p:cNvSpPr/>
            <p:nvPr/>
          </p:nvSpPr>
          <p:spPr>
            <a:xfrm>
              <a:off x="5158100" y="35098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1" name="pt12951"/>
            <p:cNvSpPr/>
            <p:nvPr/>
          </p:nvSpPr>
          <p:spPr>
            <a:xfrm>
              <a:off x="5179339" y="3547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2" name="pt12952"/>
            <p:cNvSpPr/>
            <p:nvPr/>
          </p:nvSpPr>
          <p:spPr>
            <a:xfrm>
              <a:off x="5137569" y="35805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3" name="pt12953"/>
            <p:cNvSpPr/>
            <p:nvPr/>
          </p:nvSpPr>
          <p:spPr>
            <a:xfrm>
              <a:off x="5160590" y="3555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4" name="pt12954"/>
            <p:cNvSpPr/>
            <p:nvPr/>
          </p:nvSpPr>
          <p:spPr>
            <a:xfrm>
              <a:off x="5188885" y="3570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5" name="pt12955"/>
            <p:cNvSpPr/>
            <p:nvPr/>
          </p:nvSpPr>
          <p:spPr>
            <a:xfrm>
              <a:off x="5166461" y="35575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6" name="pt12956"/>
            <p:cNvSpPr/>
            <p:nvPr/>
          </p:nvSpPr>
          <p:spPr>
            <a:xfrm>
              <a:off x="5118921" y="35749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7" name="pt12957"/>
            <p:cNvSpPr/>
            <p:nvPr/>
          </p:nvSpPr>
          <p:spPr>
            <a:xfrm>
              <a:off x="5117218" y="35423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8" name="pt12958"/>
            <p:cNvSpPr/>
            <p:nvPr/>
          </p:nvSpPr>
          <p:spPr>
            <a:xfrm>
              <a:off x="5194808" y="3516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59" name="pt12959"/>
            <p:cNvSpPr/>
            <p:nvPr/>
          </p:nvSpPr>
          <p:spPr>
            <a:xfrm>
              <a:off x="5133078" y="3543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0" name="pt12960"/>
            <p:cNvSpPr/>
            <p:nvPr/>
          </p:nvSpPr>
          <p:spPr>
            <a:xfrm>
              <a:off x="5139571" y="35552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1" name="pt12961"/>
            <p:cNvSpPr/>
            <p:nvPr/>
          </p:nvSpPr>
          <p:spPr>
            <a:xfrm>
              <a:off x="5148292" y="3495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2" name="pt12962"/>
            <p:cNvSpPr/>
            <p:nvPr/>
          </p:nvSpPr>
          <p:spPr>
            <a:xfrm>
              <a:off x="5158567" y="35098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3" name="pt12963"/>
            <p:cNvSpPr/>
            <p:nvPr/>
          </p:nvSpPr>
          <p:spPr>
            <a:xfrm>
              <a:off x="5106799" y="35824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4" name="pt12964"/>
            <p:cNvSpPr/>
            <p:nvPr/>
          </p:nvSpPr>
          <p:spPr>
            <a:xfrm>
              <a:off x="5186653" y="3438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5" name="pt12965"/>
            <p:cNvSpPr/>
            <p:nvPr/>
          </p:nvSpPr>
          <p:spPr>
            <a:xfrm>
              <a:off x="5192248" y="35255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6" name="pt12966"/>
            <p:cNvSpPr/>
            <p:nvPr/>
          </p:nvSpPr>
          <p:spPr>
            <a:xfrm>
              <a:off x="5157123" y="3561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7" name="pt12967"/>
            <p:cNvSpPr/>
            <p:nvPr/>
          </p:nvSpPr>
          <p:spPr>
            <a:xfrm>
              <a:off x="5206636" y="35285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8" name="pt12968"/>
            <p:cNvSpPr/>
            <p:nvPr/>
          </p:nvSpPr>
          <p:spPr>
            <a:xfrm>
              <a:off x="5175899" y="35418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69" name="pt12969"/>
            <p:cNvSpPr/>
            <p:nvPr/>
          </p:nvSpPr>
          <p:spPr>
            <a:xfrm>
              <a:off x="5081766" y="3537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0" name="pt12970"/>
            <p:cNvSpPr/>
            <p:nvPr/>
          </p:nvSpPr>
          <p:spPr>
            <a:xfrm>
              <a:off x="5121669" y="35516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1" name="pt12971"/>
            <p:cNvSpPr/>
            <p:nvPr/>
          </p:nvSpPr>
          <p:spPr>
            <a:xfrm>
              <a:off x="5193235" y="3553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2" name="pt12972"/>
            <p:cNvSpPr/>
            <p:nvPr/>
          </p:nvSpPr>
          <p:spPr>
            <a:xfrm>
              <a:off x="5185624" y="3523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3" name="pt12973"/>
            <p:cNvSpPr/>
            <p:nvPr/>
          </p:nvSpPr>
          <p:spPr>
            <a:xfrm>
              <a:off x="5160779" y="35751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4" name="pt12974"/>
            <p:cNvSpPr/>
            <p:nvPr/>
          </p:nvSpPr>
          <p:spPr>
            <a:xfrm>
              <a:off x="5167042" y="3558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5" name="pt12975"/>
            <p:cNvSpPr/>
            <p:nvPr/>
          </p:nvSpPr>
          <p:spPr>
            <a:xfrm>
              <a:off x="5081626" y="3502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6" name="pt12976"/>
            <p:cNvSpPr/>
            <p:nvPr/>
          </p:nvSpPr>
          <p:spPr>
            <a:xfrm>
              <a:off x="5094517" y="35968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7" name="pt12977"/>
            <p:cNvSpPr/>
            <p:nvPr/>
          </p:nvSpPr>
          <p:spPr>
            <a:xfrm>
              <a:off x="5533111" y="35432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8" name="pt12978"/>
            <p:cNvSpPr/>
            <p:nvPr/>
          </p:nvSpPr>
          <p:spPr>
            <a:xfrm>
              <a:off x="5213279" y="3568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79" name="pt12979"/>
            <p:cNvSpPr/>
            <p:nvPr/>
          </p:nvSpPr>
          <p:spPr>
            <a:xfrm>
              <a:off x="5080245" y="3483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0" name="pt12980"/>
            <p:cNvSpPr/>
            <p:nvPr/>
          </p:nvSpPr>
          <p:spPr>
            <a:xfrm>
              <a:off x="5105907" y="35669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1" name="pt12981"/>
            <p:cNvSpPr/>
            <p:nvPr/>
          </p:nvSpPr>
          <p:spPr>
            <a:xfrm>
              <a:off x="5220668" y="3548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2" name="pt12982"/>
            <p:cNvSpPr/>
            <p:nvPr/>
          </p:nvSpPr>
          <p:spPr>
            <a:xfrm>
              <a:off x="5141196" y="35552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3" name="pt12983"/>
            <p:cNvSpPr/>
            <p:nvPr/>
          </p:nvSpPr>
          <p:spPr>
            <a:xfrm>
              <a:off x="5193149" y="3551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4" name="pt12984"/>
            <p:cNvSpPr/>
            <p:nvPr/>
          </p:nvSpPr>
          <p:spPr>
            <a:xfrm>
              <a:off x="5287695" y="35290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5" name="pt12985"/>
            <p:cNvSpPr/>
            <p:nvPr/>
          </p:nvSpPr>
          <p:spPr>
            <a:xfrm>
              <a:off x="5186481" y="35507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6" name="pt12986"/>
            <p:cNvSpPr/>
            <p:nvPr/>
          </p:nvSpPr>
          <p:spPr>
            <a:xfrm>
              <a:off x="5169480" y="35512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7" name="pt12987"/>
            <p:cNvSpPr/>
            <p:nvPr/>
          </p:nvSpPr>
          <p:spPr>
            <a:xfrm>
              <a:off x="5175378" y="35438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8" name="pt12988"/>
            <p:cNvSpPr/>
            <p:nvPr/>
          </p:nvSpPr>
          <p:spPr>
            <a:xfrm>
              <a:off x="5120348" y="35564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89" name="pt12989"/>
            <p:cNvSpPr/>
            <p:nvPr/>
          </p:nvSpPr>
          <p:spPr>
            <a:xfrm>
              <a:off x="5155006" y="35521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0" name="pt12990"/>
            <p:cNvSpPr/>
            <p:nvPr/>
          </p:nvSpPr>
          <p:spPr>
            <a:xfrm>
              <a:off x="5126006" y="3564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1" name="pt12991"/>
            <p:cNvSpPr/>
            <p:nvPr/>
          </p:nvSpPr>
          <p:spPr>
            <a:xfrm>
              <a:off x="5156856" y="35422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2" name="pt12992"/>
            <p:cNvSpPr/>
            <p:nvPr/>
          </p:nvSpPr>
          <p:spPr>
            <a:xfrm>
              <a:off x="5115195" y="35670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3" name="pt12993"/>
            <p:cNvSpPr/>
            <p:nvPr/>
          </p:nvSpPr>
          <p:spPr>
            <a:xfrm>
              <a:off x="5155836" y="35632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4" name="pt12994"/>
            <p:cNvSpPr/>
            <p:nvPr/>
          </p:nvSpPr>
          <p:spPr>
            <a:xfrm>
              <a:off x="5190675" y="35525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5" name="pt12995"/>
            <p:cNvSpPr/>
            <p:nvPr/>
          </p:nvSpPr>
          <p:spPr>
            <a:xfrm>
              <a:off x="5199360" y="3511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6" name="pt12996"/>
            <p:cNvSpPr/>
            <p:nvPr/>
          </p:nvSpPr>
          <p:spPr>
            <a:xfrm>
              <a:off x="5172666" y="35584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7" name="pt12997"/>
            <p:cNvSpPr/>
            <p:nvPr/>
          </p:nvSpPr>
          <p:spPr>
            <a:xfrm>
              <a:off x="5202445" y="3557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8" name="pt12998"/>
            <p:cNvSpPr/>
            <p:nvPr/>
          </p:nvSpPr>
          <p:spPr>
            <a:xfrm>
              <a:off x="5135013" y="35674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2999" name="pt12999"/>
            <p:cNvSpPr/>
            <p:nvPr/>
          </p:nvSpPr>
          <p:spPr>
            <a:xfrm>
              <a:off x="5189407" y="3520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0" name="pt13000"/>
            <p:cNvSpPr/>
            <p:nvPr/>
          </p:nvSpPr>
          <p:spPr>
            <a:xfrm>
              <a:off x="5174720" y="35631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1" name="pt13001"/>
            <p:cNvSpPr/>
            <p:nvPr/>
          </p:nvSpPr>
          <p:spPr>
            <a:xfrm>
              <a:off x="5150478" y="36730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2" name="pt13002"/>
            <p:cNvSpPr/>
            <p:nvPr/>
          </p:nvSpPr>
          <p:spPr>
            <a:xfrm>
              <a:off x="5181281" y="35439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3" name="pt13003"/>
            <p:cNvSpPr/>
            <p:nvPr/>
          </p:nvSpPr>
          <p:spPr>
            <a:xfrm>
              <a:off x="5123035" y="3574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4" name="pt13004"/>
            <p:cNvSpPr/>
            <p:nvPr/>
          </p:nvSpPr>
          <p:spPr>
            <a:xfrm>
              <a:off x="5159428" y="3566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5" name="pt13005"/>
            <p:cNvSpPr/>
            <p:nvPr/>
          </p:nvSpPr>
          <p:spPr>
            <a:xfrm>
              <a:off x="5134551" y="3553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6" name="pt13006"/>
            <p:cNvSpPr/>
            <p:nvPr/>
          </p:nvSpPr>
          <p:spPr>
            <a:xfrm>
              <a:off x="5155019" y="35626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7" name="pt13007"/>
            <p:cNvSpPr/>
            <p:nvPr/>
          </p:nvSpPr>
          <p:spPr>
            <a:xfrm>
              <a:off x="5111488" y="35763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8" name="pt13008"/>
            <p:cNvSpPr/>
            <p:nvPr/>
          </p:nvSpPr>
          <p:spPr>
            <a:xfrm>
              <a:off x="5161429" y="3569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09" name="pt13009"/>
            <p:cNvSpPr/>
            <p:nvPr/>
          </p:nvSpPr>
          <p:spPr>
            <a:xfrm>
              <a:off x="5187113" y="3630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0" name="pt13010"/>
            <p:cNvSpPr/>
            <p:nvPr/>
          </p:nvSpPr>
          <p:spPr>
            <a:xfrm>
              <a:off x="5160595" y="3535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1" name="pt13011"/>
            <p:cNvSpPr/>
            <p:nvPr/>
          </p:nvSpPr>
          <p:spPr>
            <a:xfrm>
              <a:off x="5185680" y="35657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2" name="pt13012"/>
            <p:cNvSpPr/>
            <p:nvPr/>
          </p:nvSpPr>
          <p:spPr>
            <a:xfrm>
              <a:off x="5121482" y="3524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3" name="pt13013"/>
            <p:cNvSpPr/>
            <p:nvPr/>
          </p:nvSpPr>
          <p:spPr>
            <a:xfrm>
              <a:off x="5164442" y="34936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4" name="pt13014"/>
            <p:cNvSpPr/>
            <p:nvPr/>
          </p:nvSpPr>
          <p:spPr>
            <a:xfrm>
              <a:off x="5151409" y="35523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5" name="pt13015"/>
            <p:cNvSpPr/>
            <p:nvPr/>
          </p:nvSpPr>
          <p:spPr>
            <a:xfrm>
              <a:off x="5141311" y="35375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6" name="pt13016"/>
            <p:cNvSpPr/>
            <p:nvPr/>
          </p:nvSpPr>
          <p:spPr>
            <a:xfrm>
              <a:off x="5169835" y="35889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7" name="pt13017"/>
            <p:cNvSpPr/>
            <p:nvPr/>
          </p:nvSpPr>
          <p:spPr>
            <a:xfrm>
              <a:off x="5138791" y="3540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8" name="pt13018"/>
            <p:cNvSpPr/>
            <p:nvPr/>
          </p:nvSpPr>
          <p:spPr>
            <a:xfrm>
              <a:off x="5162981" y="3526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19" name="pt13019"/>
            <p:cNvSpPr/>
            <p:nvPr/>
          </p:nvSpPr>
          <p:spPr>
            <a:xfrm>
              <a:off x="5207341" y="3560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0" name="pt13020"/>
            <p:cNvSpPr/>
            <p:nvPr/>
          </p:nvSpPr>
          <p:spPr>
            <a:xfrm>
              <a:off x="5158635" y="35332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1" name="pt13021"/>
            <p:cNvSpPr/>
            <p:nvPr/>
          </p:nvSpPr>
          <p:spPr>
            <a:xfrm>
              <a:off x="5119124" y="3560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2" name="pt13022"/>
            <p:cNvSpPr/>
            <p:nvPr/>
          </p:nvSpPr>
          <p:spPr>
            <a:xfrm>
              <a:off x="5174930" y="35436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3" name="pt13023"/>
            <p:cNvSpPr/>
            <p:nvPr/>
          </p:nvSpPr>
          <p:spPr>
            <a:xfrm>
              <a:off x="5170752" y="3573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4" name="pt13024"/>
            <p:cNvSpPr/>
            <p:nvPr/>
          </p:nvSpPr>
          <p:spPr>
            <a:xfrm>
              <a:off x="5503808" y="3479917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5" name="pt13025"/>
            <p:cNvSpPr/>
            <p:nvPr/>
          </p:nvSpPr>
          <p:spPr>
            <a:xfrm>
              <a:off x="5157865" y="35291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6" name="pt13026"/>
            <p:cNvSpPr/>
            <p:nvPr/>
          </p:nvSpPr>
          <p:spPr>
            <a:xfrm>
              <a:off x="5190275" y="35535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7" name="pt13027"/>
            <p:cNvSpPr/>
            <p:nvPr/>
          </p:nvSpPr>
          <p:spPr>
            <a:xfrm>
              <a:off x="5144872" y="3563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8" name="pt13028"/>
            <p:cNvSpPr/>
            <p:nvPr/>
          </p:nvSpPr>
          <p:spPr>
            <a:xfrm>
              <a:off x="5137342" y="3549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29" name="pt13029"/>
            <p:cNvSpPr/>
            <p:nvPr/>
          </p:nvSpPr>
          <p:spPr>
            <a:xfrm>
              <a:off x="5169601" y="3559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0" name="pt13030"/>
            <p:cNvSpPr/>
            <p:nvPr/>
          </p:nvSpPr>
          <p:spPr>
            <a:xfrm>
              <a:off x="5158984" y="35534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1" name="pt13031"/>
            <p:cNvSpPr/>
            <p:nvPr/>
          </p:nvSpPr>
          <p:spPr>
            <a:xfrm>
              <a:off x="5193525" y="3566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2" name="pt13032"/>
            <p:cNvSpPr/>
            <p:nvPr/>
          </p:nvSpPr>
          <p:spPr>
            <a:xfrm>
              <a:off x="5182242" y="35766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3" name="pt13033"/>
            <p:cNvSpPr/>
            <p:nvPr/>
          </p:nvSpPr>
          <p:spPr>
            <a:xfrm>
              <a:off x="5170047" y="3545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4" name="pt13034"/>
            <p:cNvSpPr/>
            <p:nvPr/>
          </p:nvSpPr>
          <p:spPr>
            <a:xfrm>
              <a:off x="5199677" y="35593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5" name="pt13035"/>
            <p:cNvSpPr/>
            <p:nvPr/>
          </p:nvSpPr>
          <p:spPr>
            <a:xfrm>
              <a:off x="5155580" y="35456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6" name="pt13036"/>
            <p:cNvSpPr/>
            <p:nvPr/>
          </p:nvSpPr>
          <p:spPr>
            <a:xfrm>
              <a:off x="5170142" y="35637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7" name="pt13037"/>
            <p:cNvSpPr/>
            <p:nvPr/>
          </p:nvSpPr>
          <p:spPr>
            <a:xfrm>
              <a:off x="5165038" y="3542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8" name="pt13038"/>
            <p:cNvSpPr/>
            <p:nvPr/>
          </p:nvSpPr>
          <p:spPr>
            <a:xfrm>
              <a:off x="5136796" y="35570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39" name="pt13039"/>
            <p:cNvSpPr/>
            <p:nvPr/>
          </p:nvSpPr>
          <p:spPr>
            <a:xfrm>
              <a:off x="5181067" y="3555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0" name="pt13040"/>
            <p:cNvSpPr/>
            <p:nvPr/>
          </p:nvSpPr>
          <p:spPr>
            <a:xfrm>
              <a:off x="5133651" y="35700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1" name="pt13041"/>
            <p:cNvSpPr/>
            <p:nvPr/>
          </p:nvSpPr>
          <p:spPr>
            <a:xfrm>
              <a:off x="5182347" y="3545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2" name="pt13042"/>
            <p:cNvSpPr/>
            <p:nvPr/>
          </p:nvSpPr>
          <p:spPr>
            <a:xfrm>
              <a:off x="5141692" y="35409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3" name="pt13043"/>
            <p:cNvSpPr/>
            <p:nvPr/>
          </p:nvSpPr>
          <p:spPr>
            <a:xfrm>
              <a:off x="5092135" y="35476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4" name="pt13044"/>
            <p:cNvSpPr/>
            <p:nvPr/>
          </p:nvSpPr>
          <p:spPr>
            <a:xfrm>
              <a:off x="5129735" y="35597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5" name="pt13045"/>
            <p:cNvSpPr/>
            <p:nvPr/>
          </p:nvSpPr>
          <p:spPr>
            <a:xfrm>
              <a:off x="5169685" y="35631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6" name="pt13046"/>
            <p:cNvSpPr/>
            <p:nvPr/>
          </p:nvSpPr>
          <p:spPr>
            <a:xfrm>
              <a:off x="5140043" y="35731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7" name="pt13047"/>
            <p:cNvSpPr/>
            <p:nvPr/>
          </p:nvSpPr>
          <p:spPr>
            <a:xfrm>
              <a:off x="5165338" y="3550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8" name="pt13048"/>
            <p:cNvSpPr/>
            <p:nvPr/>
          </p:nvSpPr>
          <p:spPr>
            <a:xfrm>
              <a:off x="5206260" y="35028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49" name="pt13049"/>
            <p:cNvSpPr/>
            <p:nvPr/>
          </p:nvSpPr>
          <p:spPr>
            <a:xfrm>
              <a:off x="5213347" y="3578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0" name="pt13050"/>
            <p:cNvSpPr/>
            <p:nvPr/>
          </p:nvSpPr>
          <p:spPr>
            <a:xfrm>
              <a:off x="5156035" y="3576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1" name="pt13051"/>
            <p:cNvSpPr/>
            <p:nvPr/>
          </p:nvSpPr>
          <p:spPr>
            <a:xfrm>
              <a:off x="5123334" y="35233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2" name="pt13052"/>
            <p:cNvSpPr/>
            <p:nvPr/>
          </p:nvSpPr>
          <p:spPr>
            <a:xfrm>
              <a:off x="5096769" y="3541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3" name="pt13053"/>
            <p:cNvSpPr/>
            <p:nvPr/>
          </p:nvSpPr>
          <p:spPr>
            <a:xfrm>
              <a:off x="5174230" y="3586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4" name="pt13054"/>
            <p:cNvSpPr/>
            <p:nvPr/>
          </p:nvSpPr>
          <p:spPr>
            <a:xfrm>
              <a:off x="5175832" y="3579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5" name="pt13055"/>
            <p:cNvSpPr/>
            <p:nvPr/>
          </p:nvSpPr>
          <p:spPr>
            <a:xfrm>
              <a:off x="5206968" y="3521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6" name="pt13056"/>
            <p:cNvSpPr/>
            <p:nvPr/>
          </p:nvSpPr>
          <p:spPr>
            <a:xfrm>
              <a:off x="5172950" y="3539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7" name="pt13057"/>
            <p:cNvSpPr/>
            <p:nvPr/>
          </p:nvSpPr>
          <p:spPr>
            <a:xfrm>
              <a:off x="5188985" y="3608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8" name="pt13058"/>
            <p:cNvSpPr/>
            <p:nvPr/>
          </p:nvSpPr>
          <p:spPr>
            <a:xfrm>
              <a:off x="5160674" y="3536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59" name="pt13059"/>
            <p:cNvSpPr/>
            <p:nvPr/>
          </p:nvSpPr>
          <p:spPr>
            <a:xfrm>
              <a:off x="5116641" y="34822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0" name="pt13060"/>
            <p:cNvSpPr/>
            <p:nvPr/>
          </p:nvSpPr>
          <p:spPr>
            <a:xfrm>
              <a:off x="5116645" y="35290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1" name="pt13061"/>
            <p:cNvSpPr/>
            <p:nvPr/>
          </p:nvSpPr>
          <p:spPr>
            <a:xfrm>
              <a:off x="5155266" y="35653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2" name="pt13062"/>
            <p:cNvSpPr/>
            <p:nvPr/>
          </p:nvSpPr>
          <p:spPr>
            <a:xfrm>
              <a:off x="5185867" y="3555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3" name="pt13063"/>
            <p:cNvSpPr/>
            <p:nvPr/>
          </p:nvSpPr>
          <p:spPr>
            <a:xfrm>
              <a:off x="5172336" y="3544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4" name="pt13064"/>
            <p:cNvSpPr/>
            <p:nvPr/>
          </p:nvSpPr>
          <p:spPr>
            <a:xfrm>
              <a:off x="5173567" y="3541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5" name="pt13065"/>
            <p:cNvSpPr/>
            <p:nvPr/>
          </p:nvSpPr>
          <p:spPr>
            <a:xfrm>
              <a:off x="5181610" y="35557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6" name="pt13066"/>
            <p:cNvSpPr/>
            <p:nvPr/>
          </p:nvSpPr>
          <p:spPr>
            <a:xfrm>
              <a:off x="5156700" y="3528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7" name="pt13067"/>
            <p:cNvSpPr/>
            <p:nvPr/>
          </p:nvSpPr>
          <p:spPr>
            <a:xfrm>
              <a:off x="5105710" y="3531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8" name="pt13068"/>
            <p:cNvSpPr/>
            <p:nvPr/>
          </p:nvSpPr>
          <p:spPr>
            <a:xfrm>
              <a:off x="5152052" y="3542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69" name="pt13069"/>
            <p:cNvSpPr/>
            <p:nvPr/>
          </p:nvSpPr>
          <p:spPr>
            <a:xfrm>
              <a:off x="5154381" y="3555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0" name="pt13070"/>
            <p:cNvSpPr/>
            <p:nvPr/>
          </p:nvSpPr>
          <p:spPr>
            <a:xfrm>
              <a:off x="5153228" y="35581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1" name="pt13071"/>
            <p:cNvSpPr/>
            <p:nvPr/>
          </p:nvSpPr>
          <p:spPr>
            <a:xfrm>
              <a:off x="5259061" y="35767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2" name="pt13072"/>
            <p:cNvSpPr/>
            <p:nvPr/>
          </p:nvSpPr>
          <p:spPr>
            <a:xfrm>
              <a:off x="5176234" y="35472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3" name="pt13073"/>
            <p:cNvSpPr/>
            <p:nvPr/>
          </p:nvSpPr>
          <p:spPr>
            <a:xfrm>
              <a:off x="5109941" y="3573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4" name="pt13074"/>
            <p:cNvSpPr/>
            <p:nvPr/>
          </p:nvSpPr>
          <p:spPr>
            <a:xfrm>
              <a:off x="5159110" y="34956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5" name="pt13075"/>
            <p:cNvSpPr/>
            <p:nvPr/>
          </p:nvSpPr>
          <p:spPr>
            <a:xfrm>
              <a:off x="5175003" y="3539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6" name="pt13076"/>
            <p:cNvSpPr/>
            <p:nvPr/>
          </p:nvSpPr>
          <p:spPr>
            <a:xfrm>
              <a:off x="5190375" y="3198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7" name="pt13077"/>
            <p:cNvSpPr/>
            <p:nvPr/>
          </p:nvSpPr>
          <p:spPr>
            <a:xfrm>
              <a:off x="5167486" y="35576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8" name="pt13078"/>
            <p:cNvSpPr/>
            <p:nvPr/>
          </p:nvSpPr>
          <p:spPr>
            <a:xfrm>
              <a:off x="5131435" y="3600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79" name="pt13079"/>
            <p:cNvSpPr/>
            <p:nvPr/>
          </p:nvSpPr>
          <p:spPr>
            <a:xfrm>
              <a:off x="5131838" y="37891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0" name="pt13080"/>
            <p:cNvSpPr/>
            <p:nvPr/>
          </p:nvSpPr>
          <p:spPr>
            <a:xfrm>
              <a:off x="5174507" y="38214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1" name="pt13081"/>
            <p:cNvSpPr/>
            <p:nvPr/>
          </p:nvSpPr>
          <p:spPr>
            <a:xfrm>
              <a:off x="5178874" y="35337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2" name="pt13082"/>
            <p:cNvSpPr/>
            <p:nvPr/>
          </p:nvSpPr>
          <p:spPr>
            <a:xfrm>
              <a:off x="5171080" y="37706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3" name="pt13083"/>
            <p:cNvSpPr/>
            <p:nvPr/>
          </p:nvSpPr>
          <p:spPr>
            <a:xfrm>
              <a:off x="5157795" y="35504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4" name="pt13084"/>
            <p:cNvSpPr/>
            <p:nvPr/>
          </p:nvSpPr>
          <p:spPr>
            <a:xfrm>
              <a:off x="5270413" y="35338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5" name="pt13085"/>
            <p:cNvSpPr/>
            <p:nvPr/>
          </p:nvSpPr>
          <p:spPr>
            <a:xfrm>
              <a:off x="5170655" y="3543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6" name="pt13086"/>
            <p:cNvSpPr/>
            <p:nvPr/>
          </p:nvSpPr>
          <p:spPr>
            <a:xfrm>
              <a:off x="5225089" y="34606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7" name="pt13087"/>
            <p:cNvSpPr/>
            <p:nvPr/>
          </p:nvSpPr>
          <p:spPr>
            <a:xfrm>
              <a:off x="5161713" y="3519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8" name="pt13088"/>
            <p:cNvSpPr/>
            <p:nvPr/>
          </p:nvSpPr>
          <p:spPr>
            <a:xfrm>
              <a:off x="5161324" y="3552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89" name="pt13089"/>
            <p:cNvSpPr/>
            <p:nvPr/>
          </p:nvSpPr>
          <p:spPr>
            <a:xfrm>
              <a:off x="5164555" y="3532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0" name="pt13090"/>
            <p:cNvSpPr/>
            <p:nvPr/>
          </p:nvSpPr>
          <p:spPr>
            <a:xfrm>
              <a:off x="5156941" y="35746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1" name="pt13091"/>
            <p:cNvSpPr/>
            <p:nvPr/>
          </p:nvSpPr>
          <p:spPr>
            <a:xfrm>
              <a:off x="5163962" y="3606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2" name="pt13092"/>
            <p:cNvSpPr/>
            <p:nvPr/>
          </p:nvSpPr>
          <p:spPr>
            <a:xfrm>
              <a:off x="5176788" y="3523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3" name="pt13093"/>
            <p:cNvSpPr/>
            <p:nvPr/>
          </p:nvSpPr>
          <p:spPr>
            <a:xfrm>
              <a:off x="5204279" y="3490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4" name="pt13094"/>
            <p:cNvSpPr/>
            <p:nvPr/>
          </p:nvSpPr>
          <p:spPr>
            <a:xfrm>
              <a:off x="5174781" y="35517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5" name="pt13095"/>
            <p:cNvSpPr/>
            <p:nvPr/>
          </p:nvSpPr>
          <p:spPr>
            <a:xfrm>
              <a:off x="5204035" y="3551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6" name="pt13096"/>
            <p:cNvSpPr/>
            <p:nvPr/>
          </p:nvSpPr>
          <p:spPr>
            <a:xfrm>
              <a:off x="5169549" y="35562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7" name="pt13097"/>
            <p:cNvSpPr/>
            <p:nvPr/>
          </p:nvSpPr>
          <p:spPr>
            <a:xfrm>
              <a:off x="5178296" y="3548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8" name="pt13098"/>
            <p:cNvSpPr/>
            <p:nvPr/>
          </p:nvSpPr>
          <p:spPr>
            <a:xfrm>
              <a:off x="5208353" y="3542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099" name="pt13099"/>
            <p:cNvSpPr/>
            <p:nvPr/>
          </p:nvSpPr>
          <p:spPr>
            <a:xfrm>
              <a:off x="5118985" y="35315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0" name="pt13100"/>
            <p:cNvSpPr/>
            <p:nvPr/>
          </p:nvSpPr>
          <p:spPr>
            <a:xfrm>
              <a:off x="5182371" y="3640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1" name="pt13101"/>
            <p:cNvSpPr/>
            <p:nvPr/>
          </p:nvSpPr>
          <p:spPr>
            <a:xfrm>
              <a:off x="5190538" y="3551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2" name="pt13102"/>
            <p:cNvSpPr/>
            <p:nvPr/>
          </p:nvSpPr>
          <p:spPr>
            <a:xfrm>
              <a:off x="5100657" y="3508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3" name="pt13103"/>
            <p:cNvSpPr/>
            <p:nvPr/>
          </p:nvSpPr>
          <p:spPr>
            <a:xfrm>
              <a:off x="5162918" y="35331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4" name="pt13104"/>
            <p:cNvSpPr/>
            <p:nvPr/>
          </p:nvSpPr>
          <p:spPr>
            <a:xfrm>
              <a:off x="5158061" y="3548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5" name="pt13105"/>
            <p:cNvSpPr/>
            <p:nvPr/>
          </p:nvSpPr>
          <p:spPr>
            <a:xfrm>
              <a:off x="5152545" y="35281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6" name="pt13106"/>
            <p:cNvSpPr/>
            <p:nvPr/>
          </p:nvSpPr>
          <p:spPr>
            <a:xfrm>
              <a:off x="5192086" y="35629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7" name="pt13107"/>
            <p:cNvSpPr/>
            <p:nvPr/>
          </p:nvSpPr>
          <p:spPr>
            <a:xfrm>
              <a:off x="5184224" y="3520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8" name="pt13108"/>
            <p:cNvSpPr/>
            <p:nvPr/>
          </p:nvSpPr>
          <p:spPr>
            <a:xfrm>
              <a:off x="5225542" y="3569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09" name="pt13109"/>
            <p:cNvSpPr/>
            <p:nvPr/>
          </p:nvSpPr>
          <p:spPr>
            <a:xfrm>
              <a:off x="5152504" y="35564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0" name="pt13110"/>
            <p:cNvSpPr/>
            <p:nvPr/>
          </p:nvSpPr>
          <p:spPr>
            <a:xfrm>
              <a:off x="5917087" y="35390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1" name="pt13111"/>
            <p:cNvSpPr/>
            <p:nvPr/>
          </p:nvSpPr>
          <p:spPr>
            <a:xfrm>
              <a:off x="5185245" y="35948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2" name="pt13112"/>
            <p:cNvSpPr/>
            <p:nvPr/>
          </p:nvSpPr>
          <p:spPr>
            <a:xfrm>
              <a:off x="5230532" y="3553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3" name="pt13113"/>
            <p:cNvSpPr/>
            <p:nvPr/>
          </p:nvSpPr>
          <p:spPr>
            <a:xfrm>
              <a:off x="5130619" y="3566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4" name="pt13114"/>
            <p:cNvSpPr/>
            <p:nvPr/>
          </p:nvSpPr>
          <p:spPr>
            <a:xfrm>
              <a:off x="5187858" y="35454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5" name="pt13115"/>
            <p:cNvSpPr/>
            <p:nvPr/>
          </p:nvSpPr>
          <p:spPr>
            <a:xfrm>
              <a:off x="5184158" y="3556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6" name="pt13116"/>
            <p:cNvSpPr/>
            <p:nvPr/>
          </p:nvSpPr>
          <p:spPr>
            <a:xfrm>
              <a:off x="5194372" y="35750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7" name="pt13117"/>
            <p:cNvSpPr/>
            <p:nvPr/>
          </p:nvSpPr>
          <p:spPr>
            <a:xfrm>
              <a:off x="5174649" y="3663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8" name="pt13118"/>
            <p:cNvSpPr/>
            <p:nvPr/>
          </p:nvSpPr>
          <p:spPr>
            <a:xfrm>
              <a:off x="5187224" y="3896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19" name="pt13119"/>
            <p:cNvSpPr/>
            <p:nvPr/>
          </p:nvSpPr>
          <p:spPr>
            <a:xfrm>
              <a:off x="5234184" y="35210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0" name="pt13120"/>
            <p:cNvSpPr/>
            <p:nvPr/>
          </p:nvSpPr>
          <p:spPr>
            <a:xfrm>
              <a:off x="5154373" y="3567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1" name="pt13121"/>
            <p:cNvSpPr/>
            <p:nvPr/>
          </p:nvSpPr>
          <p:spPr>
            <a:xfrm>
              <a:off x="5145011" y="37328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2" name="pt13122"/>
            <p:cNvSpPr/>
            <p:nvPr/>
          </p:nvSpPr>
          <p:spPr>
            <a:xfrm>
              <a:off x="5158167" y="35925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3" name="pt13123"/>
            <p:cNvSpPr/>
            <p:nvPr/>
          </p:nvSpPr>
          <p:spPr>
            <a:xfrm>
              <a:off x="5154277" y="3555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4" name="pt13124"/>
            <p:cNvSpPr/>
            <p:nvPr/>
          </p:nvSpPr>
          <p:spPr>
            <a:xfrm>
              <a:off x="5129074" y="35933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5" name="pt13125"/>
            <p:cNvSpPr/>
            <p:nvPr/>
          </p:nvSpPr>
          <p:spPr>
            <a:xfrm>
              <a:off x="5160404" y="3482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6" name="pt13126"/>
            <p:cNvSpPr/>
            <p:nvPr/>
          </p:nvSpPr>
          <p:spPr>
            <a:xfrm>
              <a:off x="5190221" y="3558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7" name="pt13127"/>
            <p:cNvSpPr/>
            <p:nvPr/>
          </p:nvSpPr>
          <p:spPr>
            <a:xfrm>
              <a:off x="5132301" y="3595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8" name="pt13128"/>
            <p:cNvSpPr/>
            <p:nvPr/>
          </p:nvSpPr>
          <p:spPr>
            <a:xfrm>
              <a:off x="5188781" y="35925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29" name="pt13129"/>
            <p:cNvSpPr/>
            <p:nvPr/>
          </p:nvSpPr>
          <p:spPr>
            <a:xfrm>
              <a:off x="5154774" y="3621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0" name="pt13130"/>
            <p:cNvSpPr/>
            <p:nvPr/>
          </p:nvSpPr>
          <p:spPr>
            <a:xfrm>
              <a:off x="5171885" y="35284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1" name="pt13131"/>
            <p:cNvSpPr/>
            <p:nvPr/>
          </p:nvSpPr>
          <p:spPr>
            <a:xfrm>
              <a:off x="5175486" y="34957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2" name="pt13132"/>
            <p:cNvSpPr/>
            <p:nvPr/>
          </p:nvSpPr>
          <p:spPr>
            <a:xfrm>
              <a:off x="5149067" y="3626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3" name="pt13133"/>
            <p:cNvSpPr/>
            <p:nvPr/>
          </p:nvSpPr>
          <p:spPr>
            <a:xfrm>
              <a:off x="5163691" y="3533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4" name="pt13134"/>
            <p:cNvSpPr/>
            <p:nvPr/>
          </p:nvSpPr>
          <p:spPr>
            <a:xfrm>
              <a:off x="5148221" y="35868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5" name="pt13135"/>
            <p:cNvSpPr/>
            <p:nvPr/>
          </p:nvSpPr>
          <p:spPr>
            <a:xfrm>
              <a:off x="5143626" y="35307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6" name="pt13136"/>
            <p:cNvSpPr/>
            <p:nvPr/>
          </p:nvSpPr>
          <p:spPr>
            <a:xfrm>
              <a:off x="5171306" y="3535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7" name="pt13137"/>
            <p:cNvSpPr/>
            <p:nvPr/>
          </p:nvSpPr>
          <p:spPr>
            <a:xfrm>
              <a:off x="5139057" y="3601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8" name="pt13138"/>
            <p:cNvSpPr/>
            <p:nvPr/>
          </p:nvSpPr>
          <p:spPr>
            <a:xfrm>
              <a:off x="5108324" y="35906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39" name="pt13139"/>
            <p:cNvSpPr/>
            <p:nvPr/>
          </p:nvSpPr>
          <p:spPr>
            <a:xfrm>
              <a:off x="5155873" y="3482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0" name="pt13140"/>
            <p:cNvSpPr/>
            <p:nvPr/>
          </p:nvSpPr>
          <p:spPr>
            <a:xfrm>
              <a:off x="5096742" y="3617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1" name="pt13141"/>
            <p:cNvSpPr/>
            <p:nvPr/>
          </p:nvSpPr>
          <p:spPr>
            <a:xfrm>
              <a:off x="5147706" y="3568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2" name="pt13142"/>
            <p:cNvSpPr/>
            <p:nvPr/>
          </p:nvSpPr>
          <p:spPr>
            <a:xfrm>
              <a:off x="5184010" y="33225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3" name="pt13143"/>
            <p:cNvSpPr/>
            <p:nvPr/>
          </p:nvSpPr>
          <p:spPr>
            <a:xfrm>
              <a:off x="5124676" y="3569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4" name="pt13144"/>
            <p:cNvSpPr/>
            <p:nvPr/>
          </p:nvSpPr>
          <p:spPr>
            <a:xfrm>
              <a:off x="5153266" y="35515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5" name="pt13145"/>
            <p:cNvSpPr/>
            <p:nvPr/>
          </p:nvSpPr>
          <p:spPr>
            <a:xfrm>
              <a:off x="5098468" y="3577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6" name="pt13146"/>
            <p:cNvSpPr/>
            <p:nvPr/>
          </p:nvSpPr>
          <p:spPr>
            <a:xfrm>
              <a:off x="5167056" y="35635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7" name="pt13147"/>
            <p:cNvSpPr/>
            <p:nvPr/>
          </p:nvSpPr>
          <p:spPr>
            <a:xfrm>
              <a:off x="5146109" y="36550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8" name="pt13148"/>
            <p:cNvSpPr/>
            <p:nvPr/>
          </p:nvSpPr>
          <p:spPr>
            <a:xfrm>
              <a:off x="5201027" y="3534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49" name="pt13149"/>
            <p:cNvSpPr/>
            <p:nvPr/>
          </p:nvSpPr>
          <p:spPr>
            <a:xfrm>
              <a:off x="5157005" y="3569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0" name="pt13150"/>
            <p:cNvSpPr/>
            <p:nvPr/>
          </p:nvSpPr>
          <p:spPr>
            <a:xfrm>
              <a:off x="5175115" y="3543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1" name="pt13151"/>
            <p:cNvSpPr/>
            <p:nvPr/>
          </p:nvSpPr>
          <p:spPr>
            <a:xfrm>
              <a:off x="5152230" y="3562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2" name="pt13152"/>
            <p:cNvSpPr/>
            <p:nvPr/>
          </p:nvSpPr>
          <p:spPr>
            <a:xfrm>
              <a:off x="5151295" y="38305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3" name="pt13153"/>
            <p:cNvSpPr/>
            <p:nvPr/>
          </p:nvSpPr>
          <p:spPr>
            <a:xfrm>
              <a:off x="5172261" y="35766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4" name="pt13154"/>
            <p:cNvSpPr/>
            <p:nvPr/>
          </p:nvSpPr>
          <p:spPr>
            <a:xfrm>
              <a:off x="5152772" y="3584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5" name="pt13155"/>
            <p:cNvSpPr/>
            <p:nvPr/>
          </p:nvSpPr>
          <p:spPr>
            <a:xfrm>
              <a:off x="5168681" y="35449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6" name="pt13156"/>
            <p:cNvSpPr/>
            <p:nvPr/>
          </p:nvSpPr>
          <p:spPr>
            <a:xfrm>
              <a:off x="5203873" y="35939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7" name="pt13157"/>
            <p:cNvSpPr/>
            <p:nvPr/>
          </p:nvSpPr>
          <p:spPr>
            <a:xfrm>
              <a:off x="5148339" y="35567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8" name="pt13158"/>
            <p:cNvSpPr/>
            <p:nvPr/>
          </p:nvSpPr>
          <p:spPr>
            <a:xfrm>
              <a:off x="5162804" y="3539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59" name="pt13159"/>
            <p:cNvSpPr/>
            <p:nvPr/>
          </p:nvSpPr>
          <p:spPr>
            <a:xfrm>
              <a:off x="5148965" y="35922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0" name="pt13160"/>
            <p:cNvSpPr/>
            <p:nvPr/>
          </p:nvSpPr>
          <p:spPr>
            <a:xfrm>
              <a:off x="5140801" y="35017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1" name="pt13161"/>
            <p:cNvSpPr/>
            <p:nvPr/>
          </p:nvSpPr>
          <p:spPr>
            <a:xfrm>
              <a:off x="5161486" y="3572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2" name="pt13162"/>
            <p:cNvSpPr/>
            <p:nvPr/>
          </p:nvSpPr>
          <p:spPr>
            <a:xfrm>
              <a:off x="5091234" y="3521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3" name="pt13163"/>
            <p:cNvSpPr/>
            <p:nvPr/>
          </p:nvSpPr>
          <p:spPr>
            <a:xfrm>
              <a:off x="5154978" y="35162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4" name="pt13164"/>
            <p:cNvSpPr/>
            <p:nvPr/>
          </p:nvSpPr>
          <p:spPr>
            <a:xfrm>
              <a:off x="5152890" y="3566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5" name="pt13165"/>
            <p:cNvSpPr/>
            <p:nvPr/>
          </p:nvSpPr>
          <p:spPr>
            <a:xfrm>
              <a:off x="5213572" y="3564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6" name="pt13166"/>
            <p:cNvSpPr/>
            <p:nvPr/>
          </p:nvSpPr>
          <p:spPr>
            <a:xfrm>
              <a:off x="5164090" y="35179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7" name="pt13167"/>
            <p:cNvSpPr/>
            <p:nvPr/>
          </p:nvSpPr>
          <p:spPr>
            <a:xfrm>
              <a:off x="5157996" y="3559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8" name="pt13168"/>
            <p:cNvSpPr/>
            <p:nvPr/>
          </p:nvSpPr>
          <p:spPr>
            <a:xfrm>
              <a:off x="5186141" y="35610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69" name="pt13169"/>
            <p:cNvSpPr/>
            <p:nvPr/>
          </p:nvSpPr>
          <p:spPr>
            <a:xfrm>
              <a:off x="5166390" y="34395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0" name="pt13170"/>
            <p:cNvSpPr/>
            <p:nvPr/>
          </p:nvSpPr>
          <p:spPr>
            <a:xfrm>
              <a:off x="5171577" y="3529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1" name="pt13171"/>
            <p:cNvSpPr/>
            <p:nvPr/>
          </p:nvSpPr>
          <p:spPr>
            <a:xfrm>
              <a:off x="5112780" y="35057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2" name="pt13172"/>
            <p:cNvSpPr/>
            <p:nvPr/>
          </p:nvSpPr>
          <p:spPr>
            <a:xfrm>
              <a:off x="5179205" y="35533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3" name="pt13173"/>
            <p:cNvSpPr/>
            <p:nvPr/>
          </p:nvSpPr>
          <p:spPr>
            <a:xfrm>
              <a:off x="5149845" y="3589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4" name="pt13174"/>
            <p:cNvSpPr/>
            <p:nvPr/>
          </p:nvSpPr>
          <p:spPr>
            <a:xfrm>
              <a:off x="5139281" y="3562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5" name="pt13175"/>
            <p:cNvSpPr/>
            <p:nvPr/>
          </p:nvSpPr>
          <p:spPr>
            <a:xfrm>
              <a:off x="5154187" y="3579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6" name="pt13176"/>
            <p:cNvSpPr/>
            <p:nvPr/>
          </p:nvSpPr>
          <p:spPr>
            <a:xfrm>
              <a:off x="5171965" y="35780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7" name="pt13177"/>
            <p:cNvSpPr/>
            <p:nvPr/>
          </p:nvSpPr>
          <p:spPr>
            <a:xfrm>
              <a:off x="5106740" y="3560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8" name="pt13178"/>
            <p:cNvSpPr/>
            <p:nvPr/>
          </p:nvSpPr>
          <p:spPr>
            <a:xfrm>
              <a:off x="5150591" y="37656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79" name="pt13179"/>
            <p:cNvSpPr/>
            <p:nvPr/>
          </p:nvSpPr>
          <p:spPr>
            <a:xfrm>
              <a:off x="5132801" y="35794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0" name="pt13180"/>
            <p:cNvSpPr/>
            <p:nvPr/>
          </p:nvSpPr>
          <p:spPr>
            <a:xfrm>
              <a:off x="5166228" y="35875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1" name="pt13181"/>
            <p:cNvSpPr/>
            <p:nvPr/>
          </p:nvSpPr>
          <p:spPr>
            <a:xfrm>
              <a:off x="5162315" y="3555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2" name="pt13182"/>
            <p:cNvSpPr/>
            <p:nvPr/>
          </p:nvSpPr>
          <p:spPr>
            <a:xfrm>
              <a:off x="5153203" y="3561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3" name="pt13183"/>
            <p:cNvSpPr/>
            <p:nvPr/>
          </p:nvSpPr>
          <p:spPr>
            <a:xfrm>
              <a:off x="5167474" y="35701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4" name="pt13184"/>
            <p:cNvSpPr/>
            <p:nvPr/>
          </p:nvSpPr>
          <p:spPr>
            <a:xfrm>
              <a:off x="5133770" y="3499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5" name="pt13185"/>
            <p:cNvSpPr/>
            <p:nvPr/>
          </p:nvSpPr>
          <p:spPr>
            <a:xfrm>
              <a:off x="5159422" y="35543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6" name="pt13186"/>
            <p:cNvSpPr/>
            <p:nvPr/>
          </p:nvSpPr>
          <p:spPr>
            <a:xfrm>
              <a:off x="5132754" y="3606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7" name="pt13187"/>
            <p:cNvSpPr/>
            <p:nvPr/>
          </p:nvSpPr>
          <p:spPr>
            <a:xfrm>
              <a:off x="5158946" y="35125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8" name="pt13188"/>
            <p:cNvSpPr/>
            <p:nvPr/>
          </p:nvSpPr>
          <p:spPr>
            <a:xfrm>
              <a:off x="5150246" y="35409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89" name="pt13189"/>
            <p:cNvSpPr/>
            <p:nvPr/>
          </p:nvSpPr>
          <p:spPr>
            <a:xfrm>
              <a:off x="5213493" y="3564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0" name="pt13190"/>
            <p:cNvSpPr/>
            <p:nvPr/>
          </p:nvSpPr>
          <p:spPr>
            <a:xfrm>
              <a:off x="5175547" y="3577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1" name="pt13191"/>
            <p:cNvSpPr/>
            <p:nvPr/>
          </p:nvSpPr>
          <p:spPr>
            <a:xfrm>
              <a:off x="5184561" y="35707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2" name="pt13192"/>
            <p:cNvSpPr/>
            <p:nvPr/>
          </p:nvSpPr>
          <p:spPr>
            <a:xfrm>
              <a:off x="5177790" y="3555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3" name="pt13193"/>
            <p:cNvSpPr/>
            <p:nvPr/>
          </p:nvSpPr>
          <p:spPr>
            <a:xfrm>
              <a:off x="5157659" y="3571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4" name="pt13194"/>
            <p:cNvSpPr/>
            <p:nvPr/>
          </p:nvSpPr>
          <p:spPr>
            <a:xfrm>
              <a:off x="5183746" y="35783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5" name="pt13195"/>
            <p:cNvSpPr/>
            <p:nvPr/>
          </p:nvSpPr>
          <p:spPr>
            <a:xfrm>
              <a:off x="5054088" y="36048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6" name="pt13196"/>
            <p:cNvSpPr/>
            <p:nvPr/>
          </p:nvSpPr>
          <p:spPr>
            <a:xfrm>
              <a:off x="5141911" y="3546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7" name="pt13197"/>
            <p:cNvSpPr/>
            <p:nvPr/>
          </p:nvSpPr>
          <p:spPr>
            <a:xfrm>
              <a:off x="5123378" y="35776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8" name="pt13198"/>
            <p:cNvSpPr/>
            <p:nvPr/>
          </p:nvSpPr>
          <p:spPr>
            <a:xfrm>
              <a:off x="5173376" y="35970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199" name="pt13199"/>
            <p:cNvSpPr/>
            <p:nvPr/>
          </p:nvSpPr>
          <p:spPr>
            <a:xfrm>
              <a:off x="5186464" y="35520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0" name="pt13200"/>
            <p:cNvSpPr/>
            <p:nvPr/>
          </p:nvSpPr>
          <p:spPr>
            <a:xfrm>
              <a:off x="5159419" y="3540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1" name="pt13201"/>
            <p:cNvSpPr/>
            <p:nvPr/>
          </p:nvSpPr>
          <p:spPr>
            <a:xfrm>
              <a:off x="5124445" y="35897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2" name="pt13202"/>
            <p:cNvSpPr/>
            <p:nvPr/>
          </p:nvSpPr>
          <p:spPr>
            <a:xfrm>
              <a:off x="5114828" y="35603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3" name="pt13203"/>
            <p:cNvSpPr/>
            <p:nvPr/>
          </p:nvSpPr>
          <p:spPr>
            <a:xfrm>
              <a:off x="5161671" y="3469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4" name="pt13204"/>
            <p:cNvSpPr/>
            <p:nvPr/>
          </p:nvSpPr>
          <p:spPr>
            <a:xfrm>
              <a:off x="5173346" y="3559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5" name="pt13205"/>
            <p:cNvSpPr/>
            <p:nvPr/>
          </p:nvSpPr>
          <p:spPr>
            <a:xfrm>
              <a:off x="5154559" y="3585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6" name="pt13206"/>
            <p:cNvSpPr/>
            <p:nvPr/>
          </p:nvSpPr>
          <p:spPr>
            <a:xfrm>
              <a:off x="5168042" y="35370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7" name="pt13207"/>
            <p:cNvSpPr/>
            <p:nvPr/>
          </p:nvSpPr>
          <p:spPr>
            <a:xfrm>
              <a:off x="5136599" y="3575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8" name="pt13208"/>
            <p:cNvSpPr/>
            <p:nvPr/>
          </p:nvSpPr>
          <p:spPr>
            <a:xfrm>
              <a:off x="5186543" y="35522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09" name="pt13209"/>
            <p:cNvSpPr/>
            <p:nvPr/>
          </p:nvSpPr>
          <p:spPr>
            <a:xfrm>
              <a:off x="5163619" y="35327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0" name="pt13210"/>
            <p:cNvSpPr/>
            <p:nvPr/>
          </p:nvSpPr>
          <p:spPr>
            <a:xfrm>
              <a:off x="5167860" y="3446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1" name="pt13211"/>
            <p:cNvSpPr/>
            <p:nvPr/>
          </p:nvSpPr>
          <p:spPr>
            <a:xfrm>
              <a:off x="5195140" y="3537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2" name="pt13212"/>
            <p:cNvSpPr/>
            <p:nvPr/>
          </p:nvSpPr>
          <p:spPr>
            <a:xfrm>
              <a:off x="5202921" y="3546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3" name="pt13213"/>
            <p:cNvSpPr/>
            <p:nvPr/>
          </p:nvSpPr>
          <p:spPr>
            <a:xfrm>
              <a:off x="5160194" y="3550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4" name="pt13214"/>
            <p:cNvSpPr/>
            <p:nvPr/>
          </p:nvSpPr>
          <p:spPr>
            <a:xfrm>
              <a:off x="5189363" y="37132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5" name="pt13215"/>
            <p:cNvSpPr/>
            <p:nvPr/>
          </p:nvSpPr>
          <p:spPr>
            <a:xfrm>
              <a:off x="5078489" y="34099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6" name="pt13216"/>
            <p:cNvSpPr/>
            <p:nvPr/>
          </p:nvSpPr>
          <p:spPr>
            <a:xfrm>
              <a:off x="5180322" y="35342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7" name="pt13217"/>
            <p:cNvSpPr/>
            <p:nvPr/>
          </p:nvSpPr>
          <p:spPr>
            <a:xfrm>
              <a:off x="5138166" y="35713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8" name="pt13218"/>
            <p:cNvSpPr/>
            <p:nvPr/>
          </p:nvSpPr>
          <p:spPr>
            <a:xfrm>
              <a:off x="5148154" y="35606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19" name="pt13219"/>
            <p:cNvSpPr/>
            <p:nvPr/>
          </p:nvSpPr>
          <p:spPr>
            <a:xfrm>
              <a:off x="5183823" y="34792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0" name="pt13220"/>
            <p:cNvSpPr/>
            <p:nvPr/>
          </p:nvSpPr>
          <p:spPr>
            <a:xfrm>
              <a:off x="5132265" y="3517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1" name="pt13221"/>
            <p:cNvSpPr/>
            <p:nvPr/>
          </p:nvSpPr>
          <p:spPr>
            <a:xfrm>
              <a:off x="5140576" y="3586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2" name="pt13222"/>
            <p:cNvSpPr/>
            <p:nvPr/>
          </p:nvSpPr>
          <p:spPr>
            <a:xfrm>
              <a:off x="5150653" y="3550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3" name="pt13223"/>
            <p:cNvSpPr/>
            <p:nvPr/>
          </p:nvSpPr>
          <p:spPr>
            <a:xfrm>
              <a:off x="5174427" y="3539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4" name="pt13224"/>
            <p:cNvSpPr/>
            <p:nvPr/>
          </p:nvSpPr>
          <p:spPr>
            <a:xfrm>
              <a:off x="5133901" y="34823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5" name="pt13225"/>
            <p:cNvSpPr/>
            <p:nvPr/>
          </p:nvSpPr>
          <p:spPr>
            <a:xfrm>
              <a:off x="5178925" y="35035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6" name="pt13226"/>
            <p:cNvSpPr/>
            <p:nvPr/>
          </p:nvSpPr>
          <p:spPr>
            <a:xfrm>
              <a:off x="5208504" y="35387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7" name="pt13227"/>
            <p:cNvSpPr/>
            <p:nvPr/>
          </p:nvSpPr>
          <p:spPr>
            <a:xfrm>
              <a:off x="5118675" y="35300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8" name="pt13228"/>
            <p:cNvSpPr/>
            <p:nvPr/>
          </p:nvSpPr>
          <p:spPr>
            <a:xfrm>
              <a:off x="5130966" y="3576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29" name="pt13229"/>
            <p:cNvSpPr/>
            <p:nvPr/>
          </p:nvSpPr>
          <p:spPr>
            <a:xfrm>
              <a:off x="5082426" y="35509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0" name="pt13230"/>
            <p:cNvSpPr/>
            <p:nvPr/>
          </p:nvSpPr>
          <p:spPr>
            <a:xfrm>
              <a:off x="5066422" y="35882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1" name="pt13231"/>
            <p:cNvSpPr/>
            <p:nvPr/>
          </p:nvSpPr>
          <p:spPr>
            <a:xfrm>
              <a:off x="5181029" y="3552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2" name="pt13232"/>
            <p:cNvSpPr/>
            <p:nvPr/>
          </p:nvSpPr>
          <p:spPr>
            <a:xfrm>
              <a:off x="5160022" y="3559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3" name="pt13233"/>
            <p:cNvSpPr/>
            <p:nvPr/>
          </p:nvSpPr>
          <p:spPr>
            <a:xfrm>
              <a:off x="5171545" y="3619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4" name="pt13234"/>
            <p:cNvSpPr/>
            <p:nvPr/>
          </p:nvSpPr>
          <p:spPr>
            <a:xfrm>
              <a:off x="5182716" y="33860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5" name="pt13235"/>
            <p:cNvSpPr/>
            <p:nvPr/>
          </p:nvSpPr>
          <p:spPr>
            <a:xfrm>
              <a:off x="5161634" y="3593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6" name="pt13236"/>
            <p:cNvSpPr/>
            <p:nvPr/>
          </p:nvSpPr>
          <p:spPr>
            <a:xfrm>
              <a:off x="5148118" y="35580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7" name="pt13237"/>
            <p:cNvSpPr/>
            <p:nvPr/>
          </p:nvSpPr>
          <p:spPr>
            <a:xfrm>
              <a:off x="5195400" y="35405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8" name="pt13238"/>
            <p:cNvSpPr/>
            <p:nvPr/>
          </p:nvSpPr>
          <p:spPr>
            <a:xfrm>
              <a:off x="5156063" y="3538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39" name="pt13239"/>
            <p:cNvSpPr/>
            <p:nvPr/>
          </p:nvSpPr>
          <p:spPr>
            <a:xfrm>
              <a:off x="5121717" y="3558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0" name="pt13240"/>
            <p:cNvSpPr/>
            <p:nvPr/>
          </p:nvSpPr>
          <p:spPr>
            <a:xfrm>
              <a:off x="5189443" y="3542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1" name="pt13241"/>
            <p:cNvSpPr/>
            <p:nvPr/>
          </p:nvSpPr>
          <p:spPr>
            <a:xfrm>
              <a:off x="5164695" y="35485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2" name="pt13242"/>
            <p:cNvSpPr/>
            <p:nvPr/>
          </p:nvSpPr>
          <p:spPr>
            <a:xfrm>
              <a:off x="5162290" y="35711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3" name="pt13243"/>
            <p:cNvSpPr/>
            <p:nvPr/>
          </p:nvSpPr>
          <p:spPr>
            <a:xfrm>
              <a:off x="5214457" y="35296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4" name="pt13244"/>
            <p:cNvSpPr/>
            <p:nvPr/>
          </p:nvSpPr>
          <p:spPr>
            <a:xfrm>
              <a:off x="5192220" y="35513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5" name="pt13245"/>
            <p:cNvSpPr/>
            <p:nvPr/>
          </p:nvSpPr>
          <p:spPr>
            <a:xfrm>
              <a:off x="5141221" y="35938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6" name="pt13246"/>
            <p:cNvSpPr/>
            <p:nvPr/>
          </p:nvSpPr>
          <p:spPr>
            <a:xfrm>
              <a:off x="5186437" y="35360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7" name="pt13247"/>
            <p:cNvSpPr/>
            <p:nvPr/>
          </p:nvSpPr>
          <p:spPr>
            <a:xfrm>
              <a:off x="5154786" y="34675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8" name="pt13248"/>
            <p:cNvSpPr/>
            <p:nvPr/>
          </p:nvSpPr>
          <p:spPr>
            <a:xfrm>
              <a:off x="5167325" y="35888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49" name="pt13249"/>
            <p:cNvSpPr/>
            <p:nvPr/>
          </p:nvSpPr>
          <p:spPr>
            <a:xfrm>
              <a:off x="5219889" y="3570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0" name="pt13250"/>
            <p:cNvSpPr/>
            <p:nvPr/>
          </p:nvSpPr>
          <p:spPr>
            <a:xfrm>
              <a:off x="5068155" y="3709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1" name="pt13251"/>
            <p:cNvSpPr/>
            <p:nvPr/>
          </p:nvSpPr>
          <p:spPr>
            <a:xfrm>
              <a:off x="5171829" y="35534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2" name="pt13252"/>
            <p:cNvSpPr/>
            <p:nvPr/>
          </p:nvSpPr>
          <p:spPr>
            <a:xfrm>
              <a:off x="5300937" y="35207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3" name="pt13253"/>
            <p:cNvSpPr/>
            <p:nvPr/>
          </p:nvSpPr>
          <p:spPr>
            <a:xfrm>
              <a:off x="5102746" y="3561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4" name="pt13254"/>
            <p:cNvSpPr/>
            <p:nvPr/>
          </p:nvSpPr>
          <p:spPr>
            <a:xfrm>
              <a:off x="5150657" y="36377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5" name="pt13255"/>
            <p:cNvSpPr/>
            <p:nvPr/>
          </p:nvSpPr>
          <p:spPr>
            <a:xfrm>
              <a:off x="5165146" y="3564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6" name="pt13256"/>
            <p:cNvSpPr/>
            <p:nvPr/>
          </p:nvSpPr>
          <p:spPr>
            <a:xfrm>
              <a:off x="5183713" y="3622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7" name="pt13257"/>
            <p:cNvSpPr/>
            <p:nvPr/>
          </p:nvSpPr>
          <p:spPr>
            <a:xfrm>
              <a:off x="5167304" y="35898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8" name="pt13258"/>
            <p:cNvSpPr/>
            <p:nvPr/>
          </p:nvSpPr>
          <p:spPr>
            <a:xfrm>
              <a:off x="5163669" y="35380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59" name="pt13259"/>
            <p:cNvSpPr/>
            <p:nvPr/>
          </p:nvSpPr>
          <p:spPr>
            <a:xfrm>
              <a:off x="5151396" y="36359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0" name="pt13260"/>
            <p:cNvSpPr/>
            <p:nvPr/>
          </p:nvSpPr>
          <p:spPr>
            <a:xfrm>
              <a:off x="5162302" y="35784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1" name="pt13261"/>
            <p:cNvSpPr/>
            <p:nvPr/>
          </p:nvSpPr>
          <p:spPr>
            <a:xfrm>
              <a:off x="5104203" y="35677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2" name="pt13262"/>
            <p:cNvSpPr/>
            <p:nvPr/>
          </p:nvSpPr>
          <p:spPr>
            <a:xfrm>
              <a:off x="5157056" y="35735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3" name="pt13263"/>
            <p:cNvSpPr/>
            <p:nvPr/>
          </p:nvSpPr>
          <p:spPr>
            <a:xfrm>
              <a:off x="5141589" y="35552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4" name="pt13264"/>
            <p:cNvSpPr/>
            <p:nvPr/>
          </p:nvSpPr>
          <p:spPr>
            <a:xfrm>
              <a:off x="5139404" y="3597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5" name="pt13265"/>
            <p:cNvSpPr/>
            <p:nvPr/>
          </p:nvSpPr>
          <p:spPr>
            <a:xfrm>
              <a:off x="5218855" y="34542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6" name="pt13266"/>
            <p:cNvSpPr/>
            <p:nvPr/>
          </p:nvSpPr>
          <p:spPr>
            <a:xfrm>
              <a:off x="5156031" y="3570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7" name="pt13267"/>
            <p:cNvSpPr/>
            <p:nvPr/>
          </p:nvSpPr>
          <p:spPr>
            <a:xfrm>
              <a:off x="5123187" y="35803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8" name="pt13268"/>
            <p:cNvSpPr/>
            <p:nvPr/>
          </p:nvSpPr>
          <p:spPr>
            <a:xfrm>
              <a:off x="5191486" y="34915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69" name="pt13269"/>
            <p:cNvSpPr/>
            <p:nvPr/>
          </p:nvSpPr>
          <p:spPr>
            <a:xfrm>
              <a:off x="5118951" y="3584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0" name="pt13270"/>
            <p:cNvSpPr/>
            <p:nvPr/>
          </p:nvSpPr>
          <p:spPr>
            <a:xfrm>
              <a:off x="5167165" y="3574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1" name="pt13271"/>
            <p:cNvSpPr/>
            <p:nvPr/>
          </p:nvSpPr>
          <p:spPr>
            <a:xfrm>
              <a:off x="5169601" y="35621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2" name="pt13272"/>
            <p:cNvSpPr/>
            <p:nvPr/>
          </p:nvSpPr>
          <p:spPr>
            <a:xfrm>
              <a:off x="5186910" y="35425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3" name="pt13273"/>
            <p:cNvSpPr/>
            <p:nvPr/>
          </p:nvSpPr>
          <p:spPr>
            <a:xfrm>
              <a:off x="5149996" y="3593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4" name="pt13274"/>
            <p:cNvSpPr/>
            <p:nvPr/>
          </p:nvSpPr>
          <p:spPr>
            <a:xfrm>
              <a:off x="5153198" y="3545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5" name="pt13275"/>
            <p:cNvSpPr/>
            <p:nvPr/>
          </p:nvSpPr>
          <p:spPr>
            <a:xfrm>
              <a:off x="5136764" y="35492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6" name="pt13276"/>
            <p:cNvSpPr/>
            <p:nvPr/>
          </p:nvSpPr>
          <p:spPr>
            <a:xfrm>
              <a:off x="5134197" y="35565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7" name="pt13277"/>
            <p:cNvSpPr/>
            <p:nvPr/>
          </p:nvSpPr>
          <p:spPr>
            <a:xfrm>
              <a:off x="5153408" y="3748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8" name="pt13278"/>
            <p:cNvSpPr/>
            <p:nvPr/>
          </p:nvSpPr>
          <p:spPr>
            <a:xfrm>
              <a:off x="5173087" y="3487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79" name="pt13279"/>
            <p:cNvSpPr/>
            <p:nvPr/>
          </p:nvSpPr>
          <p:spPr>
            <a:xfrm>
              <a:off x="5177165" y="3591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0" name="pt13280"/>
            <p:cNvSpPr/>
            <p:nvPr/>
          </p:nvSpPr>
          <p:spPr>
            <a:xfrm>
              <a:off x="5161217" y="35527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1" name="pt13281"/>
            <p:cNvSpPr/>
            <p:nvPr/>
          </p:nvSpPr>
          <p:spPr>
            <a:xfrm>
              <a:off x="5164669" y="35596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2" name="pt13282"/>
            <p:cNvSpPr/>
            <p:nvPr/>
          </p:nvSpPr>
          <p:spPr>
            <a:xfrm>
              <a:off x="5075657" y="3534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3" name="pt13283"/>
            <p:cNvSpPr/>
            <p:nvPr/>
          </p:nvSpPr>
          <p:spPr>
            <a:xfrm>
              <a:off x="5188545" y="3566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4" name="pt13284"/>
            <p:cNvSpPr/>
            <p:nvPr/>
          </p:nvSpPr>
          <p:spPr>
            <a:xfrm>
              <a:off x="5211612" y="34978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5" name="pt13285"/>
            <p:cNvSpPr/>
            <p:nvPr/>
          </p:nvSpPr>
          <p:spPr>
            <a:xfrm>
              <a:off x="5194464" y="35728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6" name="pt13286"/>
            <p:cNvSpPr/>
            <p:nvPr/>
          </p:nvSpPr>
          <p:spPr>
            <a:xfrm>
              <a:off x="5221872" y="35609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7" name="pt13287"/>
            <p:cNvSpPr/>
            <p:nvPr/>
          </p:nvSpPr>
          <p:spPr>
            <a:xfrm>
              <a:off x="5165549" y="35462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8" name="pt13288"/>
            <p:cNvSpPr/>
            <p:nvPr/>
          </p:nvSpPr>
          <p:spPr>
            <a:xfrm>
              <a:off x="5175982" y="35202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89" name="pt13289"/>
            <p:cNvSpPr/>
            <p:nvPr/>
          </p:nvSpPr>
          <p:spPr>
            <a:xfrm>
              <a:off x="5076074" y="3610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0" name="pt13290"/>
            <p:cNvSpPr/>
            <p:nvPr/>
          </p:nvSpPr>
          <p:spPr>
            <a:xfrm>
              <a:off x="5133664" y="35016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1" name="pt13291"/>
            <p:cNvSpPr/>
            <p:nvPr/>
          </p:nvSpPr>
          <p:spPr>
            <a:xfrm>
              <a:off x="5129097" y="35544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2" name="pt13292"/>
            <p:cNvSpPr/>
            <p:nvPr/>
          </p:nvSpPr>
          <p:spPr>
            <a:xfrm>
              <a:off x="5170862" y="35934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3" name="pt13293"/>
            <p:cNvSpPr/>
            <p:nvPr/>
          </p:nvSpPr>
          <p:spPr>
            <a:xfrm>
              <a:off x="5211057" y="35614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4" name="pt13294"/>
            <p:cNvSpPr/>
            <p:nvPr/>
          </p:nvSpPr>
          <p:spPr>
            <a:xfrm>
              <a:off x="5102311" y="35587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5" name="pt13295"/>
            <p:cNvSpPr/>
            <p:nvPr/>
          </p:nvSpPr>
          <p:spPr>
            <a:xfrm>
              <a:off x="5162823" y="3525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6" name="pt13296"/>
            <p:cNvSpPr/>
            <p:nvPr/>
          </p:nvSpPr>
          <p:spPr>
            <a:xfrm>
              <a:off x="5178629" y="35721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7" name="pt13297"/>
            <p:cNvSpPr/>
            <p:nvPr/>
          </p:nvSpPr>
          <p:spPr>
            <a:xfrm>
              <a:off x="5152849" y="3579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8" name="pt13298"/>
            <p:cNvSpPr/>
            <p:nvPr/>
          </p:nvSpPr>
          <p:spPr>
            <a:xfrm>
              <a:off x="5084227" y="3595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299" name="pt13299"/>
            <p:cNvSpPr/>
            <p:nvPr/>
          </p:nvSpPr>
          <p:spPr>
            <a:xfrm>
              <a:off x="5149598" y="3570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0" name="pt13300"/>
            <p:cNvSpPr/>
            <p:nvPr/>
          </p:nvSpPr>
          <p:spPr>
            <a:xfrm>
              <a:off x="5119141" y="35844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1" name="pt13301"/>
            <p:cNvSpPr/>
            <p:nvPr/>
          </p:nvSpPr>
          <p:spPr>
            <a:xfrm>
              <a:off x="5182218" y="3542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2" name="pt13302"/>
            <p:cNvSpPr/>
            <p:nvPr/>
          </p:nvSpPr>
          <p:spPr>
            <a:xfrm>
              <a:off x="5152019" y="3554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3" name="pt13303"/>
            <p:cNvSpPr/>
            <p:nvPr/>
          </p:nvSpPr>
          <p:spPr>
            <a:xfrm>
              <a:off x="5141470" y="35367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4" name="pt13304"/>
            <p:cNvSpPr/>
            <p:nvPr/>
          </p:nvSpPr>
          <p:spPr>
            <a:xfrm>
              <a:off x="5098948" y="3528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5" name="pt13305"/>
            <p:cNvSpPr/>
            <p:nvPr/>
          </p:nvSpPr>
          <p:spPr>
            <a:xfrm>
              <a:off x="5160905" y="35825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6" name="pt13306"/>
            <p:cNvSpPr/>
            <p:nvPr/>
          </p:nvSpPr>
          <p:spPr>
            <a:xfrm>
              <a:off x="5144930" y="34963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7" name="pt13307"/>
            <p:cNvSpPr/>
            <p:nvPr/>
          </p:nvSpPr>
          <p:spPr>
            <a:xfrm>
              <a:off x="5136222" y="35348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8" name="pt13308"/>
            <p:cNvSpPr/>
            <p:nvPr/>
          </p:nvSpPr>
          <p:spPr>
            <a:xfrm>
              <a:off x="5174204" y="3531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09" name="pt13309"/>
            <p:cNvSpPr/>
            <p:nvPr/>
          </p:nvSpPr>
          <p:spPr>
            <a:xfrm>
              <a:off x="5163625" y="3605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0" name="pt13310"/>
            <p:cNvSpPr/>
            <p:nvPr/>
          </p:nvSpPr>
          <p:spPr>
            <a:xfrm>
              <a:off x="5175591" y="35498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1" name="pt13311"/>
            <p:cNvSpPr/>
            <p:nvPr/>
          </p:nvSpPr>
          <p:spPr>
            <a:xfrm>
              <a:off x="5186237" y="36281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2" name="pt13312"/>
            <p:cNvSpPr/>
            <p:nvPr/>
          </p:nvSpPr>
          <p:spPr>
            <a:xfrm>
              <a:off x="5143984" y="34861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3" name="pt13313"/>
            <p:cNvSpPr/>
            <p:nvPr/>
          </p:nvSpPr>
          <p:spPr>
            <a:xfrm>
              <a:off x="5171864" y="35312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4" name="pt13314"/>
            <p:cNvSpPr/>
            <p:nvPr/>
          </p:nvSpPr>
          <p:spPr>
            <a:xfrm>
              <a:off x="5141700" y="36495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5" name="pt13315"/>
            <p:cNvSpPr/>
            <p:nvPr/>
          </p:nvSpPr>
          <p:spPr>
            <a:xfrm>
              <a:off x="5147461" y="35615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6" name="pt13316"/>
            <p:cNvSpPr/>
            <p:nvPr/>
          </p:nvSpPr>
          <p:spPr>
            <a:xfrm>
              <a:off x="5180525" y="3527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7" name="pt13317"/>
            <p:cNvSpPr/>
            <p:nvPr/>
          </p:nvSpPr>
          <p:spPr>
            <a:xfrm>
              <a:off x="5162879" y="35618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8" name="pt13318"/>
            <p:cNvSpPr/>
            <p:nvPr/>
          </p:nvSpPr>
          <p:spPr>
            <a:xfrm>
              <a:off x="5033674" y="35245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19" name="pt13319"/>
            <p:cNvSpPr/>
            <p:nvPr/>
          </p:nvSpPr>
          <p:spPr>
            <a:xfrm>
              <a:off x="5160122" y="34610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0" name="pt13320"/>
            <p:cNvSpPr/>
            <p:nvPr/>
          </p:nvSpPr>
          <p:spPr>
            <a:xfrm>
              <a:off x="5158201" y="35601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1" name="pt13321"/>
            <p:cNvSpPr/>
            <p:nvPr/>
          </p:nvSpPr>
          <p:spPr>
            <a:xfrm>
              <a:off x="5146462" y="35645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2" name="pt13322"/>
            <p:cNvSpPr/>
            <p:nvPr/>
          </p:nvSpPr>
          <p:spPr>
            <a:xfrm>
              <a:off x="5279900" y="35490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3" name="pt13323"/>
            <p:cNvSpPr/>
            <p:nvPr/>
          </p:nvSpPr>
          <p:spPr>
            <a:xfrm>
              <a:off x="5176179" y="3558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4" name="pt13324"/>
            <p:cNvSpPr/>
            <p:nvPr/>
          </p:nvSpPr>
          <p:spPr>
            <a:xfrm>
              <a:off x="5153016" y="3571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5" name="pt13325"/>
            <p:cNvSpPr/>
            <p:nvPr/>
          </p:nvSpPr>
          <p:spPr>
            <a:xfrm>
              <a:off x="5193746" y="3553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6" name="pt13326"/>
            <p:cNvSpPr/>
            <p:nvPr/>
          </p:nvSpPr>
          <p:spPr>
            <a:xfrm>
              <a:off x="5217995" y="35651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7" name="pt13327"/>
            <p:cNvSpPr/>
            <p:nvPr/>
          </p:nvSpPr>
          <p:spPr>
            <a:xfrm>
              <a:off x="5145986" y="3601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8" name="pt13328"/>
            <p:cNvSpPr/>
            <p:nvPr/>
          </p:nvSpPr>
          <p:spPr>
            <a:xfrm>
              <a:off x="5149211" y="3563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29" name="pt13329"/>
            <p:cNvSpPr/>
            <p:nvPr/>
          </p:nvSpPr>
          <p:spPr>
            <a:xfrm>
              <a:off x="5184878" y="35612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0" name="pt13330"/>
            <p:cNvSpPr/>
            <p:nvPr/>
          </p:nvSpPr>
          <p:spPr>
            <a:xfrm>
              <a:off x="5179986" y="3560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1" name="pt13331"/>
            <p:cNvSpPr/>
            <p:nvPr/>
          </p:nvSpPr>
          <p:spPr>
            <a:xfrm>
              <a:off x="5112884" y="35424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2" name="pt13332"/>
            <p:cNvSpPr/>
            <p:nvPr/>
          </p:nvSpPr>
          <p:spPr>
            <a:xfrm>
              <a:off x="5185246" y="35498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3" name="pt13333"/>
            <p:cNvSpPr/>
            <p:nvPr/>
          </p:nvSpPr>
          <p:spPr>
            <a:xfrm>
              <a:off x="5135294" y="35647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4" name="pt13334"/>
            <p:cNvSpPr/>
            <p:nvPr/>
          </p:nvSpPr>
          <p:spPr>
            <a:xfrm>
              <a:off x="5115747" y="36140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5" name="pt13335"/>
            <p:cNvSpPr/>
            <p:nvPr/>
          </p:nvSpPr>
          <p:spPr>
            <a:xfrm>
              <a:off x="5159594" y="35768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6" name="pt13336"/>
            <p:cNvSpPr/>
            <p:nvPr/>
          </p:nvSpPr>
          <p:spPr>
            <a:xfrm>
              <a:off x="5157796" y="3730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7" name="pt13337"/>
            <p:cNvSpPr/>
            <p:nvPr/>
          </p:nvSpPr>
          <p:spPr>
            <a:xfrm>
              <a:off x="5138955" y="3531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8" name="pt13338"/>
            <p:cNvSpPr/>
            <p:nvPr/>
          </p:nvSpPr>
          <p:spPr>
            <a:xfrm>
              <a:off x="5135158" y="3564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39" name="pt13339"/>
            <p:cNvSpPr/>
            <p:nvPr/>
          </p:nvSpPr>
          <p:spPr>
            <a:xfrm>
              <a:off x="5192721" y="35659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0" name="pt13340"/>
            <p:cNvSpPr/>
            <p:nvPr/>
          </p:nvSpPr>
          <p:spPr>
            <a:xfrm>
              <a:off x="5146260" y="35374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1" name="pt13341"/>
            <p:cNvSpPr/>
            <p:nvPr/>
          </p:nvSpPr>
          <p:spPr>
            <a:xfrm>
              <a:off x="5118266" y="36382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2" name="pt13342"/>
            <p:cNvSpPr/>
            <p:nvPr/>
          </p:nvSpPr>
          <p:spPr>
            <a:xfrm>
              <a:off x="5196662" y="3567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3" name="pt13343"/>
            <p:cNvSpPr/>
            <p:nvPr/>
          </p:nvSpPr>
          <p:spPr>
            <a:xfrm>
              <a:off x="5197339" y="35044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4" name="pt13344"/>
            <p:cNvSpPr/>
            <p:nvPr/>
          </p:nvSpPr>
          <p:spPr>
            <a:xfrm>
              <a:off x="5188000" y="35513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5" name="pt13345"/>
            <p:cNvSpPr/>
            <p:nvPr/>
          </p:nvSpPr>
          <p:spPr>
            <a:xfrm>
              <a:off x="5112939" y="35833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6" name="pt13346"/>
            <p:cNvSpPr/>
            <p:nvPr/>
          </p:nvSpPr>
          <p:spPr>
            <a:xfrm>
              <a:off x="5197309" y="35312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7" name="pt13347"/>
            <p:cNvSpPr/>
            <p:nvPr/>
          </p:nvSpPr>
          <p:spPr>
            <a:xfrm>
              <a:off x="5132798" y="3548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8" name="pt13348"/>
            <p:cNvSpPr/>
            <p:nvPr/>
          </p:nvSpPr>
          <p:spPr>
            <a:xfrm>
              <a:off x="5163274" y="3655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49" name="pt13349"/>
            <p:cNvSpPr/>
            <p:nvPr/>
          </p:nvSpPr>
          <p:spPr>
            <a:xfrm>
              <a:off x="5171937" y="3572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0" name="pt13350"/>
            <p:cNvSpPr/>
            <p:nvPr/>
          </p:nvSpPr>
          <p:spPr>
            <a:xfrm>
              <a:off x="5195084" y="3520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1" name="pt13351"/>
            <p:cNvSpPr/>
            <p:nvPr/>
          </p:nvSpPr>
          <p:spPr>
            <a:xfrm>
              <a:off x="5162080" y="35108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2" name="pt13352"/>
            <p:cNvSpPr/>
            <p:nvPr/>
          </p:nvSpPr>
          <p:spPr>
            <a:xfrm>
              <a:off x="5188453" y="3563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3" name="pt13353"/>
            <p:cNvSpPr/>
            <p:nvPr/>
          </p:nvSpPr>
          <p:spPr>
            <a:xfrm>
              <a:off x="5238411" y="3564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4" name="pt13354"/>
            <p:cNvSpPr/>
            <p:nvPr/>
          </p:nvSpPr>
          <p:spPr>
            <a:xfrm>
              <a:off x="5136314" y="35296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5" name="pt13355"/>
            <p:cNvSpPr/>
            <p:nvPr/>
          </p:nvSpPr>
          <p:spPr>
            <a:xfrm>
              <a:off x="5131831" y="35959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6" name="pt13356"/>
            <p:cNvSpPr/>
            <p:nvPr/>
          </p:nvSpPr>
          <p:spPr>
            <a:xfrm>
              <a:off x="5135845" y="35653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7" name="pt13357"/>
            <p:cNvSpPr/>
            <p:nvPr/>
          </p:nvSpPr>
          <p:spPr>
            <a:xfrm>
              <a:off x="5185786" y="34913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8" name="pt13358"/>
            <p:cNvSpPr/>
            <p:nvPr/>
          </p:nvSpPr>
          <p:spPr>
            <a:xfrm>
              <a:off x="5166394" y="3502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59" name="pt13359"/>
            <p:cNvSpPr/>
            <p:nvPr/>
          </p:nvSpPr>
          <p:spPr>
            <a:xfrm>
              <a:off x="5174703" y="3491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0" name="pt13360"/>
            <p:cNvSpPr/>
            <p:nvPr/>
          </p:nvSpPr>
          <p:spPr>
            <a:xfrm>
              <a:off x="5177596" y="35704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1" name="pt13361"/>
            <p:cNvSpPr/>
            <p:nvPr/>
          </p:nvSpPr>
          <p:spPr>
            <a:xfrm>
              <a:off x="5160611" y="35037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2" name="pt13362"/>
            <p:cNvSpPr/>
            <p:nvPr/>
          </p:nvSpPr>
          <p:spPr>
            <a:xfrm>
              <a:off x="5112789" y="34351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3" name="pt13363"/>
            <p:cNvSpPr/>
            <p:nvPr/>
          </p:nvSpPr>
          <p:spPr>
            <a:xfrm>
              <a:off x="5140545" y="35533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4" name="pt13364"/>
            <p:cNvSpPr/>
            <p:nvPr/>
          </p:nvSpPr>
          <p:spPr>
            <a:xfrm>
              <a:off x="5234886" y="3485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5" name="pt13365"/>
            <p:cNvSpPr/>
            <p:nvPr/>
          </p:nvSpPr>
          <p:spPr>
            <a:xfrm>
              <a:off x="5094316" y="35522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6" name="pt13366"/>
            <p:cNvSpPr/>
            <p:nvPr/>
          </p:nvSpPr>
          <p:spPr>
            <a:xfrm>
              <a:off x="5074387" y="35220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7" name="pt13367"/>
            <p:cNvSpPr/>
            <p:nvPr/>
          </p:nvSpPr>
          <p:spPr>
            <a:xfrm>
              <a:off x="5267798" y="35689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8" name="pt13368"/>
            <p:cNvSpPr/>
            <p:nvPr/>
          </p:nvSpPr>
          <p:spPr>
            <a:xfrm>
              <a:off x="5211140" y="3630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69" name="pt13369"/>
            <p:cNvSpPr/>
            <p:nvPr/>
          </p:nvSpPr>
          <p:spPr>
            <a:xfrm>
              <a:off x="5202412" y="3590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0" name="pt13370"/>
            <p:cNvSpPr/>
            <p:nvPr/>
          </p:nvSpPr>
          <p:spPr>
            <a:xfrm>
              <a:off x="5254791" y="3440791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1" name="pt13371"/>
            <p:cNvSpPr/>
            <p:nvPr/>
          </p:nvSpPr>
          <p:spPr>
            <a:xfrm>
              <a:off x="5082856" y="35743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2" name="pt13372"/>
            <p:cNvSpPr/>
            <p:nvPr/>
          </p:nvSpPr>
          <p:spPr>
            <a:xfrm>
              <a:off x="5125563" y="3676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3" name="pt13373"/>
            <p:cNvSpPr/>
            <p:nvPr/>
          </p:nvSpPr>
          <p:spPr>
            <a:xfrm>
              <a:off x="5159872" y="3522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4" name="pt13374"/>
            <p:cNvSpPr/>
            <p:nvPr/>
          </p:nvSpPr>
          <p:spPr>
            <a:xfrm>
              <a:off x="5160934" y="35582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5" name="pt13375"/>
            <p:cNvSpPr/>
            <p:nvPr/>
          </p:nvSpPr>
          <p:spPr>
            <a:xfrm>
              <a:off x="5168936" y="3501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6" name="pt13376"/>
            <p:cNvSpPr/>
            <p:nvPr/>
          </p:nvSpPr>
          <p:spPr>
            <a:xfrm>
              <a:off x="5088417" y="35332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7" name="pt13377"/>
            <p:cNvSpPr/>
            <p:nvPr/>
          </p:nvSpPr>
          <p:spPr>
            <a:xfrm>
              <a:off x="5170176" y="36028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8" name="pt13378"/>
            <p:cNvSpPr/>
            <p:nvPr/>
          </p:nvSpPr>
          <p:spPr>
            <a:xfrm>
              <a:off x="5121722" y="36883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79" name="pt13379"/>
            <p:cNvSpPr/>
            <p:nvPr/>
          </p:nvSpPr>
          <p:spPr>
            <a:xfrm>
              <a:off x="5206922" y="3519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0" name="pt13380"/>
            <p:cNvSpPr/>
            <p:nvPr/>
          </p:nvSpPr>
          <p:spPr>
            <a:xfrm>
              <a:off x="5174462" y="3554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1" name="pt13381"/>
            <p:cNvSpPr/>
            <p:nvPr/>
          </p:nvSpPr>
          <p:spPr>
            <a:xfrm>
              <a:off x="5142868" y="2886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2" name="pt13382"/>
            <p:cNvSpPr/>
            <p:nvPr/>
          </p:nvSpPr>
          <p:spPr>
            <a:xfrm>
              <a:off x="5210946" y="35846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3" name="pt13383"/>
            <p:cNvSpPr/>
            <p:nvPr/>
          </p:nvSpPr>
          <p:spPr>
            <a:xfrm>
              <a:off x="5164195" y="3538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4" name="pt13384"/>
            <p:cNvSpPr/>
            <p:nvPr/>
          </p:nvSpPr>
          <p:spPr>
            <a:xfrm>
              <a:off x="5183657" y="35576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5" name="pt13385"/>
            <p:cNvSpPr/>
            <p:nvPr/>
          </p:nvSpPr>
          <p:spPr>
            <a:xfrm>
              <a:off x="5105313" y="35399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6" name="pt13386"/>
            <p:cNvSpPr/>
            <p:nvPr/>
          </p:nvSpPr>
          <p:spPr>
            <a:xfrm>
              <a:off x="5179475" y="3552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7" name="pt13387"/>
            <p:cNvSpPr/>
            <p:nvPr/>
          </p:nvSpPr>
          <p:spPr>
            <a:xfrm>
              <a:off x="5150480" y="3531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8" name="pt13388"/>
            <p:cNvSpPr/>
            <p:nvPr/>
          </p:nvSpPr>
          <p:spPr>
            <a:xfrm>
              <a:off x="5159585" y="3547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89" name="pt13389"/>
            <p:cNvSpPr/>
            <p:nvPr/>
          </p:nvSpPr>
          <p:spPr>
            <a:xfrm>
              <a:off x="5181953" y="3594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0" name="pt13390"/>
            <p:cNvSpPr/>
            <p:nvPr/>
          </p:nvSpPr>
          <p:spPr>
            <a:xfrm>
              <a:off x="5184249" y="36351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1" name="pt13391"/>
            <p:cNvSpPr/>
            <p:nvPr/>
          </p:nvSpPr>
          <p:spPr>
            <a:xfrm>
              <a:off x="5172384" y="35647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2" name="pt13392"/>
            <p:cNvSpPr/>
            <p:nvPr/>
          </p:nvSpPr>
          <p:spPr>
            <a:xfrm>
              <a:off x="5175343" y="35487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3" name="pt13393"/>
            <p:cNvSpPr/>
            <p:nvPr/>
          </p:nvSpPr>
          <p:spPr>
            <a:xfrm>
              <a:off x="5191803" y="35468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4" name="pt13394"/>
            <p:cNvSpPr/>
            <p:nvPr/>
          </p:nvSpPr>
          <p:spPr>
            <a:xfrm>
              <a:off x="5092562" y="3599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5" name="pt13395"/>
            <p:cNvSpPr/>
            <p:nvPr/>
          </p:nvSpPr>
          <p:spPr>
            <a:xfrm>
              <a:off x="5163376" y="3574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6" name="pt13396"/>
            <p:cNvSpPr/>
            <p:nvPr/>
          </p:nvSpPr>
          <p:spPr>
            <a:xfrm>
              <a:off x="5154730" y="35420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7" name="pt13397"/>
            <p:cNvSpPr/>
            <p:nvPr/>
          </p:nvSpPr>
          <p:spPr>
            <a:xfrm>
              <a:off x="5151168" y="35596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8" name="pt13398"/>
            <p:cNvSpPr/>
            <p:nvPr/>
          </p:nvSpPr>
          <p:spPr>
            <a:xfrm>
              <a:off x="5124726" y="36181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399" name="pt13399"/>
            <p:cNvSpPr/>
            <p:nvPr/>
          </p:nvSpPr>
          <p:spPr>
            <a:xfrm>
              <a:off x="5150181" y="3559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0" name="pt13400"/>
            <p:cNvSpPr/>
            <p:nvPr/>
          </p:nvSpPr>
          <p:spPr>
            <a:xfrm>
              <a:off x="5115827" y="35611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1" name="pt13401"/>
            <p:cNvSpPr/>
            <p:nvPr/>
          </p:nvSpPr>
          <p:spPr>
            <a:xfrm>
              <a:off x="5173331" y="35639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2" name="pt13402"/>
            <p:cNvSpPr/>
            <p:nvPr/>
          </p:nvSpPr>
          <p:spPr>
            <a:xfrm>
              <a:off x="5207269" y="36010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3" name="pt13403"/>
            <p:cNvSpPr/>
            <p:nvPr/>
          </p:nvSpPr>
          <p:spPr>
            <a:xfrm>
              <a:off x="5198938" y="3572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4" name="pt13404"/>
            <p:cNvSpPr/>
            <p:nvPr/>
          </p:nvSpPr>
          <p:spPr>
            <a:xfrm>
              <a:off x="5155055" y="35644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5" name="pt13405"/>
            <p:cNvSpPr/>
            <p:nvPr/>
          </p:nvSpPr>
          <p:spPr>
            <a:xfrm>
              <a:off x="5054600" y="35228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6" name="pt13406"/>
            <p:cNvSpPr/>
            <p:nvPr/>
          </p:nvSpPr>
          <p:spPr>
            <a:xfrm>
              <a:off x="5162182" y="3768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7" name="pt13407"/>
            <p:cNvSpPr/>
            <p:nvPr/>
          </p:nvSpPr>
          <p:spPr>
            <a:xfrm>
              <a:off x="5159753" y="3540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8" name="pt13408"/>
            <p:cNvSpPr/>
            <p:nvPr/>
          </p:nvSpPr>
          <p:spPr>
            <a:xfrm>
              <a:off x="5176274" y="35580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09" name="pt13409"/>
            <p:cNvSpPr/>
            <p:nvPr/>
          </p:nvSpPr>
          <p:spPr>
            <a:xfrm>
              <a:off x="5118923" y="35284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0" name="pt13410"/>
            <p:cNvSpPr/>
            <p:nvPr/>
          </p:nvSpPr>
          <p:spPr>
            <a:xfrm>
              <a:off x="5166930" y="35176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1" name="pt13411"/>
            <p:cNvSpPr/>
            <p:nvPr/>
          </p:nvSpPr>
          <p:spPr>
            <a:xfrm>
              <a:off x="5161687" y="35305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2" name="pt13412"/>
            <p:cNvSpPr/>
            <p:nvPr/>
          </p:nvSpPr>
          <p:spPr>
            <a:xfrm>
              <a:off x="5160079" y="34609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3" name="pt13413"/>
            <p:cNvSpPr/>
            <p:nvPr/>
          </p:nvSpPr>
          <p:spPr>
            <a:xfrm>
              <a:off x="5104910" y="3573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4" name="pt13414"/>
            <p:cNvSpPr/>
            <p:nvPr/>
          </p:nvSpPr>
          <p:spPr>
            <a:xfrm>
              <a:off x="5090249" y="35313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5" name="pt13415"/>
            <p:cNvSpPr/>
            <p:nvPr/>
          </p:nvSpPr>
          <p:spPr>
            <a:xfrm>
              <a:off x="5158282" y="35412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6" name="pt13416"/>
            <p:cNvSpPr/>
            <p:nvPr/>
          </p:nvSpPr>
          <p:spPr>
            <a:xfrm>
              <a:off x="5164016" y="35601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7" name="pt13417"/>
            <p:cNvSpPr/>
            <p:nvPr/>
          </p:nvSpPr>
          <p:spPr>
            <a:xfrm>
              <a:off x="5198832" y="3527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8" name="pt13418"/>
            <p:cNvSpPr/>
            <p:nvPr/>
          </p:nvSpPr>
          <p:spPr>
            <a:xfrm>
              <a:off x="5155594" y="3555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19" name="pt13419"/>
            <p:cNvSpPr/>
            <p:nvPr/>
          </p:nvSpPr>
          <p:spPr>
            <a:xfrm>
              <a:off x="5151842" y="35546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0" name="pt13420"/>
            <p:cNvSpPr/>
            <p:nvPr/>
          </p:nvSpPr>
          <p:spPr>
            <a:xfrm>
              <a:off x="5192510" y="35871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1" name="pt13421"/>
            <p:cNvSpPr/>
            <p:nvPr/>
          </p:nvSpPr>
          <p:spPr>
            <a:xfrm>
              <a:off x="5197282" y="3605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2" name="pt13422"/>
            <p:cNvSpPr/>
            <p:nvPr/>
          </p:nvSpPr>
          <p:spPr>
            <a:xfrm>
              <a:off x="5223932" y="3548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3" name="pt13423"/>
            <p:cNvSpPr/>
            <p:nvPr/>
          </p:nvSpPr>
          <p:spPr>
            <a:xfrm>
              <a:off x="5153296" y="35457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4" name="pt13424"/>
            <p:cNvSpPr/>
            <p:nvPr/>
          </p:nvSpPr>
          <p:spPr>
            <a:xfrm>
              <a:off x="5219300" y="3539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5" name="pt13425"/>
            <p:cNvSpPr/>
            <p:nvPr/>
          </p:nvSpPr>
          <p:spPr>
            <a:xfrm>
              <a:off x="5222780" y="35408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6" name="pt13426"/>
            <p:cNvSpPr/>
            <p:nvPr/>
          </p:nvSpPr>
          <p:spPr>
            <a:xfrm>
              <a:off x="5184954" y="3564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7" name="pt13427"/>
            <p:cNvSpPr/>
            <p:nvPr/>
          </p:nvSpPr>
          <p:spPr>
            <a:xfrm>
              <a:off x="5176983" y="35575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8" name="pt13428"/>
            <p:cNvSpPr/>
            <p:nvPr/>
          </p:nvSpPr>
          <p:spPr>
            <a:xfrm>
              <a:off x="5204579" y="35647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29" name="pt13429"/>
            <p:cNvSpPr/>
            <p:nvPr/>
          </p:nvSpPr>
          <p:spPr>
            <a:xfrm>
              <a:off x="5153924" y="3560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0" name="pt13430"/>
            <p:cNvSpPr/>
            <p:nvPr/>
          </p:nvSpPr>
          <p:spPr>
            <a:xfrm>
              <a:off x="5220807" y="34605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1" name="pt13431"/>
            <p:cNvSpPr/>
            <p:nvPr/>
          </p:nvSpPr>
          <p:spPr>
            <a:xfrm>
              <a:off x="5196593" y="35566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2" name="pt13432"/>
            <p:cNvSpPr/>
            <p:nvPr/>
          </p:nvSpPr>
          <p:spPr>
            <a:xfrm>
              <a:off x="5198857" y="35711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3" name="pt13433"/>
            <p:cNvSpPr/>
            <p:nvPr/>
          </p:nvSpPr>
          <p:spPr>
            <a:xfrm>
              <a:off x="5183634" y="3554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4" name="pt13434"/>
            <p:cNvSpPr/>
            <p:nvPr/>
          </p:nvSpPr>
          <p:spPr>
            <a:xfrm>
              <a:off x="5169762" y="36016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5" name="pt13435"/>
            <p:cNvSpPr/>
            <p:nvPr/>
          </p:nvSpPr>
          <p:spPr>
            <a:xfrm>
              <a:off x="5172304" y="3569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6" name="pt13436"/>
            <p:cNvSpPr/>
            <p:nvPr/>
          </p:nvSpPr>
          <p:spPr>
            <a:xfrm>
              <a:off x="5126958" y="3557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7" name="pt13437"/>
            <p:cNvSpPr/>
            <p:nvPr/>
          </p:nvSpPr>
          <p:spPr>
            <a:xfrm>
              <a:off x="5138493" y="3533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8" name="pt13438"/>
            <p:cNvSpPr/>
            <p:nvPr/>
          </p:nvSpPr>
          <p:spPr>
            <a:xfrm>
              <a:off x="5187074" y="2627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39" name="pt13439"/>
            <p:cNvSpPr/>
            <p:nvPr/>
          </p:nvSpPr>
          <p:spPr>
            <a:xfrm>
              <a:off x="5154995" y="3547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0" name="pt13440"/>
            <p:cNvSpPr/>
            <p:nvPr/>
          </p:nvSpPr>
          <p:spPr>
            <a:xfrm>
              <a:off x="5206051" y="35307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1" name="pt13441"/>
            <p:cNvSpPr/>
            <p:nvPr/>
          </p:nvSpPr>
          <p:spPr>
            <a:xfrm>
              <a:off x="5104700" y="3534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2" name="pt13442"/>
            <p:cNvSpPr/>
            <p:nvPr/>
          </p:nvSpPr>
          <p:spPr>
            <a:xfrm>
              <a:off x="5183933" y="3560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3" name="pt13443"/>
            <p:cNvSpPr/>
            <p:nvPr/>
          </p:nvSpPr>
          <p:spPr>
            <a:xfrm>
              <a:off x="5200963" y="35230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4" name="pt13444"/>
            <p:cNvSpPr/>
            <p:nvPr/>
          </p:nvSpPr>
          <p:spPr>
            <a:xfrm>
              <a:off x="5201881" y="35557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5" name="pt13445"/>
            <p:cNvSpPr/>
            <p:nvPr/>
          </p:nvSpPr>
          <p:spPr>
            <a:xfrm>
              <a:off x="5207220" y="35764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6" name="pt13446"/>
            <p:cNvSpPr/>
            <p:nvPr/>
          </p:nvSpPr>
          <p:spPr>
            <a:xfrm>
              <a:off x="5171920" y="3536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7" name="pt13447"/>
            <p:cNvSpPr/>
            <p:nvPr/>
          </p:nvSpPr>
          <p:spPr>
            <a:xfrm>
              <a:off x="5221931" y="3502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8" name="pt13448"/>
            <p:cNvSpPr/>
            <p:nvPr/>
          </p:nvSpPr>
          <p:spPr>
            <a:xfrm>
              <a:off x="5182597" y="35463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49" name="pt13449"/>
            <p:cNvSpPr/>
            <p:nvPr/>
          </p:nvSpPr>
          <p:spPr>
            <a:xfrm>
              <a:off x="5155168" y="3547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0" name="pt13450"/>
            <p:cNvSpPr/>
            <p:nvPr/>
          </p:nvSpPr>
          <p:spPr>
            <a:xfrm>
              <a:off x="5177060" y="35929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1" name="pt13451"/>
            <p:cNvSpPr/>
            <p:nvPr/>
          </p:nvSpPr>
          <p:spPr>
            <a:xfrm>
              <a:off x="5166467" y="35696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2" name="pt13452"/>
            <p:cNvSpPr/>
            <p:nvPr/>
          </p:nvSpPr>
          <p:spPr>
            <a:xfrm>
              <a:off x="5127921" y="36062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3" name="pt13453"/>
            <p:cNvSpPr/>
            <p:nvPr/>
          </p:nvSpPr>
          <p:spPr>
            <a:xfrm>
              <a:off x="5162313" y="35958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4" name="pt13454"/>
            <p:cNvSpPr/>
            <p:nvPr/>
          </p:nvSpPr>
          <p:spPr>
            <a:xfrm>
              <a:off x="5178310" y="3578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5" name="pt13455"/>
            <p:cNvSpPr/>
            <p:nvPr/>
          </p:nvSpPr>
          <p:spPr>
            <a:xfrm>
              <a:off x="5132663" y="3545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6" name="pt13456"/>
            <p:cNvSpPr/>
            <p:nvPr/>
          </p:nvSpPr>
          <p:spPr>
            <a:xfrm>
              <a:off x="5160504" y="34201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7" name="pt13457"/>
            <p:cNvSpPr/>
            <p:nvPr/>
          </p:nvSpPr>
          <p:spPr>
            <a:xfrm>
              <a:off x="5174058" y="35373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8" name="pt13458"/>
            <p:cNvSpPr/>
            <p:nvPr/>
          </p:nvSpPr>
          <p:spPr>
            <a:xfrm>
              <a:off x="5157116" y="3560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59" name="pt13459"/>
            <p:cNvSpPr/>
            <p:nvPr/>
          </p:nvSpPr>
          <p:spPr>
            <a:xfrm>
              <a:off x="5140918" y="3570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0" name="pt13460"/>
            <p:cNvSpPr/>
            <p:nvPr/>
          </p:nvSpPr>
          <p:spPr>
            <a:xfrm>
              <a:off x="5173962" y="35423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1" name="pt13461"/>
            <p:cNvSpPr/>
            <p:nvPr/>
          </p:nvSpPr>
          <p:spPr>
            <a:xfrm>
              <a:off x="5204016" y="3591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2" name="pt13462"/>
            <p:cNvSpPr/>
            <p:nvPr/>
          </p:nvSpPr>
          <p:spPr>
            <a:xfrm>
              <a:off x="5169537" y="3560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3" name="pt13463"/>
            <p:cNvSpPr/>
            <p:nvPr/>
          </p:nvSpPr>
          <p:spPr>
            <a:xfrm>
              <a:off x="5112458" y="35484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4" name="pt13464"/>
            <p:cNvSpPr/>
            <p:nvPr/>
          </p:nvSpPr>
          <p:spPr>
            <a:xfrm>
              <a:off x="5222859" y="35289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5" name="pt13465"/>
            <p:cNvSpPr/>
            <p:nvPr/>
          </p:nvSpPr>
          <p:spPr>
            <a:xfrm>
              <a:off x="5189518" y="3543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6" name="pt13466"/>
            <p:cNvSpPr/>
            <p:nvPr/>
          </p:nvSpPr>
          <p:spPr>
            <a:xfrm>
              <a:off x="5146229" y="3550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7" name="pt13467"/>
            <p:cNvSpPr/>
            <p:nvPr/>
          </p:nvSpPr>
          <p:spPr>
            <a:xfrm>
              <a:off x="5115586" y="35622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8" name="pt13468"/>
            <p:cNvSpPr/>
            <p:nvPr/>
          </p:nvSpPr>
          <p:spPr>
            <a:xfrm>
              <a:off x="5146305" y="34944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69" name="pt13469"/>
            <p:cNvSpPr/>
            <p:nvPr/>
          </p:nvSpPr>
          <p:spPr>
            <a:xfrm>
              <a:off x="5170861" y="3539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0" name="pt13470"/>
            <p:cNvSpPr/>
            <p:nvPr/>
          </p:nvSpPr>
          <p:spPr>
            <a:xfrm>
              <a:off x="5157107" y="35075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1" name="pt13471"/>
            <p:cNvSpPr/>
            <p:nvPr/>
          </p:nvSpPr>
          <p:spPr>
            <a:xfrm>
              <a:off x="5118154" y="3585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2" name="pt13472"/>
            <p:cNvSpPr/>
            <p:nvPr/>
          </p:nvSpPr>
          <p:spPr>
            <a:xfrm>
              <a:off x="5107253" y="35454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3" name="pt13473"/>
            <p:cNvSpPr/>
            <p:nvPr/>
          </p:nvSpPr>
          <p:spPr>
            <a:xfrm>
              <a:off x="5209706" y="35336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4" name="pt13474"/>
            <p:cNvSpPr/>
            <p:nvPr/>
          </p:nvSpPr>
          <p:spPr>
            <a:xfrm>
              <a:off x="5123140" y="35735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5" name="pt13475"/>
            <p:cNvSpPr/>
            <p:nvPr/>
          </p:nvSpPr>
          <p:spPr>
            <a:xfrm>
              <a:off x="5098656" y="3556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6" name="pt13476"/>
            <p:cNvSpPr/>
            <p:nvPr/>
          </p:nvSpPr>
          <p:spPr>
            <a:xfrm>
              <a:off x="5134280" y="35393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7" name="pt13477"/>
            <p:cNvSpPr/>
            <p:nvPr/>
          </p:nvSpPr>
          <p:spPr>
            <a:xfrm>
              <a:off x="5179652" y="3552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8" name="pt13478"/>
            <p:cNvSpPr/>
            <p:nvPr/>
          </p:nvSpPr>
          <p:spPr>
            <a:xfrm>
              <a:off x="5169396" y="34882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79" name="pt13479"/>
            <p:cNvSpPr/>
            <p:nvPr/>
          </p:nvSpPr>
          <p:spPr>
            <a:xfrm>
              <a:off x="5139538" y="3597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0" name="pt13480"/>
            <p:cNvSpPr/>
            <p:nvPr/>
          </p:nvSpPr>
          <p:spPr>
            <a:xfrm>
              <a:off x="5188544" y="35697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1" name="pt13481"/>
            <p:cNvSpPr/>
            <p:nvPr/>
          </p:nvSpPr>
          <p:spPr>
            <a:xfrm>
              <a:off x="5169878" y="3556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2" name="pt13482"/>
            <p:cNvSpPr/>
            <p:nvPr/>
          </p:nvSpPr>
          <p:spPr>
            <a:xfrm>
              <a:off x="5201391" y="35699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3" name="pt13483"/>
            <p:cNvSpPr/>
            <p:nvPr/>
          </p:nvSpPr>
          <p:spPr>
            <a:xfrm>
              <a:off x="5114698" y="35405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4" name="pt13484"/>
            <p:cNvSpPr/>
            <p:nvPr/>
          </p:nvSpPr>
          <p:spPr>
            <a:xfrm>
              <a:off x="5108522" y="35586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5" name="pt13485"/>
            <p:cNvSpPr/>
            <p:nvPr/>
          </p:nvSpPr>
          <p:spPr>
            <a:xfrm>
              <a:off x="5189444" y="35538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6" name="pt13486"/>
            <p:cNvSpPr/>
            <p:nvPr/>
          </p:nvSpPr>
          <p:spPr>
            <a:xfrm>
              <a:off x="5122305" y="3502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7" name="pt13487"/>
            <p:cNvSpPr/>
            <p:nvPr/>
          </p:nvSpPr>
          <p:spPr>
            <a:xfrm>
              <a:off x="5131182" y="35696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8" name="pt13488"/>
            <p:cNvSpPr/>
            <p:nvPr/>
          </p:nvSpPr>
          <p:spPr>
            <a:xfrm>
              <a:off x="5177861" y="35504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89" name="pt13489"/>
            <p:cNvSpPr/>
            <p:nvPr/>
          </p:nvSpPr>
          <p:spPr>
            <a:xfrm>
              <a:off x="5162976" y="35289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0" name="pt13490"/>
            <p:cNvSpPr/>
            <p:nvPr/>
          </p:nvSpPr>
          <p:spPr>
            <a:xfrm>
              <a:off x="5182731" y="35819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1" name="pt13491"/>
            <p:cNvSpPr/>
            <p:nvPr/>
          </p:nvSpPr>
          <p:spPr>
            <a:xfrm>
              <a:off x="5153814" y="3567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2" name="pt13492"/>
            <p:cNvSpPr/>
            <p:nvPr/>
          </p:nvSpPr>
          <p:spPr>
            <a:xfrm>
              <a:off x="5137276" y="35571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3" name="pt13493"/>
            <p:cNvSpPr/>
            <p:nvPr/>
          </p:nvSpPr>
          <p:spPr>
            <a:xfrm>
              <a:off x="5116559" y="3529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4" name="pt13494"/>
            <p:cNvSpPr/>
            <p:nvPr/>
          </p:nvSpPr>
          <p:spPr>
            <a:xfrm>
              <a:off x="5168426" y="3588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5" name="pt13495"/>
            <p:cNvSpPr/>
            <p:nvPr/>
          </p:nvSpPr>
          <p:spPr>
            <a:xfrm>
              <a:off x="5146712" y="35916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6" name="pt13496"/>
            <p:cNvSpPr/>
            <p:nvPr/>
          </p:nvSpPr>
          <p:spPr>
            <a:xfrm>
              <a:off x="5083590" y="36130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7" name="pt13497"/>
            <p:cNvSpPr/>
            <p:nvPr/>
          </p:nvSpPr>
          <p:spPr>
            <a:xfrm>
              <a:off x="5150010" y="35209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8" name="pt13498"/>
            <p:cNvSpPr/>
            <p:nvPr/>
          </p:nvSpPr>
          <p:spPr>
            <a:xfrm>
              <a:off x="5119626" y="35364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499" name="pt13499"/>
            <p:cNvSpPr/>
            <p:nvPr/>
          </p:nvSpPr>
          <p:spPr>
            <a:xfrm>
              <a:off x="5148096" y="35766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0" name="pt13500"/>
            <p:cNvSpPr/>
            <p:nvPr/>
          </p:nvSpPr>
          <p:spPr>
            <a:xfrm>
              <a:off x="5130072" y="35727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1" name="pt13501"/>
            <p:cNvSpPr/>
            <p:nvPr/>
          </p:nvSpPr>
          <p:spPr>
            <a:xfrm>
              <a:off x="5209935" y="34935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2" name="pt13502"/>
            <p:cNvSpPr/>
            <p:nvPr/>
          </p:nvSpPr>
          <p:spPr>
            <a:xfrm>
              <a:off x="5192641" y="3589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3" name="pt13503"/>
            <p:cNvSpPr/>
            <p:nvPr/>
          </p:nvSpPr>
          <p:spPr>
            <a:xfrm>
              <a:off x="5137732" y="3529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4" name="pt13504"/>
            <p:cNvSpPr/>
            <p:nvPr/>
          </p:nvSpPr>
          <p:spPr>
            <a:xfrm>
              <a:off x="5199740" y="35551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5" name="pt13505"/>
            <p:cNvSpPr/>
            <p:nvPr/>
          </p:nvSpPr>
          <p:spPr>
            <a:xfrm>
              <a:off x="5146269" y="3592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6" name="pt13506"/>
            <p:cNvSpPr/>
            <p:nvPr/>
          </p:nvSpPr>
          <p:spPr>
            <a:xfrm>
              <a:off x="5177266" y="3557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7" name="pt13507"/>
            <p:cNvSpPr/>
            <p:nvPr/>
          </p:nvSpPr>
          <p:spPr>
            <a:xfrm>
              <a:off x="5109823" y="3530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8" name="pt13508"/>
            <p:cNvSpPr/>
            <p:nvPr/>
          </p:nvSpPr>
          <p:spPr>
            <a:xfrm>
              <a:off x="5105978" y="35571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09" name="pt13509"/>
            <p:cNvSpPr/>
            <p:nvPr/>
          </p:nvSpPr>
          <p:spPr>
            <a:xfrm>
              <a:off x="5172230" y="3563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0" name="pt13510"/>
            <p:cNvSpPr/>
            <p:nvPr/>
          </p:nvSpPr>
          <p:spPr>
            <a:xfrm>
              <a:off x="5157374" y="3385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1" name="pt13511"/>
            <p:cNvSpPr/>
            <p:nvPr/>
          </p:nvSpPr>
          <p:spPr>
            <a:xfrm>
              <a:off x="5175991" y="35807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2" name="pt13512"/>
            <p:cNvSpPr/>
            <p:nvPr/>
          </p:nvSpPr>
          <p:spPr>
            <a:xfrm>
              <a:off x="5165778" y="34992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3" name="pt13513"/>
            <p:cNvSpPr/>
            <p:nvPr/>
          </p:nvSpPr>
          <p:spPr>
            <a:xfrm>
              <a:off x="5173696" y="35784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4" name="pt13514"/>
            <p:cNvSpPr/>
            <p:nvPr/>
          </p:nvSpPr>
          <p:spPr>
            <a:xfrm>
              <a:off x="5141800" y="3633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5" name="pt13515"/>
            <p:cNvSpPr/>
            <p:nvPr/>
          </p:nvSpPr>
          <p:spPr>
            <a:xfrm>
              <a:off x="5206463" y="35766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6" name="pt13516"/>
            <p:cNvSpPr/>
            <p:nvPr/>
          </p:nvSpPr>
          <p:spPr>
            <a:xfrm>
              <a:off x="5164327" y="3593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7" name="pt13517"/>
            <p:cNvSpPr/>
            <p:nvPr/>
          </p:nvSpPr>
          <p:spPr>
            <a:xfrm>
              <a:off x="5157026" y="35537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8" name="pt13518"/>
            <p:cNvSpPr/>
            <p:nvPr/>
          </p:nvSpPr>
          <p:spPr>
            <a:xfrm>
              <a:off x="5128081" y="35476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19" name="pt13519"/>
            <p:cNvSpPr/>
            <p:nvPr/>
          </p:nvSpPr>
          <p:spPr>
            <a:xfrm>
              <a:off x="5101837" y="3493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0" name="pt13520"/>
            <p:cNvSpPr/>
            <p:nvPr/>
          </p:nvSpPr>
          <p:spPr>
            <a:xfrm>
              <a:off x="5210938" y="35587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1" name="pt13521"/>
            <p:cNvSpPr/>
            <p:nvPr/>
          </p:nvSpPr>
          <p:spPr>
            <a:xfrm>
              <a:off x="5156013" y="3565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2" name="pt13522"/>
            <p:cNvSpPr/>
            <p:nvPr/>
          </p:nvSpPr>
          <p:spPr>
            <a:xfrm>
              <a:off x="5185869" y="3565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3" name="pt13523"/>
            <p:cNvSpPr/>
            <p:nvPr/>
          </p:nvSpPr>
          <p:spPr>
            <a:xfrm>
              <a:off x="5134355" y="35579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4" name="pt13524"/>
            <p:cNvSpPr/>
            <p:nvPr/>
          </p:nvSpPr>
          <p:spPr>
            <a:xfrm>
              <a:off x="5224646" y="35521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5" name="pt13525"/>
            <p:cNvSpPr/>
            <p:nvPr/>
          </p:nvSpPr>
          <p:spPr>
            <a:xfrm>
              <a:off x="5155837" y="3530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6" name="pt13526"/>
            <p:cNvSpPr/>
            <p:nvPr/>
          </p:nvSpPr>
          <p:spPr>
            <a:xfrm>
              <a:off x="5698417" y="3463652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7" name="pt13527"/>
            <p:cNvSpPr/>
            <p:nvPr/>
          </p:nvSpPr>
          <p:spPr>
            <a:xfrm>
              <a:off x="5096271" y="3547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8" name="pt13528"/>
            <p:cNvSpPr/>
            <p:nvPr/>
          </p:nvSpPr>
          <p:spPr>
            <a:xfrm>
              <a:off x="5143718" y="3550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29" name="pt13529"/>
            <p:cNvSpPr/>
            <p:nvPr/>
          </p:nvSpPr>
          <p:spPr>
            <a:xfrm>
              <a:off x="5176152" y="35690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0" name="pt13530"/>
            <p:cNvSpPr/>
            <p:nvPr/>
          </p:nvSpPr>
          <p:spPr>
            <a:xfrm>
              <a:off x="5165935" y="36293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1" name="pt13531"/>
            <p:cNvSpPr/>
            <p:nvPr/>
          </p:nvSpPr>
          <p:spPr>
            <a:xfrm>
              <a:off x="5151407" y="35836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2" name="pt13532"/>
            <p:cNvSpPr/>
            <p:nvPr/>
          </p:nvSpPr>
          <p:spPr>
            <a:xfrm>
              <a:off x="5185090" y="3564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3" name="pt13533"/>
            <p:cNvSpPr/>
            <p:nvPr/>
          </p:nvSpPr>
          <p:spPr>
            <a:xfrm>
              <a:off x="5200180" y="3540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4" name="pt13534"/>
            <p:cNvSpPr/>
            <p:nvPr/>
          </p:nvSpPr>
          <p:spPr>
            <a:xfrm>
              <a:off x="5127828" y="35308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5" name="pt13535"/>
            <p:cNvSpPr/>
            <p:nvPr/>
          </p:nvSpPr>
          <p:spPr>
            <a:xfrm>
              <a:off x="5168442" y="3553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6" name="pt13536"/>
            <p:cNvSpPr/>
            <p:nvPr/>
          </p:nvSpPr>
          <p:spPr>
            <a:xfrm>
              <a:off x="5190486" y="3547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7" name="pt13537"/>
            <p:cNvSpPr/>
            <p:nvPr/>
          </p:nvSpPr>
          <p:spPr>
            <a:xfrm>
              <a:off x="5204856" y="35557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8" name="pt13538"/>
            <p:cNvSpPr/>
            <p:nvPr/>
          </p:nvSpPr>
          <p:spPr>
            <a:xfrm>
              <a:off x="5206763" y="35636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39" name="pt13539"/>
            <p:cNvSpPr/>
            <p:nvPr/>
          </p:nvSpPr>
          <p:spPr>
            <a:xfrm>
              <a:off x="5126913" y="35487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0" name="pt13540"/>
            <p:cNvSpPr/>
            <p:nvPr/>
          </p:nvSpPr>
          <p:spPr>
            <a:xfrm>
              <a:off x="5098514" y="3551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1" name="pt13541"/>
            <p:cNvSpPr/>
            <p:nvPr/>
          </p:nvSpPr>
          <p:spPr>
            <a:xfrm>
              <a:off x="5135747" y="36816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2" name="pt13542"/>
            <p:cNvSpPr/>
            <p:nvPr/>
          </p:nvSpPr>
          <p:spPr>
            <a:xfrm>
              <a:off x="5183290" y="3549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3" name="pt13543"/>
            <p:cNvSpPr/>
            <p:nvPr/>
          </p:nvSpPr>
          <p:spPr>
            <a:xfrm>
              <a:off x="5155438" y="3563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4" name="pt13544"/>
            <p:cNvSpPr/>
            <p:nvPr/>
          </p:nvSpPr>
          <p:spPr>
            <a:xfrm>
              <a:off x="5121048" y="35193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5" name="pt13545"/>
            <p:cNvSpPr/>
            <p:nvPr/>
          </p:nvSpPr>
          <p:spPr>
            <a:xfrm>
              <a:off x="5096393" y="35509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6" name="pt13546"/>
            <p:cNvSpPr/>
            <p:nvPr/>
          </p:nvSpPr>
          <p:spPr>
            <a:xfrm>
              <a:off x="5133295" y="3582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7" name="pt13547"/>
            <p:cNvSpPr/>
            <p:nvPr/>
          </p:nvSpPr>
          <p:spPr>
            <a:xfrm>
              <a:off x="5159976" y="35046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8" name="pt13548"/>
            <p:cNvSpPr/>
            <p:nvPr/>
          </p:nvSpPr>
          <p:spPr>
            <a:xfrm>
              <a:off x="5190502" y="35747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49" name="pt13549"/>
            <p:cNvSpPr/>
            <p:nvPr/>
          </p:nvSpPr>
          <p:spPr>
            <a:xfrm>
              <a:off x="5157861" y="3563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0" name="pt13550"/>
            <p:cNvSpPr/>
            <p:nvPr/>
          </p:nvSpPr>
          <p:spPr>
            <a:xfrm>
              <a:off x="5164164" y="35421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1" name="pt13551"/>
            <p:cNvSpPr/>
            <p:nvPr/>
          </p:nvSpPr>
          <p:spPr>
            <a:xfrm>
              <a:off x="5297485" y="3591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2" name="pt13552"/>
            <p:cNvSpPr/>
            <p:nvPr/>
          </p:nvSpPr>
          <p:spPr>
            <a:xfrm>
              <a:off x="5152461" y="3546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3" name="pt13553"/>
            <p:cNvSpPr/>
            <p:nvPr/>
          </p:nvSpPr>
          <p:spPr>
            <a:xfrm>
              <a:off x="5102799" y="35430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4" name="pt13554"/>
            <p:cNvSpPr/>
            <p:nvPr/>
          </p:nvSpPr>
          <p:spPr>
            <a:xfrm>
              <a:off x="5113597" y="35574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5" name="pt13555"/>
            <p:cNvSpPr/>
            <p:nvPr/>
          </p:nvSpPr>
          <p:spPr>
            <a:xfrm>
              <a:off x="5180890" y="35486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6" name="pt13556"/>
            <p:cNvSpPr/>
            <p:nvPr/>
          </p:nvSpPr>
          <p:spPr>
            <a:xfrm>
              <a:off x="5133874" y="35636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7" name="pt13557"/>
            <p:cNvSpPr/>
            <p:nvPr/>
          </p:nvSpPr>
          <p:spPr>
            <a:xfrm>
              <a:off x="5093593" y="3535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8" name="pt13558"/>
            <p:cNvSpPr/>
            <p:nvPr/>
          </p:nvSpPr>
          <p:spPr>
            <a:xfrm>
              <a:off x="5147036" y="38882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59" name="pt13559"/>
            <p:cNvSpPr/>
            <p:nvPr/>
          </p:nvSpPr>
          <p:spPr>
            <a:xfrm>
              <a:off x="5128080" y="3559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0" name="pt13560"/>
            <p:cNvSpPr/>
            <p:nvPr/>
          </p:nvSpPr>
          <p:spPr>
            <a:xfrm>
              <a:off x="5066103" y="3554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1" name="pt13561"/>
            <p:cNvSpPr/>
            <p:nvPr/>
          </p:nvSpPr>
          <p:spPr>
            <a:xfrm>
              <a:off x="5200739" y="3567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2" name="pt13562"/>
            <p:cNvSpPr/>
            <p:nvPr/>
          </p:nvSpPr>
          <p:spPr>
            <a:xfrm>
              <a:off x="5250568" y="35541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3" name="pt13563"/>
            <p:cNvSpPr/>
            <p:nvPr/>
          </p:nvSpPr>
          <p:spPr>
            <a:xfrm>
              <a:off x="5148301" y="3555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4" name="pt13564"/>
            <p:cNvSpPr/>
            <p:nvPr/>
          </p:nvSpPr>
          <p:spPr>
            <a:xfrm>
              <a:off x="5160368" y="35328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5" name="pt13565"/>
            <p:cNvSpPr/>
            <p:nvPr/>
          </p:nvSpPr>
          <p:spPr>
            <a:xfrm>
              <a:off x="5154036" y="35186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6" name="pt13566"/>
            <p:cNvSpPr/>
            <p:nvPr/>
          </p:nvSpPr>
          <p:spPr>
            <a:xfrm>
              <a:off x="5122818" y="3559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7" name="pt13567"/>
            <p:cNvSpPr/>
            <p:nvPr/>
          </p:nvSpPr>
          <p:spPr>
            <a:xfrm>
              <a:off x="5152694" y="35416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8" name="pt13568"/>
            <p:cNvSpPr/>
            <p:nvPr/>
          </p:nvSpPr>
          <p:spPr>
            <a:xfrm>
              <a:off x="5176307" y="3276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69" name="pt13569"/>
            <p:cNvSpPr/>
            <p:nvPr/>
          </p:nvSpPr>
          <p:spPr>
            <a:xfrm>
              <a:off x="5089641" y="3524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0" name="pt13570"/>
            <p:cNvSpPr/>
            <p:nvPr/>
          </p:nvSpPr>
          <p:spPr>
            <a:xfrm>
              <a:off x="5212512" y="31650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1" name="pt13571"/>
            <p:cNvSpPr/>
            <p:nvPr/>
          </p:nvSpPr>
          <p:spPr>
            <a:xfrm>
              <a:off x="5171810" y="35666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2" name="pt13572"/>
            <p:cNvSpPr/>
            <p:nvPr/>
          </p:nvSpPr>
          <p:spPr>
            <a:xfrm>
              <a:off x="5131040" y="35570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3" name="pt13573"/>
            <p:cNvSpPr/>
            <p:nvPr/>
          </p:nvSpPr>
          <p:spPr>
            <a:xfrm>
              <a:off x="5136587" y="3560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4" name="pt13574"/>
            <p:cNvSpPr/>
            <p:nvPr/>
          </p:nvSpPr>
          <p:spPr>
            <a:xfrm>
              <a:off x="5154821" y="35507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5" name="pt13575"/>
            <p:cNvSpPr/>
            <p:nvPr/>
          </p:nvSpPr>
          <p:spPr>
            <a:xfrm>
              <a:off x="5135922" y="3565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6" name="pt13576"/>
            <p:cNvSpPr/>
            <p:nvPr/>
          </p:nvSpPr>
          <p:spPr>
            <a:xfrm>
              <a:off x="5213519" y="35836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7" name="pt13577"/>
            <p:cNvSpPr/>
            <p:nvPr/>
          </p:nvSpPr>
          <p:spPr>
            <a:xfrm>
              <a:off x="5150301" y="36460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8" name="pt13578"/>
            <p:cNvSpPr/>
            <p:nvPr/>
          </p:nvSpPr>
          <p:spPr>
            <a:xfrm>
              <a:off x="5164679" y="35506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79" name="pt13579"/>
            <p:cNvSpPr/>
            <p:nvPr/>
          </p:nvSpPr>
          <p:spPr>
            <a:xfrm>
              <a:off x="5128809" y="35422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0" name="pt13580"/>
            <p:cNvSpPr/>
            <p:nvPr/>
          </p:nvSpPr>
          <p:spPr>
            <a:xfrm>
              <a:off x="5191261" y="3572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1" name="pt13581"/>
            <p:cNvSpPr/>
            <p:nvPr/>
          </p:nvSpPr>
          <p:spPr>
            <a:xfrm>
              <a:off x="5157176" y="3570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2" name="pt13582"/>
            <p:cNvSpPr/>
            <p:nvPr/>
          </p:nvSpPr>
          <p:spPr>
            <a:xfrm>
              <a:off x="5161363" y="34629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3" name="pt13583"/>
            <p:cNvSpPr/>
            <p:nvPr/>
          </p:nvSpPr>
          <p:spPr>
            <a:xfrm>
              <a:off x="5145847" y="35289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4" name="pt13584"/>
            <p:cNvSpPr/>
            <p:nvPr/>
          </p:nvSpPr>
          <p:spPr>
            <a:xfrm>
              <a:off x="5145367" y="35658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5" name="pt13585"/>
            <p:cNvSpPr/>
            <p:nvPr/>
          </p:nvSpPr>
          <p:spPr>
            <a:xfrm>
              <a:off x="5162690" y="35642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6" name="pt13586"/>
            <p:cNvSpPr/>
            <p:nvPr/>
          </p:nvSpPr>
          <p:spPr>
            <a:xfrm>
              <a:off x="5146131" y="35814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7" name="pt13587"/>
            <p:cNvSpPr/>
            <p:nvPr/>
          </p:nvSpPr>
          <p:spPr>
            <a:xfrm>
              <a:off x="5114290" y="3576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8" name="pt13588"/>
            <p:cNvSpPr/>
            <p:nvPr/>
          </p:nvSpPr>
          <p:spPr>
            <a:xfrm>
              <a:off x="5122370" y="36037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89" name="pt13589"/>
            <p:cNvSpPr/>
            <p:nvPr/>
          </p:nvSpPr>
          <p:spPr>
            <a:xfrm>
              <a:off x="5206527" y="3565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0" name="pt13590"/>
            <p:cNvSpPr/>
            <p:nvPr/>
          </p:nvSpPr>
          <p:spPr>
            <a:xfrm>
              <a:off x="5114063" y="35044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1" name="pt13591"/>
            <p:cNvSpPr/>
            <p:nvPr/>
          </p:nvSpPr>
          <p:spPr>
            <a:xfrm>
              <a:off x="5155412" y="35070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2" name="pt13592"/>
            <p:cNvSpPr/>
            <p:nvPr/>
          </p:nvSpPr>
          <p:spPr>
            <a:xfrm>
              <a:off x="5101463" y="34284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3" name="pt13593"/>
            <p:cNvSpPr/>
            <p:nvPr/>
          </p:nvSpPr>
          <p:spPr>
            <a:xfrm>
              <a:off x="5147395" y="3538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4" name="pt13594"/>
            <p:cNvSpPr/>
            <p:nvPr/>
          </p:nvSpPr>
          <p:spPr>
            <a:xfrm>
              <a:off x="5156192" y="35620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5" name="pt13595"/>
            <p:cNvSpPr/>
            <p:nvPr/>
          </p:nvSpPr>
          <p:spPr>
            <a:xfrm>
              <a:off x="5096541" y="35482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6" name="pt13596"/>
            <p:cNvSpPr/>
            <p:nvPr/>
          </p:nvSpPr>
          <p:spPr>
            <a:xfrm>
              <a:off x="5087791" y="34423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7" name="pt13597"/>
            <p:cNvSpPr/>
            <p:nvPr/>
          </p:nvSpPr>
          <p:spPr>
            <a:xfrm>
              <a:off x="5149220" y="3557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8" name="pt13598"/>
            <p:cNvSpPr/>
            <p:nvPr/>
          </p:nvSpPr>
          <p:spPr>
            <a:xfrm>
              <a:off x="5192113" y="3650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599" name="pt13599"/>
            <p:cNvSpPr/>
            <p:nvPr/>
          </p:nvSpPr>
          <p:spPr>
            <a:xfrm>
              <a:off x="5049024" y="3522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0" name="pt13600"/>
            <p:cNvSpPr/>
            <p:nvPr/>
          </p:nvSpPr>
          <p:spPr>
            <a:xfrm>
              <a:off x="5186362" y="35531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1" name="pt13601"/>
            <p:cNvSpPr/>
            <p:nvPr/>
          </p:nvSpPr>
          <p:spPr>
            <a:xfrm>
              <a:off x="5146397" y="3560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2" name="pt13602"/>
            <p:cNvSpPr/>
            <p:nvPr/>
          </p:nvSpPr>
          <p:spPr>
            <a:xfrm>
              <a:off x="5233978" y="35055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3" name="pt13603"/>
            <p:cNvSpPr/>
            <p:nvPr/>
          </p:nvSpPr>
          <p:spPr>
            <a:xfrm>
              <a:off x="5166577" y="3581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4" name="pt13604"/>
            <p:cNvSpPr/>
            <p:nvPr/>
          </p:nvSpPr>
          <p:spPr>
            <a:xfrm>
              <a:off x="5124236" y="35441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5" name="pt13605"/>
            <p:cNvSpPr/>
            <p:nvPr/>
          </p:nvSpPr>
          <p:spPr>
            <a:xfrm>
              <a:off x="5207826" y="3529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6" name="pt13606"/>
            <p:cNvSpPr/>
            <p:nvPr/>
          </p:nvSpPr>
          <p:spPr>
            <a:xfrm>
              <a:off x="5168162" y="35442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7" name="pt13607"/>
            <p:cNvSpPr/>
            <p:nvPr/>
          </p:nvSpPr>
          <p:spPr>
            <a:xfrm>
              <a:off x="5146357" y="34901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8" name="pt13608"/>
            <p:cNvSpPr/>
            <p:nvPr/>
          </p:nvSpPr>
          <p:spPr>
            <a:xfrm>
              <a:off x="5124517" y="3525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09" name="pt13609"/>
            <p:cNvSpPr/>
            <p:nvPr/>
          </p:nvSpPr>
          <p:spPr>
            <a:xfrm>
              <a:off x="5175402" y="3359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0" name="pt13610"/>
            <p:cNvSpPr/>
            <p:nvPr/>
          </p:nvSpPr>
          <p:spPr>
            <a:xfrm>
              <a:off x="5129217" y="3581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1" name="pt13611"/>
            <p:cNvSpPr/>
            <p:nvPr/>
          </p:nvSpPr>
          <p:spPr>
            <a:xfrm>
              <a:off x="5163795" y="35678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2" name="pt13612"/>
            <p:cNvSpPr/>
            <p:nvPr/>
          </p:nvSpPr>
          <p:spPr>
            <a:xfrm>
              <a:off x="5210486" y="35445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3" name="pt13613"/>
            <p:cNvSpPr/>
            <p:nvPr/>
          </p:nvSpPr>
          <p:spPr>
            <a:xfrm>
              <a:off x="5159127" y="3586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4" name="pt13614"/>
            <p:cNvSpPr/>
            <p:nvPr/>
          </p:nvSpPr>
          <p:spPr>
            <a:xfrm>
              <a:off x="5148424" y="3554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5" name="pt13615"/>
            <p:cNvSpPr/>
            <p:nvPr/>
          </p:nvSpPr>
          <p:spPr>
            <a:xfrm>
              <a:off x="5137134" y="3554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6" name="pt13616"/>
            <p:cNvSpPr/>
            <p:nvPr/>
          </p:nvSpPr>
          <p:spPr>
            <a:xfrm>
              <a:off x="5161004" y="3579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7" name="pt13617"/>
            <p:cNvSpPr/>
            <p:nvPr/>
          </p:nvSpPr>
          <p:spPr>
            <a:xfrm>
              <a:off x="5148909" y="35423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8" name="pt13618"/>
            <p:cNvSpPr/>
            <p:nvPr/>
          </p:nvSpPr>
          <p:spPr>
            <a:xfrm>
              <a:off x="5105388" y="3546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19" name="pt13619"/>
            <p:cNvSpPr/>
            <p:nvPr/>
          </p:nvSpPr>
          <p:spPr>
            <a:xfrm>
              <a:off x="5435770" y="35532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0" name="pt13620"/>
            <p:cNvSpPr/>
            <p:nvPr/>
          </p:nvSpPr>
          <p:spPr>
            <a:xfrm>
              <a:off x="5183605" y="3543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1" name="pt13621"/>
            <p:cNvSpPr/>
            <p:nvPr/>
          </p:nvSpPr>
          <p:spPr>
            <a:xfrm>
              <a:off x="5084127" y="3553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2" name="pt13622"/>
            <p:cNvSpPr/>
            <p:nvPr/>
          </p:nvSpPr>
          <p:spPr>
            <a:xfrm>
              <a:off x="5190334" y="35480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3" name="pt13623"/>
            <p:cNvSpPr/>
            <p:nvPr/>
          </p:nvSpPr>
          <p:spPr>
            <a:xfrm>
              <a:off x="5125188" y="35136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4" name="pt13624"/>
            <p:cNvSpPr/>
            <p:nvPr/>
          </p:nvSpPr>
          <p:spPr>
            <a:xfrm>
              <a:off x="5115390" y="35527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5" name="pt13625"/>
            <p:cNvSpPr/>
            <p:nvPr/>
          </p:nvSpPr>
          <p:spPr>
            <a:xfrm>
              <a:off x="5121127" y="35883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6" name="pt13626"/>
            <p:cNvSpPr/>
            <p:nvPr/>
          </p:nvSpPr>
          <p:spPr>
            <a:xfrm>
              <a:off x="5141451" y="34796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7" name="pt13627"/>
            <p:cNvSpPr/>
            <p:nvPr/>
          </p:nvSpPr>
          <p:spPr>
            <a:xfrm>
              <a:off x="5124273" y="35737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8" name="pt13628"/>
            <p:cNvSpPr/>
            <p:nvPr/>
          </p:nvSpPr>
          <p:spPr>
            <a:xfrm>
              <a:off x="5144604" y="36330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29" name="pt13629"/>
            <p:cNvSpPr/>
            <p:nvPr/>
          </p:nvSpPr>
          <p:spPr>
            <a:xfrm>
              <a:off x="5085653" y="3564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0" name="pt13630"/>
            <p:cNvSpPr/>
            <p:nvPr/>
          </p:nvSpPr>
          <p:spPr>
            <a:xfrm>
              <a:off x="5182975" y="3542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1" name="pt13631"/>
            <p:cNvSpPr/>
            <p:nvPr/>
          </p:nvSpPr>
          <p:spPr>
            <a:xfrm>
              <a:off x="5181506" y="35683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2" name="pt13632"/>
            <p:cNvSpPr/>
            <p:nvPr/>
          </p:nvSpPr>
          <p:spPr>
            <a:xfrm>
              <a:off x="5152400" y="3559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3" name="pt13633"/>
            <p:cNvSpPr/>
            <p:nvPr/>
          </p:nvSpPr>
          <p:spPr>
            <a:xfrm>
              <a:off x="5158119" y="35652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4" name="pt13634"/>
            <p:cNvSpPr/>
            <p:nvPr/>
          </p:nvSpPr>
          <p:spPr>
            <a:xfrm>
              <a:off x="5172812" y="3549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5" name="pt13635"/>
            <p:cNvSpPr/>
            <p:nvPr/>
          </p:nvSpPr>
          <p:spPr>
            <a:xfrm>
              <a:off x="5210179" y="35601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6" name="pt13636"/>
            <p:cNvSpPr/>
            <p:nvPr/>
          </p:nvSpPr>
          <p:spPr>
            <a:xfrm>
              <a:off x="5154442" y="35286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7" name="pt13637"/>
            <p:cNvSpPr/>
            <p:nvPr/>
          </p:nvSpPr>
          <p:spPr>
            <a:xfrm>
              <a:off x="5153865" y="3545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8" name="pt13638"/>
            <p:cNvSpPr/>
            <p:nvPr/>
          </p:nvSpPr>
          <p:spPr>
            <a:xfrm>
              <a:off x="5206927" y="35582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39" name="pt13639"/>
            <p:cNvSpPr/>
            <p:nvPr/>
          </p:nvSpPr>
          <p:spPr>
            <a:xfrm>
              <a:off x="5191439" y="37261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0" name="pt13640"/>
            <p:cNvSpPr/>
            <p:nvPr/>
          </p:nvSpPr>
          <p:spPr>
            <a:xfrm>
              <a:off x="5130721" y="3573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1" name="pt13641"/>
            <p:cNvSpPr/>
            <p:nvPr/>
          </p:nvSpPr>
          <p:spPr>
            <a:xfrm>
              <a:off x="5164999" y="3545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2" name="pt13642"/>
            <p:cNvSpPr/>
            <p:nvPr/>
          </p:nvSpPr>
          <p:spPr>
            <a:xfrm>
              <a:off x="5197480" y="3540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3" name="pt13643"/>
            <p:cNvSpPr/>
            <p:nvPr/>
          </p:nvSpPr>
          <p:spPr>
            <a:xfrm>
              <a:off x="5124663" y="3574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4" name="pt13644"/>
            <p:cNvSpPr/>
            <p:nvPr/>
          </p:nvSpPr>
          <p:spPr>
            <a:xfrm>
              <a:off x="5157506" y="35522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5" name="pt13645"/>
            <p:cNvSpPr/>
            <p:nvPr/>
          </p:nvSpPr>
          <p:spPr>
            <a:xfrm>
              <a:off x="5119357" y="3564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6" name="pt13646"/>
            <p:cNvSpPr/>
            <p:nvPr/>
          </p:nvSpPr>
          <p:spPr>
            <a:xfrm>
              <a:off x="5155730" y="3613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7" name="pt13647"/>
            <p:cNvSpPr/>
            <p:nvPr/>
          </p:nvSpPr>
          <p:spPr>
            <a:xfrm>
              <a:off x="5084631" y="3573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8" name="pt13648"/>
            <p:cNvSpPr/>
            <p:nvPr/>
          </p:nvSpPr>
          <p:spPr>
            <a:xfrm>
              <a:off x="5081339" y="36052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49" name="pt13649"/>
            <p:cNvSpPr/>
            <p:nvPr/>
          </p:nvSpPr>
          <p:spPr>
            <a:xfrm>
              <a:off x="5136024" y="35554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0" name="pt13650"/>
            <p:cNvSpPr/>
            <p:nvPr/>
          </p:nvSpPr>
          <p:spPr>
            <a:xfrm>
              <a:off x="5142443" y="3538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1" name="pt13651"/>
            <p:cNvSpPr/>
            <p:nvPr/>
          </p:nvSpPr>
          <p:spPr>
            <a:xfrm>
              <a:off x="5061075" y="3581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2" name="pt13652"/>
            <p:cNvSpPr/>
            <p:nvPr/>
          </p:nvSpPr>
          <p:spPr>
            <a:xfrm>
              <a:off x="5150618" y="36143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3" name="pt13653"/>
            <p:cNvSpPr/>
            <p:nvPr/>
          </p:nvSpPr>
          <p:spPr>
            <a:xfrm>
              <a:off x="5164460" y="3567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4" name="pt13654"/>
            <p:cNvSpPr/>
            <p:nvPr/>
          </p:nvSpPr>
          <p:spPr>
            <a:xfrm>
              <a:off x="5139390" y="36241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5" name="pt13655"/>
            <p:cNvSpPr/>
            <p:nvPr/>
          </p:nvSpPr>
          <p:spPr>
            <a:xfrm>
              <a:off x="5122199" y="3604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6" name="pt13656"/>
            <p:cNvSpPr/>
            <p:nvPr/>
          </p:nvSpPr>
          <p:spPr>
            <a:xfrm>
              <a:off x="5168072" y="3568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7" name="pt13657"/>
            <p:cNvSpPr/>
            <p:nvPr/>
          </p:nvSpPr>
          <p:spPr>
            <a:xfrm>
              <a:off x="5145336" y="3563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8" name="pt13658"/>
            <p:cNvSpPr/>
            <p:nvPr/>
          </p:nvSpPr>
          <p:spPr>
            <a:xfrm>
              <a:off x="5110907" y="3561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59" name="pt13659"/>
            <p:cNvSpPr/>
            <p:nvPr/>
          </p:nvSpPr>
          <p:spPr>
            <a:xfrm>
              <a:off x="5138425" y="3563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0" name="pt13660"/>
            <p:cNvSpPr/>
            <p:nvPr/>
          </p:nvSpPr>
          <p:spPr>
            <a:xfrm>
              <a:off x="5148907" y="3521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1" name="pt13661"/>
            <p:cNvSpPr/>
            <p:nvPr/>
          </p:nvSpPr>
          <p:spPr>
            <a:xfrm>
              <a:off x="5166338" y="3567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2" name="pt13662"/>
            <p:cNvSpPr/>
            <p:nvPr/>
          </p:nvSpPr>
          <p:spPr>
            <a:xfrm>
              <a:off x="5212813" y="35527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3" name="pt13663"/>
            <p:cNvSpPr/>
            <p:nvPr/>
          </p:nvSpPr>
          <p:spPr>
            <a:xfrm>
              <a:off x="5159667" y="3556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4" name="pt13664"/>
            <p:cNvSpPr/>
            <p:nvPr/>
          </p:nvSpPr>
          <p:spPr>
            <a:xfrm>
              <a:off x="5171330" y="36059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5" name="pt13665"/>
            <p:cNvSpPr/>
            <p:nvPr/>
          </p:nvSpPr>
          <p:spPr>
            <a:xfrm>
              <a:off x="5092063" y="3531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6" name="pt13666"/>
            <p:cNvSpPr/>
            <p:nvPr/>
          </p:nvSpPr>
          <p:spPr>
            <a:xfrm>
              <a:off x="5020196" y="3620919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7" name="pt13667"/>
            <p:cNvSpPr/>
            <p:nvPr/>
          </p:nvSpPr>
          <p:spPr>
            <a:xfrm>
              <a:off x="5117077" y="35415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8" name="pt13668"/>
            <p:cNvSpPr/>
            <p:nvPr/>
          </p:nvSpPr>
          <p:spPr>
            <a:xfrm>
              <a:off x="5158208" y="35434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69" name="pt13669"/>
            <p:cNvSpPr/>
            <p:nvPr/>
          </p:nvSpPr>
          <p:spPr>
            <a:xfrm>
              <a:off x="5197011" y="35562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0" name="pt13670"/>
            <p:cNvSpPr/>
            <p:nvPr/>
          </p:nvSpPr>
          <p:spPr>
            <a:xfrm>
              <a:off x="5208656" y="3553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1" name="pt13671"/>
            <p:cNvSpPr/>
            <p:nvPr/>
          </p:nvSpPr>
          <p:spPr>
            <a:xfrm>
              <a:off x="5176874" y="3650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2" name="pt13672"/>
            <p:cNvSpPr/>
            <p:nvPr/>
          </p:nvSpPr>
          <p:spPr>
            <a:xfrm>
              <a:off x="5039846" y="3608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3" name="pt13673"/>
            <p:cNvSpPr/>
            <p:nvPr/>
          </p:nvSpPr>
          <p:spPr>
            <a:xfrm>
              <a:off x="5133746" y="3642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4" name="pt13674"/>
            <p:cNvSpPr/>
            <p:nvPr/>
          </p:nvSpPr>
          <p:spPr>
            <a:xfrm>
              <a:off x="5140559" y="35465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5" name="pt13675"/>
            <p:cNvSpPr/>
            <p:nvPr/>
          </p:nvSpPr>
          <p:spPr>
            <a:xfrm>
              <a:off x="5114063" y="3546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6" name="pt13676"/>
            <p:cNvSpPr/>
            <p:nvPr/>
          </p:nvSpPr>
          <p:spPr>
            <a:xfrm>
              <a:off x="5178796" y="35420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7" name="pt13677"/>
            <p:cNvSpPr/>
            <p:nvPr/>
          </p:nvSpPr>
          <p:spPr>
            <a:xfrm>
              <a:off x="5181006" y="3468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8" name="pt13678"/>
            <p:cNvSpPr/>
            <p:nvPr/>
          </p:nvSpPr>
          <p:spPr>
            <a:xfrm>
              <a:off x="5143679" y="35402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79" name="pt13679"/>
            <p:cNvSpPr/>
            <p:nvPr/>
          </p:nvSpPr>
          <p:spPr>
            <a:xfrm>
              <a:off x="5185745" y="3455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0" name="pt13680"/>
            <p:cNvSpPr/>
            <p:nvPr/>
          </p:nvSpPr>
          <p:spPr>
            <a:xfrm>
              <a:off x="5139046" y="3551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1" name="pt13681"/>
            <p:cNvSpPr/>
            <p:nvPr/>
          </p:nvSpPr>
          <p:spPr>
            <a:xfrm>
              <a:off x="5149275" y="35803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2" name="pt13682"/>
            <p:cNvSpPr/>
            <p:nvPr/>
          </p:nvSpPr>
          <p:spPr>
            <a:xfrm>
              <a:off x="5166908" y="35528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3" name="pt13683"/>
            <p:cNvSpPr/>
            <p:nvPr/>
          </p:nvSpPr>
          <p:spPr>
            <a:xfrm>
              <a:off x="5183759" y="3628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4" name="pt13684"/>
            <p:cNvSpPr/>
            <p:nvPr/>
          </p:nvSpPr>
          <p:spPr>
            <a:xfrm>
              <a:off x="5133909" y="3532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5" name="pt13685"/>
            <p:cNvSpPr/>
            <p:nvPr/>
          </p:nvSpPr>
          <p:spPr>
            <a:xfrm>
              <a:off x="5207953" y="35251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6" name="pt13686"/>
            <p:cNvSpPr/>
            <p:nvPr/>
          </p:nvSpPr>
          <p:spPr>
            <a:xfrm>
              <a:off x="5102388" y="3567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7" name="pt13687"/>
            <p:cNvSpPr/>
            <p:nvPr/>
          </p:nvSpPr>
          <p:spPr>
            <a:xfrm>
              <a:off x="5119468" y="35435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8" name="pt13688"/>
            <p:cNvSpPr/>
            <p:nvPr/>
          </p:nvSpPr>
          <p:spPr>
            <a:xfrm>
              <a:off x="5185579" y="35791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89" name="pt13689"/>
            <p:cNvSpPr/>
            <p:nvPr/>
          </p:nvSpPr>
          <p:spPr>
            <a:xfrm>
              <a:off x="5167235" y="3655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0" name="pt13690"/>
            <p:cNvSpPr/>
            <p:nvPr/>
          </p:nvSpPr>
          <p:spPr>
            <a:xfrm>
              <a:off x="5172160" y="35732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1" name="pt13691"/>
            <p:cNvSpPr/>
            <p:nvPr/>
          </p:nvSpPr>
          <p:spPr>
            <a:xfrm>
              <a:off x="5151530" y="3565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2" name="pt13692"/>
            <p:cNvSpPr/>
            <p:nvPr/>
          </p:nvSpPr>
          <p:spPr>
            <a:xfrm>
              <a:off x="5117664" y="35619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3" name="pt13693"/>
            <p:cNvSpPr/>
            <p:nvPr/>
          </p:nvSpPr>
          <p:spPr>
            <a:xfrm>
              <a:off x="5154904" y="34975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4" name="pt13694"/>
            <p:cNvSpPr/>
            <p:nvPr/>
          </p:nvSpPr>
          <p:spPr>
            <a:xfrm>
              <a:off x="5222097" y="3557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5" name="pt13695"/>
            <p:cNvSpPr/>
            <p:nvPr/>
          </p:nvSpPr>
          <p:spPr>
            <a:xfrm>
              <a:off x="5170395" y="3525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6" name="pt13696"/>
            <p:cNvSpPr/>
            <p:nvPr/>
          </p:nvSpPr>
          <p:spPr>
            <a:xfrm>
              <a:off x="5181431" y="34472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7" name="pt13697"/>
            <p:cNvSpPr/>
            <p:nvPr/>
          </p:nvSpPr>
          <p:spPr>
            <a:xfrm>
              <a:off x="5144069" y="35505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8" name="pt13698"/>
            <p:cNvSpPr/>
            <p:nvPr/>
          </p:nvSpPr>
          <p:spPr>
            <a:xfrm>
              <a:off x="5080756" y="3687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699" name="pt13699"/>
            <p:cNvSpPr/>
            <p:nvPr/>
          </p:nvSpPr>
          <p:spPr>
            <a:xfrm>
              <a:off x="5148851" y="35379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0" name="pt13700"/>
            <p:cNvSpPr/>
            <p:nvPr/>
          </p:nvSpPr>
          <p:spPr>
            <a:xfrm>
              <a:off x="5158557" y="39108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1" name="pt13701"/>
            <p:cNvSpPr/>
            <p:nvPr/>
          </p:nvSpPr>
          <p:spPr>
            <a:xfrm>
              <a:off x="5143588" y="3564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2" name="pt13702"/>
            <p:cNvSpPr/>
            <p:nvPr/>
          </p:nvSpPr>
          <p:spPr>
            <a:xfrm>
              <a:off x="5211064" y="3556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3" name="pt13703"/>
            <p:cNvSpPr/>
            <p:nvPr/>
          </p:nvSpPr>
          <p:spPr>
            <a:xfrm>
              <a:off x="5150328" y="35344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4" name="pt13704"/>
            <p:cNvSpPr/>
            <p:nvPr/>
          </p:nvSpPr>
          <p:spPr>
            <a:xfrm>
              <a:off x="5081705" y="36000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5" name="pt13705"/>
            <p:cNvSpPr/>
            <p:nvPr/>
          </p:nvSpPr>
          <p:spPr>
            <a:xfrm>
              <a:off x="5090115" y="3608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6" name="pt13706"/>
            <p:cNvSpPr/>
            <p:nvPr/>
          </p:nvSpPr>
          <p:spPr>
            <a:xfrm>
              <a:off x="5176135" y="3583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7" name="pt13707"/>
            <p:cNvSpPr/>
            <p:nvPr/>
          </p:nvSpPr>
          <p:spPr>
            <a:xfrm>
              <a:off x="5127490" y="3529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8" name="pt13708"/>
            <p:cNvSpPr/>
            <p:nvPr/>
          </p:nvSpPr>
          <p:spPr>
            <a:xfrm>
              <a:off x="5192526" y="35476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09" name="pt13709"/>
            <p:cNvSpPr/>
            <p:nvPr/>
          </p:nvSpPr>
          <p:spPr>
            <a:xfrm>
              <a:off x="5178692" y="3643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0" name="pt13710"/>
            <p:cNvSpPr/>
            <p:nvPr/>
          </p:nvSpPr>
          <p:spPr>
            <a:xfrm>
              <a:off x="5105925" y="3598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1" name="pt13711"/>
            <p:cNvSpPr/>
            <p:nvPr/>
          </p:nvSpPr>
          <p:spPr>
            <a:xfrm>
              <a:off x="5166672" y="3536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2" name="pt13712"/>
            <p:cNvSpPr/>
            <p:nvPr/>
          </p:nvSpPr>
          <p:spPr>
            <a:xfrm>
              <a:off x="5154281" y="3505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3" name="pt13713"/>
            <p:cNvSpPr/>
            <p:nvPr/>
          </p:nvSpPr>
          <p:spPr>
            <a:xfrm>
              <a:off x="5156656" y="34823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4" name="pt13714"/>
            <p:cNvSpPr/>
            <p:nvPr/>
          </p:nvSpPr>
          <p:spPr>
            <a:xfrm>
              <a:off x="5132295" y="35475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5" name="pt13715"/>
            <p:cNvSpPr/>
            <p:nvPr/>
          </p:nvSpPr>
          <p:spPr>
            <a:xfrm>
              <a:off x="5153457" y="3585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6" name="pt13716"/>
            <p:cNvSpPr/>
            <p:nvPr/>
          </p:nvSpPr>
          <p:spPr>
            <a:xfrm>
              <a:off x="5154721" y="3565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7" name="pt13717"/>
            <p:cNvSpPr/>
            <p:nvPr/>
          </p:nvSpPr>
          <p:spPr>
            <a:xfrm>
              <a:off x="5168808" y="35147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8" name="pt13718"/>
            <p:cNvSpPr/>
            <p:nvPr/>
          </p:nvSpPr>
          <p:spPr>
            <a:xfrm>
              <a:off x="5118068" y="35265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19" name="pt13719"/>
            <p:cNvSpPr/>
            <p:nvPr/>
          </p:nvSpPr>
          <p:spPr>
            <a:xfrm>
              <a:off x="5152446" y="3572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0" name="pt13720"/>
            <p:cNvSpPr/>
            <p:nvPr/>
          </p:nvSpPr>
          <p:spPr>
            <a:xfrm>
              <a:off x="5227092" y="34740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1" name="pt13721"/>
            <p:cNvSpPr/>
            <p:nvPr/>
          </p:nvSpPr>
          <p:spPr>
            <a:xfrm>
              <a:off x="5175200" y="35493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2" name="pt13722"/>
            <p:cNvSpPr/>
            <p:nvPr/>
          </p:nvSpPr>
          <p:spPr>
            <a:xfrm>
              <a:off x="5175439" y="3543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3" name="pt13723"/>
            <p:cNvSpPr/>
            <p:nvPr/>
          </p:nvSpPr>
          <p:spPr>
            <a:xfrm>
              <a:off x="5112913" y="3640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4" name="pt13724"/>
            <p:cNvSpPr/>
            <p:nvPr/>
          </p:nvSpPr>
          <p:spPr>
            <a:xfrm>
              <a:off x="5146097" y="3556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5" name="pt13725"/>
            <p:cNvSpPr/>
            <p:nvPr/>
          </p:nvSpPr>
          <p:spPr>
            <a:xfrm>
              <a:off x="5157025" y="3586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6" name="pt13726"/>
            <p:cNvSpPr/>
            <p:nvPr/>
          </p:nvSpPr>
          <p:spPr>
            <a:xfrm>
              <a:off x="5173140" y="35428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7" name="pt13727"/>
            <p:cNvSpPr/>
            <p:nvPr/>
          </p:nvSpPr>
          <p:spPr>
            <a:xfrm>
              <a:off x="5124852" y="3547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8" name="pt13728"/>
            <p:cNvSpPr/>
            <p:nvPr/>
          </p:nvSpPr>
          <p:spPr>
            <a:xfrm>
              <a:off x="5113818" y="3532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29" name="pt13729"/>
            <p:cNvSpPr/>
            <p:nvPr/>
          </p:nvSpPr>
          <p:spPr>
            <a:xfrm>
              <a:off x="5158042" y="37449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0" name="pt13730"/>
            <p:cNvSpPr/>
            <p:nvPr/>
          </p:nvSpPr>
          <p:spPr>
            <a:xfrm>
              <a:off x="5157208" y="36429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1" name="pt13731"/>
            <p:cNvSpPr/>
            <p:nvPr/>
          </p:nvSpPr>
          <p:spPr>
            <a:xfrm>
              <a:off x="5153922" y="35612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2" name="pt13732"/>
            <p:cNvSpPr/>
            <p:nvPr/>
          </p:nvSpPr>
          <p:spPr>
            <a:xfrm>
              <a:off x="5089146" y="3533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3" name="pt13733"/>
            <p:cNvSpPr/>
            <p:nvPr/>
          </p:nvSpPr>
          <p:spPr>
            <a:xfrm>
              <a:off x="5102478" y="35560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4" name="pt13734"/>
            <p:cNvSpPr/>
            <p:nvPr/>
          </p:nvSpPr>
          <p:spPr>
            <a:xfrm>
              <a:off x="5072965" y="3582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5" name="pt13735"/>
            <p:cNvSpPr/>
            <p:nvPr/>
          </p:nvSpPr>
          <p:spPr>
            <a:xfrm>
              <a:off x="5191911" y="35625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6" name="pt13736"/>
            <p:cNvSpPr/>
            <p:nvPr/>
          </p:nvSpPr>
          <p:spPr>
            <a:xfrm>
              <a:off x="5147202" y="35520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7" name="pt13737"/>
            <p:cNvSpPr/>
            <p:nvPr/>
          </p:nvSpPr>
          <p:spPr>
            <a:xfrm>
              <a:off x="5153489" y="3599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8" name="pt13738"/>
            <p:cNvSpPr/>
            <p:nvPr/>
          </p:nvSpPr>
          <p:spPr>
            <a:xfrm>
              <a:off x="5213013" y="35852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39" name="pt13739"/>
            <p:cNvSpPr/>
            <p:nvPr/>
          </p:nvSpPr>
          <p:spPr>
            <a:xfrm>
              <a:off x="5129007" y="3561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0" name="pt13740"/>
            <p:cNvSpPr/>
            <p:nvPr/>
          </p:nvSpPr>
          <p:spPr>
            <a:xfrm>
              <a:off x="5183712" y="3584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1" name="pt13741"/>
            <p:cNvSpPr/>
            <p:nvPr/>
          </p:nvSpPr>
          <p:spPr>
            <a:xfrm>
              <a:off x="5156875" y="3475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2" name="pt13742"/>
            <p:cNvSpPr/>
            <p:nvPr/>
          </p:nvSpPr>
          <p:spPr>
            <a:xfrm>
              <a:off x="5167139" y="35544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3" name="pt13743"/>
            <p:cNvSpPr/>
            <p:nvPr/>
          </p:nvSpPr>
          <p:spPr>
            <a:xfrm>
              <a:off x="5165717" y="32562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4" name="pt13744"/>
            <p:cNvSpPr/>
            <p:nvPr/>
          </p:nvSpPr>
          <p:spPr>
            <a:xfrm>
              <a:off x="5264582" y="35711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5" name="pt13745"/>
            <p:cNvSpPr/>
            <p:nvPr/>
          </p:nvSpPr>
          <p:spPr>
            <a:xfrm>
              <a:off x="5158751" y="35314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6" name="pt13746"/>
            <p:cNvSpPr/>
            <p:nvPr/>
          </p:nvSpPr>
          <p:spPr>
            <a:xfrm>
              <a:off x="5073725" y="3555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7" name="pt13747"/>
            <p:cNvSpPr/>
            <p:nvPr/>
          </p:nvSpPr>
          <p:spPr>
            <a:xfrm>
              <a:off x="5153955" y="35823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8" name="pt13748"/>
            <p:cNvSpPr/>
            <p:nvPr/>
          </p:nvSpPr>
          <p:spPr>
            <a:xfrm>
              <a:off x="5120319" y="3570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49" name="pt13749"/>
            <p:cNvSpPr/>
            <p:nvPr/>
          </p:nvSpPr>
          <p:spPr>
            <a:xfrm>
              <a:off x="5159911" y="35565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0" name="pt13750"/>
            <p:cNvSpPr/>
            <p:nvPr/>
          </p:nvSpPr>
          <p:spPr>
            <a:xfrm>
              <a:off x="5171732" y="3550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1" name="pt13751"/>
            <p:cNvSpPr/>
            <p:nvPr/>
          </p:nvSpPr>
          <p:spPr>
            <a:xfrm>
              <a:off x="5177122" y="35460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2" name="pt13752"/>
            <p:cNvSpPr/>
            <p:nvPr/>
          </p:nvSpPr>
          <p:spPr>
            <a:xfrm>
              <a:off x="5293086" y="3516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3" name="pt13753"/>
            <p:cNvSpPr/>
            <p:nvPr/>
          </p:nvSpPr>
          <p:spPr>
            <a:xfrm>
              <a:off x="5140722" y="35084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4" name="pt13754"/>
            <p:cNvSpPr/>
            <p:nvPr/>
          </p:nvSpPr>
          <p:spPr>
            <a:xfrm>
              <a:off x="5144020" y="35411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5" name="pt13755"/>
            <p:cNvSpPr/>
            <p:nvPr/>
          </p:nvSpPr>
          <p:spPr>
            <a:xfrm>
              <a:off x="5134987" y="3472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6" name="pt13756"/>
            <p:cNvSpPr/>
            <p:nvPr/>
          </p:nvSpPr>
          <p:spPr>
            <a:xfrm>
              <a:off x="5096061" y="36019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7" name="pt13757"/>
            <p:cNvSpPr/>
            <p:nvPr/>
          </p:nvSpPr>
          <p:spPr>
            <a:xfrm>
              <a:off x="5152249" y="3588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8" name="pt13758"/>
            <p:cNvSpPr/>
            <p:nvPr/>
          </p:nvSpPr>
          <p:spPr>
            <a:xfrm>
              <a:off x="5120014" y="3519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59" name="pt13759"/>
            <p:cNvSpPr/>
            <p:nvPr/>
          </p:nvSpPr>
          <p:spPr>
            <a:xfrm>
              <a:off x="5118857" y="3546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0" name="pt13760"/>
            <p:cNvSpPr/>
            <p:nvPr/>
          </p:nvSpPr>
          <p:spPr>
            <a:xfrm>
              <a:off x="5132570" y="35981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1" name="pt13761"/>
            <p:cNvSpPr/>
            <p:nvPr/>
          </p:nvSpPr>
          <p:spPr>
            <a:xfrm>
              <a:off x="5105975" y="35527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2" name="pt13762"/>
            <p:cNvSpPr/>
            <p:nvPr/>
          </p:nvSpPr>
          <p:spPr>
            <a:xfrm>
              <a:off x="5183673" y="35641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3" name="pt13763"/>
            <p:cNvSpPr/>
            <p:nvPr/>
          </p:nvSpPr>
          <p:spPr>
            <a:xfrm>
              <a:off x="5158024" y="3486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4" name="pt13764"/>
            <p:cNvSpPr/>
            <p:nvPr/>
          </p:nvSpPr>
          <p:spPr>
            <a:xfrm>
              <a:off x="5157065" y="3541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5" name="pt13765"/>
            <p:cNvSpPr/>
            <p:nvPr/>
          </p:nvSpPr>
          <p:spPr>
            <a:xfrm>
              <a:off x="5165118" y="29769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6" name="pt13766"/>
            <p:cNvSpPr/>
            <p:nvPr/>
          </p:nvSpPr>
          <p:spPr>
            <a:xfrm>
              <a:off x="5180698" y="35416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7" name="pt13767"/>
            <p:cNvSpPr/>
            <p:nvPr/>
          </p:nvSpPr>
          <p:spPr>
            <a:xfrm>
              <a:off x="5112141" y="35722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8" name="pt13768"/>
            <p:cNvSpPr/>
            <p:nvPr/>
          </p:nvSpPr>
          <p:spPr>
            <a:xfrm>
              <a:off x="5151725" y="3586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69" name="pt13769"/>
            <p:cNvSpPr/>
            <p:nvPr/>
          </p:nvSpPr>
          <p:spPr>
            <a:xfrm>
              <a:off x="5205957" y="3535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0" name="pt13770"/>
            <p:cNvSpPr/>
            <p:nvPr/>
          </p:nvSpPr>
          <p:spPr>
            <a:xfrm>
              <a:off x="5187553" y="3540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1" name="pt13771"/>
            <p:cNvSpPr/>
            <p:nvPr/>
          </p:nvSpPr>
          <p:spPr>
            <a:xfrm>
              <a:off x="5106512" y="3564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2" name="pt13772"/>
            <p:cNvSpPr/>
            <p:nvPr/>
          </p:nvSpPr>
          <p:spPr>
            <a:xfrm>
              <a:off x="5186954" y="3480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3" name="pt13773"/>
            <p:cNvSpPr/>
            <p:nvPr/>
          </p:nvSpPr>
          <p:spPr>
            <a:xfrm>
              <a:off x="5094593" y="35434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4" name="pt13774"/>
            <p:cNvSpPr/>
            <p:nvPr/>
          </p:nvSpPr>
          <p:spPr>
            <a:xfrm>
              <a:off x="5179715" y="3540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5" name="pt13775"/>
            <p:cNvSpPr/>
            <p:nvPr/>
          </p:nvSpPr>
          <p:spPr>
            <a:xfrm>
              <a:off x="5140902" y="35185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6" name="pt13776"/>
            <p:cNvSpPr/>
            <p:nvPr/>
          </p:nvSpPr>
          <p:spPr>
            <a:xfrm>
              <a:off x="5132561" y="35645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7" name="pt13777"/>
            <p:cNvSpPr/>
            <p:nvPr/>
          </p:nvSpPr>
          <p:spPr>
            <a:xfrm>
              <a:off x="5193173" y="3581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8" name="pt13778"/>
            <p:cNvSpPr/>
            <p:nvPr/>
          </p:nvSpPr>
          <p:spPr>
            <a:xfrm>
              <a:off x="5151088" y="35464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79" name="pt13779"/>
            <p:cNvSpPr/>
            <p:nvPr/>
          </p:nvSpPr>
          <p:spPr>
            <a:xfrm>
              <a:off x="5118431" y="36317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0" name="pt13780"/>
            <p:cNvSpPr/>
            <p:nvPr/>
          </p:nvSpPr>
          <p:spPr>
            <a:xfrm>
              <a:off x="5176452" y="3563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1" name="pt13781"/>
            <p:cNvSpPr/>
            <p:nvPr/>
          </p:nvSpPr>
          <p:spPr>
            <a:xfrm>
              <a:off x="5140749" y="35570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2" name="pt13782"/>
            <p:cNvSpPr/>
            <p:nvPr/>
          </p:nvSpPr>
          <p:spPr>
            <a:xfrm>
              <a:off x="5143760" y="3543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3" name="pt13783"/>
            <p:cNvSpPr/>
            <p:nvPr/>
          </p:nvSpPr>
          <p:spPr>
            <a:xfrm>
              <a:off x="5212065" y="35595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4" name="pt13784"/>
            <p:cNvSpPr/>
            <p:nvPr/>
          </p:nvSpPr>
          <p:spPr>
            <a:xfrm>
              <a:off x="5119194" y="3549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5" name="pt13785"/>
            <p:cNvSpPr/>
            <p:nvPr/>
          </p:nvSpPr>
          <p:spPr>
            <a:xfrm>
              <a:off x="5128434" y="35604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6" name="pt13786"/>
            <p:cNvSpPr/>
            <p:nvPr/>
          </p:nvSpPr>
          <p:spPr>
            <a:xfrm>
              <a:off x="5128881" y="3555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7" name="pt13787"/>
            <p:cNvSpPr/>
            <p:nvPr/>
          </p:nvSpPr>
          <p:spPr>
            <a:xfrm>
              <a:off x="5106758" y="3562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8" name="pt13788"/>
            <p:cNvSpPr/>
            <p:nvPr/>
          </p:nvSpPr>
          <p:spPr>
            <a:xfrm>
              <a:off x="5170210" y="34915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89" name="pt13789"/>
            <p:cNvSpPr/>
            <p:nvPr/>
          </p:nvSpPr>
          <p:spPr>
            <a:xfrm>
              <a:off x="5246999" y="3544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0" name="pt13790"/>
            <p:cNvSpPr/>
            <p:nvPr/>
          </p:nvSpPr>
          <p:spPr>
            <a:xfrm>
              <a:off x="5142250" y="35637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1" name="pt13791"/>
            <p:cNvSpPr/>
            <p:nvPr/>
          </p:nvSpPr>
          <p:spPr>
            <a:xfrm>
              <a:off x="5114344" y="3565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2" name="pt13792"/>
            <p:cNvSpPr/>
            <p:nvPr/>
          </p:nvSpPr>
          <p:spPr>
            <a:xfrm>
              <a:off x="5132877" y="3514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3" name="pt13793"/>
            <p:cNvSpPr/>
            <p:nvPr/>
          </p:nvSpPr>
          <p:spPr>
            <a:xfrm>
              <a:off x="5278691" y="3537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4" name="pt13794"/>
            <p:cNvSpPr/>
            <p:nvPr/>
          </p:nvSpPr>
          <p:spPr>
            <a:xfrm>
              <a:off x="5193303" y="37339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5" name="pt13795"/>
            <p:cNvSpPr/>
            <p:nvPr/>
          </p:nvSpPr>
          <p:spPr>
            <a:xfrm>
              <a:off x="5146268" y="35407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6" name="pt13796"/>
            <p:cNvSpPr/>
            <p:nvPr/>
          </p:nvSpPr>
          <p:spPr>
            <a:xfrm>
              <a:off x="5133855" y="3633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7" name="pt13797"/>
            <p:cNvSpPr/>
            <p:nvPr/>
          </p:nvSpPr>
          <p:spPr>
            <a:xfrm>
              <a:off x="5216313" y="35877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8" name="pt13798"/>
            <p:cNvSpPr/>
            <p:nvPr/>
          </p:nvSpPr>
          <p:spPr>
            <a:xfrm>
              <a:off x="5172946" y="35648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799" name="pt13799"/>
            <p:cNvSpPr/>
            <p:nvPr/>
          </p:nvSpPr>
          <p:spPr>
            <a:xfrm>
              <a:off x="5155623" y="3562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0" name="pt13800"/>
            <p:cNvSpPr/>
            <p:nvPr/>
          </p:nvSpPr>
          <p:spPr>
            <a:xfrm>
              <a:off x="5188208" y="3605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1" name="pt13801"/>
            <p:cNvSpPr/>
            <p:nvPr/>
          </p:nvSpPr>
          <p:spPr>
            <a:xfrm>
              <a:off x="5165274" y="35541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2" name="pt13802"/>
            <p:cNvSpPr/>
            <p:nvPr/>
          </p:nvSpPr>
          <p:spPr>
            <a:xfrm>
              <a:off x="5137593" y="35176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3" name="pt13803"/>
            <p:cNvSpPr/>
            <p:nvPr/>
          </p:nvSpPr>
          <p:spPr>
            <a:xfrm>
              <a:off x="5113935" y="3546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4" name="pt13804"/>
            <p:cNvSpPr/>
            <p:nvPr/>
          </p:nvSpPr>
          <p:spPr>
            <a:xfrm>
              <a:off x="5159277" y="3482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5" name="pt13805"/>
            <p:cNvSpPr/>
            <p:nvPr/>
          </p:nvSpPr>
          <p:spPr>
            <a:xfrm>
              <a:off x="5156156" y="3547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6" name="pt13806"/>
            <p:cNvSpPr/>
            <p:nvPr/>
          </p:nvSpPr>
          <p:spPr>
            <a:xfrm>
              <a:off x="5207261" y="35464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7" name="pt13807"/>
            <p:cNvSpPr/>
            <p:nvPr/>
          </p:nvSpPr>
          <p:spPr>
            <a:xfrm>
              <a:off x="5115727" y="35664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8" name="pt13808"/>
            <p:cNvSpPr/>
            <p:nvPr/>
          </p:nvSpPr>
          <p:spPr>
            <a:xfrm>
              <a:off x="5067795" y="3506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09" name="pt13809"/>
            <p:cNvSpPr/>
            <p:nvPr/>
          </p:nvSpPr>
          <p:spPr>
            <a:xfrm>
              <a:off x="5127318" y="35484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0" name="pt13810"/>
            <p:cNvSpPr/>
            <p:nvPr/>
          </p:nvSpPr>
          <p:spPr>
            <a:xfrm>
              <a:off x="5196060" y="3503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1" name="pt13811"/>
            <p:cNvSpPr/>
            <p:nvPr/>
          </p:nvSpPr>
          <p:spPr>
            <a:xfrm>
              <a:off x="5201833" y="36124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2" name="pt13812"/>
            <p:cNvSpPr/>
            <p:nvPr/>
          </p:nvSpPr>
          <p:spPr>
            <a:xfrm>
              <a:off x="5174374" y="35423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3" name="pt13813"/>
            <p:cNvSpPr/>
            <p:nvPr/>
          </p:nvSpPr>
          <p:spPr>
            <a:xfrm>
              <a:off x="5183416" y="35453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4" name="pt13814"/>
            <p:cNvSpPr/>
            <p:nvPr/>
          </p:nvSpPr>
          <p:spPr>
            <a:xfrm>
              <a:off x="5191939" y="35697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5" name="pt13815"/>
            <p:cNvSpPr/>
            <p:nvPr/>
          </p:nvSpPr>
          <p:spPr>
            <a:xfrm>
              <a:off x="5168526" y="35601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6" name="pt13816"/>
            <p:cNvSpPr/>
            <p:nvPr/>
          </p:nvSpPr>
          <p:spPr>
            <a:xfrm>
              <a:off x="5083127" y="3534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7" name="pt13817"/>
            <p:cNvSpPr/>
            <p:nvPr/>
          </p:nvSpPr>
          <p:spPr>
            <a:xfrm>
              <a:off x="5153075" y="3587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8" name="pt13818"/>
            <p:cNvSpPr/>
            <p:nvPr/>
          </p:nvSpPr>
          <p:spPr>
            <a:xfrm>
              <a:off x="5151661" y="35632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19" name="pt13819"/>
            <p:cNvSpPr/>
            <p:nvPr/>
          </p:nvSpPr>
          <p:spPr>
            <a:xfrm>
              <a:off x="5165059" y="3530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0" name="pt13820"/>
            <p:cNvSpPr/>
            <p:nvPr/>
          </p:nvSpPr>
          <p:spPr>
            <a:xfrm>
              <a:off x="5173571" y="33508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1" name="pt13821"/>
            <p:cNvSpPr/>
            <p:nvPr/>
          </p:nvSpPr>
          <p:spPr>
            <a:xfrm>
              <a:off x="5165030" y="3564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2" name="pt13822"/>
            <p:cNvSpPr/>
            <p:nvPr/>
          </p:nvSpPr>
          <p:spPr>
            <a:xfrm>
              <a:off x="5171285" y="35588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3" name="pt13823"/>
            <p:cNvSpPr/>
            <p:nvPr/>
          </p:nvSpPr>
          <p:spPr>
            <a:xfrm>
              <a:off x="5222268" y="35111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4" name="pt13824"/>
            <p:cNvSpPr/>
            <p:nvPr/>
          </p:nvSpPr>
          <p:spPr>
            <a:xfrm>
              <a:off x="5239419" y="3550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5" name="pt13825"/>
            <p:cNvSpPr/>
            <p:nvPr/>
          </p:nvSpPr>
          <p:spPr>
            <a:xfrm>
              <a:off x="5152905" y="3533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6" name="pt13826"/>
            <p:cNvSpPr/>
            <p:nvPr/>
          </p:nvSpPr>
          <p:spPr>
            <a:xfrm>
              <a:off x="5172932" y="3553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7" name="pt13827"/>
            <p:cNvSpPr/>
            <p:nvPr/>
          </p:nvSpPr>
          <p:spPr>
            <a:xfrm>
              <a:off x="5104625" y="3067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8" name="pt13828"/>
            <p:cNvSpPr/>
            <p:nvPr/>
          </p:nvSpPr>
          <p:spPr>
            <a:xfrm>
              <a:off x="5128373" y="35638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29" name="pt13829"/>
            <p:cNvSpPr/>
            <p:nvPr/>
          </p:nvSpPr>
          <p:spPr>
            <a:xfrm>
              <a:off x="5161266" y="35615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0" name="pt13830"/>
            <p:cNvSpPr/>
            <p:nvPr/>
          </p:nvSpPr>
          <p:spPr>
            <a:xfrm>
              <a:off x="5196275" y="3575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1" name="pt13831"/>
            <p:cNvSpPr/>
            <p:nvPr/>
          </p:nvSpPr>
          <p:spPr>
            <a:xfrm>
              <a:off x="5190401" y="35086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2" name="pt13832"/>
            <p:cNvSpPr/>
            <p:nvPr/>
          </p:nvSpPr>
          <p:spPr>
            <a:xfrm>
              <a:off x="5139735" y="3529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3" name="pt13833"/>
            <p:cNvSpPr/>
            <p:nvPr/>
          </p:nvSpPr>
          <p:spPr>
            <a:xfrm>
              <a:off x="5189797" y="3546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4" name="pt13834"/>
            <p:cNvSpPr/>
            <p:nvPr/>
          </p:nvSpPr>
          <p:spPr>
            <a:xfrm>
              <a:off x="5152939" y="3544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5" name="pt13835"/>
            <p:cNvSpPr/>
            <p:nvPr/>
          </p:nvSpPr>
          <p:spPr>
            <a:xfrm>
              <a:off x="5162059" y="3551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6" name="pt13836"/>
            <p:cNvSpPr/>
            <p:nvPr/>
          </p:nvSpPr>
          <p:spPr>
            <a:xfrm>
              <a:off x="5149199" y="35322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7" name="pt13837"/>
            <p:cNvSpPr/>
            <p:nvPr/>
          </p:nvSpPr>
          <p:spPr>
            <a:xfrm>
              <a:off x="5143531" y="35493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8" name="pt13838"/>
            <p:cNvSpPr/>
            <p:nvPr/>
          </p:nvSpPr>
          <p:spPr>
            <a:xfrm>
              <a:off x="5197572" y="35843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39" name="pt13839"/>
            <p:cNvSpPr/>
            <p:nvPr/>
          </p:nvSpPr>
          <p:spPr>
            <a:xfrm>
              <a:off x="5139839" y="36973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0" name="pt13840"/>
            <p:cNvSpPr/>
            <p:nvPr/>
          </p:nvSpPr>
          <p:spPr>
            <a:xfrm>
              <a:off x="5160462" y="35699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1" name="pt13841"/>
            <p:cNvSpPr/>
            <p:nvPr/>
          </p:nvSpPr>
          <p:spPr>
            <a:xfrm>
              <a:off x="5170511" y="3589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2" name="pt13842"/>
            <p:cNvSpPr/>
            <p:nvPr/>
          </p:nvSpPr>
          <p:spPr>
            <a:xfrm>
              <a:off x="5201913" y="3573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3" name="pt13843"/>
            <p:cNvSpPr/>
            <p:nvPr/>
          </p:nvSpPr>
          <p:spPr>
            <a:xfrm>
              <a:off x="5160030" y="3552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4" name="pt13844"/>
            <p:cNvSpPr/>
            <p:nvPr/>
          </p:nvSpPr>
          <p:spPr>
            <a:xfrm>
              <a:off x="5136128" y="3545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5" name="pt13845"/>
            <p:cNvSpPr/>
            <p:nvPr/>
          </p:nvSpPr>
          <p:spPr>
            <a:xfrm>
              <a:off x="5119040" y="35627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6" name="pt13846"/>
            <p:cNvSpPr/>
            <p:nvPr/>
          </p:nvSpPr>
          <p:spPr>
            <a:xfrm>
              <a:off x="5126655" y="35126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7" name="pt13847"/>
            <p:cNvSpPr/>
            <p:nvPr/>
          </p:nvSpPr>
          <p:spPr>
            <a:xfrm>
              <a:off x="5200092" y="3526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8" name="pt13848"/>
            <p:cNvSpPr/>
            <p:nvPr/>
          </p:nvSpPr>
          <p:spPr>
            <a:xfrm>
              <a:off x="5211424" y="35453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49" name="pt13849"/>
            <p:cNvSpPr/>
            <p:nvPr/>
          </p:nvSpPr>
          <p:spPr>
            <a:xfrm>
              <a:off x="5164774" y="35541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0" name="pt13850"/>
            <p:cNvSpPr/>
            <p:nvPr/>
          </p:nvSpPr>
          <p:spPr>
            <a:xfrm>
              <a:off x="5149932" y="35756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1" name="pt13851"/>
            <p:cNvSpPr/>
            <p:nvPr/>
          </p:nvSpPr>
          <p:spPr>
            <a:xfrm>
              <a:off x="5182158" y="3532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2" name="pt13852"/>
            <p:cNvSpPr/>
            <p:nvPr/>
          </p:nvSpPr>
          <p:spPr>
            <a:xfrm>
              <a:off x="5107341" y="3567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3" name="pt13853"/>
            <p:cNvSpPr/>
            <p:nvPr/>
          </p:nvSpPr>
          <p:spPr>
            <a:xfrm>
              <a:off x="5146421" y="3569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4" name="pt13854"/>
            <p:cNvSpPr/>
            <p:nvPr/>
          </p:nvSpPr>
          <p:spPr>
            <a:xfrm>
              <a:off x="5133633" y="35707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5" name="pt13855"/>
            <p:cNvSpPr/>
            <p:nvPr/>
          </p:nvSpPr>
          <p:spPr>
            <a:xfrm>
              <a:off x="5164001" y="35589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6" name="pt13856"/>
            <p:cNvSpPr/>
            <p:nvPr/>
          </p:nvSpPr>
          <p:spPr>
            <a:xfrm>
              <a:off x="5165572" y="3534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7" name="pt13857"/>
            <p:cNvSpPr/>
            <p:nvPr/>
          </p:nvSpPr>
          <p:spPr>
            <a:xfrm>
              <a:off x="5104550" y="3544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8" name="pt13858"/>
            <p:cNvSpPr/>
            <p:nvPr/>
          </p:nvSpPr>
          <p:spPr>
            <a:xfrm>
              <a:off x="5147984" y="33956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59" name="pt13859"/>
            <p:cNvSpPr/>
            <p:nvPr/>
          </p:nvSpPr>
          <p:spPr>
            <a:xfrm>
              <a:off x="5241846" y="35729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0" name="pt13860"/>
            <p:cNvSpPr/>
            <p:nvPr/>
          </p:nvSpPr>
          <p:spPr>
            <a:xfrm>
              <a:off x="5160256" y="36304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1" name="pt13861"/>
            <p:cNvSpPr/>
            <p:nvPr/>
          </p:nvSpPr>
          <p:spPr>
            <a:xfrm>
              <a:off x="5129298" y="35802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2" name="pt13862"/>
            <p:cNvSpPr/>
            <p:nvPr/>
          </p:nvSpPr>
          <p:spPr>
            <a:xfrm>
              <a:off x="5101567" y="3601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3" name="pt13863"/>
            <p:cNvSpPr/>
            <p:nvPr/>
          </p:nvSpPr>
          <p:spPr>
            <a:xfrm>
              <a:off x="5062566" y="3597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4" name="pt13864"/>
            <p:cNvSpPr/>
            <p:nvPr/>
          </p:nvSpPr>
          <p:spPr>
            <a:xfrm>
              <a:off x="5146225" y="3568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5" name="pt13865"/>
            <p:cNvSpPr/>
            <p:nvPr/>
          </p:nvSpPr>
          <p:spPr>
            <a:xfrm>
              <a:off x="5164978" y="3552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6" name="pt13866"/>
            <p:cNvSpPr/>
            <p:nvPr/>
          </p:nvSpPr>
          <p:spPr>
            <a:xfrm>
              <a:off x="5133549" y="34635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7" name="pt13867"/>
            <p:cNvSpPr/>
            <p:nvPr/>
          </p:nvSpPr>
          <p:spPr>
            <a:xfrm>
              <a:off x="5089886" y="3625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8" name="pt13868"/>
            <p:cNvSpPr/>
            <p:nvPr/>
          </p:nvSpPr>
          <p:spPr>
            <a:xfrm>
              <a:off x="5148269" y="35343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69" name="pt13869"/>
            <p:cNvSpPr/>
            <p:nvPr/>
          </p:nvSpPr>
          <p:spPr>
            <a:xfrm>
              <a:off x="5215133" y="3574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0" name="pt13870"/>
            <p:cNvSpPr/>
            <p:nvPr/>
          </p:nvSpPr>
          <p:spPr>
            <a:xfrm>
              <a:off x="5202354" y="35221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1" name="pt13871"/>
            <p:cNvSpPr/>
            <p:nvPr/>
          </p:nvSpPr>
          <p:spPr>
            <a:xfrm>
              <a:off x="5142560" y="35567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2" name="pt13872"/>
            <p:cNvSpPr/>
            <p:nvPr/>
          </p:nvSpPr>
          <p:spPr>
            <a:xfrm>
              <a:off x="5166171" y="35402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3" name="pt13873"/>
            <p:cNvSpPr/>
            <p:nvPr/>
          </p:nvSpPr>
          <p:spPr>
            <a:xfrm>
              <a:off x="5217250" y="35492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4" name="pt13874"/>
            <p:cNvSpPr/>
            <p:nvPr/>
          </p:nvSpPr>
          <p:spPr>
            <a:xfrm>
              <a:off x="5155265" y="3497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5" name="pt13875"/>
            <p:cNvSpPr/>
            <p:nvPr/>
          </p:nvSpPr>
          <p:spPr>
            <a:xfrm>
              <a:off x="5182629" y="3535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6" name="pt13876"/>
            <p:cNvSpPr/>
            <p:nvPr/>
          </p:nvSpPr>
          <p:spPr>
            <a:xfrm>
              <a:off x="5117203" y="3556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7" name="pt13877"/>
            <p:cNvSpPr/>
            <p:nvPr/>
          </p:nvSpPr>
          <p:spPr>
            <a:xfrm>
              <a:off x="5181173" y="35586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8" name="pt13878"/>
            <p:cNvSpPr/>
            <p:nvPr/>
          </p:nvSpPr>
          <p:spPr>
            <a:xfrm>
              <a:off x="5178194" y="35422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79" name="pt13879"/>
            <p:cNvSpPr/>
            <p:nvPr/>
          </p:nvSpPr>
          <p:spPr>
            <a:xfrm>
              <a:off x="5166724" y="3560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0" name="pt13880"/>
            <p:cNvSpPr/>
            <p:nvPr/>
          </p:nvSpPr>
          <p:spPr>
            <a:xfrm>
              <a:off x="5136797" y="33872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1" name="pt13881"/>
            <p:cNvSpPr/>
            <p:nvPr/>
          </p:nvSpPr>
          <p:spPr>
            <a:xfrm>
              <a:off x="5155638" y="35490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2" name="pt13882"/>
            <p:cNvSpPr/>
            <p:nvPr/>
          </p:nvSpPr>
          <p:spPr>
            <a:xfrm>
              <a:off x="5176241" y="35369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3" name="pt13883"/>
            <p:cNvSpPr/>
            <p:nvPr/>
          </p:nvSpPr>
          <p:spPr>
            <a:xfrm>
              <a:off x="5055825" y="3578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4" name="pt13884"/>
            <p:cNvSpPr/>
            <p:nvPr/>
          </p:nvSpPr>
          <p:spPr>
            <a:xfrm>
              <a:off x="5132537" y="3690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5" name="pt13885"/>
            <p:cNvSpPr/>
            <p:nvPr/>
          </p:nvSpPr>
          <p:spPr>
            <a:xfrm>
              <a:off x="5200458" y="35502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6" name="pt13886"/>
            <p:cNvSpPr/>
            <p:nvPr/>
          </p:nvSpPr>
          <p:spPr>
            <a:xfrm>
              <a:off x="5173440" y="35735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7" name="pt13887"/>
            <p:cNvSpPr/>
            <p:nvPr/>
          </p:nvSpPr>
          <p:spPr>
            <a:xfrm>
              <a:off x="5195649" y="35869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8" name="pt13888"/>
            <p:cNvSpPr/>
            <p:nvPr/>
          </p:nvSpPr>
          <p:spPr>
            <a:xfrm>
              <a:off x="5200173" y="35714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89" name="pt13889"/>
            <p:cNvSpPr/>
            <p:nvPr/>
          </p:nvSpPr>
          <p:spPr>
            <a:xfrm>
              <a:off x="5102009" y="3568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0" name="pt13890"/>
            <p:cNvSpPr/>
            <p:nvPr/>
          </p:nvSpPr>
          <p:spPr>
            <a:xfrm>
              <a:off x="5146675" y="35581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1" name="pt13891"/>
            <p:cNvSpPr/>
            <p:nvPr/>
          </p:nvSpPr>
          <p:spPr>
            <a:xfrm>
              <a:off x="5144084" y="3564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2" name="pt13892"/>
            <p:cNvSpPr/>
            <p:nvPr/>
          </p:nvSpPr>
          <p:spPr>
            <a:xfrm>
              <a:off x="5128936" y="3598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3" name="pt13893"/>
            <p:cNvSpPr/>
            <p:nvPr/>
          </p:nvSpPr>
          <p:spPr>
            <a:xfrm>
              <a:off x="5117455" y="35089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4" name="pt13894"/>
            <p:cNvSpPr/>
            <p:nvPr/>
          </p:nvSpPr>
          <p:spPr>
            <a:xfrm>
              <a:off x="5037828" y="3577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5" name="pt13895"/>
            <p:cNvSpPr/>
            <p:nvPr/>
          </p:nvSpPr>
          <p:spPr>
            <a:xfrm>
              <a:off x="5172517" y="3526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6" name="pt13896"/>
            <p:cNvSpPr/>
            <p:nvPr/>
          </p:nvSpPr>
          <p:spPr>
            <a:xfrm>
              <a:off x="5207466" y="3542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7" name="pt13897"/>
            <p:cNvSpPr/>
            <p:nvPr/>
          </p:nvSpPr>
          <p:spPr>
            <a:xfrm>
              <a:off x="5173635" y="36153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8" name="pt13898"/>
            <p:cNvSpPr/>
            <p:nvPr/>
          </p:nvSpPr>
          <p:spPr>
            <a:xfrm>
              <a:off x="5179806" y="3537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899" name="pt13899"/>
            <p:cNvSpPr/>
            <p:nvPr/>
          </p:nvSpPr>
          <p:spPr>
            <a:xfrm>
              <a:off x="5114763" y="35580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0" name="pt13900"/>
            <p:cNvSpPr/>
            <p:nvPr/>
          </p:nvSpPr>
          <p:spPr>
            <a:xfrm>
              <a:off x="5152420" y="3549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1" name="pt13901"/>
            <p:cNvSpPr/>
            <p:nvPr/>
          </p:nvSpPr>
          <p:spPr>
            <a:xfrm>
              <a:off x="5159864" y="3553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2" name="pt13902"/>
            <p:cNvSpPr/>
            <p:nvPr/>
          </p:nvSpPr>
          <p:spPr>
            <a:xfrm>
              <a:off x="5166040" y="35038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3" name="pt13903"/>
            <p:cNvSpPr/>
            <p:nvPr/>
          </p:nvSpPr>
          <p:spPr>
            <a:xfrm>
              <a:off x="5105065" y="3554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4" name="pt13904"/>
            <p:cNvSpPr/>
            <p:nvPr/>
          </p:nvSpPr>
          <p:spPr>
            <a:xfrm>
              <a:off x="5164487" y="3567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5" name="pt13905"/>
            <p:cNvSpPr/>
            <p:nvPr/>
          </p:nvSpPr>
          <p:spPr>
            <a:xfrm>
              <a:off x="5072184" y="3563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6" name="pt13906"/>
            <p:cNvSpPr/>
            <p:nvPr/>
          </p:nvSpPr>
          <p:spPr>
            <a:xfrm>
              <a:off x="5165435" y="36205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7" name="pt13907"/>
            <p:cNvSpPr/>
            <p:nvPr/>
          </p:nvSpPr>
          <p:spPr>
            <a:xfrm>
              <a:off x="5178592" y="36465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8" name="pt13908"/>
            <p:cNvSpPr/>
            <p:nvPr/>
          </p:nvSpPr>
          <p:spPr>
            <a:xfrm>
              <a:off x="5093044" y="3502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09" name="pt13909"/>
            <p:cNvSpPr/>
            <p:nvPr/>
          </p:nvSpPr>
          <p:spPr>
            <a:xfrm>
              <a:off x="5179422" y="35609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0" name="pt13910"/>
            <p:cNvSpPr/>
            <p:nvPr/>
          </p:nvSpPr>
          <p:spPr>
            <a:xfrm>
              <a:off x="5203339" y="35612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1" name="pt13911"/>
            <p:cNvSpPr/>
            <p:nvPr/>
          </p:nvSpPr>
          <p:spPr>
            <a:xfrm>
              <a:off x="5077911" y="35965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2" name="pt13912"/>
            <p:cNvSpPr/>
            <p:nvPr/>
          </p:nvSpPr>
          <p:spPr>
            <a:xfrm>
              <a:off x="5164746" y="35518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3" name="pt13913"/>
            <p:cNvSpPr/>
            <p:nvPr/>
          </p:nvSpPr>
          <p:spPr>
            <a:xfrm>
              <a:off x="5161605" y="3541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4" name="pt13914"/>
            <p:cNvSpPr/>
            <p:nvPr/>
          </p:nvSpPr>
          <p:spPr>
            <a:xfrm>
              <a:off x="5157207" y="35140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5" name="pt13915"/>
            <p:cNvSpPr/>
            <p:nvPr/>
          </p:nvSpPr>
          <p:spPr>
            <a:xfrm>
              <a:off x="5140402" y="35796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6" name="pt13916"/>
            <p:cNvSpPr/>
            <p:nvPr/>
          </p:nvSpPr>
          <p:spPr>
            <a:xfrm>
              <a:off x="5180905" y="35806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7" name="pt13917"/>
            <p:cNvSpPr/>
            <p:nvPr/>
          </p:nvSpPr>
          <p:spPr>
            <a:xfrm>
              <a:off x="5177122" y="36226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8" name="pt13918"/>
            <p:cNvSpPr/>
            <p:nvPr/>
          </p:nvSpPr>
          <p:spPr>
            <a:xfrm>
              <a:off x="5159019" y="3579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19" name="pt13919"/>
            <p:cNvSpPr/>
            <p:nvPr/>
          </p:nvSpPr>
          <p:spPr>
            <a:xfrm>
              <a:off x="5178335" y="3473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0" name="pt13920"/>
            <p:cNvSpPr/>
            <p:nvPr/>
          </p:nvSpPr>
          <p:spPr>
            <a:xfrm>
              <a:off x="5173598" y="35290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1" name="pt13921"/>
            <p:cNvSpPr/>
            <p:nvPr/>
          </p:nvSpPr>
          <p:spPr>
            <a:xfrm>
              <a:off x="5119916" y="35623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2" name="pt13922"/>
            <p:cNvSpPr/>
            <p:nvPr/>
          </p:nvSpPr>
          <p:spPr>
            <a:xfrm>
              <a:off x="5136356" y="3544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3" name="pt13923"/>
            <p:cNvSpPr/>
            <p:nvPr/>
          </p:nvSpPr>
          <p:spPr>
            <a:xfrm>
              <a:off x="5123938" y="3536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4" name="pt13924"/>
            <p:cNvSpPr/>
            <p:nvPr/>
          </p:nvSpPr>
          <p:spPr>
            <a:xfrm>
              <a:off x="5203949" y="3538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5" name="pt13925"/>
            <p:cNvSpPr/>
            <p:nvPr/>
          </p:nvSpPr>
          <p:spPr>
            <a:xfrm>
              <a:off x="5128675" y="3563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6" name="pt13926"/>
            <p:cNvSpPr/>
            <p:nvPr/>
          </p:nvSpPr>
          <p:spPr>
            <a:xfrm>
              <a:off x="5143227" y="3496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7" name="pt13927"/>
            <p:cNvSpPr/>
            <p:nvPr/>
          </p:nvSpPr>
          <p:spPr>
            <a:xfrm>
              <a:off x="5195710" y="35617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8" name="pt13928"/>
            <p:cNvSpPr/>
            <p:nvPr/>
          </p:nvSpPr>
          <p:spPr>
            <a:xfrm>
              <a:off x="5167259" y="3548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29" name="pt13929"/>
            <p:cNvSpPr/>
            <p:nvPr/>
          </p:nvSpPr>
          <p:spPr>
            <a:xfrm>
              <a:off x="5195506" y="35580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0" name="pt13930"/>
            <p:cNvSpPr/>
            <p:nvPr/>
          </p:nvSpPr>
          <p:spPr>
            <a:xfrm>
              <a:off x="5151289" y="35592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1" name="pt13931"/>
            <p:cNvSpPr/>
            <p:nvPr/>
          </p:nvSpPr>
          <p:spPr>
            <a:xfrm>
              <a:off x="5182386" y="3567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2" name="pt13932"/>
            <p:cNvSpPr/>
            <p:nvPr/>
          </p:nvSpPr>
          <p:spPr>
            <a:xfrm>
              <a:off x="5128039" y="3520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3" name="pt13933"/>
            <p:cNvSpPr/>
            <p:nvPr/>
          </p:nvSpPr>
          <p:spPr>
            <a:xfrm>
              <a:off x="5089440" y="36068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4" name="pt13934"/>
            <p:cNvSpPr/>
            <p:nvPr/>
          </p:nvSpPr>
          <p:spPr>
            <a:xfrm>
              <a:off x="5098263" y="35771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5" name="pt13935"/>
            <p:cNvSpPr/>
            <p:nvPr/>
          </p:nvSpPr>
          <p:spPr>
            <a:xfrm>
              <a:off x="5169708" y="36555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6" name="pt13936"/>
            <p:cNvSpPr/>
            <p:nvPr/>
          </p:nvSpPr>
          <p:spPr>
            <a:xfrm>
              <a:off x="5173403" y="3548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7" name="pt13937"/>
            <p:cNvSpPr/>
            <p:nvPr/>
          </p:nvSpPr>
          <p:spPr>
            <a:xfrm>
              <a:off x="5087953" y="3567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8" name="pt13938"/>
            <p:cNvSpPr/>
            <p:nvPr/>
          </p:nvSpPr>
          <p:spPr>
            <a:xfrm>
              <a:off x="5153919" y="35618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39" name="pt13939"/>
            <p:cNvSpPr/>
            <p:nvPr/>
          </p:nvSpPr>
          <p:spPr>
            <a:xfrm>
              <a:off x="5104245" y="3542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0" name="pt13940"/>
            <p:cNvSpPr/>
            <p:nvPr/>
          </p:nvSpPr>
          <p:spPr>
            <a:xfrm>
              <a:off x="5088030" y="3531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1" name="pt13941"/>
            <p:cNvSpPr/>
            <p:nvPr/>
          </p:nvSpPr>
          <p:spPr>
            <a:xfrm>
              <a:off x="5184189" y="35575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2" name="pt13942"/>
            <p:cNvSpPr/>
            <p:nvPr/>
          </p:nvSpPr>
          <p:spPr>
            <a:xfrm>
              <a:off x="5119325" y="36179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3" name="pt13943"/>
            <p:cNvSpPr/>
            <p:nvPr/>
          </p:nvSpPr>
          <p:spPr>
            <a:xfrm>
              <a:off x="5159994" y="35369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4" name="pt13944"/>
            <p:cNvSpPr/>
            <p:nvPr/>
          </p:nvSpPr>
          <p:spPr>
            <a:xfrm>
              <a:off x="5092099" y="35456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5" name="pt13945"/>
            <p:cNvSpPr/>
            <p:nvPr/>
          </p:nvSpPr>
          <p:spPr>
            <a:xfrm>
              <a:off x="5148556" y="35885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6" name="pt13946"/>
            <p:cNvSpPr/>
            <p:nvPr/>
          </p:nvSpPr>
          <p:spPr>
            <a:xfrm>
              <a:off x="5207788" y="3580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7" name="pt13947"/>
            <p:cNvSpPr/>
            <p:nvPr/>
          </p:nvSpPr>
          <p:spPr>
            <a:xfrm>
              <a:off x="5164164" y="3703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8" name="pt13948"/>
            <p:cNvSpPr/>
            <p:nvPr/>
          </p:nvSpPr>
          <p:spPr>
            <a:xfrm>
              <a:off x="5134945" y="35519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49" name="pt13949"/>
            <p:cNvSpPr/>
            <p:nvPr/>
          </p:nvSpPr>
          <p:spPr>
            <a:xfrm>
              <a:off x="5146374" y="3628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0" name="pt13950"/>
            <p:cNvSpPr/>
            <p:nvPr/>
          </p:nvSpPr>
          <p:spPr>
            <a:xfrm>
              <a:off x="5164640" y="35606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1" name="pt13951"/>
            <p:cNvSpPr/>
            <p:nvPr/>
          </p:nvSpPr>
          <p:spPr>
            <a:xfrm>
              <a:off x="5182244" y="35544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2" name="pt13952"/>
            <p:cNvSpPr/>
            <p:nvPr/>
          </p:nvSpPr>
          <p:spPr>
            <a:xfrm>
              <a:off x="5173949" y="35252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3" name="pt13953"/>
            <p:cNvSpPr/>
            <p:nvPr/>
          </p:nvSpPr>
          <p:spPr>
            <a:xfrm>
              <a:off x="5186174" y="3553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4" name="pt13954"/>
            <p:cNvSpPr/>
            <p:nvPr/>
          </p:nvSpPr>
          <p:spPr>
            <a:xfrm>
              <a:off x="5175702" y="35610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5" name="pt13955"/>
            <p:cNvSpPr/>
            <p:nvPr/>
          </p:nvSpPr>
          <p:spPr>
            <a:xfrm>
              <a:off x="5220454" y="3599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6" name="pt13956"/>
            <p:cNvSpPr/>
            <p:nvPr/>
          </p:nvSpPr>
          <p:spPr>
            <a:xfrm>
              <a:off x="5115564" y="35529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7" name="pt13957"/>
            <p:cNvSpPr/>
            <p:nvPr/>
          </p:nvSpPr>
          <p:spPr>
            <a:xfrm>
              <a:off x="5144152" y="3553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8" name="pt13958"/>
            <p:cNvSpPr/>
            <p:nvPr/>
          </p:nvSpPr>
          <p:spPr>
            <a:xfrm>
              <a:off x="5461379" y="3547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59" name="pt13959"/>
            <p:cNvSpPr/>
            <p:nvPr/>
          </p:nvSpPr>
          <p:spPr>
            <a:xfrm>
              <a:off x="5136636" y="3527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0" name="pt13960"/>
            <p:cNvSpPr/>
            <p:nvPr/>
          </p:nvSpPr>
          <p:spPr>
            <a:xfrm>
              <a:off x="5160089" y="3568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1" name="pt13961"/>
            <p:cNvSpPr/>
            <p:nvPr/>
          </p:nvSpPr>
          <p:spPr>
            <a:xfrm>
              <a:off x="5159644" y="35424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2" name="pt13962"/>
            <p:cNvSpPr/>
            <p:nvPr/>
          </p:nvSpPr>
          <p:spPr>
            <a:xfrm>
              <a:off x="5165314" y="35338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3" name="pt13963"/>
            <p:cNvSpPr/>
            <p:nvPr/>
          </p:nvSpPr>
          <p:spPr>
            <a:xfrm>
              <a:off x="5246608" y="3584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4" name="pt13964"/>
            <p:cNvSpPr/>
            <p:nvPr/>
          </p:nvSpPr>
          <p:spPr>
            <a:xfrm>
              <a:off x="5154428" y="3574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5" name="pt13965"/>
            <p:cNvSpPr/>
            <p:nvPr/>
          </p:nvSpPr>
          <p:spPr>
            <a:xfrm>
              <a:off x="5178046" y="3577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6" name="pt13966"/>
            <p:cNvSpPr/>
            <p:nvPr/>
          </p:nvSpPr>
          <p:spPr>
            <a:xfrm>
              <a:off x="5195981" y="35938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7" name="pt13967"/>
            <p:cNvSpPr/>
            <p:nvPr/>
          </p:nvSpPr>
          <p:spPr>
            <a:xfrm>
              <a:off x="5140528" y="35560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8" name="pt13968"/>
            <p:cNvSpPr/>
            <p:nvPr/>
          </p:nvSpPr>
          <p:spPr>
            <a:xfrm>
              <a:off x="5132955" y="3526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69" name="pt13969"/>
            <p:cNvSpPr/>
            <p:nvPr/>
          </p:nvSpPr>
          <p:spPr>
            <a:xfrm>
              <a:off x="5063540" y="3568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0" name="pt13970"/>
            <p:cNvSpPr/>
            <p:nvPr/>
          </p:nvSpPr>
          <p:spPr>
            <a:xfrm>
              <a:off x="5154370" y="35470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1" name="pt13971"/>
            <p:cNvSpPr/>
            <p:nvPr/>
          </p:nvSpPr>
          <p:spPr>
            <a:xfrm>
              <a:off x="5142812" y="35568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2" name="pt13972"/>
            <p:cNvSpPr/>
            <p:nvPr/>
          </p:nvSpPr>
          <p:spPr>
            <a:xfrm>
              <a:off x="5117243" y="36235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3" name="pt13973"/>
            <p:cNvSpPr/>
            <p:nvPr/>
          </p:nvSpPr>
          <p:spPr>
            <a:xfrm>
              <a:off x="5151617" y="35771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4" name="pt13974"/>
            <p:cNvSpPr/>
            <p:nvPr/>
          </p:nvSpPr>
          <p:spPr>
            <a:xfrm>
              <a:off x="5163063" y="34400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5" name="pt13975"/>
            <p:cNvSpPr/>
            <p:nvPr/>
          </p:nvSpPr>
          <p:spPr>
            <a:xfrm>
              <a:off x="5087486" y="35558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6" name="pt13976"/>
            <p:cNvSpPr/>
            <p:nvPr/>
          </p:nvSpPr>
          <p:spPr>
            <a:xfrm>
              <a:off x="5186582" y="3653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7" name="pt13977"/>
            <p:cNvSpPr/>
            <p:nvPr/>
          </p:nvSpPr>
          <p:spPr>
            <a:xfrm>
              <a:off x="5224352" y="35583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8" name="pt13978"/>
            <p:cNvSpPr/>
            <p:nvPr/>
          </p:nvSpPr>
          <p:spPr>
            <a:xfrm>
              <a:off x="5113130" y="3589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79" name="pt13979"/>
            <p:cNvSpPr/>
            <p:nvPr/>
          </p:nvSpPr>
          <p:spPr>
            <a:xfrm>
              <a:off x="5155247" y="35422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0" name="pt13980"/>
            <p:cNvSpPr/>
            <p:nvPr/>
          </p:nvSpPr>
          <p:spPr>
            <a:xfrm>
              <a:off x="5205092" y="35526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1" name="pt13981"/>
            <p:cNvSpPr/>
            <p:nvPr/>
          </p:nvSpPr>
          <p:spPr>
            <a:xfrm>
              <a:off x="5194532" y="35296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2" name="pt13982"/>
            <p:cNvSpPr/>
            <p:nvPr/>
          </p:nvSpPr>
          <p:spPr>
            <a:xfrm>
              <a:off x="5149173" y="35443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3" name="pt13983"/>
            <p:cNvSpPr/>
            <p:nvPr/>
          </p:nvSpPr>
          <p:spPr>
            <a:xfrm>
              <a:off x="5137375" y="35637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4" name="pt13984"/>
            <p:cNvSpPr/>
            <p:nvPr/>
          </p:nvSpPr>
          <p:spPr>
            <a:xfrm>
              <a:off x="5171359" y="35637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5" name="pt13985"/>
            <p:cNvSpPr/>
            <p:nvPr/>
          </p:nvSpPr>
          <p:spPr>
            <a:xfrm>
              <a:off x="5229433" y="3604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6" name="pt13986"/>
            <p:cNvSpPr/>
            <p:nvPr/>
          </p:nvSpPr>
          <p:spPr>
            <a:xfrm>
              <a:off x="5166779" y="3531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7" name="pt13987"/>
            <p:cNvSpPr/>
            <p:nvPr/>
          </p:nvSpPr>
          <p:spPr>
            <a:xfrm>
              <a:off x="5156693" y="3549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8" name="pt13988"/>
            <p:cNvSpPr/>
            <p:nvPr/>
          </p:nvSpPr>
          <p:spPr>
            <a:xfrm>
              <a:off x="5162543" y="3525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89" name="pt13989"/>
            <p:cNvSpPr/>
            <p:nvPr/>
          </p:nvSpPr>
          <p:spPr>
            <a:xfrm>
              <a:off x="5171837" y="3539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0" name="pt13990"/>
            <p:cNvSpPr/>
            <p:nvPr/>
          </p:nvSpPr>
          <p:spPr>
            <a:xfrm>
              <a:off x="5135658" y="3610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1" name="pt13991"/>
            <p:cNvSpPr/>
            <p:nvPr/>
          </p:nvSpPr>
          <p:spPr>
            <a:xfrm>
              <a:off x="5199514" y="35629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2" name="pt13992"/>
            <p:cNvSpPr/>
            <p:nvPr/>
          </p:nvSpPr>
          <p:spPr>
            <a:xfrm>
              <a:off x="5212704" y="35632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3" name="pt13993"/>
            <p:cNvSpPr/>
            <p:nvPr/>
          </p:nvSpPr>
          <p:spPr>
            <a:xfrm>
              <a:off x="5117848" y="3511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4" name="pt13994"/>
            <p:cNvSpPr/>
            <p:nvPr/>
          </p:nvSpPr>
          <p:spPr>
            <a:xfrm>
              <a:off x="5177900" y="35284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5" name="pt13995"/>
            <p:cNvSpPr/>
            <p:nvPr/>
          </p:nvSpPr>
          <p:spPr>
            <a:xfrm>
              <a:off x="5182213" y="3518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6" name="pt13996"/>
            <p:cNvSpPr/>
            <p:nvPr/>
          </p:nvSpPr>
          <p:spPr>
            <a:xfrm>
              <a:off x="5190512" y="35396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7" name="pt13997"/>
            <p:cNvSpPr/>
            <p:nvPr/>
          </p:nvSpPr>
          <p:spPr>
            <a:xfrm>
              <a:off x="5161056" y="3486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8" name="pt13998"/>
            <p:cNvSpPr/>
            <p:nvPr/>
          </p:nvSpPr>
          <p:spPr>
            <a:xfrm>
              <a:off x="5120582" y="3592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3999" name="pt13999"/>
            <p:cNvSpPr/>
            <p:nvPr/>
          </p:nvSpPr>
          <p:spPr>
            <a:xfrm>
              <a:off x="5152221" y="3542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0" name="pt14000"/>
            <p:cNvSpPr/>
            <p:nvPr/>
          </p:nvSpPr>
          <p:spPr>
            <a:xfrm>
              <a:off x="5170563" y="3590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1" name="pt14001"/>
            <p:cNvSpPr/>
            <p:nvPr/>
          </p:nvSpPr>
          <p:spPr>
            <a:xfrm>
              <a:off x="5057919" y="35456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2" name="pt14002"/>
            <p:cNvSpPr/>
            <p:nvPr/>
          </p:nvSpPr>
          <p:spPr>
            <a:xfrm>
              <a:off x="5128522" y="3607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3" name="pt14003"/>
            <p:cNvSpPr/>
            <p:nvPr/>
          </p:nvSpPr>
          <p:spPr>
            <a:xfrm>
              <a:off x="5175453" y="3571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4" name="pt14004"/>
            <p:cNvSpPr/>
            <p:nvPr/>
          </p:nvSpPr>
          <p:spPr>
            <a:xfrm>
              <a:off x="5174751" y="3564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5" name="pt14005"/>
            <p:cNvSpPr/>
            <p:nvPr/>
          </p:nvSpPr>
          <p:spPr>
            <a:xfrm>
              <a:off x="5189403" y="36048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6" name="pt14006"/>
            <p:cNvSpPr/>
            <p:nvPr/>
          </p:nvSpPr>
          <p:spPr>
            <a:xfrm>
              <a:off x="5179337" y="3612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7" name="pt14007"/>
            <p:cNvSpPr/>
            <p:nvPr/>
          </p:nvSpPr>
          <p:spPr>
            <a:xfrm>
              <a:off x="5171843" y="35220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8" name="pt14008"/>
            <p:cNvSpPr/>
            <p:nvPr/>
          </p:nvSpPr>
          <p:spPr>
            <a:xfrm>
              <a:off x="5138865" y="35859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09" name="pt14009"/>
            <p:cNvSpPr/>
            <p:nvPr/>
          </p:nvSpPr>
          <p:spPr>
            <a:xfrm>
              <a:off x="5132993" y="3544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0" name="pt14010"/>
            <p:cNvSpPr/>
            <p:nvPr/>
          </p:nvSpPr>
          <p:spPr>
            <a:xfrm>
              <a:off x="5111552" y="35387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1" name="pt14011"/>
            <p:cNvSpPr/>
            <p:nvPr/>
          </p:nvSpPr>
          <p:spPr>
            <a:xfrm>
              <a:off x="5133967" y="3595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2" name="pt14012"/>
            <p:cNvSpPr/>
            <p:nvPr/>
          </p:nvSpPr>
          <p:spPr>
            <a:xfrm>
              <a:off x="5118860" y="3591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3" name="pt14013"/>
            <p:cNvSpPr/>
            <p:nvPr/>
          </p:nvSpPr>
          <p:spPr>
            <a:xfrm>
              <a:off x="5110181" y="35454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4" name="pt14014"/>
            <p:cNvSpPr/>
            <p:nvPr/>
          </p:nvSpPr>
          <p:spPr>
            <a:xfrm>
              <a:off x="5187148" y="35477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5" name="pt14015"/>
            <p:cNvSpPr/>
            <p:nvPr/>
          </p:nvSpPr>
          <p:spPr>
            <a:xfrm>
              <a:off x="5116308" y="35023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6" name="pt14016"/>
            <p:cNvSpPr/>
            <p:nvPr/>
          </p:nvSpPr>
          <p:spPr>
            <a:xfrm>
              <a:off x="5172604" y="3585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7" name="pt14017"/>
            <p:cNvSpPr/>
            <p:nvPr/>
          </p:nvSpPr>
          <p:spPr>
            <a:xfrm>
              <a:off x="5188158" y="3541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8" name="pt14018"/>
            <p:cNvSpPr/>
            <p:nvPr/>
          </p:nvSpPr>
          <p:spPr>
            <a:xfrm>
              <a:off x="5167355" y="3558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19" name="pt14019"/>
            <p:cNvSpPr/>
            <p:nvPr/>
          </p:nvSpPr>
          <p:spPr>
            <a:xfrm>
              <a:off x="5096895" y="35785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0" name="pt14020"/>
            <p:cNvSpPr/>
            <p:nvPr/>
          </p:nvSpPr>
          <p:spPr>
            <a:xfrm>
              <a:off x="5120555" y="35382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1" name="pt14021"/>
            <p:cNvSpPr/>
            <p:nvPr/>
          </p:nvSpPr>
          <p:spPr>
            <a:xfrm>
              <a:off x="5032168" y="3547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2" name="pt14022"/>
            <p:cNvSpPr/>
            <p:nvPr/>
          </p:nvSpPr>
          <p:spPr>
            <a:xfrm>
              <a:off x="5176569" y="3468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3" name="pt14023"/>
            <p:cNvSpPr/>
            <p:nvPr/>
          </p:nvSpPr>
          <p:spPr>
            <a:xfrm>
              <a:off x="5145952" y="40638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4" name="pt14024"/>
            <p:cNvSpPr/>
            <p:nvPr/>
          </p:nvSpPr>
          <p:spPr>
            <a:xfrm>
              <a:off x="5138670" y="35196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5" name="pt14025"/>
            <p:cNvSpPr/>
            <p:nvPr/>
          </p:nvSpPr>
          <p:spPr>
            <a:xfrm>
              <a:off x="5120336" y="3545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6" name="pt14026"/>
            <p:cNvSpPr/>
            <p:nvPr/>
          </p:nvSpPr>
          <p:spPr>
            <a:xfrm>
              <a:off x="5125110" y="3556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7" name="pt14027"/>
            <p:cNvSpPr/>
            <p:nvPr/>
          </p:nvSpPr>
          <p:spPr>
            <a:xfrm>
              <a:off x="5191945" y="35582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8" name="pt14028"/>
            <p:cNvSpPr/>
            <p:nvPr/>
          </p:nvSpPr>
          <p:spPr>
            <a:xfrm>
              <a:off x="5156595" y="3550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29" name="pt14029"/>
            <p:cNvSpPr/>
            <p:nvPr/>
          </p:nvSpPr>
          <p:spPr>
            <a:xfrm>
              <a:off x="5140844" y="35647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0" name="pt14030"/>
            <p:cNvSpPr/>
            <p:nvPr/>
          </p:nvSpPr>
          <p:spPr>
            <a:xfrm>
              <a:off x="5205093" y="35060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1" name="pt14031"/>
            <p:cNvSpPr/>
            <p:nvPr/>
          </p:nvSpPr>
          <p:spPr>
            <a:xfrm>
              <a:off x="5112101" y="35678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2" name="pt14032"/>
            <p:cNvSpPr/>
            <p:nvPr/>
          </p:nvSpPr>
          <p:spPr>
            <a:xfrm>
              <a:off x="5138745" y="36355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3" name="pt14033"/>
            <p:cNvSpPr/>
            <p:nvPr/>
          </p:nvSpPr>
          <p:spPr>
            <a:xfrm>
              <a:off x="5196481" y="3541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4" name="pt14034"/>
            <p:cNvSpPr/>
            <p:nvPr/>
          </p:nvSpPr>
          <p:spPr>
            <a:xfrm>
              <a:off x="5126767" y="35809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5" name="pt14035"/>
            <p:cNvSpPr/>
            <p:nvPr/>
          </p:nvSpPr>
          <p:spPr>
            <a:xfrm>
              <a:off x="5137682" y="35487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6" name="pt14036"/>
            <p:cNvSpPr/>
            <p:nvPr/>
          </p:nvSpPr>
          <p:spPr>
            <a:xfrm>
              <a:off x="5210742" y="35404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7" name="pt14037"/>
            <p:cNvSpPr/>
            <p:nvPr/>
          </p:nvSpPr>
          <p:spPr>
            <a:xfrm>
              <a:off x="5113181" y="3571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8" name="pt14038"/>
            <p:cNvSpPr/>
            <p:nvPr/>
          </p:nvSpPr>
          <p:spPr>
            <a:xfrm>
              <a:off x="5142061" y="35887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39" name="pt14039"/>
            <p:cNvSpPr/>
            <p:nvPr/>
          </p:nvSpPr>
          <p:spPr>
            <a:xfrm>
              <a:off x="5149961" y="3566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0" name="pt14040"/>
            <p:cNvSpPr/>
            <p:nvPr/>
          </p:nvSpPr>
          <p:spPr>
            <a:xfrm>
              <a:off x="5160547" y="3526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1" name="pt14041"/>
            <p:cNvSpPr/>
            <p:nvPr/>
          </p:nvSpPr>
          <p:spPr>
            <a:xfrm>
              <a:off x="5180543" y="36171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2" name="pt14042"/>
            <p:cNvSpPr/>
            <p:nvPr/>
          </p:nvSpPr>
          <p:spPr>
            <a:xfrm>
              <a:off x="5152511" y="32514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3" name="pt14043"/>
            <p:cNvSpPr/>
            <p:nvPr/>
          </p:nvSpPr>
          <p:spPr>
            <a:xfrm>
              <a:off x="5114952" y="3635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4" name="pt14044"/>
            <p:cNvSpPr/>
            <p:nvPr/>
          </p:nvSpPr>
          <p:spPr>
            <a:xfrm>
              <a:off x="5134670" y="3566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5" name="pt14045"/>
            <p:cNvSpPr/>
            <p:nvPr/>
          </p:nvSpPr>
          <p:spPr>
            <a:xfrm>
              <a:off x="5167998" y="3562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6" name="pt14046"/>
            <p:cNvSpPr/>
            <p:nvPr/>
          </p:nvSpPr>
          <p:spPr>
            <a:xfrm>
              <a:off x="5136967" y="35917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7" name="pt14047"/>
            <p:cNvSpPr/>
            <p:nvPr/>
          </p:nvSpPr>
          <p:spPr>
            <a:xfrm>
              <a:off x="5203381" y="3546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8" name="pt14048"/>
            <p:cNvSpPr/>
            <p:nvPr/>
          </p:nvSpPr>
          <p:spPr>
            <a:xfrm>
              <a:off x="5145840" y="3515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49" name="pt14049"/>
            <p:cNvSpPr/>
            <p:nvPr/>
          </p:nvSpPr>
          <p:spPr>
            <a:xfrm>
              <a:off x="5157598" y="35573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0" name="pt14050"/>
            <p:cNvSpPr/>
            <p:nvPr/>
          </p:nvSpPr>
          <p:spPr>
            <a:xfrm>
              <a:off x="5140442" y="35512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1" name="pt14051"/>
            <p:cNvSpPr/>
            <p:nvPr/>
          </p:nvSpPr>
          <p:spPr>
            <a:xfrm>
              <a:off x="5175450" y="35668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2" name="pt14052"/>
            <p:cNvSpPr/>
            <p:nvPr/>
          </p:nvSpPr>
          <p:spPr>
            <a:xfrm>
              <a:off x="5139278" y="35499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3" name="pt14053"/>
            <p:cNvSpPr/>
            <p:nvPr/>
          </p:nvSpPr>
          <p:spPr>
            <a:xfrm>
              <a:off x="5170681" y="3530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4" name="pt14054"/>
            <p:cNvSpPr/>
            <p:nvPr/>
          </p:nvSpPr>
          <p:spPr>
            <a:xfrm>
              <a:off x="5187221" y="3577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5" name="pt14055"/>
            <p:cNvSpPr/>
            <p:nvPr/>
          </p:nvSpPr>
          <p:spPr>
            <a:xfrm>
              <a:off x="5180854" y="3585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6" name="pt14056"/>
            <p:cNvSpPr/>
            <p:nvPr/>
          </p:nvSpPr>
          <p:spPr>
            <a:xfrm>
              <a:off x="5227398" y="3588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7" name="pt14057"/>
            <p:cNvSpPr/>
            <p:nvPr/>
          </p:nvSpPr>
          <p:spPr>
            <a:xfrm>
              <a:off x="5124790" y="3576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8" name="pt14058"/>
            <p:cNvSpPr/>
            <p:nvPr/>
          </p:nvSpPr>
          <p:spPr>
            <a:xfrm>
              <a:off x="5201999" y="3555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59" name="pt14059"/>
            <p:cNvSpPr/>
            <p:nvPr/>
          </p:nvSpPr>
          <p:spPr>
            <a:xfrm>
              <a:off x="5081431" y="3542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0" name="pt14060"/>
            <p:cNvSpPr/>
            <p:nvPr/>
          </p:nvSpPr>
          <p:spPr>
            <a:xfrm>
              <a:off x="5142168" y="35270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1" name="pt14061"/>
            <p:cNvSpPr/>
            <p:nvPr/>
          </p:nvSpPr>
          <p:spPr>
            <a:xfrm>
              <a:off x="5170535" y="3580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2" name="pt14062"/>
            <p:cNvSpPr/>
            <p:nvPr/>
          </p:nvSpPr>
          <p:spPr>
            <a:xfrm>
              <a:off x="5167132" y="3562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3" name="pt14063"/>
            <p:cNvSpPr/>
            <p:nvPr/>
          </p:nvSpPr>
          <p:spPr>
            <a:xfrm>
              <a:off x="5128048" y="35886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4" name="pt14064"/>
            <p:cNvSpPr/>
            <p:nvPr/>
          </p:nvSpPr>
          <p:spPr>
            <a:xfrm>
              <a:off x="5122269" y="35769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5" name="pt14065"/>
            <p:cNvSpPr/>
            <p:nvPr/>
          </p:nvSpPr>
          <p:spPr>
            <a:xfrm>
              <a:off x="5107719" y="35368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6" name="pt14066"/>
            <p:cNvSpPr/>
            <p:nvPr/>
          </p:nvSpPr>
          <p:spPr>
            <a:xfrm>
              <a:off x="5140480" y="3528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7" name="pt14067"/>
            <p:cNvSpPr/>
            <p:nvPr/>
          </p:nvSpPr>
          <p:spPr>
            <a:xfrm>
              <a:off x="5135403" y="3580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8" name="pt14068"/>
            <p:cNvSpPr/>
            <p:nvPr/>
          </p:nvSpPr>
          <p:spPr>
            <a:xfrm>
              <a:off x="5107192" y="35398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69" name="pt14069"/>
            <p:cNvSpPr/>
            <p:nvPr/>
          </p:nvSpPr>
          <p:spPr>
            <a:xfrm>
              <a:off x="5137083" y="3556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0" name="pt14070"/>
            <p:cNvSpPr/>
            <p:nvPr/>
          </p:nvSpPr>
          <p:spPr>
            <a:xfrm>
              <a:off x="5144389" y="3529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1" name="pt14071"/>
            <p:cNvSpPr/>
            <p:nvPr/>
          </p:nvSpPr>
          <p:spPr>
            <a:xfrm>
              <a:off x="5183002" y="36486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2" name="pt14072"/>
            <p:cNvSpPr/>
            <p:nvPr/>
          </p:nvSpPr>
          <p:spPr>
            <a:xfrm>
              <a:off x="5056697" y="35639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3" name="pt14073"/>
            <p:cNvSpPr/>
            <p:nvPr/>
          </p:nvSpPr>
          <p:spPr>
            <a:xfrm>
              <a:off x="5270453" y="3651825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74" name="pt14074"/>
            <p:cNvSpPr/>
            <p:nvPr/>
          </p:nvSpPr>
          <p:spPr>
            <a:xfrm>
              <a:off x="5131315" y="3491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5" name="pt14075"/>
            <p:cNvSpPr/>
            <p:nvPr/>
          </p:nvSpPr>
          <p:spPr>
            <a:xfrm>
              <a:off x="5093235" y="35325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6" name="pt14076"/>
            <p:cNvSpPr/>
            <p:nvPr/>
          </p:nvSpPr>
          <p:spPr>
            <a:xfrm>
              <a:off x="5149634" y="3568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7" name="pt14077"/>
            <p:cNvSpPr/>
            <p:nvPr/>
          </p:nvSpPr>
          <p:spPr>
            <a:xfrm>
              <a:off x="5177505" y="35797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8" name="pt14078"/>
            <p:cNvSpPr/>
            <p:nvPr/>
          </p:nvSpPr>
          <p:spPr>
            <a:xfrm>
              <a:off x="5174161" y="35547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79" name="pt14079"/>
            <p:cNvSpPr/>
            <p:nvPr/>
          </p:nvSpPr>
          <p:spPr>
            <a:xfrm>
              <a:off x="5298119" y="3520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0" name="pt14080"/>
            <p:cNvSpPr/>
            <p:nvPr/>
          </p:nvSpPr>
          <p:spPr>
            <a:xfrm>
              <a:off x="5142010" y="3484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1" name="pt14081"/>
            <p:cNvSpPr/>
            <p:nvPr/>
          </p:nvSpPr>
          <p:spPr>
            <a:xfrm>
              <a:off x="5185650" y="3663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2" name="pt14082"/>
            <p:cNvSpPr/>
            <p:nvPr/>
          </p:nvSpPr>
          <p:spPr>
            <a:xfrm>
              <a:off x="5144250" y="3551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3" name="pt14083"/>
            <p:cNvSpPr/>
            <p:nvPr/>
          </p:nvSpPr>
          <p:spPr>
            <a:xfrm>
              <a:off x="5102171" y="36603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4" name="pt14084"/>
            <p:cNvSpPr/>
            <p:nvPr/>
          </p:nvSpPr>
          <p:spPr>
            <a:xfrm>
              <a:off x="5165229" y="3433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5" name="pt14085"/>
            <p:cNvSpPr/>
            <p:nvPr/>
          </p:nvSpPr>
          <p:spPr>
            <a:xfrm>
              <a:off x="5101546" y="3585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6" name="pt14086"/>
            <p:cNvSpPr/>
            <p:nvPr/>
          </p:nvSpPr>
          <p:spPr>
            <a:xfrm>
              <a:off x="5108752" y="35505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7" name="pt14087"/>
            <p:cNvSpPr/>
            <p:nvPr/>
          </p:nvSpPr>
          <p:spPr>
            <a:xfrm>
              <a:off x="5174188" y="35630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8" name="pt14088"/>
            <p:cNvSpPr/>
            <p:nvPr/>
          </p:nvSpPr>
          <p:spPr>
            <a:xfrm>
              <a:off x="5194742" y="36314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89" name="pt14089"/>
            <p:cNvSpPr/>
            <p:nvPr/>
          </p:nvSpPr>
          <p:spPr>
            <a:xfrm>
              <a:off x="5124032" y="3606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0" name="pt14090"/>
            <p:cNvSpPr/>
            <p:nvPr/>
          </p:nvSpPr>
          <p:spPr>
            <a:xfrm>
              <a:off x="5167144" y="3549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1" name="pt14091"/>
            <p:cNvSpPr/>
            <p:nvPr/>
          </p:nvSpPr>
          <p:spPr>
            <a:xfrm>
              <a:off x="5137599" y="35643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2" name="pt14092"/>
            <p:cNvSpPr/>
            <p:nvPr/>
          </p:nvSpPr>
          <p:spPr>
            <a:xfrm>
              <a:off x="5130479" y="36634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3" name="pt14093"/>
            <p:cNvSpPr/>
            <p:nvPr/>
          </p:nvSpPr>
          <p:spPr>
            <a:xfrm>
              <a:off x="5147666" y="35414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4" name="pt14094"/>
            <p:cNvSpPr/>
            <p:nvPr/>
          </p:nvSpPr>
          <p:spPr>
            <a:xfrm>
              <a:off x="5116967" y="35476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5" name="pt14095"/>
            <p:cNvSpPr/>
            <p:nvPr/>
          </p:nvSpPr>
          <p:spPr>
            <a:xfrm>
              <a:off x="5153951" y="35036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6" name="pt14096"/>
            <p:cNvSpPr/>
            <p:nvPr/>
          </p:nvSpPr>
          <p:spPr>
            <a:xfrm>
              <a:off x="5169101" y="3569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7" name="pt14097"/>
            <p:cNvSpPr/>
            <p:nvPr/>
          </p:nvSpPr>
          <p:spPr>
            <a:xfrm>
              <a:off x="5115129" y="35454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8" name="pt14098"/>
            <p:cNvSpPr/>
            <p:nvPr/>
          </p:nvSpPr>
          <p:spPr>
            <a:xfrm>
              <a:off x="5159313" y="36128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099" name="pt14099"/>
            <p:cNvSpPr/>
            <p:nvPr/>
          </p:nvSpPr>
          <p:spPr>
            <a:xfrm>
              <a:off x="5163857" y="3583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0" name="pt14100"/>
            <p:cNvSpPr/>
            <p:nvPr/>
          </p:nvSpPr>
          <p:spPr>
            <a:xfrm>
              <a:off x="5162077" y="35556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1" name="pt14101"/>
            <p:cNvSpPr/>
            <p:nvPr/>
          </p:nvSpPr>
          <p:spPr>
            <a:xfrm>
              <a:off x="5126489" y="35558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2" name="pt14102"/>
            <p:cNvSpPr/>
            <p:nvPr/>
          </p:nvSpPr>
          <p:spPr>
            <a:xfrm>
              <a:off x="5130723" y="3537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3" name="pt14103"/>
            <p:cNvSpPr/>
            <p:nvPr/>
          </p:nvSpPr>
          <p:spPr>
            <a:xfrm>
              <a:off x="5164040" y="35324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4" name="pt14104"/>
            <p:cNvSpPr/>
            <p:nvPr/>
          </p:nvSpPr>
          <p:spPr>
            <a:xfrm>
              <a:off x="5189637" y="35624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5" name="pt14105"/>
            <p:cNvSpPr/>
            <p:nvPr/>
          </p:nvSpPr>
          <p:spPr>
            <a:xfrm>
              <a:off x="5149310" y="3596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6" name="pt14106"/>
            <p:cNvSpPr/>
            <p:nvPr/>
          </p:nvSpPr>
          <p:spPr>
            <a:xfrm>
              <a:off x="5168204" y="3521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7" name="pt14107"/>
            <p:cNvSpPr/>
            <p:nvPr/>
          </p:nvSpPr>
          <p:spPr>
            <a:xfrm>
              <a:off x="5080822" y="3547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8" name="pt14108"/>
            <p:cNvSpPr/>
            <p:nvPr/>
          </p:nvSpPr>
          <p:spPr>
            <a:xfrm>
              <a:off x="5139664" y="3618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09" name="pt14109"/>
            <p:cNvSpPr/>
            <p:nvPr/>
          </p:nvSpPr>
          <p:spPr>
            <a:xfrm>
              <a:off x="5150086" y="3538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0" name="pt14110"/>
            <p:cNvSpPr/>
            <p:nvPr/>
          </p:nvSpPr>
          <p:spPr>
            <a:xfrm>
              <a:off x="5126186" y="35623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1" name="pt14111"/>
            <p:cNvSpPr/>
            <p:nvPr/>
          </p:nvSpPr>
          <p:spPr>
            <a:xfrm>
              <a:off x="5177199" y="3535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2" name="pt14112"/>
            <p:cNvSpPr/>
            <p:nvPr/>
          </p:nvSpPr>
          <p:spPr>
            <a:xfrm>
              <a:off x="5112535" y="3625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3" name="pt14113"/>
            <p:cNvSpPr/>
            <p:nvPr/>
          </p:nvSpPr>
          <p:spPr>
            <a:xfrm>
              <a:off x="5084518" y="35818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4" name="pt14114"/>
            <p:cNvSpPr/>
            <p:nvPr/>
          </p:nvSpPr>
          <p:spPr>
            <a:xfrm>
              <a:off x="5120912" y="3477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5" name="pt14115"/>
            <p:cNvSpPr/>
            <p:nvPr/>
          </p:nvSpPr>
          <p:spPr>
            <a:xfrm>
              <a:off x="5128190" y="3638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6" name="pt14116"/>
            <p:cNvSpPr/>
            <p:nvPr/>
          </p:nvSpPr>
          <p:spPr>
            <a:xfrm>
              <a:off x="5117155" y="3556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7" name="pt14117"/>
            <p:cNvSpPr/>
            <p:nvPr/>
          </p:nvSpPr>
          <p:spPr>
            <a:xfrm>
              <a:off x="5090147" y="3585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8" name="pt14118"/>
            <p:cNvSpPr/>
            <p:nvPr/>
          </p:nvSpPr>
          <p:spPr>
            <a:xfrm>
              <a:off x="5139573" y="3540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19" name="pt14119"/>
            <p:cNvSpPr/>
            <p:nvPr/>
          </p:nvSpPr>
          <p:spPr>
            <a:xfrm>
              <a:off x="5152783" y="3576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0" name="pt14120"/>
            <p:cNvSpPr/>
            <p:nvPr/>
          </p:nvSpPr>
          <p:spPr>
            <a:xfrm>
              <a:off x="5157587" y="3537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1" name="pt14121"/>
            <p:cNvSpPr/>
            <p:nvPr/>
          </p:nvSpPr>
          <p:spPr>
            <a:xfrm>
              <a:off x="5132915" y="3548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2" name="pt14122"/>
            <p:cNvSpPr/>
            <p:nvPr/>
          </p:nvSpPr>
          <p:spPr>
            <a:xfrm>
              <a:off x="5104030" y="3527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3" name="pt14123"/>
            <p:cNvSpPr/>
            <p:nvPr/>
          </p:nvSpPr>
          <p:spPr>
            <a:xfrm>
              <a:off x="5148760" y="3527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4" name="pt14124"/>
            <p:cNvSpPr/>
            <p:nvPr/>
          </p:nvSpPr>
          <p:spPr>
            <a:xfrm>
              <a:off x="5175958" y="35651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5" name="pt14125"/>
            <p:cNvSpPr/>
            <p:nvPr/>
          </p:nvSpPr>
          <p:spPr>
            <a:xfrm>
              <a:off x="5097409" y="35948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6" name="pt14126"/>
            <p:cNvSpPr/>
            <p:nvPr/>
          </p:nvSpPr>
          <p:spPr>
            <a:xfrm>
              <a:off x="5144324" y="35929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7" name="pt14127"/>
            <p:cNvSpPr/>
            <p:nvPr/>
          </p:nvSpPr>
          <p:spPr>
            <a:xfrm>
              <a:off x="5106970" y="3604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8" name="pt14128"/>
            <p:cNvSpPr/>
            <p:nvPr/>
          </p:nvSpPr>
          <p:spPr>
            <a:xfrm>
              <a:off x="5136861" y="3547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29" name="pt14129"/>
            <p:cNvSpPr/>
            <p:nvPr/>
          </p:nvSpPr>
          <p:spPr>
            <a:xfrm>
              <a:off x="5208778" y="3552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0" name="pt14130"/>
            <p:cNvSpPr/>
            <p:nvPr/>
          </p:nvSpPr>
          <p:spPr>
            <a:xfrm>
              <a:off x="5117458" y="35416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1" name="pt14131"/>
            <p:cNvSpPr/>
            <p:nvPr/>
          </p:nvSpPr>
          <p:spPr>
            <a:xfrm>
              <a:off x="5132744" y="35806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2" name="pt14132"/>
            <p:cNvSpPr/>
            <p:nvPr/>
          </p:nvSpPr>
          <p:spPr>
            <a:xfrm>
              <a:off x="5136741" y="35072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3" name="pt14133"/>
            <p:cNvSpPr/>
            <p:nvPr/>
          </p:nvSpPr>
          <p:spPr>
            <a:xfrm>
              <a:off x="5121690" y="35780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4" name="pt14134"/>
            <p:cNvSpPr/>
            <p:nvPr/>
          </p:nvSpPr>
          <p:spPr>
            <a:xfrm>
              <a:off x="5125447" y="35903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5" name="pt14135"/>
            <p:cNvSpPr/>
            <p:nvPr/>
          </p:nvSpPr>
          <p:spPr>
            <a:xfrm>
              <a:off x="5147247" y="35682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6" name="pt14136"/>
            <p:cNvSpPr/>
            <p:nvPr/>
          </p:nvSpPr>
          <p:spPr>
            <a:xfrm>
              <a:off x="5153225" y="3514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7" name="pt14137"/>
            <p:cNvSpPr/>
            <p:nvPr/>
          </p:nvSpPr>
          <p:spPr>
            <a:xfrm>
              <a:off x="5170351" y="35554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8" name="pt14138"/>
            <p:cNvSpPr/>
            <p:nvPr/>
          </p:nvSpPr>
          <p:spPr>
            <a:xfrm>
              <a:off x="5109883" y="3583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39" name="pt14139"/>
            <p:cNvSpPr/>
            <p:nvPr/>
          </p:nvSpPr>
          <p:spPr>
            <a:xfrm>
              <a:off x="5148484" y="36545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0" name="pt14140"/>
            <p:cNvSpPr/>
            <p:nvPr/>
          </p:nvSpPr>
          <p:spPr>
            <a:xfrm>
              <a:off x="5199130" y="3549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1" name="pt14141"/>
            <p:cNvSpPr/>
            <p:nvPr/>
          </p:nvSpPr>
          <p:spPr>
            <a:xfrm>
              <a:off x="5099396" y="36043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2" name="pt14142"/>
            <p:cNvSpPr/>
            <p:nvPr/>
          </p:nvSpPr>
          <p:spPr>
            <a:xfrm>
              <a:off x="5151355" y="35927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3" name="pt14143"/>
            <p:cNvSpPr/>
            <p:nvPr/>
          </p:nvSpPr>
          <p:spPr>
            <a:xfrm>
              <a:off x="5110178" y="35074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4" name="pt14144"/>
            <p:cNvSpPr/>
            <p:nvPr/>
          </p:nvSpPr>
          <p:spPr>
            <a:xfrm>
              <a:off x="5087709" y="3539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5" name="pt14145"/>
            <p:cNvSpPr/>
            <p:nvPr/>
          </p:nvSpPr>
          <p:spPr>
            <a:xfrm>
              <a:off x="5122256" y="35002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6" name="pt14146"/>
            <p:cNvSpPr/>
            <p:nvPr/>
          </p:nvSpPr>
          <p:spPr>
            <a:xfrm>
              <a:off x="5183831" y="3491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7" name="pt14147"/>
            <p:cNvSpPr/>
            <p:nvPr/>
          </p:nvSpPr>
          <p:spPr>
            <a:xfrm>
              <a:off x="5151676" y="35601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8" name="pt14148"/>
            <p:cNvSpPr/>
            <p:nvPr/>
          </p:nvSpPr>
          <p:spPr>
            <a:xfrm>
              <a:off x="5127519" y="35242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49" name="pt14149"/>
            <p:cNvSpPr/>
            <p:nvPr/>
          </p:nvSpPr>
          <p:spPr>
            <a:xfrm>
              <a:off x="5165464" y="3534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0" name="pt14150"/>
            <p:cNvSpPr/>
            <p:nvPr/>
          </p:nvSpPr>
          <p:spPr>
            <a:xfrm>
              <a:off x="5213002" y="35772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1" name="pt14151"/>
            <p:cNvSpPr/>
            <p:nvPr/>
          </p:nvSpPr>
          <p:spPr>
            <a:xfrm>
              <a:off x="5166791" y="3588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2" name="pt14152"/>
            <p:cNvSpPr/>
            <p:nvPr/>
          </p:nvSpPr>
          <p:spPr>
            <a:xfrm>
              <a:off x="5162552" y="35381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3" name="pt14153"/>
            <p:cNvSpPr/>
            <p:nvPr/>
          </p:nvSpPr>
          <p:spPr>
            <a:xfrm>
              <a:off x="5102215" y="3535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4" name="pt14154"/>
            <p:cNvSpPr/>
            <p:nvPr/>
          </p:nvSpPr>
          <p:spPr>
            <a:xfrm>
              <a:off x="5165844" y="34920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5" name="pt14155"/>
            <p:cNvSpPr/>
            <p:nvPr/>
          </p:nvSpPr>
          <p:spPr>
            <a:xfrm>
              <a:off x="5060767" y="35597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6" name="pt14156"/>
            <p:cNvSpPr/>
            <p:nvPr/>
          </p:nvSpPr>
          <p:spPr>
            <a:xfrm>
              <a:off x="5129481" y="34807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7" name="pt14157"/>
            <p:cNvSpPr/>
            <p:nvPr/>
          </p:nvSpPr>
          <p:spPr>
            <a:xfrm>
              <a:off x="5131855" y="35256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8" name="pt14158"/>
            <p:cNvSpPr/>
            <p:nvPr/>
          </p:nvSpPr>
          <p:spPr>
            <a:xfrm>
              <a:off x="5206217" y="35434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59" name="pt14159"/>
            <p:cNvSpPr/>
            <p:nvPr/>
          </p:nvSpPr>
          <p:spPr>
            <a:xfrm>
              <a:off x="5181381" y="3601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0" name="pt14160"/>
            <p:cNvSpPr/>
            <p:nvPr/>
          </p:nvSpPr>
          <p:spPr>
            <a:xfrm>
              <a:off x="5120692" y="35674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1" name="pt14161"/>
            <p:cNvSpPr/>
            <p:nvPr/>
          </p:nvSpPr>
          <p:spPr>
            <a:xfrm>
              <a:off x="5103714" y="35772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2" name="pt14162"/>
            <p:cNvSpPr/>
            <p:nvPr/>
          </p:nvSpPr>
          <p:spPr>
            <a:xfrm>
              <a:off x="5173898" y="35465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3" name="pt14163"/>
            <p:cNvSpPr/>
            <p:nvPr/>
          </p:nvSpPr>
          <p:spPr>
            <a:xfrm>
              <a:off x="5199269" y="35675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4" name="pt14164"/>
            <p:cNvSpPr/>
            <p:nvPr/>
          </p:nvSpPr>
          <p:spPr>
            <a:xfrm>
              <a:off x="5174551" y="3653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5" name="pt14165"/>
            <p:cNvSpPr/>
            <p:nvPr/>
          </p:nvSpPr>
          <p:spPr>
            <a:xfrm>
              <a:off x="5115807" y="3648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6" name="pt14166"/>
            <p:cNvSpPr/>
            <p:nvPr/>
          </p:nvSpPr>
          <p:spPr>
            <a:xfrm>
              <a:off x="5184555" y="35582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7" name="pt14167"/>
            <p:cNvSpPr/>
            <p:nvPr/>
          </p:nvSpPr>
          <p:spPr>
            <a:xfrm>
              <a:off x="5081281" y="3635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8" name="pt14168"/>
            <p:cNvSpPr/>
            <p:nvPr/>
          </p:nvSpPr>
          <p:spPr>
            <a:xfrm>
              <a:off x="5113417" y="3532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69" name="pt14169"/>
            <p:cNvSpPr/>
            <p:nvPr/>
          </p:nvSpPr>
          <p:spPr>
            <a:xfrm>
              <a:off x="5170992" y="3548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0" name="pt14170"/>
            <p:cNvSpPr/>
            <p:nvPr/>
          </p:nvSpPr>
          <p:spPr>
            <a:xfrm>
              <a:off x="5164794" y="35271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1" name="pt14171"/>
            <p:cNvSpPr/>
            <p:nvPr/>
          </p:nvSpPr>
          <p:spPr>
            <a:xfrm>
              <a:off x="5170108" y="35564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2" name="pt14172"/>
            <p:cNvSpPr/>
            <p:nvPr/>
          </p:nvSpPr>
          <p:spPr>
            <a:xfrm>
              <a:off x="5161927" y="36003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3" name="pt14173"/>
            <p:cNvSpPr/>
            <p:nvPr/>
          </p:nvSpPr>
          <p:spPr>
            <a:xfrm>
              <a:off x="5187235" y="35793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4" name="pt14174"/>
            <p:cNvSpPr/>
            <p:nvPr/>
          </p:nvSpPr>
          <p:spPr>
            <a:xfrm>
              <a:off x="5177067" y="36803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5" name="pt14175"/>
            <p:cNvSpPr/>
            <p:nvPr/>
          </p:nvSpPr>
          <p:spPr>
            <a:xfrm>
              <a:off x="5162569" y="35602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6" name="pt14176"/>
            <p:cNvSpPr/>
            <p:nvPr/>
          </p:nvSpPr>
          <p:spPr>
            <a:xfrm>
              <a:off x="5169056" y="3489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7" name="pt14177"/>
            <p:cNvSpPr/>
            <p:nvPr/>
          </p:nvSpPr>
          <p:spPr>
            <a:xfrm>
              <a:off x="5164124" y="3557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8" name="pt14178"/>
            <p:cNvSpPr/>
            <p:nvPr/>
          </p:nvSpPr>
          <p:spPr>
            <a:xfrm>
              <a:off x="5136917" y="35716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79" name="pt14179"/>
            <p:cNvSpPr/>
            <p:nvPr/>
          </p:nvSpPr>
          <p:spPr>
            <a:xfrm>
              <a:off x="5147449" y="3556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0" name="pt14180"/>
            <p:cNvSpPr/>
            <p:nvPr/>
          </p:nvSpPr>
          <p:spPr>
            <a:xfrm>
              <a:off x="5131728" y="35733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1" name="pt14181"/>
            <p:cNvSpPr/>
            <p:nvPr/>
          </p:nvSpPr>
          <p:spPr>
            <a:xfrm>
              <a:off x="5140760" y="35594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2" name="pt14182"/>
            <p:cNvSpPr/>
            <p:nvPr/>
          </p:nvSpPr>
          <p:spPr>
            <a:xfrm>
              <a:off x="5148130" y="35900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3" name="pt14183"/>
            <p:cNvSpPr/>
            <p:nvPr/>
          </p:nvSpPr>
          <p:spPr>
            <a:xfrm>
              <a:off x="5145077" y="35513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4" name="pt14184"/>
            <p:cNvSpPr/>
            <p:nvPr/>
          </p:nvSpPr>
          <p:spPr>
            <a:xfrm>
              <a:off x="5151104" y="35440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5" name="pt14185"/>
            <p:cNvSpPr/>
            <p:nvPr/>
          </p:nvSpPr>
          <p:spPr>
            <a:xfrm>
              <a:off x="5145063" y="35046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6" name="pt14186"/>
            <p:cNvSpPr/>
            <p:nvPr/>
          </p:nvSpPr>
          <p:spPr>
            <a:xfrm>
              <a:off x="5115600" y="36213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7" name="pt14187"/>
            <p:cNvSpPr/>
            <p:nvPr/>
          </p:nvSpPr>
          <p:spPr>
            <a:xfrm>
              <a:off x="5214561" y="3560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8" name="pt14188"/>
            <p:cNvSpPr/>
            <p:nvPr/>
          </p:nvSpPr>
          <p:spPr>
            <a:xfrm>
              <a:off x="5143804" y="3583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89" name="pt14189"/>
            <p:cNvSpPr/>
            <p:nvPr/>
          </p:nvSpPr>
          <p:spPr>
            <a:xfrm>
              <a:off x="5181779" y="35524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0" name="pt14190"/>
            <p:cNvSpPr/>
            <p:nvPr/>
          </p:nvSpPr>
          <p:spPr>
            <a:xfrm>
              <a:off x="5069127" y="35483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1" name="pt14191"/>
            <p:cNvSpPr/>
            <p:nvPr/>
          </p:nvSpPr>
          <p:spPr>
            <a:xfrm>
              <a:off x="5179937" y="3575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2" name="pt14192"/>
            <p:cNvSpPr/>
            <p:nvPr/>
          </p:nvSpPr>
          <p:spPr>
            <a:xfrm>
              <a:off x="5117537" y="3570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3" name="pt14193"/>
            <p:cNvSpPr/>
            <p:nvPr/>
          </p:nvSpPr>
          <p:spPr>
            <a:xfrm>
              <a:off x="5190956" y="36015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4" name="pt14194"/>
            <p:cNvSpPr/>
            <p:nvPr/>
          </p:nvSpPr>
          <p:spPr>
            <a:xfrm>
              <a:off x="5159463" y="35191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5" name="pt14195"/>
            <p:cNvSpPr/>
            <p:nvPr/>
          </p:nvSpPr>
          <p:spPr>
            <a:xfrm>
              <a:off x="5202507" y="3541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6" name="pt14196"/>
            <p:cNvSpPr/>
            <p:nvPr/>
          </p:nvSpPr>
          <p:spPr>
            <a:xfrm>
              <a:off x="5141417" y="35905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7" name="pt14197"/>
            <p:cNvSpPr/>
            <p:nvPr/>
          </p:nvSpPr>
          <p:spPr>
            <a:xfrm>
              <a:off x="5174523" y="35208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8" name="pt14198"/>
            <p:cNvSpPr/>
            <p:nvPr/>
          </p:nvSpPr>
          <p:spPr>
            <a:xfrm>
              <a:off x="5143131" y="35411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199" name="pt14199"/>
            <p:cNvSpPr/>
            <p:nvPr/>
          </p:nvSpPr>
          <p:spPr>
            <a:xfrm>
              <a:off x="5164919" y="3571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0" name="pt14200"/>
            <p:cNvSpPr/>
            <p:nvPr/>
          </p:nvSpPr>
          <p:spPr>
            <a:xfrm>
              <a:off x="5166155" y="3574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1" name="pt14201"/>
            <p:cNvSpPr/>
            <p:nvPr/>
          </p:nvSpPr>
          <p:spPr>
            <a:xfrm>
              <a:off x="5174788" y="35652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2" name="pt14202"/>
            <p:cNvSpPr/>
            <p:nvPr/>
          </p:nvSpPr>
          <p:spPr>
            <a:xfrm>
              <a:off x="5172247" y="35455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3" name="pt14203"/>
            <p:cNvSpPr/>
            <p:nvPr/>
          </p:nvSpPr>
          <p:spPr>
            <a:xfrm>
              <a:off x="5137897" y="3567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4" name="pt14204"/>
            <p:cNvSpPr/>
            <p:nvPr/>
          </p:nvSpPr>
          <p:spPr>
            <a:xfrm>
              <a:off x="5161997" y="35585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5" name="pt14205"/>
            <p:cNvSpPr/>
            <p:nvPr/>
          </p:nvSpPr>
          <p:spPr>
            <a:xfrm>
              <a:off x="5154186" y="3525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6" name="pt14206"/>
            <p:cNvSpPr/>
            <p:nvPr/>
          </p:nvSpPr>
          <p:spPr>
            <a:xfrm>
              <a:off x="5171566" y="35704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7" name="pt14207"/>
            <p:cNvSpPr/>
            <p:nvPr/>
          </p:nvSpPr>
          <p:spPr>
            <a:xfrm>
              <a:off x="5132924" y="3554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8" name="pt14208"/>
            <p:cNvSpPr/>
            <p:nvPr/>
          </p:nvSpPr>
          <p:spPr>
            <a:xfrm>
              <a:off x="5185538" y="35591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09" name="pt14209"/>
            <p:cNvSpPr/>
            <p:nvPr/>
          </p:nvSpPr>
          <p:spPr>
            <a:xfrm>
              <a:off x="5165120" y="35488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0" name="pt14210"/>
            <p:cNvSpPr/>
            <p:nvPr/>
          </p:nvSpPr>
          <p:spPr>
            <a:xfrm>
              <a:off x="5190096" y="35621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1" name="pt14211"/>
            <p:cNvSpPr/>
            <p:nvPr/>
          </p:nvSpPr>
          <p:spPr>
            <a:xfrm>
              <a:off x="5134618" y="35411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2" name="pt14212"/>
            <p:cNvSpPr/>
            <p:nvPr/>
          </p:nvSpPr>
          <p:spPr>
            <a:xfrm>
              <a:off x="5151173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3" name="pt14213"/>
            <p:cNvSpPr/>
            <p:nvPr/>
          </p:nvSpPr>
          <p:spPr>
            <a:xfrm>
              <a:off x="5184629" y="35497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4" name="pt14214"/>
            <p:cNvSpPr/>
            <p:nvPr/>
          </p:nvSpPr>
          <p:spPr>
            <a:xfrm>
              <a:off x="5130688" y="35471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5" name="pt14215"/>
            <p:cNvSpPr/>
            <p:nvPr/>
          </p:nvSpPr>
          <p:spPr>
            <a:xfrm>
              <a:off x="5183225" y="3559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6" name="pt14216"/>
            <p:cNvSpPr/>
            <p:nvPr/>
          </p:nvSpPr>
          <p:spPr>
            <a:xfrm>
              <a:off x="5119987" y="3291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7" name="pt14217"/>
            <p:cNvSpPr/>
            <p:nvPr/>
          </p:nvSpPr>
          <p:spPr>
            <a:xfrm>
              <a:off x="5139831" y="35859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8" name="pt14218"/>
            <p:cNvSpPr/>
            <p:nvPr/>
          </p:nvSpPr>
          <p:spPr>
            <a:xfrm>
              <a:off x="5159531" y="35772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19" name="pt14219"/>
            <p:cNvSpPr/>
            <p:nvPr/>
          </p:nvSpPr>
          <p:spPr>
            <a:xfrm>
              <a:off x="5169432" y="35690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0" name="pt14220"/>
            <p:cNvSpPr/>
            <p:nvPr/>
          </p:nvSpPr>
          <p:spPr>
            <a:xfrm>
              <a:off x="5116952" y="3529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1" name="pt14221"/>
            <p:cNvSpPr/>
            <p:nvPr/>
          </p:nvSpPr>
          <p:spPr>
            <a:xfrm>
              <a:off x="5129460" y="3548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2" name="pt14222"/>
            <p:cNvSpPr/>
            <p:nvPr/>
          </p:nvSpPr>
          <p:spPr>
            <a:xfrm>
              <a:off x="5157632" y="35948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3" name="pt14223"/>
            <p:cNvSpPr/>
            <p:nvPr/>
          </p:nvSpPr>
          <p:spPr>
            <a:xfrm>
              <a:off x="5181879" y="3560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4" name="pt14224"/>
            <p:cNvSpPr/>
            <p:nvPr/>
          </p:nvSpPr>
          <p:spPr>
            <a:xfrm>
              <a:off x="5164359" y="3555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5" name="pt14225"/>
            <p:cNvSpPr/>
            <p:nvPr/>
          </p:nvSpPr>
          <p:spPr>
            <a:xfrm>
              <a:off x="5195546" y="35559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6" name="pt14226"/>
            <p:cNvSpPr/>
            <p:nvPr/>
          </p:nvSpPr>
          <p:spPr>
            <a:xfrm>
              <a:off x="5173826" y="3544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7" name="pt14227"/>
            <p:cNvSpPr/>
            <p:nvPr/>
          </p:nvSpPr>
          <p:spPr>
            <a:xfrm>
              <a:off x="5466969" y="3555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8" name="pt14228"/>
            <p:cNvSpPr/>
            <p:nvPr/>
          </p:nvSpPr>
          <p:spPr>
            <a:xfrm>
              <a:off x="5153815" y="35382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29" name="pt14229"/>
            <p:cNvSpPr/>
            <p:nvPr/>
          </p:nvSpPr>
          <p:spPr>
            <a:xfrm>
              <a:off x="5196365" y="3526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0" name="pt14230"/>
            <p:cNvSpPr/>
            <p:nvPr/>
          </p:nvSpPr>
          <p:spPr>
            <a:xfrm>
              <a:off x="5144438" y="3557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1" name="pt14231"/>
            <p:cNvSpPr/>
            <p:nvPr/>
          </p:nvSpPr>
          <p:spPr>
            <a:xfrm>
              <a:off x="5168295" y="35575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2" name="pt14232"/>
            <p:cNvSpPr/>
            <p:nvPr/>
          </p:nvSpPr>
          <p:spPr>
            <a:xfrm>
              <a:off x="5134937" y="3546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3" name="pt14233"/>
            <p:cNvSpPr/>
            <p:nvPr/>
          </p:nvSpPr>
          <p:spPr>
            <a:xfrm>
              <a:off x="5157624" y="3586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4" name="pt14234"/>
            <p:cNvSpPr/>
            <p:nvPr/>
          </p:nvSpPr>
          <p:spPr>
            <a:xfrm>
              <a:off x="5133962" y="36011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5" name="pt14235"/>
            <p:cNvSpPr/>
            <p:nvPr/>
          </p:nvSpPr>
          <p:spPr>
            <a:xfrm>
              <a:off x="5126741" y="35364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6" name="pt14236"/>
            <p:cNvSpPr/>
            <p:nvPr/>
          </p:nvSpPr>
          <p:spPr>
            <a:xfrm>
              <a:off x="5135837" y="34895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7" name="pt14237"/>
            <p:cNvSpPr/>
            <p:nvPr/>
          </p:nvSpPr>
          <p:spPr>
            <a:xfrm>
              <a:off x="5114444" y="3537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8" name="pt14238"/>
            <p:cNvSpPr/>
            <p:nvPr/>
          </p:nvSpPr>
          <p:spPr>
            <a:xfrm>
              <a:off x="5121878" y="3567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39" name="pt14239"/>
            <p:cNvSpPr/>
            <p:nvPr/>
          </p:nvSpPr>
          <p:spPr>
            <a:xfrm>
              <a:off x="5129163" y="35697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0" name="pt14240"/>
            <p:cNvSpPr/>
            <p:nvPr/>
          </p:nvSpPr>
          <p:spPr>
            <a:xfrm>
              <a:off x="5173401" y="35689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1" name="pt14241"/>
            <p:cNvSpPr/>
            <p:nvPr/>
          </p:nvSpPr>
          <p:spPr>
            <a:xfrm>
              <a:off x="5096490" y="3576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2" name="pt14242"/>
            <p:cNvSpPr/>
            <p:nvPr/>
          </p:nvSpPr>
          <p:spPr>
            <a:xfrm>
              <a:off x="5118500" y="35303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3" name="pt14243"/>
            <p:cNvSpPr/>
            <p:nvPr/>
          </p:nvSpPr>
          <p:spPr>
            <a:xfrm>
              <a:off x="5176327" y="3564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4" name="pt14244"/>
            <p:cNvSpPr/>
            <p:nvPr/>
          </p:nvSpPr>
          <p:spPr>
            <a:xfrm>
              <a:off x="5134103" y="35527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5" name="pt14245"/>
            <p:cNvSpPr/>
            <p:nvPr/>
          </p:nvSpPr>
          <p:spPr>
            <a:xfrm>
              <a:off x="5119018" y="35692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6" name="pt14246"/>
            <p:cNvSpPr/>
            <p:nvPr/>
          </p:nvSpPr>
          <p:spPr>
            <a:xfrm>
              <a:off x="5121598" y="35653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7" name="pt14247"/>
            <p:cNvSpPr/>
            <p:nvPr/>
          </p:nvSpPr>
          <p:spPr>
            <a:xfrm>
              <a:off x="5139594" y="3544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8" name="pt14248"/>
            <p:cNvSpPr/>
            <p:nvPr/>
          </p:nvSpPr>
          <p:spPr>
            <a:xfrm>
              <a:off x="5158572" y="3591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49" name="pt14249"/>
            <p:cNvSpPr/>
            <p:nvPr/>
          </p:nvSpPr>
          <p:spPr>
            <a:xfrm>
              <a:off x="5129576" y="35749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0" name="pt14250"/>
            <p:cNvSpPr/>
            <p:nvPr/>
          </p:nvSpPr>
          <p:spPr>
            <a:xfrm>
              <a:off x="5151611" y="35603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1" name="pt14251"/>
            <p:cNvSpPr/>
            <p:nvPr/>
          </p:nvSpPr>
          <p:spPr>
            <a:xfrm>
              <a:off x="5108584" y="35614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2" name="pt14252"/>
            <p:cNvSpPr/>
            <p:nvPr/>
          </p:nvSpPr>
          <p:spPr>
            <a:xfrm>
              <a:off x="5151766" y="35408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3" name="pt14253"/>
            <p:cNvSpPr/>
            <p:nvPr/>
          </p:nvSpPr>
          <p:spPr>
            <a:xfrm>
              <a:off x="5168335" y="35307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4" name="pt14254"/>
            <p:cNvSpPr/>
            <p:nvPr/>
          </p:nvSpPr>
          <p:spPr>
            <a:xfrm>
              <a:off x="5155008" y="3554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5" name="pt14255"/>
            <p:cNvSpPr/>
            <p:nvPr/>
          </p:nvSpPr>
          <p:spPr>
            <a:xfrm>
              <a:off x="5104295" y="3554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6" name="pt14256"/>
            <p:cNvSpPr/>
            <p:nvPr/>
          </p:nvSpPr>
          <p:spPr>
            <a:xfrm>
              <a:off x="5093523" y="3550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7" name="pt14257"/>
            <p:cNvSpPr/>
            <p:nvPr/>
          </p:nvSpPr>
          <p:spPr>
            <a:xfrm>
              <a:off x="5109913" y="35300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8" name="pt14258"/>
            <p:cNvSpPr/>
            <p:nvPr/>
          </p:nvSpPr>
          <p:spPr>
            <a:xfrm>
              <a:off x="5164197" y="3593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59" name="pt14259"/>
            <p:cNvSpPr/>
            <p:nvPr/>
          </p:nvSpPr>
          <p:spPr>
            <a:xfrm>
              <a:off x="5110984" y="3521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0" name="pt14260"/>
            <p:cNvSpPr/>
            <p:nvPr/>
          </p:nvSpPr>
          <p:spPr>
            <a:xfrm>
              <a:off x="5100395" y="35309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1" name="pt14261"/>
            <p:cNvSpPr/>
            <p:nvPr/>
          </p:nvSpPr>
          <p:spPr>
            <a:xfrm>
              <a:off x="5126750" y="35474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2" name="pt14262"/>
            <p:cNvSpPr/>
            <p:nvPr/>
          </p:nvSpPr>
          <p:spPr>
            <a:xfrm>
              <a:off x="5158370" y="35556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3" name="pt14263"/>
            <p:cNvSpPr/>
            <p:nvPr/>
          </p:nvSpPr>
          <p:spPr>
            <a:xfrm>
              <a:off x="5129441" y="35604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4" name="pt14264"/>
            <p:cNvSpPr/>
            <p:nvPr/>
          </p:nvSpPr>
          <p:spPr>
            <a:xfrm>
              <a:off x="5134919" y="3546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5" name="pt14265"/>
            <p:cNvSpPr/>
            <p:nvPr/>
          </p:nvSpPr>
          <p:spPr>
            <a:xfrm>
              <a:off x="5196967" y="35485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6" name="pt14266"/>
            <p:cNvSpPr/>
            <p:nvPr/>
          </p:nvSpPr>
          <p:spPr>
            <a:xfrm>
              <a:off x="5153389" y="3566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7" name="pt14267"/>
            <p:cNvSpPr/>
            <p:nvPr/>
          </p:nvSpPr>
          <p:spPr>
            <a:xfrm>
              <a:off x="5090114" y="35762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8" name="pt14268"/>
            <p:cNvSpPr/>
            <p:nvPr/>
          </p:nvSpPr>
          <p:spPr>
            <a:xfrm>
              <a:off x="5162932" y="35076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69" name="pt14269"/>
            <p:cNvSpPr/>
            <p:nvPr/>
          </p:nvSpPr>
          <p:spPr>
            <a:xfrm>
              <a:off x="5144266" y="36116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0" name="pt14270"/>
            <p:cNvSpPr/>
            <p:nvPr/>
          </p:nvSpPr>
          <p:spPr>
            <a:xfrm>
              <a:off x="5163344" y="3590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1" name="pt14271"/>
            <p:cNvSpPr/>
            <p:nvPr/>
          </p:nvSpPr>
          <p:spPr>
            <a:xfrm>
              <a:off x="5156041" y="35739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2" name="pt14272"/>
            <p:cNvSpPr/>
            <p:nvPr/>
          </p:nvSpPr>
          <p:spPr>
            <a:xfrm>
              <a:off x="5141584" y="35936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3" name="pt14273"/>
            <p:cNvSpPr/>
            <p:nvPr/>
          </p:nvSpPr>
          <p:spPr>
            <a:xfrm>
              <a:off x="5151565" y="34975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4" name="pt14274"/>
            <p:cNvSpPr/>
            <p:nvPr/>
          </p:nvSpPr>
          <p:spPr>
            <a:xfrm>
              <a:off x="5119319" y="35807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5" name="pt14275"/>
            <p:cNvSpPr/>
            <p:nvPr/>
          </p:nvSpPr>
          <p:spPr>
            <a:xfrm>
              <a:off x="5188620" y="3566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6" name="pt14276"/>
            <p:cNvSpPr/>
            <p:nvPr/>
          </p:nvSpPr>
          <p:spPr>
            <a:xfrm>
              <a:off x="5156524" y="35785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7" name="pt14277"/>
            <p:cNvSpPr/>
            <p:nvPr/>
          </p:nvSpPr>
          <p:spPr>
            <a:xfrm>
              <a:off x="5181872" y="3563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8" name="pt14278"/>
            <p:cNvSpPr/>
            <p:nvPr/>
          </p:nvSpPr>
          <p:spPr>
            <a:xfrm>
              <a:off x="5198293" y="3551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79" name="pt14279"/>
            <p:cNvSpPr/>
            <p:nvPr/>
          </p:nvSpPr>
          <p:spPr>
            <a:xfrm>
              <a:off x="5155276" y="36427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0" name="pt14280"/>
            <p:cNvSpPr/>
            <p:nvPr/>
          </p:nvSpPr>
          <p:spPr>
            <a:xfrm>
              <a:off x="5163823" y="3568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1" name="pt14281"/>
            <p:cNvSpPr/>
            <p:nvPr/>
          </p:nvSpPr>
          <p:spPr>
            <a:xfrm>
              <a:off x="5180938" y="3627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2" name="pt14282"/>
            <p:cNvSpPr/>
            <p:nvPr/>
          </p:nvSpPr>
          <p:spPr>
            <a:xfrm>
              <a:off x="5143264" y="3558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3" name="pt14283"/>
            <p:cNvSpPr/>
            <p:nvPr/>
          </p:nvSpPr>
          <p:spPr>
            <a:xfrm>
              <a:off x="5175100" y="35156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4" name="pt14284"/>
            <p:cNvSpPr/>
            <p:nvPr/>
          </p:nvSpPr>
          <p:spPr>
            <a:xfrm>
              <a:off x="5199810" y="3572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5" name="pt14285"/>
            <p:cNvSpPr/>
            <p:nvPr/>
          </p:nvSpPr>
          <p:spPr>
            <a:xfrm>
              <a:off x="5162536" y="3549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6" name="pt14286"/>
            <p:cNvSpPr/>
            <p:nvPr/>
          </p:nvSpPr>
          <p:spPr>
            <a:xfrm>
              <a:off x="5137773" y="3571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7" name="pt14287"/>
            <p:cNvSpPr/>
            <p:nvPr/>
          </p:nvSpPr>
          <p:spPr>
            <a:xfrm>
              <a:off x="5097243" y="3564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8" name="pt14288"/>
            <p:cNvSpPr/>
            <p:nvPr/>
          </p:nvSpPr>
          <p:spPr>
            <a:xfrm>
              <a:off x="5117090" y="3579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89" name="pt14289"/>
            <p:cNvSpPr/>
            <p:nvPr/>
          </p:nvSpPr>
          <p:spPr>
            <a:xfrm>
              <a:off x="5172592" y="35646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0" name="pt14290"/>
            <p:cNvSpPr/>
            <p:nvPr/>
          </p:nvSpPr>
          <p:spPr>
            <a:xfrm>
              <a:off x="5181010" y="35465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1" name="pt14291"/>
            <p:cNvSpPr/>
            <p:nvPr/>
          </p:nvSpPr>
          <p:spPr>
            <a:xfrm>
              <a:off x="5160735" y="3521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2" name="pt14292"/>
            <p:cNvSpPr/>
            <p:nvPr/>
          </p:nvSpPr>
          <p:spPr>
            <a:xfrm>
              <a:off x="5154151" y="3566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3" name="pt14293"/>
            <p:cNvSpPr/>
            <p:nvPr/>
          </p:nvSpPr>
          <p:spPr>
            <a:xfrm>
              <a:off x="5168395" y="3554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4" name="pt14294"/>
            <p:cNvSpPr/>
            <p:nvPr/>
          </p:nvSpPr>
          <p:spPr>
            <a:xfrm>
              <a:off x="5130112" y="35590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5" name="pt14295"/>
            <p:cNvSpPr/>
            <p:nvPr/>
          </p:nvSpPr>
          <p:spPr>
            <a:xfrm>
              <a:off x="5140562" y="3597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6" name="pt14296"/>
            <p:cNvSpPr/>
            <p:nvPr/>
          </p:nvSpPr>
          <p:spPr>
            <a:xfrm>
              <a:off x="5196651" y="35811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7" name="pt14297"/>
            <p:cNvSpPr/>
            <p:nvPr/>
          </p:nvSpPr>
          <p:spPr>
            <a:xfrm>
              <a:off x="5110723" y="36340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8" name="pt14298"/>
            <p:cNvSpPr/>
            <p:nvPr/>
          </p:nvSpPr>
          <p:spPr>
            <a:xfrm>
              <a:off x="5155739" y="35511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299" name="pt14299"/>
            <p:cNvSpPr/>
            <p:nvPr/>
          </p:nvSpPr>
          <p:spPr>
            <a:xfrm>
              <a:off x="5139625" y="3560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0" name="pt14300"/>
            <p:cNvSpPr/>
            <p:nvPr/>
          </p:nvSpPr>
          <p:spPr>
            <a:xfrm>
              <a:off x="5094572" y="3563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1" name="pt14301"/>
            <p:cNvSpPr/>
            <p:nvPr/>
          </p:nvSpPr>
          <p:spPr>
            <a:xfrm>
              <a:off x="5172597" y="35047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2" name="pt14302"/>
            <p:cNvSpPr/>
            <p:nvPr/>
          </p:nvSpPr>
          <p:spPr>
            <a:xfrm>
              <a:off x="5150554" y="3582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3" name="pt14303"/>
            <p:cNvSpPr/>
            <p:nvPr/>
          </p:nvSpPr>
          <p:spPr>
            <a:xfrm>
              <a:off x="5102077" y="35757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4" name="pt14304"/>
            <p:cNvSpPr/>
            <p:nvPr/>
          </p:nvSpPr>
          <p:spPr>
            <a:xfrm>
              <a:off x="5128032" y="3550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5" name="pt14305"/>
            <p:cNvSpPr/>
            <p:nvPr/>
          </p:nvSpPr>
          <p:spPr>
            <a:xfrm>
              <a:off x="5122834" y="35554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6" name="pt14306"/>
            <p:cNvSpPr/>
            <p:nvPr/>
          </p:nvSpPr>
          <p:spPr>
            <a:xfrm>
              <a:off x="5130011" y="3549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7" name="pt14307"/>
            <p:cNvSpPr/>
            <p:nvPr/>
          </p:nvSpPr>
          <p:spPr>
            <a:xfrm>
              <a:off x="5121040" y="35655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8" name="pt14308"/>
            <p:cNvSpPr/>
            <p:nvPr/>
          </p:nvSpPr>
          <p:spPr>
            <a:xfrm>
              <a:off x="5183378" y="3454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09" name="pt14309"/>
            <p:cNvSpPr/>
            <p:nvPr/>
          </p:nvSpPr>
          <p:spPr>
            <a:xfrm>
              <a:off x="5137867" y="35518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0" name="pt14310"/>
            <p:cNvSpPr/>
            <p:nvPr/>
          </p:nvSpPr>
          <p:spPr>
            <a:xfrm>
              <a:off x="5146833" y="3582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1" name="pt14311"/>
            <p:cNvSpPr/>
            <p:nvPr/>
          </p:nvSpPr>
          <p:spPr>
            <a:xfrm>
              <a:off x="5185923" y="35791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2" name="pt14312"/>
            <p:cNvSpPr/>
            <p:nvPr/>
          </p:nvSpPr>
          <p:spPr>
            <a:xfrm>
              <a:off x="5219160" y="3565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3" name="pt14313"/>
            <p:cNvSpPr/>
            <p:nvPr/>
          </p:nvSpPr>
          <p:spPr>
            <a:xfrm>
              <a:off x="5103448" y="3594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4" name="pt14314"/>
            <p:cNvSpPr/>
            <p:nvPr/>
          </p:nvSpPr>
          <p:spPr>
            <a:xfrm>
              <a:off x="5195264" y="3546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5" name="pt14315"/>
            <p:cNvSpPr/>
            <p:nvPr/>
          </p:nvSpPr>
          <p:spPr>
            <a:xfrm>
              <a:off x="5193672" y="34952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6" name="pt14316"/>
            <p:cNvSpPr/>
            <p:nvPr/>
          </p:nvSpPr>
          <p:spPr>
            <a:xfrm>
              <a:off x="5166690" y="3555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7" name="pt14317"/>
            <p:cNvSpPr/>
            <p:nvPr/>
          </p:nvSpPr>
          <p:spPr>
            <a:xfrm>
              <a:off x="5142212" y="35533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8" name="pt14318"/>
            <p:cNvSpPr/>
            <p:nvPr/>
          </p:nvSpPr>
          <p:spPr>
            <a:xfrm>
              <a:off x="5148132" y="36187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19" name="pt14319"/>
            <p:cNvSpPr/>
            <p:nvPr/>
          </p:nvSpPr>
          <p:spPr>
            <a:xfrm>
              <a:off x="5140731" y="3564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0" name="pt14320"/>
            <p:cNvSpPr/>
            <p:nvPr/>
          </p:nvSpPr>
          <p:spPr>
            <a:xfrm>
              <a:off x="5244269" y="3561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1" name="pt14321"/>
            <p:cNvSpPr/>
            <p:nvPr/>
          </p:nvSpPr>
          <p:spPr>
            <a:xfrm>
              <a:off x="5163322" y="36504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2" name="pt14322"/>
            <p:cNvSpPr/>
            <p:nvPr/>
          </p:nvSpPr>
          <p:spPr>
            <a:xfrm>
              <a:off x="5194010" y="35802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3" name="pt14323"/>
            <p:cNvSpPr/>
            <p:nvPr/>
          </p:nvSpPr>
          <p:spPr>
            <a:xfrm>
              <a:off x="5103388" y="3541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4" name="pt14324"/>
            <p:cNvSpPr/>
            <p:nvPr/>
          </p:nvSpPr>
          <p:spPr>
            <a:xfrm>
              <a:off x="5172057" y="35861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5" name="pt14325"/>
            <p:cNvSpPr/>
            <p:nvPr/>
          </p:nvSpPr>
          <p:spPr>
            <a:xfrm>
              <a:off x="5181788" y="35776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6" name="pt14326"/>
            <p:cNvSpPr/>
            <p:nvPr/>
          </p:nvSpPr>
          <p:spPr>
            <a:xfrm>
              <a:off x="5192380" y="3538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7" name="pt14327"/>
            <p:cNvSpPr/>
            <p:nvPr/>
          </p:nvSpPr>
          <p:spPr>
            <a:xfrm>
              <a:off x="5163168" y="3549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8" name="pt14328"/>
            <p:cNvSpPr/>
            <p:nvPr/>
          </p:nvSpPr>
          <p:spPr>
            <a:xfrm>
              <a:off x="5141108" y="3539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29" name="pt14329"/>
            <p:cNvSpPr/>
            <p:nvPr/>
          </p:nvSpPr>
          <p:spPr>
            <a:xfrm>
              <a:off x="5127022" y="3652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0" name="pt14330"/>
            <p:cNvSpPr/>
            <p:nvPr/>
          </p:nvSpPr>
          <p:spPr>
            <a:xfrm>
              <a:off x="5086000" y="3569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1" name="pt14331"/>
            <p:cNvSpPr/>
            <p:nvPr/>
          </p:nvSpPr>
          <p:spPr>
            <a:xfrm>
              <a:off x="5186534" y="3591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2" name="pt14332"/>
            <p:cNvSpPr/>
            <p:nvPr/>
          </p:nvSpPr>
          <p:spPr>
            <a:xfrm>
              <a:off x="5045469" y="3582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3" name="pt14333"/>
            <p:cNvSpPr/>
            <p:nvPr/>
          </p:nvSpPr>
          <p:spPr>
            <a:xfrm>
              <a:off x="5163301" y="3562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4" name="pt14334"/>
            <p:cNvSpPr/>
            <p:nvPr/>
          </p:nvSpPr>
          <p:spPr>
            <a:xfrm>
              <a:off x="5113817" y="3631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5" name="pt14335"/>
            <p:cNvSpPr/>
            <p:nvPr/>
          </p:nvSpPr>
          <p:spPr>
            <a:xfrm>
              <a:off x="5203290" y="34301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6" name="pt14336"/>
            <p:cNvSpPr/>
            <p:nvPr/>
          </p:nvSpPr>
          <p:spPr>
            <a:xfrm>
              <a:off x="5154252" y="3564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7" name="pt14337"/>
            <p:cNvSpPr/>
            <p:nvPr/>
          </p:nvSpPr>
          <p:spPr>
            <a:xfrm>
              <a:off x="5148685" y="36274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8" name="pt14338"/>
            <p:cNvSpPr/>
            <p:nvPr/>
          </p:nvSpPr>
          <p:spPr>
            <a:xfrm>
              <a:off x="5164859" y="35678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39" name="pt14339"/>
            <p:cNvSpPr/>
            <p:nvPr/>
          </p:nvSpPr>
          <p:spPr>
            <a:xfrm>
              <a:off x="5189057" y="35804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0" name="pt14340"/>
            <p:cNvSpPr/>
            <p:nvPr/>
          </p:nvSpPr>
          <p:spPr>
            <a:xfrm>
              <a:off x="5157305" y="3567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1" name="pt14341"/>
            <p:cNvSpPr/>
            <p:nvPr/>
          </p:nvSpPr>
          <p:spPr>
            <a:xfrm>
              <a:off x="5193788" y="35588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2" name="pt14342"/>
            <p:cNvSpPr/>
            <p:nvPr/>
          </p:nvSpPr>
          <p:spPr>
            <a:xfrm>
              <a:off x="5145188" y="3544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3" name="pt14343"/>
            <p:cNvSpPr/>
            <p:nvPr/>
          </p:nvSpPr>
          <p:spPr>
            <a:xfrm>
              <a:off x="5164093" y="34761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4" name="pt14344"/>
            <p:cNvSpPr/>
            <p:nvPr/>
          </p:nvSpPr>
          <p:spPr>
            <a:xfrm>
              <a:off x="5219124" y="35221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5" name="pt14345"/>
            <p:cNvSpPr/>
            <p:nvPr/>
          </p:nvSpPr>
          <p:spPr>
            <a:xfrm>
              <a:off x="5132247" y="36397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6" name="pt14346"/>
            <p:cNvSpPr/>
            <p:nvPr/>
          </p:nvSpPr>
          <p:spPr>
            <a:xfrm>
              <a:off x="5210544" y="3540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7" name="pt14347"/>
            <p:cNvSpPr/>
            <p:nvPr/>
          </p:nvSpPr>
          <p:spPr>
            <a:xfrm>
              <a:off x="5149550" y="3623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8" name="pt14348"/>
            <p:cNvSpPr/>
            <p:nvPr/>
          </p:nvSpPr>
          <p:spPr>
            <a:xfrm>
              <a:off x="5116385" y="3581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49" name="pt14349"/>
            <p:cNvSpPr/>
            <p:nvPr/>
          </p:nvSpPr>
          <p:spPr>
            <a:xfrm>
              <a:off x="5149473" y="35995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0" name="pt14350"/>
            <p:cNvSpPr/>
            <p:nvPr/>
          </p:nvSpPr>
          <p:spPr>
            <a:xfrm>
              <a:off x="5198490" y="34793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1" name="pt14351"/>
            <p:cNvSpPr/>
            <p:nvPr/>
          </p:nvSpPr>
          <p:spPr>
            <a:xfrm>
              <a:off x="5173752" y="3568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2" name="pt14352"/>
            <p:cNvSpPr/>
            <p:nvPr/>
          </p:nvSpPr>
          <p:spPr>
            <a:xfrm>
              <a:off x="5071320" y="35376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3" name="pt14353"/>
            <p:cNvSpPr/>
            <p:nvPr/>
          </p:nvSpPr>
          <p:spPr>
            <a:xfrm>
              <a:off x="5174298" y="35428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4" name="pt14354"/>
            <p:cNvSpPr/>
            <p:nvPr/>
          </p:nvSpPr>
          <p:spPr>
            <a:xfrm>
              <a:off x="5189066" y="3567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5" name="pt14355"/>
            <p:cNvSpPr/>
            <p:nvPr/>
          </p:nvSpPr>
          <p:spPr>
            <a:xfrm>
              <a:off x="5154705" y="35528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6" name="pt14356"/>
            <p:cNvSpPr/>
            <p:nvPr/>
          </p:nvSpPr>
          <p:spPr>
            <a:xfrm>
              <a:off x="5167743" y="35909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7" name="pt14357"/>
            <p:cNvSpPr/>
            <p:nvPr/>
          </p:nvSpPr>
          <p:spPr>
            <a:xfrm>
              <a:off x="5180115" y="35286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8" name="pt14358"/>
            <p:cNvSpPr/>
            <p:nvPr/>
          </p:nvSpPr>
          <p:spPr>
            <a:xfrm>
              <a:off x="5168481" y="3567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59" name="pt14359"/>
            <p:cNvSpPr/>
            <p:nvPr/>
          </p:nvSpPr>
          <p:spPr>
            <a:xfrm>
              <a:off x="5125630" y="35838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0" name="pt14360"/>
            <p:cNvSpPr/>
            <p:nvPr/>
          </p:nvSpPr>
          <p:spPr>
            <a:xfrm>
              <a:off x="5201316" y="35319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1" name="pt14361"/>
            <p:cNvSpPr/>
            <p:nvPr/>
          </p:nvSpPr>
          <p:spPr>
            <a:xfrm>
              <a:off x="5150519" y="3613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2" name="pt14362"/>
            <p:cNvSpPr/>
            <p:nvPr/>
          </p:nvSpPr>
          <p:spPr>
            <a:xfrm>
              <a:off x="5112369" y="35589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3" name="pt14363"/>
            <p:cNvSpPr/>
            <p:nvPr/>
          </p:nvSpPr>
          <p:spPr>
            <a:xfrm>
              <a:off x="5121684" y="35597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4" name="pt14364"/>
            <p:cNvSpPr/>
            <p:nvPr/>
          </p:nvSpPr>
          <p:spPr>
            <a:xfrm>
              <a:off x="5065820" y="35230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5" name="pt14365"/>
            <p:cNvSpPr/>
            <p:nvPr/>
          </p:nvSpPr>
          <p:spPr>
            <a:xfrm>
              <a:off x="5128734" y="35315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6" name="pt14366"/>
            <p:cNvSpPr/>
            <p:nvPr/>
          </p:nvSpPr>
          <p:spPr>
            <a:xfrm>
              <a:off x="5085959" y="3542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7" name="pt14367"/>
            <p:cNvSpPr/>
            <p:nvPr/>
          </p:nvSpPr>
          <p:spPr>
            <a:xfrm>
              <a:off x="5153135" y="34682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8" name="pt14368"/>
            <p:cNvSpPr/>
            <p:nvPr/>
          </p:nvSpPr>
          <p:spPr>
            <a:xfrm>
              <a:off x="5206831" y="35106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69" name="pt14369"/>
            <p:cNvSpPr/>
            <p:nvPr/>
          </p:nvSpPr>
          <p:spPr>
            <a:xfrm>
              <a:off x="5100702" y="35878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0" name="pt14370"/>
            <p:cNvSpPr/>
            <p:nvPr/>
          </p:nvSpPr>
          <p:spPr>
            <a:xfrm>
              <a:off x="5169149" y="34802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1" name="pt14371"/>
            <p:cNvSpPr/>
            <p:nvPr/>
          </p:nvSpPr>
          <p:spPr>
            <a:xfrm>
              <a:off x="5213575" y="35983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2" name="pt14372"/>
            <p:cNvSpPr/>
            <p:nvPr/>
          </p:nvSpPr>
          <p:spPr>
            <a:xfrm>
              <a:off x="5277431" y="3539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3" name="pt14373"/>
            <p:cNvSpPr/>
            <p:nvPr/>
          </p:nvSpPr>
          <p:spPr>
            <a:xfrm>
              <a:off x="5154076" y="34629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4" name="pt14374"/>
            <p:cNvSpPr/>
            <p:nvPr/>
          </p:nvSpPr>
          <p:spPr>
            <a:xfrm>
              <a:off x="5168917" y="35620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5" name="pt14375"/>
            <p:cNvSpPr/>
            <p:nvPr/>
          </p:nvSpPr>
          <p:spPr>
            <a:xfrm>
              <a:off x="5145601" y="3552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6" name="pt14376"/>
            <p:cNvSpPr/>
            <p:nvPr/>
          </p:nvSpPr>
          <p:spPr>
            <a:xfrm>
              <a:off x="5146259" y="3537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7" name="pt14377"/>
            <p:cNvSpPr/>
            <p:nvPr/>
          </p:nvSpPr>
          <p:spPr>
            <a:xfrm>
              <a:off x="5076749" y="35668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8" name="pt14378"/>
            <p:cNvSpPr/>
            <p:nvPr/>
          </p:nvSpPr>
          <p:spPr>
            <a:xfrm>
              <a:off x="5155168" y="35930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79" name="pt14379"/>
            <p:cNvSpPr/>
            <p:nvPr/>
          </p:nvSpPr>
          <p:spPr>
            <a:xfrm>
              <a:off x="5176066" y="35524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0" name="pt14380"/>
            <p:cNvSpPr/>
            <p:nvPr/>
          </p:nvSpPr>
          <p:spPr>
            <a:xfrm>
              <a:off x="5161655" y="35197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1" name="pt14381"/>
            <p:cNvSpPr/>
            <p:nvPr/>
          </p:nvSpPr>
          <p:spPr>
            <a:xfrm>
              <a:off x="5142021" y="3561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2" name="pt14382"/>
            <p:cNvSpPr/>
            <p:nvPr/>
          </p:nvSpPr>
          <p:spPr>
            <a:xfrm>
              <a:off x="5172817" y="3560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3" name="pt14383"/>
            <p:cNvSpPr/>
            <p:nvPr/>
          </p:nvSpPr>
          <p:spPr>
            <a:xfrm>
              <a:off x="5222595" y="36115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4" name="pt14384"/>
            <p:cNvSpPr/>
            <p:nvPr/>
          </p:nvSpPr>
          <p:spPr>
            <a:xfrm>
              <a:off x="5186541" y="35376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5" name="pt14385"/>
            <p:cNvSpPr/>
            <p:nvPr/>
          </p:nvSpPr>
          <p:spPr>
            <a:xfrm>
              <a:off x="5131579" y="3560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6" name="pt14386"/>
            <p:cNvSpPr/>
            <p:nvPr/>
          </p:nvSpPr>
          <p:spPr>
            <a:xfrm>
              <a:off x="5221051" y="35653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7" name="pt14387"/>
            <p:cNvSpPr/>
            <p:nvPr/>
          </p:nvSpPr>
          <p:spPr>
            <a:xfrm>
              <a:off x="5145769" y="3548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8" name="pt14388"/>
            <p:cNvSpPr/>
            <p:nvPr/>
          </p:nvSpPr>
          <p:spPr>
            <a:xfrm>
              <a:off x="5168929" y="35511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89" name="pt14389"/>
            <p:cNvSpPr/>
            <p:nvPr/>
          </p:nvSpPr>
          <p:spPr>
            <a:xfrm>
              <a:off x="5154390" y="36666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0" name="pt14390"/>
            <p:cNvSpPr/>
            <p:nvPr/>
          </p:nvSpPr>
          <p:spPr>
            <a:xfrm>
              <a:off x="5118340" y="3536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1" name="pt14391"/>
            <p:cNvSpPr/>
            <p:nvPr/>
          </p:nvSpPr>
          <p:spPr>
            <a:xfrm>
              <a:off x="5142385" y="36736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2" name="pt14392"/>
            <p:cNvSpPr/>
            <p:nvPr/>
          </p:nvSpPr>
          <p:spPr>
            <a:xfrm>
              <a:off x="5123885" y="34998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3" name="pt14393"/>
            <p:cNvSpPr/>
            <p:nvPr/>
          </p:nvSpPr>
          <p:spPr>
            <a:xfrm>
              <a:off x="5149093" y="35837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4" name="pt14394"/>
            <p:cNvSpPr/>
            <p:nvPr/>
          </p:nvSpPr>
          <p:spPr>
            <a:xfrm>
              <a:off x="5161987" y="35196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5" name="pt14395"/>
            <p:cNvSpPr/>
            <p:nvPr/>
          </p:nvSpPr>
          <p:spPr>
            <a:xfrm>
              <a:off x="5197001" y="35424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6" name="pt14396"/>
            <p:cNvSpPr/>
            <p:nvPr/>
          </p:nvSpPr>
          <p:spPr>
            <a:xfrm>
              <a:off x="5109948" y="3555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7" name="pt14397"/>
            <p:cNvSpPr/>
            <p:nvPr/>
          </p:nvSpPr>
          <p:spPr>
            <a:xfrm>
              <a:off x="5109718" y="35590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8" name="pt14398"/>
            <p:cNvSpPr/>
            <p:nvPr/>
          </p:nvSpPr>
          <p:spPr>
            <a:xfrm>
              <a:off x="5143654" y="3562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399" name="pt14399"/>
            <p:cNvSpPr/>
            <p:nvPr/>
          </p:nvSpPr>
          <p:spPr>
            <a:xfrm>
              <a:off x="5126572" y="35446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0" name="pt14400"/>
            <p:cNvSpPr/>
            <p:nvPr/>
          </p:nvSpPr>
          <p:spPr>
            <a:xfrm>
              <a:off x="5173584" y="3555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1" name="pt14401"/>
            <p:cNvSpPr/>
            <p:nvPr/>
          </p:nvSpPr>
          <p:spPr>
            <a:xfrm>
              <a:off x="5179428" y="35961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2" name="pt14402"/>
            <p:cNvSpPr/>
            <p:nvPr/>
          </p:nvSpPr>
          <p:spPr>
            <a:xfrm>
              <a:off x="5124122" y="36117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3" name="pt14403"/>
            <p:cNvSpPr/>
            <p:nvPr/>
          </p:nvSpPr>
          <p:spPr>
            <a:xfrm>
              <a:off x="5165757" y="3574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4" name="pt14404"/>
            <p:cNvSpPr/>
            <p:nvPr/>
          </p:nvSpPr>
          <p:spPr>
            <a:xfrm>
              <a:off x="5134799" y="35466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5" name="pt14405"/>
            <p:cNvSpPr/>
            <p:nvPr/>
          </p:nvSpPr>
          <p:spPr>
            <a:xfrm>
              <a:off x="5115917" y="3558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6" name="pt14406"/>
            <p:cNvSpPr/>
            <p:nvPr/>
          </p:nvSpPr>
          <p:spPr>
            <a:xfrm>
              <a:off x="5134846" y="3539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7" name="pt14407"/>
            <p:cNvSpPr/>
            <p:nvPr/>
          </p:nvSpPr>
          <p:spPr>
            <a:xfrm>
              <a:off x="5153590" y="35816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8" name="pt14408"/>
            <p:cNvSpPr/>
            <p:nvPr/>
          </p:nvSpPr>
          <p:spPr>
            <a:xfrm>
              <a:off x="5073893" y="35688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09" name="pt14409"/>
            <p:cNvSpPr/>
            <p:nvPr/>
          </p:nvSpPr>
          <p:spPr>
            <a:xfrm>
              <a:off x="5056155" y="35704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0" name="pt14410"/>
            <p:cNvSpPr/>
            <p:nvPr/>
          </p:nvSpPr>
          <p:spPr>
            <a:xfrm>
              <a:off x="5159529" y="35402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1" name="pt14411"/>
            <p:cNvSpPr/>
            <p:nvPr/>
          </p:nvSpPr>
          <p:spPr>
            <a:xfrm>
              <a:off x="5184755" y="35934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2" name="pt14412"/>
            <p:cNvSpPr/>
            <p:nvPr/>
          </p:nvSpPr>
          <p:spPr>
            <a:xfrm>
              <a:off x="5158699" y="35908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3" name="pt14413"/>
            <p:cNvSpPr/>
            <p:nvPr/>
          </p:nvSpPr>
          <p:spPr>
            <a:xfrm>
              <a:off x="5145458" y="3496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4" name="pt14414"/>
            <p:cNvSpPr/>
            <p:nvPr/>
          </p:nvSpPr>
          <p:spPr>
            <a:xfrm>
              <a:off x="5132567" y="3583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5" name="pt14415"/>
            <p:cNvSpPr/>
            <p:nvPr/>
          </p:nvSpPr>
          <p:spPr>
            <a:xfrm>
              <a:off x="5122150" y="35514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6" name="pt14416"/>
            <p:cNvSpPr/>
            <p:nvPr/>
          </p:nvSpPr>
          <p:spPr>
            <a:xfrm>
              <a:off x="5116186" y="3540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7" name="pt14417"/>
            <p:cNvSpPr/>
            <p:nvPr/>
          </p:nvSpPr>
          <p:spPr>
            <a:xfrm>
              <a:off x="5172461" y="3553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8" name="pt14418"/>
            <p:cNvSpPr/>
            <p:nvPr/>
          </p:nvSpPr>
          <p:spPr>
            <a:xfrm>
              <a:off x="5094066" y="3543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19" name="pt14419"/>
            <p:cNvSpPr/>
            <p:nvPr/>
          </p:nvSpPr>
          <p:spPr>
            <a:xfrm>
              <a:off x="5180943" y="3553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0" name="pt14420"/>
            <p:cNvSpPr/>
            <p:nvPr/>
          </p:nvSpPr>
          <p:spPr>
            <a:xfrm>
              <a:off x="5155142" y="35282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1" name="pt14421"/>
            <p:cNvSpPr/>
            <p:nvPr/>
          </p:nvSpPr>
          <p:spPr>
            <a:xfrm>
              <a:off x="5169756" y="35298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2" name="pt14422"/>
            <p:cNvSpPr/>
            <p:nvPr/>
          </p:nvSpPr>
          <p:spPr>
            <a:xfrm>
              <a:off x="5170580" y="35680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3" name="pt14423"/>
            <p:cNvSpPr/>
            <p:nvPr/>
          </p:nvSpPr>
          <p:spPr>
            <a:xfrm>
              <a:off x="5148863" y="35400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4" name="pt14424"/>
            <p:cNvSpPr/>
            <p:nvPr/>
          </p:nvSpPr>
          <p:spPr>
            <a:xfrm>
              <a:off x="5149396" y="3577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5" name="pt14425"/>
            <p:cNvSpPr/>
            <p:nvPr/>
          </p:nvSpPr>
          <p:spPr>
            <a:xfrm>
              <a:off x="5082464" y="35624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6" name="pt14426"/>
            <p:cNvSpPr/>
            <p:nvPr/>
          </p:nvSpPr>
          <p:spPr>
            <a:xfrm>
              <a:off x="5149818" y="35850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7" name="pt14427"/>
            <p:cNvSpPr/>
            <p:nvPr/>
          </p:nvSpPr>
          <p:spPr>
            <a:xfrm>
              <a:off x="5202456" y="36032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8" name="pt14428"/>
            <p:cNvSpPr/>
            <p:nvPr/>
          </p:nvSpPr>
          <p:spPr>
            <a:xfrm>
              <a:off x="5124486" y="35530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29" name="pt14429"/>
            <p:cNvSpPr/>
            <p:nvPr/>
          </p:nvSpPr>
          <p:spPr>
            <a:xfrm>
              <a:off x="5146385" y="34966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0" name="pt14430"/>
            <p:cNvSpPr/>
            <p:nvPr/>
          </p:nvSpPr>
          <p:spPr>
            <a:xfrm>
              <a:off x="5150001" y="35928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1" name="pt14431"/>
            <p:cNvSpPr/>
            <p:nvPr/>
          </p:nvSpPr>
          <p:spPr>
            <a:xfrm>
              <a:off x="5101990" y="3593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2" name="pt14432"/>
            <p:cNvSpPr/>
            <p:nvPr/>
          </p:nvSpPr>
          <p:spPr>
            <a:xfrm>
              <a:off x="5215800" y="35517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3" name="pt14433"/>
            <p:cNvSpPr/>
            <p:nvPr/>
          </p:nvSpPr>
          <p:spPr>
            <a:xfrm>
              <a:off x="5169564" y="3557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4" name="pt14434"/>
            <p:cNvSpPr/>
            <p:nvPr/>
          </p:nvSpPr>
          <p:spPr>
            <a:xfrm>
              <a:off x="5152515" y="3517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5" name="pt14435"/>
            <p:cNvSpPr/>
            <p:nvPr/>
          </p:nvSpPr>
          <p:spPr>
            <a:xfrm>
              <a:off x="5163066" y="3633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6" name="pt14436"/>
            <p:cNvSpPr/>
            <p:nvPr/>
          </p:nvSpPr>
          <p:spPr>
            <a:xfrm>
              <a:off x="5104984" y="3568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7" name="pt14437"/>
            <p:cNvSpPr/>
            <p:nvPr/>
          </p:nvSpPr>
          <p:spPr>
            <a:xfrm>
              <a:off x="5155986" y="35797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8" name="pt14438"/>
            <p:cNvSpPr/>
            <p:nvPr/>
          </p:nvSpPr>
          <p:spPr>
            <a:xfrm>
              <a:off x="5179591" y="3537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39" name="pt14439"/>
            <p:cNvSpPr/>
            <p:nvPr/>
          </p:nvSpPr>
          <p:spPr>
            <a:xfrm>
              <a:off x="5145440" y="3550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0" name="pt14440"/>
            <p:cNvSpPr/>
            <p:nvPr/>
          </p:nvSpPr>
          <p:spPr>
            <a:xfrm>
              <a:off x="5168743" y="35596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1" name="pt14441"/>
            <p:cNvSpPr/>
            <p:nvPr/>
          </p:nvSpPr>
          <p:spPr>
            <a:xfrm>
              <a:off x="5146129" y="3560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2" name="pt14442"/>
            <p:cNvSpPr/>
            <p:nvPr/>
          </p:nvSpPr>
          <p:spPr>
            <a:xfrm>
              <a:off x="5117199" y="3578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3" name="pt14443"/>
            <p:cNvSpPr/>
            <p:nvPr/>
          </p:nvSpPr>
          <p:spPr>
            <a:xfrm>
              <a:off x="5112556" y="3542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4" name="pt14444"/>
            <p:cNvSpPr/>
            <p:nvPr/>
          </p:nvSpPr>
          <p:spPr>
            <a:xfrm>
              <a:off x="5107730" y="3575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5" name="pt14445"/>
            <p:cNvSpPr/>
            <p:nvPr/>
          </p:nvSpPr>
          <p:spPr>
            <a:xfrm>
              <a:off x="5232392" y="3544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6" name="pt14446"/>
            <p:cNvSpPr/>
            <p:nvPr/>
          </p:nvSpPr>
          <p:spPr>
            <a:xfrm>
              <a:off x="5167819" y="3518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7" name="pt14447"/>
            <p:cNvSpPr/>
            <p:nvPr/>
          </p:nvSpPr>
          <p:spPr>
            <a:xfrm>
              <a:off x="5152952" y="3535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8" name="pt14448"/>
            <p:cNvSpPr/>
            <p:nvPr/>
          </p:nvSpPr>
          <p:spPr>
            <a:xfrm>
              <a:off x="5148416" y="3546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49" name="pt14449"/>
            <p:cNvSpPr/>
            <p:nvPr/>
          </p:nvSpPr>
          <p:spPr>
            <a:xfrm>
              <a:off x="5143941" y="3526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0" name="pt14450"/>
            <p:cNvSpPr/>
            <p:nvPr/>
          </p:nvSpPr>
          <p:spPr>
            <a:xfrm>
              <a:off x="5152470" y="35612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1" name="pt14451"/>
            <p:cNvSpPr/>
            <p:nvPr/>
          </p:nvSpPr>
          <p:spPr>
            <a:xfrm>
              <a:off x="5122628" y="3555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2" name="pt14452"/>
            <p:cNvSpPr/>
            <p:nvPr/>
          </p:nvSpPr>
          <p:spPr>
            <a:xfrm>
              <a:off x="5149642" y="3602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3" name="pt14453"/>
            <p:cNvSpPr/>
            <p:nvPr/>
          </p:nvSpPr>
          <p:spPr>
            <a:xfrm>
              <a:off x="5136607" y="3531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4" name="pt14454"/>
            <p:cNvSpPr/>
            <p:nvPr/>
          </p:nvSpPr>
          <p:spPr>
            <a:xfrm>
              <a:off x="5163406" y="3545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5" name="pt14455"/>
            <p:cNvSpPr/>
            <p:nvPr/>
          </p:nvSpPr>
          <p:spPr>
            <a:xfrm>
              <a:off x="5246438" y="35367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6" name="pt14456"/>
            <p:cNvSpPr/>
            <p:nvPr/>
          </p:nvSpPr>
          <p:spPr>
            <a:xfrm>
              <a:off x="5119901" y="3605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7" name="pt14457"/>
            <p:cNvSpPr/>
            <p:nvPr/>
          </p:nvSpPr>
          <p:spPr>
            <a:xfrm>
              <a:off x="5134493" y="34793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8" name="pt14458"/>
            <p:cNvSpPr/>
            <p:nvPr/>
          </p:nvSpPr>
          <p:spPr>
            <a:xfrm>
              <a:off x="5138316" y="35726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59" name="pt14459"/>
            <p:cNvSpPr/>
            <p:nvPr/>
          </p:nvSpPr>
          <p:spPr>
            <a:xfrm>
              <a:off x="5130166" y="3537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0" name="pt14460"/>
            <p:cNvSpPr/>
            <p:nvPr/>
          </p:nvSpPr>
          <p:spPr>
            <a:xfrm>
              <a:off x="5153201" y="35577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1" name="pt14461"/>
            <p:cNvSpPr/>
            <p:nvPr/>
          </p:nvSpPr>
          <p:spPr>
            <a:xfrm>
              <a:off x="5127570" y="35755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2" name="pt14462"/>
            <p:cNvSpPr/>
            <p:nvPr/>
          </p:nvSpPr>
          <p:spPr>
            <a:xfrm>
              <a:off x="5132089" y="35587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3" name="pt14463"/>
            <p:cNvSpPr/>
            <p:nvPr/>
          </p:nvSpPr>
          <p:spPr>
            <a:xfrm>
              <a:off x="5166568" y="35414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4" name="pt14464"/>
            <p:cNvSpPr/>
            <p:nvPr/>
          </p:nvSpPr>
          <p:spPr>
            <a:xfrm>
              <a:off x="5120818" y="35758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5" name="pt14465"/>
            <p:cNvSpPr/>
            <p:nvPr/>
          </p:nvSpPr>
          <p:spPr>
            <a:xfrm>
              <a:off x="5114768" y="35445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6" name="pt14466"/>
            <p:cNvSpPr/>
            <p:nvPr/>
          </p:nvSpPr>
          <p:spPr>
            <a:xfrm>
              <a:off x="5142514" y="3496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7" name="pt14467"/>
            <p:cNvSpPr/>
            <p:nvPr/>
          </p:nvSpPr>
          <p:spPr>
            <a:xfrm>
              <a:off x="5217281" y="35381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8" name="pt14468"/>
            <p:cNvSpPr/>
            <p:nvPr/>
          </p:nvSpPr>
          <p:spPr>
            <a:xfrm>
              <a:off x="5173656" y="3576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69" name="pt14469"/>
            <p:cNvSpPr/>
            <p:nvPr/>
          </p:nvSpPr>
          <p:spPr>
            <a:xfrm>
              <a:off x="5143429" y="35287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0" name="pt14470"/>
            <p:cNvSpPr/>
            <p:nvPr/>
          </p:nvSpPr>
          <p:spPr>
            <a:xfrm>
              <a:off x="5137643" y="35653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1" name="pt14471"/>
            <p:cNvSpPr/>
            <p:nvPr/>
          </p:nvSpPr>
          <p:spPr>
            <a:xfrm>
              <a:off x="5190697" y="3566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2" name="pt14472"/>
            <p:cNvSpPr/>
            <p:nvPr/>
          </p:nvSpPr>
          <p:spPr>
            <a:xfrm>
              <a:off x="5126061" y="3630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3" name="pt14473"/>
            <p:cNvSpPr/>
            <p:nvPr/>
          </p:nvSpPr>
          <p:spPr>
            <a:xfrm>
              <a:off x="5155346" y="3540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4" name="pt14474"/>
            <p:cNvSpPr/>
            <p:nvPr/>
          </p:nvSpPr>
          <p:spPr>
            <a:xfrm>
              <a:off x="5162945" y="3562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5" name="pt14475"/>
            <p:cNvSpPr/>
            <p:nvPr/>
          </p:nvSpPr>
          <p:spPr>
            <a:xfrm>
              <a:off x="5120611" y="35316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6" name="pt14476"/>
            <p:cNvSpPr/>
            <p:nvPr/>
          </p:nvSpPr>
          <p:spPr>
            <a:xfrm>
              <a:off x="5124373" y="3535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7" name="pt14477"/>
            <p:cNvSpPr/>
            <p:nvPr/>
          </p:nvSpPr>
          <p:spPr>
            <a:xfrm>
              <a:off x="5138315" y="3520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8" name="pt14478"/>
            <p:cNvSpPr/>
            <p:nvPr/>
          </p:nvSpPr>
          <p:spPr>
            <a:xfrm>
              <a:off x="5217165" y="35451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79" name="pt14479"/>
            <p:cNvSpPr/>
            <p:nvPr/>
          </p:nvSpPr>
          <p:spPr>
            <a:xfrm>
              <a:off x="5125537" y="3501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0" name="pt14480"/>
            <p:cNvSpPr/>
            <p:nvPr/>
          </p:nvSpPr>
          <p:spPr>
            <a:xfrm>
              <a:off x="5146123" y="3561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1" name="pt14481"/>
            <p:cNvSpPr/>
            <p:nvPr/>
          </p:nvSpPr>
          <p:spPr>
            <a:xfrm>
              <a:off x="5142647" y="35086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2" name="pt14482"/>
            <p:cNvSpPr/>
            <p:nvPr/>
          </p:nvSpPr>
          <p:spPr>
            <a:xfrm>
              <a:off x="5169748" y="35480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3" name="pt14483"/>
            <p:cNvSpPr/>
            <p:nvPr/>
          </p:nvSpPr>
          <p:spPr>
            <a:xfrm>
              <a:off x="5133388" y="3505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4" name="pt14484"/>
            <p:cNvSpPr/>
            <p:nvPr/>
          </p:nvSpPr>
          <p:spPr>
            <a:xfrm>
              <a:off x="5135055" y="3580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5" name="pt14485"/>
            <p:cNvSpPr/>
            <p:nvPr/>
          </p:nvSpPr>
          <p:spPr>
            <a:xfrm>
              <a:off x="5133072" y="3534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6" name="pt14486"/>
            <p:cNvSpPr/>
            <p:nvPr/>
          </p:nvSpPr>
          <p:spPr>
            <a:xfrm>
              <a:off x="5139523" y="35020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7" name="pt14487"/>
            <p:cNvSpPr/>
            <p:nvPr/>
          </p:nvSpPr>
          <p:spPr>
            <a:xfrm>
              <a:off x="5124934" y="3553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8" name="pt14488"/>
            <p:cNvSpPr/>
            <p:nvPr/>
          </p:nvSpPr>
          <p:spPr>
            <a:xfrm>
              <a:off x="5097926" y="35680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89" name="pt14489"/>
            <p:cNvSpPr/>
            <p:nvPr/>
          </p:nvSpPr>
          <p:spPr>
            <a:xfrm>
              <a:off x="5157665" y="3530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0" name="pt14490"/>
            <p:cNvSpPr/>
            <p:nvPr/>
          </p:nvSpPr>
          <p:spPr>
            <a:xfrm>
              <a:off x="5126484" y="3507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1" name="pt14491"/>
            <p:cNvSpPr/>
            <p:nvPr/>
          </p:nvSpPr>
          <p:spPr>
            <a:xfrm>
              <a:off x="5150435" y="3560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2" name="pt14492"/>
            <p:cNvSpPr/>
            <p:nvPr/>
          </p:nvSpPr>
          <p:spPr>
            <a:xfrm>
              <a:off x="5161956" y="3553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3" name="pt14493"/>
            <p:cNvSpPr/>
            <p:nvPr/>
          </p:nvSpPr>
          <p:spPr>
            <a:xfrm>
              <a:off x="5100098" y="35937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4" name="pt14494"/>
            <p:cNvSpPr/>
            <p:nvPr/>
          </p:nvSpPr>
          <p:spPr>
            <a:xfrm>
              <a:off x="5120538" y="35576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5" name="pt14495"/>
            <p:cNvSpPr/>
            <p:nvPr/>
          </p:nvSpPr>
          <p:spPr>
            <a:xfrm>
              <a:off x="5152975" y="3564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6" name="pt14496"/>
            <p:cNvSpPr/>
            <p:nvPr/>
          </p:nvSpPr>
          <p:spPr>
            <a:xfrm>
              <a:off x="5153601" y="3566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7" name="pt14497"/>
            <p:cNvSpPr/>
            <p:nvPr/>
          </p:nvSpPr>
          <p:spPr>
            <a:xfrm>
              <a:off x="5141522" y="35773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8" name="pt14498"/>
            <p:cNvSpPr/>
            <p:nvPr/>
          </p:nvSpPr>
          <p:spPr>
            <a:xfrm>
              <a:off x="5126208" y="35337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499" name="pt14499"/>
            <p:cNvSpPr/>
            <p:nvPr/>
          </p:nvSpPr>
          <p:spPr>
            <a:xfrm>
              <a:off x="5146124" y="36715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0" name="pt14500"/>
            <p:cNvSpPr/>
            <p:nvPr/>
          </p:nvSpPr>
          <p:spPr>
            <a:xfrm>
              <a:off x="5217813" y="35574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1" name="pt14501"/>
            <p:cNvSpPr/>
            <p:nvPr/>
          </p:nvSpPr>
          <p:spPr>
            <a:xfrm>
              <a:off x="5125655" y="3576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2" name="pt14502"/>
            <p:cNvSpPr/>
            <p:nvPr/>
          </p:nvSpPr>
          <p:spPr>
            <a:xfrm>
              <a:off x="5190635" y="3554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3" name="pt14503"/>
            <p:cNvSpPr/>
            <p:nvPr/>
          </p:nvSpPr>
          <p:spPr>
            <a:xfrm>
              <a:off x="5162726" y="3538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4" name="pt14504"/>
            <p:cNvSpPr/>
            <p:nvPr/>
          </p:nvSpPr>
          <p:spPr>
            <a:xfrm>
              <a:off x="5140311" y="3646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5" name="pt14505"/>
            <p:cNvSpPr/>
            <p:nvPr/>
          </p:nvSpPr>
          <p:spPr>
            <a:xfrm>
              <a:off x="5138979" y="35576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6" name="pt14506"/>
            <p:cNvSpPr/>
            <p:nvPr/>
          </p:nvSpPr>
          <p:spPr>
            <a:xfrm>
              <a:off x="5196670" y="35346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7" name="pt14507"/>
            <p:cNvSpPr/>
            <p:nvPr/>
          </p:nvSpPr>
          <p:spPr>
            <a:xfrm>
              <a:off x="5326419" y="3578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8" name="pt14508"/>
            <p:cNvSpPr/>
            <p:nvPr/>
          </p:nvSpPr>
          <p:spPr>
            <a:xfrm>
              <a:off x="5130278" y="3467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09" name="pt14509"/>
            <p:cNvSpPr/>
            <p:nvPr/>
          </p:nvSpPr>
          <p:spPr>
            <a:xfrm>
              <a:off x="5143378" y="34882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0" name="pt14510"/>
            <p:cNvSpPr/>
            <p:nvPr/>
          </p:nvSpPr>
          <p:spPr>
            <a:xfrm>
              <a:off x="5173990" y="35807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1" name="pt14511"/>
            <p:cNvSpPr/>
            <p:nvPr/>
          </p:nvSpPr>
          <p:spPr>
            <a:xfrm>
              <a:off x="5170433" y="35731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2" name="pt14512"/>
            <p:cNvSpPr/>
            <p:nvPr/>
          </p:nvSpPr>
          <p:spPr>
            <a:xfrm>
              <a:off x="5130860" y="35432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3" name="pt14513"/>
            <p:cNvSpPr/>
            <p:nvPr/>
          </p:nvSpPr>
          <p:spPr>
            <a:xfrm>
              <a:off x="5117226" y="3539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4" name="pt14514"/>
            <p:cNvSpPr/>
            <p:nvPr/>
          </p:nvSpPr>
          <p:spPr>
            <a:xfrm>
              <a:off x="5196849" y="3555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5" name="pt14515"/>
            <p:cNvSpPr/>
            <p:nvPr/>
          </p:nvSpPr>
          <p:spPr>
            <a:xfrm>
              <a:off x="5129394" y="3585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6" name="pt14516"/>
            <p:cNvSpPr/>
            <p:nvPr/>
          </p:nvSpPr>
          <p:spPr>
            <a:xfrm>
              <a:off x="5156596" y="35736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7" name="pt14517"/>
            <p:cNvSpPr/>
            <p:nvPr/>
          </p:nvSpPr>
          <p:spPr>
            <a:xfrm>
              <a:off x="5156181" y="3550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8" name="pt14518"/>
            <p:cNvSpPr/>
            <p:nvPr/>
          </p:nvSpPr>
          <p:spPr>
            <a:xfrm>
              <a:off x="5188518" y="34444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19" name="pt14519"/>
            <p:cNvSpPr/>
            <p:nvPr/>
          </p:nvSpPr>
          <p:spPr>
            <a:xfrm>
              <a:off x="5137047" y="3554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0" name="pt14520"/>
            <p:cNvSpPr/>
            <p:nvPr/>
          </p:nvSpPr>
          <p:spPr>
            <a:xfrm>
              <a:off x="5204279" y="3563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1" name="pt14521"/>
            <p:cNvSpPr/>
            <p:nvPr/>
          </p:nvSpPr>
          <p:spPr>
            <a:xfrm>
              <a:off x="5102666" y="3578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2" name="pt14522"/>
            <p:cNvSpPr/>
            <p:nvPr/>
          </p:nvSpPr>
          <p:spPr>
            <a:xfrm>
              <a:off x="5209234" y="3552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3" name="pt14523"/>
            <p:cNvSpPr/>
            <p:nvPr/>
          </p:nvSpPr>
          <p:spPr>
            <a:xfrm>
              <a:off x="5203438" y="35606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4" name="pt14524"/>
            <p:cNvSpPr/>
            <p:nvPr/>
          </p:nvSpPr>
          <p:spPr>
            <a:xfrm>
              <a:off x="5158479" y="35645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5" name="pt14525"/>
            <p:cNvSpPr/>
            <p:nvPr/>
          </p:nvSpPr>
          <p:spPr>
            <a:xfrm>
              <a:off x="5097361" y="35541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6" name="pt14526"/>
            <p:cNvSpPr/>
            <p:nvPr/>
          </p:nvSpPr>
          <p:spPr>
            <a:xfrm>
              <a:off x="5095651" y="3619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7" name="pt14527"/>
            <p:cNvSpPr/>
            <p:nvPr/>
          </p:nvSpPr>
          <p:spPr>
            <a:xfrm>
              <a:off x="5178727" y="3566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8" name="pt14528"/>
            <p:cNvSpPr/>
            <p:nvPr/>
          </p:nvSpPr>
          <p:spPr>
            <a:xfrm>
              <a:off x="5185774" y="3545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29" name="pt14529"/>
            <p:cNvSpPr/>
            <p:nvPr/>
          </p:nvSpPr>
          <p:spPr>
            <a:xfrm>
              <a:off x="5120692" y="35704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0" name="pt14530"/>
            <p:cNvSpPr/>
            <p:nvPr/>
          </p:nvSpPr>
          <p:spPr>
            <a:xfrm>
              <a:off x="5170696" y="3479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1" name="pt14531"/>
            <p:cNvSpPr/>
            <p:nvPr/>
          </p:nvSpPr>
          <p:spPr>
            <a:xfrm>
              <a:off x="5164181" y="3673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2" name="pt14532"/>
            <p:cNvSpPr/>
            <p:nvPr/>
          </p:nvSpPr>
          <p:spPr>
            <a:xfrm>
              <a:off x="5162720" y="3649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3" name="pt14533"/>
            <p:cNvSpPr/>
            <p:nvPr/>
          </p:nvSpPr>
          <p:spPr>
            <a:xfrm>
              <a:off x="5133558" y="3548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4" name="pt14534"/>
            <p:cNvSpPr/>
            <p:nvPr/>
          </p:nvSpPr>
          <p:spPr>
            <a:xfrm>
              <a:off x="5171085" y="35070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5" name="pt14535"/>
            <p:cNvSpPr/>
            <p:nvPr/>
          </p:nvSpPr>
          <p:spPr>
            <a:xfrm>
              <a:off x="5235554" y="3400312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36" name="pt14536"/>
            <p:cNvSpPr/>
            <p:nvPr/>
          </p:nvSpPr>
          <p:spPr>
            <a:xfrm>
              <a:off x="5148059" y="35444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7" name="pt14537"/>
            <p:cNvSpPr/>
            <p:nvPr/>
          </p:nvSpPr>
          <p:spPr>
            <a:xfrm>
              <a:off x="5092599" y="35528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8" name="pt14538"/>
            <p:cNvSpPr/>
            <p:nvPr/>
          </p:nvSpPr>
          <p:spPr>
            <a:xfrm>
              <a:off x="5114384" y="35562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39" name="pt14539"/>
            <p:cNvSpPr/>
            <p:nvPr/>
          </p:nvSpPr>
          <p:spPr>
            <a:xfrm>
              <a:off x="5128914" y="35538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0" name="pt14540"/>
            <p:cNvSpPr/>
            <p:nvPr/>
          </p:nvSpPr>
          <p:spPr>
            <a:xfrm>
              <a:off x="5157486" y="3554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1" name="pt14541"/>
            <p:cNvSpPr/>
            <p:nvPr/>
          </p:nvSpPr>
          <p:spPr>
            <a:xfrm>
              <a:off x="5190230" y="3563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2" name="pt14542"/>
            <p:cNvSpPr/>
            <p:nvPr/>
          </p:nvSpPr>
          <p:spPr>
            <a:xfrm>
              <a:off x="5113351" y="3572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3" name="pt14543"/>
            <p:cNvSpPr/>
            <p:nvPr/>
          </p:nvSpPr>
          <p:spPr>
            <a:xfrm>
              <a:off x="5086142" y="35701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4" name="pt14544"/>
            <p:cNvSpPr/>
            <p:nvPr/>
          </p:nvSpPr>
          <p:spPr>
            <a:xfrm>
              <a:off x="5173907" y="3535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5" name="pt14545"/>
            <p:cNvSpPr/>
            <p:nvPr/>
          </p:nvSpPr>
          <p:spPr>
            <a:xfrm>
              <a:off x="5152421" y="3550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6" name="pt14546"/>
            <p:cNvSpPr/>
            <p:nvPr/>
          </p:nvSpPr>
          <p:spPr>
            <a:xfrm>
              <a:off x="5161488" y="35253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7" name="pt14547"/>
            <p:cNvSpPr/>
            <p:nvPr/>
          </p:nvSpPr>
          <p:spPr>
            <a:xfrm>
              <a:off x="5179620" y="3543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8" name="pt14548"/>
            <p:cNvSpPr/>
            <p:nvPr/>
          </p:nvSpPr>
          <p:spPr>
            <a:xfrm>
              <a:off x="5194607" y="3550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49" name="pt14549"/>
            <p:cNvSpPr/>
            <p:nvPr/>
          </p:nvSpPr>
          <p:spPr>
            <a:xfrm>
              <a:off x="5113813" y="36482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0" name="pt14550"/>
            <p:cNvSpPr/>
            <p:nvPr/>
          </p:nvSpPr>
          <p:spPr>
            <a:xfrm>
              <a:off x="5138465" y="3554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1" name="pt14551"/>
            <p:cNvSpPr/>
            <p:nvPr/>
          </p:nvSpPr>
          <p:spPr>
            <a:xfrm>
              <a:off x="5150815" y="35527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2" name="pt14552"/>
            <p:cNvSpPr/>
            <p:nvPr/>
          </p:nvSpPr>
          <p:spPr>
            <a:xfrm>
              <a:off x="5136023" y="36056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3" name="pt14553"/>
            <p:cNvSpPr/>
            <p:nvPr/>
          </p:nvSpPr>
          <p:spPr>
            <a:xfrm>
              <a:off x="5190805" y="36448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4" name="pt14554"/>
            <p:cNvSpPr/>
            <p:nvPr/>
          </p:nvSpPr>
          <p:spPr>
            <a:xfrm>
              <a:off x="5090818" y="35611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5" name="pt14555"/>
            <p:cNvSpPr/>
            <p:nvPr/>
          </p:nvSpPr>
          <p:spPr>
            <a:xfrm>
              <a:off x="5168005" y="3593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6" name="pt14556"/>
            <p:cNvSpPr/>
            <p:nvPr/>
          </p:nvSpPr>
          <p:spPr>
            <a:xfrm>
              <a:off x="5136454" y="3538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7" name="pt14557"/>
            <p:cNvSpPr/>
            <p:nvPr/>
          </p:nvSpPr>
          <p:spPr>
            <a:xfrm>
              <a:off x="5195196" y="3569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8" name="pt14558"/>
            <p:cNvSpPr/>
            <p:nvPr/>
          </p:nvSpPr>
          <p:spPr>
            <a:xfrm>
              <a:off x="5112755" y="3597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59" name="pt14559"/>
            <p:cNvSpPr/>
            <p:nvPr/>
          </p:nvSpPr>
          <p:spPr>
            <a:xfrm>
              <a:off x="5149858" y="3533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0" name="pt14560"/>
            <p:cNvSpPr/>
            <p:nvPr/>
          </p:nvSpPr>
          <p:spPr>
            <a:xfrm>
              <a:off x="5100527" y="3505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1" name="pt14561"/>
            <p:cNvSpPr/>
            <p:nvPr/>
          </p:nvSpPr>
          <p:spPr>
            <a:xfrm>
              <a:off x="5201402" y="3555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2" name="pt14562"/>
            <p:cNvSpPr/>
            <p:nvPr/>
          </p:nvSpPr>
          <p:spPr>
            <a:xfrm>
              <a:off x="5202154" y="35963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3" name="pt14563"/>
            <p:cNvSpPr/>
            <p:nvPr/>
          </p:nvSpPr>
          <p:spPr>
            <a:xfrm>
              <a:off x="5184432" y="35571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4" name="pt14564"/>
            <p:cNvSpPr/>
            <p:nvPr/>
          </p:nvSpPr>
          <p:spPr>
            <a:xfrm>
              <a:off x="5153603" y="35790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5" name="pt14565"/>
            <p:cNvSpPr/>
            <p:nvPr/>
          </p:nvSpPr>
          <p:spPr>
            <a:xfrm>
              <a:off x="5143266" y="3531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6" name="pt14566"/>
            <p:cNvSpPr/>
            <p:nvPr/>
          </p:nvSpPr>
          <p:spPr>
            <a:xfrm>
              <a:off x="5115874" y="3544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7" name="pt14567"/>
            <p:cNvSpPr/>
            <p:nvPr/>
          </p:nvSpPr>
          <p:spPr>
            <a:xfrm>
              <a:off x="5126822" y="3572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8" name="pt14568"/>
            <p:cNvSpPr/>
            <p:nvPr/>
          </p:nvSpPr>
          <p:spPr>
            <a:xfrm>
              <a:off x="5163428" y="35409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69" name="pt14569"/>
            <p:cNvSpPr/>
            <p:nvPr/>
          </p:nvSpPr>
          <p:spPr>
            <a:xfrm>
              <a:off x="5164834" y="35391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0" name="pt14570"/>
            <p:cNvSpPr/>
            <p:nvPr/>
          </p:nvSpPr>
          <p:spPr>
            <a:xfrm>
              <a:off x="5113077" y="35319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1" name="pt14571"/>
            <p:cNvSpPr/>
            <p:nvPr/>
          </p:nvSpPr>
          <p:spPr>
            <a:xfrm>
              <a:off x="5158807" y="35265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2" name="pt14572"/>
            <p:cNvSpPr/>
            <p:nvPr/>
          </p:nvSpPr>
          <p:spPr>
            <a:xfrm>
              <a:off x="5137469" y="35564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3" name="pt14573"/>
            <p:cNvSpPr/>
            <p:nvPr/>
          </p:nvSpPr>
          <p:spPr>
            <a:xfrm>
              <a:off x="5135422" y="3599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4" name="pt14574"/>
            <p:cNvSpPr/>
            <p:nvPr/>
          </p:nvSpPr>
          <p:spPr>
            <a:xfrm>
              <a:off x="5162916" y="3544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5" name="pt14575"/>
            <p:cNvSpPr/>
            <p:nvPr/>
          </p:nvSpPr>
          <p:spPr>
            <a:xfrm>
              <a:off x="5169739" y="3567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6" name="pt14576"/>
            <p:cNvSpPr/>
            <p:nvPr/>
          </p:nvSpPr>
          <p:spPr>
            <a:xfrm>
              <a:off x="5129114" y="2899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7" name="pt14577"/>
            <p:cNvSpPr/>
            <p:nvPr/>
          </p:nvSpPr>
          <p:spPr>
            <a:xfrm>
              <a:off x="5178780" y="3527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8" name="pt14578"/>
            <p:cNvSpPr/>
            <p:nvPr/>
          </p:nvSpPr>
          <p:spPr>
            <a:xfrm>
              <a:off x="5095789" y="3569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79" name="pt14579"/>
            <p:cNvSpPr/>
            <p:nvPr/>
          </p:nvSpPr>
          <p:spPr>
            <a:xfrm>
              <a:off x="5118389" y="3483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0" name="pt14580"/>
            <p:cNvSpPr/>
            <p:nvPr/>
          </p:nvSpPr>
          <p:spPr>
            <a:xfrm>
              <a:off x="5190095" y="3588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1" name="pt14581"/>
            <p:cNvSpPr/>
            <p:nvPr/>
          </p:nvSpPr>
          <p:spPr>
            <a:xfrm>
              <a:off x="5077888" y="36213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2" name="pt14582"/>
            <p:cNvSpPr/>
            <p:nvPr/>
          </p:nvSpPr>
          <p:spPr>
            <a:xfrm>
              <a:off x="5172113" y="35180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3" name="pt14583"/>
            <p:cNvSpPr/>
            <p:nvPr/>
          </p:nvSpPr>
          <p:spPr>
            <a:xfrm>
              <a:off x="5174287" y="3625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4" name="pt14584"/>
            <p:cNvSpPr/>
            <p:nvPr/>
          </p:nvSpPr>
          <p:spPr>
            <a:xfrm>
              <a:off x="5174972" y="3549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5" name="pt14585"/>
            <p:cNvSpPr/>
            <p:nvPr/>
          </p:nvSpPr>
          <p:spPr>
            <a:xfrm>
              <a:off x="5226243" y="35510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6" name="pt14586"/>
            <p:cNvSpPr/>
            <p:nvPr/>
          </p:nvSpPr>
          <p:spPr>
            <a:xfrm>
              <a:off x="5172901" y="35508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7" name="pt14587"/>
            <p:cNvSpPr/>
            <p:nvPr/>
          </p:nvSpPr>
          <p:spPr>
            <a:xfrm>
              <a:off x="5155805" y="3532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8" name="pt14588"/>
            <p:cNvSpPr/>
            <p:nvPr/>
          </p:nvSpPr>
          <p:spPr>
            <a:xfrm>
              <a:off x="5141719" y="35458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89" name="pt14589"/>
            <p:cNvSpPr/>
            <p:nvPr/>
          </p:nvSpPr>
          <p:spPr>
            <a:xfrm>
              <a:off x="5113098" y="3513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0" name="pt14590"/>
            <p:cNvSpPr/>
            <p:nvPr/>
          </p:nvSpPr>
          <p:spPr>
            <a:xfrm>
              <a:off x="5179620" y="3572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1" name="pt14591"/>
            <p:cNvSpPr/>
            <p:nvPr/>
          </p:nvSpPr>
          <p:spPr>
            <a:xfrm>
              <a:off x="5122762" y="35379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2" name="pt14592"/>
            <p:cNvSpPr/>
            <p:nvPr/>
          </p:nvSpPr>
          <p:spPr>
            <a:xfrm>
              <a:off x="5135880" y="35675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3" name="pt14593"/>
            <p:cNvSpPr/>
            <p:nvPr/>
          </p:nvSpPr>
          <p:spPr>
            <a:xfrm>
              <a:off x="5076591" y="3556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4" name="pt14594"/>
            <p:cNvSpPr/>
            <p:nvPr/>
          </p:nvSpPr>
          <p:spPr>
            <a:xfrm>
              <a:off x="5143156" y="3546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5" name="pt14595"/>
            <p:cNvSpPr/>
            <p:nvPr/>
          </p:nvSpPr>
          <p:spPr>
            <a:xfrm>
              <a:off x="5108533" y="3391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6" name="pt14596"/>
            <p:cNvSpPr/>
            <p:nvPr/>
          </p:nvSpPr>
          <p:spPr>
            <a:xfrm>
              <a:off x="5167484" y="35518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7" name="pt14597"/>
            <p:cNvSpPr/>
            <p:nvPr/>
          </p:nvSpPr>
          <p:spPr>
            <a:xfrm>
              <a:off x="5125884" y="35606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8" name="pt14598"/>
            <p:cNvSpPr/>
            <p:nvPr/>
          </p:nvSpPr>
          <p:spPr>
            <a:xfrm>
              <a:off x="5152953" y="3571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599" name="pt14599"/>
            <p:cNvSpPr/>
            <p:nvPr/>
          </p:nvSpPr>
          <p:spPr>
            <a:xfrm>
              <a:off x="5099091" y="35744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0" name="pt14600"/>
            <p:cNvSpPr/>
            <p:nvPr/>
          </p:nvSpPr>
          <p:spPr>
            <a:xfrm>
              <a:off x="5222485" y="35393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1" name="pt14601"/>
            <p:cNvSpPr/>
            <p:nvPr/>
          </p:nvSpPr>
          <p:spPr>
            <a:xfrm>
              <a:off x="5181570" y="35183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2" name="pt14602"/>
            <p:cNvSpPr/>
            <p:nvPr/>
          </p:nvSpPr>
          <p:spPr>
            <a:xfrm>
              <a:off x="5192488" y="32612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3" name="pt14603"/>
            <p:cNvSpPr/>
            <p:nvPr/>
          </p:nvSpPr>
          <p:spPr>
            <a:xfrm>
              <a:off x="5128436" y="3551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4" name="pt14604"/>
            <p:cNvSpPr/>
            <p:nvPr/>
          </p:nvSpPr>
          <p:spPr>
            <a:xfrm>
              <a:off x="5074974" y="3546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5" name="pt14605"/>
            <p:cNvSpPr/>
            <p:nvPr/>
          </p:nvSpPr>
          <p:spPr>
            <a:xfrm>
              <a:off x="5103334" y="36693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6" name="pt14606"/>
            <p:cNvSpPr/>
            <p:nvPr/>
          </p:nvSpPr>
          <p:spPr>
            <a:xfrm>
              <a:off x="5182402" y="35719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7" name="pt14607"/>
            <p:cNvSpPr/>
            <p:nvPr/>
          </p:nvSpPr>
          <p:spPr>
            <a:xfrm>
              <a:off x="5224640" y="3545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8" name="pt14608"/>
            <p:cNvSpPr/>
            <p:nvPr/>
          </p:nvSpPr>
          <p:spPr>
            <a:xfrm>
              <a:off x="5164326" y="35370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09" name="pt14609"/>
            <p:cNvSpPr/>
            <p:nvPr/>
          </p:nvSpPr>
          <p:spPr>
            <a:xfrm>
              <a:off x="5185686" y="35992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0" name="pt14610"/>
            <p:cNvSpPr/>
            <p:nvPr/>
          </p:nvSpPr>
          <p:spPr>
            <a:xfrm>
              <a:off x="5179800" y="35194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1" name="pt14611"/>
            <p:cNvSpPr/>
            <p:nvPr/>
          </p:nvSpPr>
          <p:spPr>
            <a:xfrm>
              <a:off x="5171390" y="3563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2" name="pt14612"/>
            <p:cNvSpPr/>
            <p:nvPr/>
          </p:nvSpPr>
          <p:spPr>
            <a:xfrm>
              <a:off x="5158229" y="35682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3" name="pt14613"/>
            <p:cNvSpPr/>
            <p:nvPr/>
          </p:nvSpPr>
          <p:spPr>
            <a:xfrm>
              <a:off x="5174734" y="3512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4" name="pt14614"/>
            <p:cNvSpPr/>
            <p:nvPr/>
          </p:nvSpPr>
          <p:spPr>
            <a:xfrm>
              <a:off x="5125152" y="3629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5" name="pt14615"/>
            <p:cNvSpPr/>
            <p:nvPr/>
          </p:nvSpPr>
          <p:spPr>
            <a:xfrm>
              <a:off x="5143321" y="3564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6" name="pt14616"/>
            <p:cNvSpPr/>
            <p:nvPr/>
          </p:nvSpPr>
          <p:spPr>
            <a:xfrm>
              <a:off x="5203090" y="3566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7" name="pt14617"/>
            <p:cNvSpPr/>
            <p:nvPr/>
          </p:nvSpPr>
          <p:spPr>
            <a:xfrm>
              <a:off x="5146276" y="3527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8" name="pt14618"/>
            <p:cNvSpPr/>
            <p:nvPr/>
          </p:nvSpPr>
          <p:spPr>
            <a:xfrm>
              <a:off x="5126336" y="3600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19" name="pt14619"/>
            <p:cNvSpPr/>
            <p:nvPr/>
          </p:nvSpPr>
          <p:spPr>
            <a:xfrm>
              <a:off x="5107426" y="3555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0" name="pt14620"/>
            <p:cNvSpPr/>
            <p:nvPr/>
          </p:nvSpPr>
          <p:spPr>
            <a:xfrm>
              <a:off x="5143172" y="35590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1" name="pt14621"/>
            <p:cNvSpPr/>
            <p:nvPr/>
          </p:nvSpPr>
          <p:spPr>
            <a:xfrm>
              <a:off x="5115405" y="35401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2" name="pt14622"/>
            <p:cNvSpPr/>
            <p:nvPr/>
          </p:nvSpPr>
          <p:spPr>
            <a:xfrm>
              <a:off x="5138575" y="3547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3" name="pt14623"/>
            <p:cNvSpPr/>
            <p:nvPr/>
          </p:nvSpPr>
          <p:spPr>
            <a:xfrm>
              <a:off x="5158831" y="35414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4" name="pt14624"/>
            <p:cNvSpPr/>
            <p:nvPr/>
          </p:nvSpPr>
          <p:spPr>
            <a:xfrm>
              <a:off x="5184695" y="35454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5" name="pt14625"/>
            <p:cNvSpPr/>
            <p:nvPr/>
          </p:nvSpPr>
          <p:spPr>
            <a:xfrm>
              <a:off x="5118963" y="3555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6" name="pt14626"/>
            <p:cNvSpPr/>
            <p:nvPr/>
          </p:nvSpPr>
          <p:spPr>
            <a:xfrm>
              <a:off x="5185063" y="35398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7" name="pt14627"/>
            <p:cNvSpPr/>
            <p:nvPr/>
          </p:nvSpPr>
          <p:spPr>
            <a:xfrm>
              <a:off x="5178827" y="3536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8" name="pt14628"/>
            <p:cNvSpPr/>
            <p:nvPr/>
          </p:nvSpPr>
          <p:spPr>
            <a:xfrm>
              <a:off x="5140844" y="3567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29" name="pt14629"/>
            <p:cNvSpPr/>
            <p:nvPr/>
          </p:nvSpPr>
          <p:spPr>
            <a:xfrm>
              <a:off x="5134989" y="3553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0" name="pt14630"/>
            <p:cNvSpPr/>
            <p:nvPr/>
          </p:nvSpPr>
          <p:spPr>
            <a:xfrm>
              <a:off x="5169074" y="36813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1" name="pt14631"/>
            <p:cNvSpPr/>
            <p:nvPr/>
          </p:nvSpPr>
          <p:spPr>
            <a:xfrm>
              <a:off x="5163993" y="3571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2" name="pt14632"/>
            <p:cNvSpPr/>
            <p:nvPr/>
          </p:nvSpPr>
          <p:spPr>
            <a:xfrm>
              <a:off x="5141866" y="3524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3" name="pt14633"/>
            <p:cNvSpPr/>
            <p:nvPr/>
          </p:nvSpPr>
          <p:spPr>
            <a:xfrm>
              <a:off x="5153517" y="35403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4" name="pt14634"/>
            <p:cNvSpPr/>
            <p:nvPr/>
          </p:nvSpPr>
          <p:spPr>
            <a:xfrm>
              <a:off x="5216664" y="35743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5" name="pt14635"/>
            <p:cNvSpPr/>
            <p:nvPr/>
          </p:nvSpPr>
          <p:spPr>
            <a:xfrm>
              <a:off x="5184366" y="3571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6" name="pt14636"/>
            <p:cNvSpPr/>
            <p:nvPr/>
          </p:nvSpPr>
          <p:spPr>
            <a:xfrm>
              <a:off x="5152189" y="35408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7" name="pt14637"/>
            <p:cNvSpPr/>
            <p:nvPr/>
          </p:nvSpPr>
          <p:spPr>
            <a:xfrm>
              <a:off x="5151165" y="34505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8" name="pt14638"/>
            <p:cNvSpPr/>
            <p:nvPr/>
          </p:nvSpPr>
          <p:spPr>
            <a:xfrm>
              <a:off x="5169849" y="35671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39" name="pt14639"/>
            <p:cNvSpPr/>
            <p:nvPr/>
          </p:nvSpPr>
          <p:spPr>
            <a:xfrm>
              <a:off x="5171888" y="35591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0" name="pt14640"/>
            <p:cNvSpPr/>
            <p:nvPr/>
          </p:nvSpPr>
          <p:spPr>
            <a:xfrm>
              <a:off x="5094925" y="35798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1" name="pt14641"/>
            <p:cNvSpPr/>
            <p:nvPr/>
          </p:nvSpPr>
          <p:spPr>
            <a:xfrm>
              <a:off x="5146213" y="3559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2" name="pt14642"/>
            <p:cNvSpPr/>
            <p:nvPr/>
          </p:nvSpPr>
          <p:spPr>
            <a:xfrm>
              <a:off x="5158801" y="3608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3" name="pt14643"/>
            <p:cNvSpPr/>
            <p:nvPr/>
          </p:nvSpPr>
          <p:spPr>
            <a:xfrm>
              <a:off x="5160354" y="3591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4" name="pt14644"/>
            <p:cNvSpPr/>
            <p:nvPr/>
          </p:nvSpPr>
          <p:spPr>
            <a:xfrm>
              <a:off x="5152464" y="3585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5" name="pt14645"/>
            <p:cNvSpPr/>
            <p:nvPr/>
          </p:nvSpPr>
          <p:spPr>
            <a:xfrm>
              <a:off x="5132124" y="3542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6" name="pt14646"/>
            <p:cNvSpPr/>
            <p:nvPr/>
          </p:nvSpPr>
          <p:spPr>
            <a:xfrm>
              <a:off x="5231643" y="35195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7" name="pt14647"/>
            <p:cNvSpPr/>
            <p:nvPr/>
          </p:nvSpPr>
          <p:spPr>
            <a:xfrm>
              <a:off x="5089115" y="3581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8" name="pt14648"/>
            <p:cNvSpPr/>
            <p:nvPr/>
          </p:nvSpPr>
          <p:spPr>
            <a:xfrm>
              <a:off x="5243376" y="35779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49" name="pt14649"/>
            <p:cNvSpPr/>
            <p:nvPr/>
          </p:nvSpPr>
          <p:spPr>
            <a:xfrm>
              <a:off x="5112684" y="35427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0" name="pt14650"/>
            <p:cNvSpPr/>
            <p:nvPr/>
          </p:nvSpPr>
          <p:spPr>
            <a:xfrm>
              <a:off x="5136927" y="3538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1" name="pt14651"/>
            <p:cNvSpPr/>
            <p:nvPr/>
          </p:nvSpPr>
          <p:spPr>
            <a:xfrm>
              <a:off x="5183716" y="35978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2" name="pt14652"/>
            <p:cNvSpPr/>
            <p:nvPr/>
          </p:nvSpPr>
          <p:spPr>
            <a:xfrm>
              <a:off x="5139223" y="35659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3" name="pt14653"/>
            <p:cNvSpPr/>
            <p:nvPr/>
          </p:nvSpPr>
          <p:spPr>
            <a:xfrm>
              <a:off x="5097532" y="3566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4" name="pt14654"/>
            <p:cNvSpPr/>
            <p:nvPr/>
          </p:nvSpPr>
          <p:spPr>
            <a:xfrm>
              <a:off x="5177082" y="35616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5" name="pt14655"/>
            <p:cNvSpPr/>
            <p:nvPr/>
          </p:nvSpPr>
          <p:spPr>
            <a:xfrm>
              <a:off x="5190252" y="36262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6" name="pt14656"/>
            <p:cNvSpPr/>
            <p:nvPr/>
          </p:nvSpPr>
          <p:spPr>
            <a:xfrm>
              <a:off x="5126339" y="3520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7" name="pt14657"/>
            <p:cNvSpPr/>
            <p:nvPr/>
          </p:nvSpPr>
          <p:spPr>
            <a:xfrm>
              <a:off x="5189335" y="3529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8" name="pt14658"/>
            <p:cNvSpPr/>
            <p:nvPr/>
          </p:nvSpPr>
          <p:spPr>
            <a:xfrm>
              <a:off x="5153568" y="3544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59" name="pt14659"/>
            <p:cNvSpPr/>
            <p:nvPr/>
          </p:nvSpPr>
          <p:spPr>
            <a:xfrm>
              <a:off x="5147265" y="3625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0" name="pt14660"/>
            <p:cNvSpPr/>
            <p:nvPr/>
          </p:nvSpPr>
          <p:spPr>
            <a:xfrm>
              <a:off x="5181963" y="36040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1" name="pt14661"/>
            <p:cNvSpPr/>
            <p:nvPr/>
          </p:nvSpPr>
          <p:spPr>
            <a:xfrm>
              <a:off x="5163537" y="36192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2" name="pt14662"/>
            <p:cNvSpPr/>
            <p:nvPr/>
          </p:nvSpPr>
          <p:spPr>
            <a:xfrm>
              <a:off x="5108946" y="35606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3" name="pt14663"/>
            <p:cNvSpPr/>
            <p:nvPr/>
          </p:nvSpPr>
          <p:spPr>
            <a:xfrm>
              <a:off x="5170586" y="3544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4" name="pt14664"/>
            <p:cNvSpPr/>
            <p:nvPr/>
          </p:nvSpPr>
          <p:spPr>
            <a:xfrm>
              <a:off x="5102735" y="35286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5" name="pt14665"/>
            <p:cNvSpPr/>
            <p:nvPr/>
          </p:nvSpPr>
          <p:spPr>
            <a:xfrm>
              <a:off x="5149365" y="34997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6" name="pt14666"/>
            <p:cNvSpPr/>
            <p:nvPr/>
          </p:nvSpPr>
          <p:spPr>
            <a:xfrm>
              <a:off x="5121060" y="35366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7" name="pt14667"/>
            <p:cNvSpPr/>
            <p:nvPr/>
          </p:nvSpPr>
          <p:spPr>
            <a:xfrm>
              <a:off x="5161377" y="35574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8" name="pt14668"/>
            <p:cNvSpPr/>
            <p:nvPr/>
          </p:nvSpPr>
          <p:spPr>
            <a:xfrm>
              <a:off x="5149531" y="3621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69" name="pt14669"/>
            <p:cNvSpPr/>
            <p:nvPr/>
          </p:nvSpPr>
          <p:spPr>
            <a:xfrm>
              <a:off x="5181827" y="3531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0" name="pt14670"/>
            <p:cNvSpPr/>
            <p:nvPr/>
          </p:nvSpPr>
          <p:spPr>
            <a:xfrm>
              <a:off x="5201907" y="35479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1" name="pt14671"/>
            <p:cNvSpPr/>
            <p:nvPr/>
          </p:nvSpPr>
          <p:spPr>
            <a:xfrm>
              <a:off x="5325579" y="3579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2" name="pt14672"/>
            <p:cNvSpPr/>
            <p:nvPr/>
          </p:nvSpPr>
          <p:spPr>
            <a:xfrm>
              <a:off x="5134336" y="35085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3" name="pt14673"/>
            <p:cNvSpPr/>
            <p:nvPr/>
          </p:nvSpPr>
          <p:spPr>
            <a:xfrm>
              <a:off x="5140357" y="36124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4" name="pt14674"/>
            <p:cNvSpPr/>
            <p:nvPr/>
          </p:nvSpPr>
          <p:spPr>
            <a:xfrm>
              <a:off x="5190324" y="3573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5" name="pt14675"/>
            <p:cNvSpPr/>
            <p:nvPr/>
          </p:nvSpPr>
          <p:spPr>
            <a:xfrm>
              <a:off x="5118567" y="35659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6" name="pt14676"/>
            <p:cNvSpPr/>
            <p:nvPr/>
          </p:nvSpPr>
          <p:spPr>
            <a:xfrm>
              <a:off x="5195393" y="36330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7" name="pt14677"/>
            <p:cNvSpPr/>
            <p:nvPr/>
          </p:nvSpPr>
          <p:spPr>
            <a:xfrm>
              <a:off x="5159854" y="3553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8" name="pt14678"/>
            <p:cNvSpPr/>
            <p:nvPr/>
          </p:nvSpPr>
          <p:spPr>
            <a:xfrm>
              <a:off x="5249391" y="3576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79" name="pt14679"/>
            <p:cNvSpPr/>
            <p:nvPr/>
          </p:nvSpPr>
          <p:spPr>
            <a:xfrm>
              <a:off x="5205614" y="35205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0" name="pt14680"/>
            <p:cNvSpPr/>
            <p:nvPr/>
          </p:nvSpPr>
          <p:spPr>
            <a:xfrm>
              <a:off x="5162423" y="34487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1" name="pt14681"/>
            <p:cNvSpPr/>
            <p:nvPr/>
          </p:nvSpPr>
          <p:spPr>
            <a:xfrm>
              <a:off x="5196376" y="3533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2" name="pt14682"/>
            <p:cNvSpPr/>
            <p:nvPr/>
          </p:nvSpPr>
          <p:spPr>
            <a:xfrm>
              <a:off x="5180301" y="3493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3" name="pt14683"/>
            <p:cNvSpPr/>
            <p:nvPr/>
          </p:nvSpPr>
          <p:spPr>
            <a:xfrm>
              <a:off x="5133419" y="3653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4" name="pt14684"/>
            <p:cNvSpPr/>
            <p:nvPr/>
          </p:nvSpPr>
          <p:spPr>
            <a:xfrm>
              <a:off x="5248738" y="3458666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5" name="pt14685"/>
            <p:cNvSpPr/>
            <p:nvPr/>
          </p:nvSpPr>
          <p:spPr>
            <a:xfrm>
              <a:off x="5169853" y="35177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6" name="pt14686"/>
            <p:cNvSpPr/>
            <p:nvPr/>
          </p:nvSpPr>
          <p:spPr>
            <a:xfrm>
              <a:off x="5166923" y="3721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7" name="pt14687"/>
            <p:cNvSpPr/>
            <p:nvPr/>
          </p:nvSpPr>
          <p:spPr>
            <a:xfrm>
              <a:off x="5128015" y="35580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8" name="pt14688"/>
            <p:cNvSpPr/>
            <p:nvPr/>
          </p:nvSpPr>
          <p:spPr>
            <a:xfrm>
              <a:off x="5091185" y="35559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89" name="pt14689"/>
            <p:cNvSpPr/>
            <p:nvPr/>
          </p:nvSpPr>
          <p:spPr>
            <a:xfrm>
              <a:off x="5191352" y="35330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0" name="pt14690"/>
            <p:cNvSpPr/>
            <p:nvPr/>
          </p:nvSpPr>
          <p:spPr>
            <a:xfrm>
              <a:off x="5113704" y="35548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1" name="pt14691"/>
            <p:cNvSpPr/>
            <p:nvPr/>
          </p:nvSpPr>
          <p:spPr>
            <a:xfrm>
              <a:off x="5166372" y="3569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2" name="pt14692"/>
            <p:cNvSpPr/>
            <p:nvPr/>
          </p:nvSpPr>
          <p:spPr>
            <a:xfrm>
              <a:off x="5177163" y="3536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3" name="pt14693"/>
            <p:cNvSpPr/>
            <p:nvPr/>
          </p:nvSpPr>
          <p:spPr>
            <a:xfrm>
              <a:off x="5125977" y="35868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4" name="pt14694"/>
            <p:cNvSpPr/>
            <p:nvPr/>
          </p:nvSpPr>
          <p:spPr>
            <a:xfrm>
              <a:off x="5179659" y="3537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5" name="pt14695"/>
            <p:cNvSpPr/>
            <p:nvPr/>
          </p:nvSpPr>
          <p:spPr>
            <a:xfrm>
              <a:off x="5167865" y="3562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6" name="pt14696"/>
            <p:cNvSpPr/>
            <p:nvPr/>
          </p:nvSpPr>
          <p:spPr>
            <a:xfrm>
              <a:off x="5171872" y="3523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7" name="pt14697"/>
            <p:cNvSpPr/>
            <p:nvPr/>
          </p:nvSpPr>
          <p:spPr>
            <a:xfrm>
              <a:off x="5129114" y="35421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8" name="pt14698"/>
            <p:cNvSpPr/>
            <p:nvPr/>
          </p:nvSpPr>
          <p:spPr>
            <a:xfrm>
              <a:off x="5125157" y="3555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699" name="pt14699"/>
            <p:cNvSpPr/>
            <p:nvPr/>
          </p:nvSpPr>
          <p:spPr>
            <a:xfrm>
              <a:off x="5165495" y="35127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0" name="pt14700"/>
            <p:cNvSpPr/>
            <p:nvPr/>
          </p:nvSpPr>
          <p:spPr>
            <a:xfrm>
              <a:off x="5105447" y="35303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1" name="pt14701"/>
            <p:cNvSpPr/>
            <p:nvPr/>
          </p:nvSpPr>
          <p:spPr>
            <a:xfrm>
              <a:off x="5165922" y="3554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2" name="pt14702"/>
            <p:cNvSpPr/>
            <p:nvPr/>
          </p:nvSpPr>
          <p:spPr>
            <a:xfrm>
              <a:off x="5176763" y="35554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3" name="pt14703"/>
            <p:cNvSpPr/>
            <p:nvPr/>
          </p:nvSpPr>
          <p:spPr>
            <a:xfrm>
              <a:off x="5155221" y="35674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4" name="pt14704"/>
            <p:cNvSpPr/>
            <p:nvPr/>
          </p:nvSpPr>
          <p:spPr>
            <a:xfrm>
              <a:off x="5166752" y="3524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5" name="pt14705"/>
            <p:cNvSpPr/>
            <p:nvPr/>
          </p:nvSpPr>
          <p:spPr>
            <a:xfrm>
              <a:off x="5170811" y="3572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6" name="pt14706"/>
            <p:cNvSpPr/>
            <p:nvPr/>
          </p:nvSpPr>
          <p:spPr>
            <a:xfrm>
              <a:off x="5122436" y="35252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7" name="pt14707"/>
            <p:cNvSpPr/>
            <p:nvPr/>
          </p:nvSpPr>
          <p:spPr>
            <a:xfrm>
              <a:off x="5193608" y="3545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8" name="pt14708"/>
            <p:cNvSpPr/>
            <p:nvPr/>
          </p:nvSpPr>
          <p:spPr>
            <a:xfrm>
              <a:off x="5142665" y="36053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09" name="pt14709"/>
            <p:cNvSpPr/>
            <p:nvPr/>
          </p:nvSpPr>
          <p:spPr>
            <a:xfrm>
              <a:off x="5158195" y="3563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0" name="pt14710"/>
            <p:cNvSpPr/>
            <p:nvPr/>
          </p:nvSpPr>
          <p:spPr>
            <a:xfrm>
              <a:off x="5164251" y="35549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1" name="pt14711"/>
            <p:cNvSpPr/>
            <p:nvPr/>
          </p:nvSpPr>
          <p:spPr>
            <a:xfrm>
              <a:off x="5088096" y="3556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2" name="pt14712"/>
            <p:cNvSpPr/>
            <p:nvPr/>
          </p:nvSpPr>
          <p:spPr>
            <a:xfrm>
              <a:off x="5196968" y="3559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3" name="pt14713"/>
            <p:cNvSpPr/>
            <p:nvPr/>
          </p:nvSpPr>
          <p:spPr>
            <a:xfrm>
              <a:off x="5178954" y="35492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4" name="pt14714"/>
            <p:cNvSpPr/>
            <p:nvPr/>
          </p:nvSpPr>
          <p:spPr>
            <a:xfrm>
              <a:off x="5195809" y="35571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5" name="pt14715"/>
            <p:cNvSpPr/>
            <p:nvPr/>
          </p:nvSpPr>
          <p:spPr>
            <a:xfrm>
              <a:off x="5149411" y="35594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6" name="pt14716"/>
            <p:cNvSpPr/>
            <p:nvPr/>
          </p:nvSpPr>
          <p:spPr>
            <a:xfrm>
              <a:off x="5142612" y="35478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7" name="pt14717"/>
            <p:cNvSpPr/>
            <p:nvPr/>
          </p:nvSpPr>
          <p:spPr>
            <a:xfrm>
              <a:off x="5109427" y="35846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8" name="pt14718"/>
            <p:cNvSpPr/>
            <p:nvPr/>
          </p:nvSpPr>
          <p:spPr>
            <a:xfrm>
              <a:off x="5128154" y="35368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19" name="pt14719"/>
            <p:cNvSpPr/>
            <p:nvPr/>
          </p:nvSpPr>
          <p:spPr>
            <a:xfrm>
              <a:off x="5143150" y="35616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0" name="pt14720"/>
            <p:cNvSpPr/>
            <p:nvPr/>
          </p:nvSpPr>
          <p:spPr>
            <a:xfrm>
              <a:off x="5189934" y="3586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1" name="pt14721"/>
            <p:cNvSpPr/>
            <p:nvPr/>
          </p:nvSpPr>
          <p:spPr>
            <a:xfrm>
              <a:off x="5157746" y="35658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2" name="pt14722"/>
            <p:cNvSpPr/>
            <p:nvPr/>
          </p:nvSpPr>
          <p:spPr>
            <a:xfrm>
              <a:off x="5126414" y="3563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3" name="pt14723"/>
            <p:cNvSpPr/>
            <p:nvPr/>
          </p:nvSpPr>
          <p:spPr>
            <a:xfrm>
              <a:off x="5151731" y="3565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4" name="pt14724"/>
            <p:cNvSpPr/>
            <p:nvPr/>
          </p:nvSpPr>
          <p:spPr>
            <a:xfrm>
              <a:off x="5174443" y="35534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5" name="pt14725"/>
            <p:cNvSpPr/>
            <p:nvPr/>
          </p:nvSpPr>
          <p:spPr>
            <a:xfrm>
              <a:off x="5103566" y="35374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6" name="pt14726"/>
            <p:cNvSpPr/>
            <p:nvPr/>
          </p:nvSpPr>
          <p:spPr>
            <a:xfrm>
              <a:off x="5151879" y="35616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7" name="pt14727"/>
            <p:cNvSpPr/>
            <p:nvPr/>
          </p:nvSpPr>
          <p:spPr>
            <a:xfrm>
              <a:off x="5156490" y="3647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8" name="pt14728"/>
            <p:cNvSpPr/>
            <p:nvPr/>
          </p:nvSpPr>
          <p:spPr>
            <a:xfrm>
              <a:off x="5206495" y="3562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29" name="pt14729"/>
            <p:cNvSpPr/>
            <p:nvPr/>
          </p:nvSpPr>
          <p:spPr>
            <a:xfrm>
              <a:off x="5186865" y="3588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0" name="pt14730"/>
            <p:cNvSpPr/>
            <p:nvPr/>
          </p:nvSpPr>
          <p:spPr>
            <a:xfrm>
              <a:off x="5089420" y="3482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1" name="pt14731"/>
            <p:cNvSpPr/>
            <p:nvPr/>
          </p:nvSpPr>
          <p:spPr>
            <a:xfrm>
              <a:off x="5144211" y="36061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2" name="pt14732"/>
            <p:cNvSpPr/>
            <p:nvPr/>
          </p:nvSpPr>
          <p:spPr>
            <a:xfrm>
              <a:off x="5183699" y="3612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3" name="pt14733"/>
            <p:cNvSpPr/>
            <p:nvPr/>
          </p:nvSpPr>
          <p:spPr>
            <a:xfrm>
              <a:off x="5101292" y="35518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4" name="pt14734"/>
            <p:cNvSpPr/>
            <p:nvPr/>
          </p:nvSpPr>
          <p:spPr>
            <a:xfrm>
              <a:off x="5161194" y="3556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5" name="pt14735"/>
            <p:cNvSpPr/>
            <p:nvPr/>
          </p:nvSpPr>
          <p:spPr>
            <a:xfrm>
              <a:off x="5114245" y="35248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6" name="pt14736"/>
            <p:cNvSpPr/>
            <p:nvPr/>
          </p:nvSpPr>
          <p:spPr>
            <a:xfrm>
              <a:off x="5172527" y="35791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7" name="pt14737"/>
            <p:cNvSpPr/>
            <p:nvPr/>
          </p:nvSpPr>
          <p:spPr>
            <a:xfrm>
              <a:off x="5192852" y="36156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8" name="pt14738"/>
            <p:cNvSpPr/>
            <p:nvPr/>
          </p:nvSpPr>
          <p:spPr>
            <a:xfrm>
              <a:off x="5165771" y="35366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39" name="pt14739"/>
            <p:cNvSpPr/>
            <p:nvPr/>
          </p:nvSpPr>
          <p:spPr>
            <a:xfrm>
              <a:off x="5181354" y="35732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0" name="pt14740"/>
            <p:cNvSpPr/>
            <p:nvPr/>
          </p:nvSpPr>
          <p:spPr>
            <a:xfrm>
              <a:off x="5181777" y="3588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1" name="pt14741"/>
            <p:cNvSpPr/>
            <p:nvPr/>
          </p:nvSpPr>
          <p:spPr>
            <a:xfrm>
              <a:off x="5121177" y="35581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2" name="pt14742"/>
            <p:cNvSpPr/>
            <p:nvPr/>
          </p:nvSpPr>
          <p:spPr>
            <a:xfrm>
              <a:off x="5174769" y="3569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3" name="pt14743"/>
            <p:cNvSpPr/>
            <p:nvPr/>
          </p:nvSpPr>
          <p:spPr>
            <a:xfrm>
              <a:off x="5127925" y="35873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4" name="pt14744"/>
            <p:cNvSpPr/>
            <p:nvPr/>
          </p:nvSpPr>
          <p:spPr>
            <a:xfrm>
              <a:off x="5204775" y="35426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5" name="pt14745"/>
            <p:cNvSpPr/>
            <p:nvPr/>
          </p:nvSpPr>
          <p:spPr>
            <a:xfrm>
              <a:off x="5097470" y="3578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6" name="pt14746"/>
            <p:cNvSpPr/>
            <p:nvPr/>
          </p:nvSpPr>
          <p:spPr>
            <a:xfrm>
              <a:off x="5138847" y="35867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7" name="pt14747"/>
            <p:cNvSpPr/>
            <p:nvPr/>
          </p:nvSpPr>
          <p:spPr>
            <a:xfrm>
              <a:off x="5178389" y="3547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8" name="pt14748"/>
            <p:cNvSpPr/>
            <p:nvPr/>
          </p:nvSpPr>
          <p:spPr>
            <a:xfrm>
              <a:off x="5137471" y="35583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49" name="pt14749"/>
            <p:cNvSpPr/>
            <p:nvPr/>
          </p:nvSpPr>
          <p:spPr>
            <a:xfrm>
              <a:off x="5118764" y="35535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0" name="pt14750"/>
            <p:cNvSpPr/>
            <p:nvPr/>
          </p:nvSpPr>
          <p:spPr>
            <a:xfrm>
              <a:off x="5135281" y="37526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1" name="pt14751"/>
            <p:cNvSpPr/>
            <p:nvPr/>
          </p:nvSpPr>
          <p:spPr>
            <a:xfrm>
              <a:off x="5183504" y="3570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2" name="pt14752"/>
            <p:cNvSpPr/>
            <p:nvPr/>
          </p:nvSpPr>
          <p:spPr>
            <a:xfrm>
              <a:off x="5174309" y="34383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3" name="pt14753"/>
            <p:cNvSpPr/>
            <p:nvPr/>
          </p:nvSpPr>
          <p:spPr>
            <a:xfrm>
              <a:off x="5095598" y="35795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4" name="pt14754"/>
            <p:cNvSpPr/>
            <p:nvPr/>
          </p:nvSpPr>
          <p:spPr>
            <a:xfrm>
              <a:off x="5124349" y="35901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5" name="pt14755"/>
            <p:cNvSpPr/>
            <p:nvPr/>
          </p:nvSpPr>
          <p:spPr>
            <a:xfrm>
              <a:off x="5136980" y="35521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6" name="pt14756"/>
            <p:cNvSpPr/>
            <p:nvPr/>
          </p:nvSpPr>
          <p:spPr>
            <a:xfrm>
              <a:off x="5152577" y="3667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7" name="pt14757"/>
            <p:cNvSpPr/>
            <p:nvPr/>
          </p:nvSpPr>
          <p:spPr>
            <a:xfrm>
              <a:off x="5104474" y="35431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8" name="pt14758"/>
            <p:cNvSpPr/>
            <p:nvPr/>
          </p:nvSpPr>
          <p:spPr>
            <a:xfrm>
              <a:off x="5164031" y="35617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59" name="pt14759"/>
            <p:cNvSpPr/>
            <p:nvPr/>
          </p:nvSpPr>
          <p:spPr>
            <a:xfrm>
              <a:off x="5062912" y="35732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0" name="pt14760"/>
            <p:cNvSpPr/>
            <p:nvPr/>
          </p:nvSpPr>
          <p:spPr>
            <a:xfrm>
              <a:off x="5107561" y="3608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1" name="pt14761"/>
            <p:cNvSpPr/>
            <p:nvPr/>
          </p:nvSpPr>
          <p:spPr>
            <a:xfrm>
              <a:off x="5100347" y="35540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2" name="pt14762"/>
            <p:cNvSpPr/>
            <p:nvPr/>
          </p:nvSpPr>
          <p:spPr>
            <a:xfrm>
              <a:off x="5153244" y="3586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3" name="pt14763"/>
            <p:cNvSpPr/>
            <p:nvPr/>
          </p:nvSpPr>
          <p:spPr>
            <a:xfrm>
              <a:off x="5188659" y="35183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4" name="pt14764"/>
            <p:cNvSpPr/>
            <p:nvPr/>
          </p:nvSpPr>
          <p:spPr>
            <a:xfrm>
              <a:off x="5149997" y="35578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5" name="pt14765"/>
            <p:cNvSpPr/>
            <p:nvPr/>
          </p:nvSpPr>
          <p:spPr>
            <a:xfrm>
              <a:off x="5184247" y="35772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6" name="pt14766"/>
            <p:cNvSpPr/>
            <p:nvPr/>
          </p:nvSpPr>
          <p:spPr>
            <a:xfrm>
              <a:off x="5188482" y="35753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7" name="pt14767"/>
            <p:cNvSpPr/>
            <p:nvPr/>
          </p:nvSpPr>
          <p:spPr>
            <a:xfrm>
              <a:off x="5156931" y="36413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8" name="pt14768"/>
            <p:cNvSpPr/>
            <p:nvPr/>
          </p:nvSpPr>
          <p:spPr>
            <a:xfrm>
              <a:off x="5136973" y="35843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69" name="pt14769"/>
            <p:cNvSpPr/>
            <p:nvPr/>
          </p:nvSpPr>
          <p:spPr>
            <a:xfrm>
              <a:off x="5173092" y="3554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0" name="pt14770"/>
            <p:cNvSpPr/>
            <p:nvPr/>
          </p:nvSpPr>
          <p:spPr>
            <a:xfrm>
              <a:off x="5150131" y="35357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1" name="pt14771"/>
            <p:cNvSpPr/>
            <p:nvPr/>
          </p:nvSpPr>
          <p:spPr>
            <a:xfrm>
              <a:off x="5169518" y="3522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2" name="pt14772"/>
            <p:cNvSpPr/>
            <p:nvPr/>
          </p:nvSpPr>
          <p:spPr>
            <a:xfrm>
              <a:off x="5128501" y="3603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3" name="pt14773"/>
            <p:cNvSpPr/>
            <p:nvPr/>
          </p:nvSpPr>
          <p:spPr>
            <a:xfrm>
              <a:off x="5168877" y="3555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4" name="pt14774"/>
            <p:cNvSpPr/>
            <p:nvPr/>
          </p:nvSpPr>
          <p:spPr>
            <a:xfrm>
              <a:off x="5114880" y="35050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5" name="pt14775"/>
            <p:cNvSpPr/>
            <p:nvPr/>
          </p:nvSpPr>
          <p:spPr>
            <a:xfrm>
              <a:off x="5127927" y="3608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6" name="pt14776"/>
            <p:cNvSpPr/>
            <p:nvPr/>
          </p:nvSpPr>
          <p:spPr>
            <a:xfrm>
              <a:off x="5154667" y="34925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7" name="pt14777"/>
            <p:cNvSpPr/>
            <p:nvPr/>
          </p:nvSpPr>
          <p:spPr>
            <a:xfrm>
              <a:off x="5198005" y="3550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8" name="pt14778"/>
            <p:cNvSpPr/>
            <p:nvPr/>
          </p:nvSpPr>
          <p:spPr>
            <a:xfrm>
              <a:off x="5189007" y="3575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79" name="pt14779"/>
            <p:cNvSpPr/>
            <p:nvPr/>
          </p:nvSpPr>
          <p:spPr>
            <a:xfrm>
              <a:off x="5140329" y="35188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0" name="pt14780"/>
            <p:cNvSpPr/>
            <p:nvPr/>
          </p:nvSpPr>
          <p:spPr>
            <a:xfrm>
              <a:off x="5167346" y="35488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1" name="pt14781"/>
            <p:cNvSpPr/>
            <p:nvPr/>
          </p:nvSpPr>
          <p:spPr>
            <a:xfrm>
              <a:off x="5121564" y="35526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2" name="pt14782"/>
            <p:cNvSpPr/>
            <p:nvPr/>
          </p:nvSpPr>
          <p:spPr>
            <a:xfrm>
              <a:off x="5136650" y="3664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3" name="pt14783"/>
            <p:cNvSpPr/>
            <p:nvPr/>
          </p:nvSpPr>
          <p:spPr>
            <a:xfrm>
              <a:off x="5168947" y="35608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4" name="pt14784"/>
            <p:cNvSpPr/>
            <p:nvPr/>
          </p:nvSpPr>
          <p:spPr>
            <a:xfrm>
              <a:off x="5114399" y="36230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5" name="pt14785"/>
            <p:cNvSpPr/>
            <p:nvPr/>
          </p:nvSpPr>
          <p:spPr>
            <a:xfrm>
              <a:off x="5209030" y="36320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6" name="pt14786"/>
            <p:cNvSpPr/>
            <p:nvPr/>
          </p:nvSpPr>
          <p:spPr>
            <a:xfrm>
              <a:off x="5132082" y="35259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7" name="pt14787"/>
            <p:cNvSpPr/>
            <p:nvPr/>
          </p:nvSpPr>
          <p:spPr>
            <a:xfrm>
              <a:off x="5136905" y="3555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8" name="pt14788"/>
            <p:cNvSpPr/>
            <p:nvPr/>
          </p:nvSpPr>
          <p:spPr>
            <a:xfrm>
              <a:off x="5167200" y="35463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89" name="pt14789"/>
            <p:cNvSpPr/>
            <p:nvPr/>
          </p:nvSpPr>
          <p:spPr>
            <a:xfrm>
              <a:off x="5159568" y="3560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0" name="pt14790"/>
            <p:cNvSpPr/>
            <p:nvPr/>
          </p:nvSpPr>
          <p:spPr>
            <a:xfrm>
              <a:off x="5049124" y="35411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1" name="pt14791"/>
            <p:cNvSpPr/>
            <p:nvPr/>
          </p:nvSpPr>
          <p:spPr>
            <a:xfrm>
              <a:off x="5163655" y="35555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2" name="pt14792"/>
            <p:cNvSpPr/>
            <p:nvPr/>
          </p:nvSpPr>
          <p:spPr>
            <a:xfrm>
              <a:off x="5141932" y="3533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3" name="pt14793"/>
            <p:cNvSpPr/>
            <p:nvPr/>
          </p:nvSpPr>
          <p:spPr>
            <a:xfrm>
              <a:off x="5212242" y="3573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4" name="pt14794"/>
            <p:cNvSpPr/>
            <p:nvPr/>
          </p:nvSpPr>
          <p:spPr>
            <a:xfrm>
              <a:off x="5187249" y="35439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5" name="pt14795"/>
            <p:cNvSpPr/>
            <p:nvPr/>
          </p:nvSpPr>
          <p:spPr>
            <a:xfrm>
              <a:off x="5192330" y="35288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6" name="pt14796"/>
            <p:cNvSpPr/>
            <p:nvPr/>
          </p:nvSpPr>
          <p:spPr>
            <a:xfrm>
              <a:off x="5086163" y="3566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7" name="pt14797"/>
            <p:cNvSpPr/>
            <p:nvPr/>
          </p:nvSpPr>
          <p:spPr>
            <a:xfrm>
              <a:off x="5126778" y="35608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8" name="pt14798"/>
            <p:cNvSpPr/>
            <p:nvPr/>
          </p:nvSpPr>
          <p:spPr>
            <a:xfrm>
              <a:off x="5128879" y="36235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799" name="pt14799"/>
            <p:cNvSpPr/>
            <p:nvPr/>
          </p:nvSpPr>
          <p:spPr>
            <a:xfrm>
              <a:off x="5090115" y="3559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0" name="pt14800"/>
            <p:cNvSpPr/>
            <p:nvPr/>
          </p:nvSpPr>
          <p:spPr>
            <a:xfrm>
              <a:off x="5171635" y="35614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1" name="pt14801"/>
            <p:cNvSpPr/>
            <p:nvPr/>
          </p:nvSpPr>
          <p:spPr>
            <a:xfrm>
              <a:off x="5190247" y="3518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2" name="pt14802"/>
            <p:cNvSpPr/>
            <p:nvPr/>
          </p:nvSpPr>
          <p:spPr>
            <a:xfrm>
              <a:off x="5137361" y="3611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3" name="pt14803"/>
            <p:cNvSpPr/>
            <p:nvPr/>
          </p:nvSpPr>
          <p:spPr>
            <a:xfrm>
              <a:off x="5166467" y="35821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4" name="pt14804"/>
            <p:cNvSpPr/>
            <p:nvPr/>
          </p:nvSpPr>
          <p:spPr>
            <a:xfrm>
              <a:off x="5161546" y="3558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5" name="pt14805"/>
            <p:cNvSpPr/>
            <p:nvPr/>
          </p:nvSpPr>
          <p:spPr>
            <a:xfrm>
              <a:off x="5115262" y="35192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6" name="pt14806"/>
            <p:cNvSpPr/>
            <p:nvPr/>
          </p:nvSpPr>
          <p:spPr>
            <a:xfrm>
              <a:off x="5103669" y="35535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7" name="pt14807"/>
            <p:cNvSpPr/>
            <p:nvPr/>
          </p:nvSpPr>
          <p:spPr>
            <a:xfrm>
              <a:off x="5139410" y="3537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8" name="pt14808"/>
            <p:cNvSpPr/>
            <p:nvPr/>
          </p:nvSpPr>
          <p:spPr>
            <a:xfrm>
              <a:off x="5141462" y="36016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09" name="pt14809"/>
            <p:cNvSpPr/>
            <p:nvPr/>
          </p:nvSpPr>
          <p:spPr>
            <a:xfrm>
              <a:off x="5212797" y="3549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0" name="pt14810"/>
            <p:cNvSpPr/>
            <p:nvPr/>
          </p:nvSpPr>
          <p:spPr>
            <a:xfrm>
              <a:off x="5149407" y="35978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1" name="pt14811"/>
            <p:cNvSpPr/>
            <p:nvPr/>
          </p:nvSpPr>
          <p:spPr>
            <a:xfrm>
              <a:off x="5164569" y="35798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2" name="pt14812"/>
            <p:cNvSpPr/>
            <p:nvPr/>
          </p:nvSpPr>
          <p:spPr>
            <a:xfrm>
              <a:off x="5157946" y="35582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3" name="pt14813"/>
            <p:cNvSpPr/>
            <p:nvPr/>
          </p:nvSpPr>
          <p:spPr>
            <a:xfrm>
              <a:off x="5115487" y="3579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4" name="pt14814"/>
            <p:cNvSpPr/>
            <p:nvPr/>
          </p:nvSpPr>
          <p:spPr>
            <a:xfrm>
              <a:off x="5150077" y="35603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5" name="pt14815"/>
            <p:cNvSpPr/>
            <p:nvPr/>
          </p:nvSpPr>
          <p:spPr>
            <a:xfrm>
              <a:off x="5120543" y="36265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6" name="pt14816"/>
            <p:cNvSpPr/>
            <p:nvPr/>
          </p:nvSpPr>
          <p:spPr>
            <a:xfrm>
              <a:off x="5144702" y="3550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7" name="pt14817"/>
            <p:cNvSpPr/>
            <p:nvPr/>
          </p:nvSpPr>
          <p:spPr>
            <a:xfrm>
              <a:off x="5126097" y="35622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8" name="pt14818"/>
            <p:cNvSpPr/>
            <p:nvPr/>
          </p:nvSpPr>
          <p:spPr>
            <a:xfrm>
              <a:off x="5128121" y="35579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19" name="pt14819"/>
            <p:cNvSpPr/>
            <p:nvPr/>
          </p:nvSpPr>
          <p:spPr>
            <a:xfrm>
              <a:off x="5076665" y="3599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0" name="pt14820"/>
            <p:cNvSpPr/>
            <p:nvPr/>
          </p:nvSpPr>
          <p:spPr>
            <a:xfrm>
              <a:off x="5112122" y="3536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1" name="pt14821"/>
            <p:cNvSpPr/>
            <p:nvPr/>
          </p:nvSpPr>
          <p:spPr>
            <a:xfrm>
              <a:off x="5198408" y="3316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2" name="pt14822"/>
            <p:cNvSpPr/>
            <p:nvPr/>
          </p:nvSpPr>
          <p:spPr>
            <a:xfrm>
              <a:off x="5165832" y="3576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3" name="pt14823"/>
            <p:cNvSpPr/>
            <p:nvPr/>
          </p:nvSpPr>
          <p:spPr>
            <a:xfrm>
              <a:off x="5170029" y="34724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4" name="pt14824"/>
            <p:cNvSpPr/>
            <p:nvPr/>
          </p:nvSpPr>
          <p:spPr>
            <a:xfrm>
              <a:off x="5140131" y="35713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5" name="pt14825"/>
            <p:cNvSpPr/>
            <p:nvPr/>
          </p:nvSpPr>
          <p:spPr>
            <a:xfrm>
              <a:off x="5137939" y="35276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6" name="pt14826"/>
            <p:cNvSpPr/>
            <p:nvPr/>
          </p:nvSpPr>
          <p:spPr>
            <a:xfrm>
              <a:off x="5111956" y="35610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7" name="pt14827"/>
            <p:cNvSpPr/>
            <p:nvPr/>
          </p:nvSpPr>
          <p:spPr>
            <a:xfrm>
              <a:off x="5173045" y="3517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8" name="pt14828"/>
            <p:cNvSpPr/>
            <p:nvPr/>
          </p:nvSpPr>
          <p:spPr>
            <a:xfrm>
              <a:off x="5142447" y="3568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29" name="pt14829"/>
            <p:cNvSpPr/>
            <p:nvPr/>
          </p:nvSpPr>
          <p:spPr>
            <a:xfrm>
              <a:off x="5127821" y="35966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0" name="pt14830"/>
            <p:cNvSpPr/>
            <p:nvPr/>
          </p:nvSpPr>
          <p:spPr>
            <a:xfrm>
              <a:off x="5173886" y="36622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1" name="pt14831"/>
            <p:cNvSpPr/>
            <p:nvPr/>
          </p:nvSpPr>
          <p:spPr>
            <a:xfrm>
              <a:off x="5167688" y="35937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2" name="pt14832"/>
            <p:cNvSpPr/>
            <p:nvPr/>
          </p:nvSpPr>
          <p:spPr>
            <a:xfrm>
              <a:off x="5172765" y="35302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3" name="pt14833"/>
            <p:cNvSpPr/>
            <p:nvPr/>
          </p:nvSpPr>
          <p:spPr>
            <a:xfrm>
              <a:off x="5096605" y="3628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4" name="pt14834"/>
            <p:cNvSpPr/>
            <p:nvPr/>
          </p:nvSpPr>
          <p:spPr>
            <a:xfrm>
              <a:off x="5162757" y="37626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5" name="pt14835"/>
            <p:cNvSpPr/>
            <p:nvPr/>
          </p:nvSpPr>
          <p:spPr>
            <a:xfrm>
              <a:off x="5149884" y="35251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6" name="pt14836"/>
            <p:cNvSpPr/>
            <p:nvPr/>
          </p:nvSpPr>
          <p:spPr>
            <a:xfrm>
              <a:off x="5084788" y="3605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7" name="pt14837"/>
            <p:cNvSpPr/>
            <p:nvPr/>
          </p:nvSpPr>
          <p:spPr>
            <a:xfrm>
              <a:off x="5124928" y="35738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8" name="pt14838"/>
            <p:cNvSpPr/>
            <p:nvPr/>
          </p:nvSpPr>
          <p:spPr>
            <a:xfrm>
              <a:off x="5150398" y="3547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39" name="pt14839"/>
            <p:cNvSpPr/>
            <p:nvPr/>
          </p:nvSpPr>
          <p:spPr>
            <a:xfrm>
              <a:off x="5187400" y="35542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0" name="pt14840"/>
            <p:cNvSpPr/>
            <p:nvPr/>
          </p:nvSpPr>
          <p:spPr>
            <a:xfrm>
              <a:off x="5197993" y="35618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1" name="pt14841"/>
            <p:cNvSpPr/>
            <p:nvPr/>
          </p:nvSpPr>
          <p:spPr>
            <a:xfrm>
              <a:off x="5106638" y="3538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2" name="pt14842"/>
            <p:cNvSpPr/>
            <p:nvPr/>
          </p:nvSpPr>
          <p:spPr>
            <a:xfrm>
              <a:off x="5086539" y="3475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3" name="pt14843"/>
            <p:cNvSpPr/>
            <p:nvPr/>
          </p:nvSpPr>
          <p:spPr>
            <a:xfrm>
              <a:off x="5167867" y="35960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4" name="pt14844"/>
            <p:cNvSpPr/>
            <p:nvPr/>
          </p:nvSpPr>
          <p:spPr>
            <a:xfrm>
              <a:off x="5122763" y="35772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5" name="pt14845"/>
            <p:cNvSpPr/>
            <p:nvPr/>
          </p:nvSpPr>
          <p:spPr>
            <a:xfrm>
              <a:off x="5099174" y="3563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6" name="pt14846"/>
            <p:cNvSpPr/>
            <p:nvPr/>
          </p:nvSpPr>
          <p:spPr>
            <a:xfrm>
              <a:off x="5148407" y="35606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7" name="pt14847"/>
            <p:cNvSpPr/>
            <p:nvPr/>
          </p:nvSpPr>
          <p:spPr>
            <a:xfrm>
              <a:off x="5136176" y="3606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8" name="pt14848"/>
            <p:cNvSpPr/>
            <p:nvPr/>
          </p:nvSpPr>
          <p:spPr>
            <a:xfrm>
              <a:off x="5200538" y="3583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49" name="pt14849"/>
            <p:cNvSpPr/>
            <p:nvPr/>
          </p:nvSpPr>
          <p:spPr>
            <a:xfrm>
              <a:off x="5136726" y="3559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0" name="pt14850"/>
            <p:cNvSpPr/>
            <p:nvPr/>
          </p:nvSpPr>
          <p:spPr>
            <a:xfrm>
              <a:off x="5159913" y="3527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1" name="pt14851"/>
            <p:cNvSpPr/>
            <p:nvPr/>
          </p:nvSpPr>
          <p:spPr>
            <a:xfrm>
              <a:off x="5136777" y="35281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2" name="pt14852"/>
            <p:cNvSpPr/>
            <p:nvPr/>
          </p:nvSpPr>
          <p:spPr>
            <a:xfrm>
              <a:off x="5097764" y="3552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3" name="pt14853"/>
            <p:cNvSpPr/>
            <p:nvPr/>
          </p:nvSpPr>
          <p:spPr>
            <a:xfrm>
              <a:off x="5128552" y="3567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4" name="pt14854"/>
            <p:cNvSpPr/>
            <p:nvPr/>
          </p:nvSpPr>
          <p:spPr>
            <a:xfrm>
              <a:off x="5158924" y="35559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5" name="pt14855"/>
            <p:cNvSpPr/>
            <p:nvPr/>
          </p:nvSpPr>
          <p:spPr>
            <a:xfrm>
              <a:off x="5176459" y="35450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6" name="pt14856"/>
            <p:cNvSpPr/>
            <p:nvPr/>
          </p:nvSpPr>
          <p:spPr>
            <a:xfrm>
              <a:off x="5075670" y="3661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7" name="pt14857"/>
            <p:cNvSpPr/>
            <p:nvPr/>
          </p:nvSpPr>
          <p:spPr>
            <a:xfrm>
              <a:off x="5138168" y="3569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8" name="pt14858"/>
            <p:cNvSpPr/>
            <p:nvPr/>
          </p:nvSpPr>
          <p:spPr>
            <a:xfrm>
              <a:off x="5142258" y="36145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59" name="pt14859"/>
            <p:cNvSpPr/>
            <p:nvPr/>
          </p:nvSpPr>
          <p:spPr>
            <a:xfrm>
              <a:off x="5121271" y="3572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0" name="pt14860"/>
            <p:cNvSpPr/>
            <p:nvPr/>
          </p:nvSpPr>
          <p:spPr>
            <a:xfrm>
              <a:off x="5173625" y="35765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1" name="pt14861"/>
            <p:cNvSpPr/>
            <p:nvPr/>
          </p:nvSpPr>
          <p:spPr>
            <a:xfrm>
              <a:off x="5124134" y="3524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2" name="pt14862"/>
            <p:cNvSpPr/>
            <p:nvPr/>
          </p:nvSpPr>
          <p:spPr>
            <a:xfrm>
              <a:off x="5142958" y="3652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3" name="pt14863"/>
            <p:cNvSpPr/>
            <p:nvPr/>
          </p:nvSpPr>
          <p:spPr>
            <a:xfrm>
              <a:off x="5136560" y="3553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4" name="pt14864"/>
            <p:cNvSpPr/>
            <p:nvPr/>
          </p:nvSpPr>
          <p:spPr>
            <a:xfrm>
              <a:off x="5191942" y="35733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5" name="pt14865"/>
            <p:cNvSpPr/>
            <p:nvPr/>
          </p:nvSpPr>
          <p:spPr>
            <a:xfrm>
              <a:off x="5138611" y="35027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6" name="pt14866"/>
            <p:cNvSpPr/>
            <p:nvPr/>
          </p:nvSpPr>
          <p:spPr>
            <a:xfrm>
              <a:off x="5194995" y="3559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7" name="pt14867"/>
            <p:cNvSpPr/>
            <p:nvPr/>
          </p:nvSpPr>
          <p:spPr>
            <a:xfrm>
              <a:off x="5183068" y="36009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8" name="pt14868"/>
            <p:cNvSpPr/>
            <p:nvPr/>
          </p:nvSpPr>
          <p:spPr>
            <a:xfrm>
              <a:off x="5193422" y="35256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69" name="pt14869"/>
            <p:cNvSpPr/>
            <p:nvPr/>
          </p:nvSpPr>
          <p:spPr>
            <a:xfrm>
              <a:off x="5073722" y="3602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0" name="pt14870"/>
            <p:cNvSpPr/>
            <p:nvPr/>
          </p:nvSpPr>
          <p:spPr>
            <a:xfrm>
              <a:off x="5154059" y="36263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1" name="pt14871"/>
            <p:cNvSpPr/>
            <p:nvPr/>
          </p:nvSpPr>
          <p:spPr>
            <a:xfrm>
              <a:off x="5172187" y="36093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2" name="pt14872"/>
            <p:cNvSpPr/>
            <p:nvPr/>
          </p:nvSpPr>
          <p:spPr>
            <a:xfrm>
              <a:off x="5128032" y="35566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3" name="pt14873"/>
            <p:cNvSpPr/>
            <p:nvPr/>
          </p:nvSpPr>
          <p:spPr>
            <a:xfrm>
              <a:off x="5128142" y="3591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4" name="pt14874"/>
            <p:cNvSpPr/>
            <p:nvPr/>
          </p:nvSpPr>
          <p:spPr>
            <a:xfrm>
              <a:off x="5142915" y="3525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5" name="pt14875"/>
            <p:cNvSpPr/>
            <p:nvPr/>
          </p:nvSpPr>
          <p:spPr>
            <a:xfrm>
              <a:off x="5193025" y="35713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6" name="pt14876"/>
            <p:cNvSpPr/>
            <p:nvPr/>
          </p:nvSpPr>
          <p:spPr>
            <a:xfrm>
              <a:off x="5179578" y="3563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7" name="pt14877"/>
            <p:cNvSpPr/>
            <p:nvPr/>
          </p:nvSpPr>
          <p:spPr>
            <a:xfrm>
              <a:off x="5172098" y="35792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8" name="pt14878"/>
            <p:cNvSpPr/>
            <p:nvPr/>
          </p:nvSpPr>
          <p:spPr>
            <a:xfrm>
              <a:off x="5200849" y="3532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79" name="pt14879"/>
            <p:cNvSpPr/>
            <p:nvPr/>
          </p:nvSpPr>
          <p:spPr>
            <a:xfrm>
              <a:off x="5151443" y="3508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0" name="pt14880"/>
            <p:cNvSpPr/>
            <p:nvPr/>
          </p:nvSpPr>
          <p:spPr>
            <a:xfrm>
              <a:off x="5173853" y="35574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1" name="pt14881"/>
            <p:cNvSpPr/>
            <p:nvPr/>
          </p:nvSpPr>
          <p:spPr>
            <a:xfrm>
              <a:off x="5139620" y="3550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2" name="pt14882"/>
            <p:cNvSpPr/>
            <p:nvPr/>
          </p:nvSpPr>
          <p:spPr>
            <a:xfrm>
              <a:off x="5136416" y="3628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3" name="pt14883"/>
            <p:cNvSpPr/>
            <p:nvPr/>
          </p:nvSpPr>
          <p:spPr>
            <a:xfrm>
              <a:off x="5173584" y="36361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4" name="pt14884"/>
            <p:cNvSpPr/>
            <p:nvPr/>
          </p:nvSpPr>
          <p:spPr>
            <a:xfrm>
              <a:off x="5139974" y="3574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5" name="pt14885"/>
            <p:cNvSpPr/>
            <p:nvPr/>
          </p:nvSpPr>
          <p:spPr>
            <a:xfrm>
              <a:off x="5126159" y="35240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6" name="pt14886"/>
            <p:cNvSpPr/>
            <p:nvPr/>
          </p:nvSpPr>
          <p:spPr>
            <a:xfrm>
              <a:off x="5155683" y="3522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7" name="pt14887"/>
            <p:cNvSpPr/>
            <p:nvPr/>
          </p:nvSpPr>
          <p:spPr>
            <a:xfrm>
              <a:off x="5159686" y="35680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8" name="pt14888"/>
            <p:cNvSpPr/>
            <p:nvPr/>
          </p:nvSpPr>
          <p:spPr>
            <a:xfrm>
              <a:off x="5202890" y="3514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89" name="pt14889"/>
            <p:cNvSpPr/>
            <p:nvPr/>
          </p:nvSpPr>
          <p:spPr>
            <a:xfrm>
              <a:off x="5168277" y="35503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0" name="pt14890"/>
            <p:cNvSpPr/>
            <p:nvPr/>
          </p:nvSpPr>
          <p:spPr>
            <a:xfrm>
              <a:off x="5185698" y="3591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1" name="pt14891"/>
            <p:cNvSpPr/>
            <p:nvPr/>
          </p:nvSpPr>
          <p:spPr>
            <a:xfrm>
              <a:off x="5105498" y="35867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2" name="pt14892"/>
            <p:cNvSpPr/>
            <p:nvPr/>
          </p:nvSpPr>
          <p:spPr>
            <a:xfrm>
              <a:off x="5166098" y="36138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3" name="pt14893"/>
            <p:cNvSpPr/>
            <p:nvPr/>
          </p:nvSpPr>
          <p:spPr>
            <a:xfrm>
              <a:off x="5136347" y="35323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4" name="pt14894"/>
            <p:cNvSpPr/>
            <p:nvPr/>
          </p:nvSpPr>
          <p:spPr>
            <a:xfrm>
              <a:off x="5125258" y="3582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5" name="pt14895"/>
            <p:cNvSpPr/>
            <p:nvPr/>
          </p:nvSpPr>
          <p:spPr>
            <a:xfrm>
              <a:off x="5155890" y="3557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6" name="pt14896"/>
            <p:cNvSpPr/>
            <p:nvPr/>
          </p:nvSpPr>
          <p:spPr>
            <a:xfrm>
              <a:off x="5114201" y="3599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7" name="pt14897"/>
            <p:cNvSpPr/>
            <p:nvPr/>
          </p:nvSpPr>
          <p:spPr>
            <a:xfrm>
              <a:off x="5165324" y="35678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8" name="pt14898"/>
            <p:cNvSpPr/>
            <p:nvPr/>
          </p:nvSpPr>
          <p:spPr>
            <a:xfrm>
              <a:off x="5119041" y="35064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899" name="pt14899"/>
            <p:cNvSpPr/>
            <p:nvPr/>
          </p:nvSpPr>
          <p:spPr>
            <a:xfrm>
              <a:off x="5206939" y="35137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0" name="pt14900"/>
            <p:cNvSpPr/>
            <p:nvPr/>
          </p:nvSpPr>
          <p:spPr>
            <a:xfrm>
              <a:off x="5174330" y="35774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1" name="pt14901"/>
            <p:cNvSpPr/>
            <p:nvPr/>
          </p:nvSpPr>
          <p:spPr>
            <a:xfrm>
              <a:off x="5121323" y="35690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2" name="pt14902"/>
            <p:cNvSpPr/>
            <p:nvPr/>
          </p:nvSpPr>
          <p:spPr>
            <a:xfrm>
              <a:off x="5095112" y="3564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3" name="pt14903"/>
            <p:cNvSpPr/>
            <p:nvPr/>
          </p:nvSpPr>
          <p:spPr>
            <a:xfrm>
              <a:off x="5142001" y="3575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4" name="pt14904"/>
            <p:cNvSpPr/>
            <p:nvPr/>
          </p:nvSpPr>
          <p:spPr>
            <a:xfrm>
              <a:off x="5099252" y="3520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5" name="pt14905"/>
            <p:cNvSpPr/>
            <p:nvPr/>
          </p:nvSpPr>
          <p:spPr>
            <a:xfrm>
              <a:off x="5156426" y="3556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6" name="pt14906"/>
            <p:cNvSpPr/>
            <p:nvPr/>
          </p:nvSpPr>
          <p:spPr>
            <a:xfrm>
              <a:off x="5149555" y="35440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7" name="pt14907"/>
            <p:cNvSpPr/>
            <p:nvPr/>
          </p:nvSpPr>
          <p:spPr>
            <a:xfrm>
              <a:off x="5156167" y="35646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8" name="pt14908"/>
            <p:cNvSpPr/>
            <p:nvPr/>
          </p:nvSpPr>
          <p:spPr>
            <a:xfrm>
              <a:off x="5174185" y="35923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09" name="pt14909"/>
            <p:cNvSpPr/>
            <p:nvPr/>
          </p:nvSpPr>
          <p:spPr>
            <a:xfrm>
              <a:off x="5114637" y="3552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0" name="pt14910"/>
            <p:cNvSpPr/>
            <p:nvPr/>
          </p:nvSpPr>
          <p:spPr>
            <a:xfrm>
              <a:off x="5158041" y="35244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1" name="pt14911"/>
            <p:cNvSpPr/>
            <p:nvPr/>
          </p:nvSpPr>
          <p:spPr>
            <a:xfrm>
              <a:off x="5178791" y="3542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2" name="pt14912"/>
            <p:cNvSpPr/>
            <p:nvPr/>
          </p:nvSpPr>
          <p:spPr>
            <a:xfrm>
              <a:off x="5182955" y="3517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3" name="pt14913"/>
            <p:cNvSpPr/>
            <p:nvPr/>
          </p:nvSpPr>
          <p:spPr>
            <a:xfrm>
              <a:off x="5173944" y="35466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4" name="pt14914"/>
            <p:cNvSpPr/>
            <p:nvPr/>
          </p:nvSpPr>
          <p:spPr>
            <a:xfrm>
              <a:off x="5133586" y="3552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5" name="pt14915"/>
            <p:cNvSpPr/>
            <p:nvPr/>
          </p:nvSpPr>
          <p:spPr>
            <a:xfrm>
              <a:off x="5151435" y="34968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6" name="pt14916"/>
            <p:cNvSpPr/>
            <p:nvPr/>
          </p:nvSpPr>
          <p:spPr>
            <a:xfrm>
              <a:off x="5179133" y="3574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7" name="pt14917"/>
            <p:cNvSpPr/>
            <p:nvPr/>
          </p:nvSpPr>
          <p:spPr>
            <a:xfrm>
              <a:off x="5100461" y="36269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8" name="pt14918"/>
            <p:cNvSpPr/>
            <p:nvPr/>
          </p:nvSpPr>
          <p:spPr>
            <a:xfrm>
              <a:off x="5156032" y="35703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19" name="pt14919"/>
            <p:cNvSpPr/>
            <p:nvPr/>
          </p:nvSpPr>
          <p:spPr>
            <a:xfrm>
              <a:off x="5166549" y="35594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0" name="pt14920"/>
            <p:cNvSpPr/>
            <p:nvPr/>
          </p:nvSpPr>
          <p:spPr>
            <a:xfrm>
              <a:off x="5138091" y="3562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1" name="pt14921"/>
            <p:cNvSpPr/>
            <p:nvPr/>
          </p:nvSpPr>
          <p:spPr>
            <a:xfrm>
              <a:off x="5156908" y="3576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2" name="pt14922"/>
            <p:cNvSpPr/>
            <p:nvPr/>
          </p:nvSpPr>
          <p:spPr>
            <a:xfrm>
              <a:off x="5138531" y="3540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3" name="pt14923"/>
            <p:cNvSpPr/>
            <p:nvPr/>
          </p:nvSpPr>
          <p:spPr>
            <a:xfrm>
              <a:off x="5094133" y="3464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4" name="pt14924"/>
            <p:cNvSpPr/>
            <p:nvPr/>
          </p:nvSpPr>
          <p:spPr>
            <a:xfrm>
              <a:off x="5151754" y="35026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5" name="pt14925"/>
            <p:cNvSpPr/>
            <p:nvPr/>
          </p:nvSpPr>
          <p:spPr>
            <a:xfrm>
              <a:off x="5126190" y="3585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6" name="pt14926"/>
            <p:cNvSpPr/>
            <p:nvPr/>
          </p:nvSpPr>
          <p:spPr>
            <a:xfrm>
              <a:off x="5111649" y="3594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7" name="pt14927"/>
            <p:cNvSpPr/>
            <p:nvPr/>
          </p:nvSpPr>
          <p:spPr>
            <a:xfrm>
              <a:off x="5146517" y="35590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8" name="pt14928"/>
            <p:cNvSpPr/>
            <p:nvPr/>
          </p:nvSpPr>
          <p:spPr>
            <a:xfrm>
              <a:off x="5132077" y="3545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29" name="pt14929"/>
            <p:cNvSpPr/>
            <p:nvPr/>
          </p:nvSpPr>
          <p:spPr>
            <a:xfrm>
              <a:off x="5131986" y="3521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0" name="pt14930"/>
            <p:cNvSpPr/>
            <p:nvPr/>
          </p:nvSpPr>
          <p:spPr>
            <a:xfrm>
              <a:off x="5056892" y="3552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1" name="pt14931"/>
            <p:cNvSpPr/>
            <p:nvPr/>
          </p:nvSpPr>
          <p:spPr>
            <a:xfrm>
              <a:off x="5153159" y="35398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2" name="pt14932"/>
            <p:cNvSpPr/>
            <p:nvPr/>
          </p:nvSpPr>
          <p:spPr>
            <a:xfrm>
              <a:off x="5067139" y="3557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3" name="pt14933"/>
            <p:cNvSpPr/>
            <p:nvPr/>
          </p:nvSpPr>
          <p:spPr>
            <a:xfrm>
              <a:off x="5145383" y="35857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4" name="pt14934"/>
            <p:cNvSpPr/>
            <p:nvPr/>
          </p:nvSpPr>
          <p:spPr>
            <a:xfrm>
              <a:off x="5151891" y="35741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5" name="pt14935"/>
            <p:cNvSpPr/>
            <p:nvPr/>
          </p:nvSpPr>
          <p:spPr>
            <a:xfrm>
              <a:off x="5117448" y="3615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6" name="pt14936"/>
            <p:cNvSpPr/>
            <p:nvPr/>
          </p:nvSpPr>
          <p:spPr>
            <a:xfrm>
              <a:off x="5166192" y="35814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7" name="pt14937"/>
            <p:cNvSpPr/>
            <p:nvPr/>
          </p:nvSpPr>
          <p:spPr>
            <a:xfrm>
              <a:off x="5178672" y="35460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8" name="pt14938"/>
            <p:cNvSpPr/>
            <p:nvPr/>
          </p:nvSpPr>
          <p:spPr>
            <a:xfrm>
              <a:off x="5292419" y="35356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39" name="pt14939"/>
            <p:cNvSpPr/>
            <p:nvPr/>
          </p:nvSpPr>
          <p:spPr>
            <a:xfrm>
              <a:off x="5143179" y="35147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0" name="pt14940"/>
            <p:cNvSpPr/>
            <p:nvPr/>
          </p:nvSpPr>
          <p:spPr>
            <a:xfrm>
              <a:off x="5122920" y="35932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1" name="pt14941"/>
            <p:cNvSpPr/>
            <p:nvPr/>
          </p:nvSpPr>
          <p:spPr>
            <a:xfrm>
              <a:off x="5147322" y="35220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2" name="pt14942"/>
            <p:cNvSpPr/>
            <p:nvPr/>
          </p:nvSpPr>
          <p:spPr>
            <a:xfrm>
              <a:off x="5143122" y="35382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3" name="pt14943"/>
            <p:cNvSpPr/>
            <p:nvPr/>
          </p:nvSpPr>
          <p:spPr>
            <a:xfrm>
              <a:off x="5155041" y="3510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4" name="pt14944"/>
            <p:cNvSpPr/>
            <p:nvPr/>
          </p:nvSpPr>
          <p:spPr>
            <a:xfrm>
              <a:off x="5107837" y="3545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5" name="pt14945"/>
            <p:cNvSpPr/>
            <p:nvPr/>
          </p:nvSpPr>
          <p:spPr>
            <a:xfrm>
              <a:off x="5120397" y="3566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6" name="pt14946"/>
            <p:cNvSpPr/>
            <p:nvPr/>
          </p:nvSpPr>
          <p:spPr>
            <a:xfrm>
              <a:off x="5138600" y="3578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7" name="pt14947"/>
            <p:cNvSpPr/>
            <p:nvPr/>
          </p:nvSpPr>
          <p:spPr>
            <a:xfrm>
              <a:off x="5153077" y="35151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8" name="pt14948"/>
            <p:cNvSpPr/>
            <p:nvPr/>
          </p:nvSpPr>
          <p:spPr>
            <a:xfrm>
              <a:off x="5124691" y="3500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49" name="pt14949"/>
            <p:cNvSpPr/>
            <p:nvPr/>
          </p:nvSpPr>
          <p:spPr>
            <a:xfrm>
              <a:off x="5128771" y="35557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0" name="pt14950"/>
            <p:cNvSpPr/>
            <p:nvPr/>
          </p:nvSpPr>
          <p:spPr>
            <a:xfrm>
              <a:off x="5196013" y="3545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1" name="pt14951"/>
            <p:cNvSpPr/>
            <p:nvPr/>
          </p:nvSpPr>
          <p:spPr>
            <a:xfrm>
              <a:off x="5141916" y="3534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2" name="pt14952"/>
            <p:cNvSpPr/>
            <p:nvPr/>
          </p:nvSpPr>
          <p:spPr>
            <a:xfrm>
              <a:off x="5170032" y="3559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3" name="pt14953"/>
            <p:cNvSpPr/>
            <p:nvPr/>
          </p:nvSpPr>
          <p:spPr>
            <a:xfrm>
              <a:off x="5198638" y="34741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4" name="pt14954"/>
            <p:cNvSpPr/>
            <p:nvPr/>
          </p:nvSpPr>
          <p:spPr>
            <a:xfrm>
              <a:off x="5155975" y="35412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5" name="pt14955"/>
            <p:cNvSpPr/>
            <p:nvPr/>
          </p:nvSpPr>
          <p:spPr>
            <a:xfrm>
              <a:off x="5122620" y="35904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6" name="pt14956"/>
            <p:cNvSpPr/>
            <p:nvPr/>
          </p:nvSpPr>
          <p:spPr>
            <a:xfrm>
              <a:off x="5135687" y="3566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7" name="pt14957"/>
            <p:cNvSpPr/>
            <p:nvPr/>
          </p:nvSpPr>
          <p:spPr>
            <a:xfrm>
              <a:off x="5199416" y="3591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8" name="pt14958"/>
            <p:cNvSpPr/>
            <p:nvPr/>
          </p:nvSpPr>
          <p:spPr>
            <a:xfrm>
              <a:off x="5146875" y="3491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59" name="pt14959"/>
            <p:cNvSpPr/>
            <p:nvPr/>
          </p:nvSpPr>
          <p:spPr>
            <a:xfrm>
              <a:off x="5158291" y="3567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0" name="pt14960"/>
            <p:cNvSpPr/>
            <p:nvPr/>
          </p:nvSpPr>
          <p:spPr>
            <a:xfrm>
              <a:off x="5148256" y="3589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1" name="pt14961"/>
            <p:cNvSpPr/>
            <p:nvPr/>
          </p:nvSpPr>
          <p:spPr>
            <a:xfrm>
              <a:off x="5181046" y="35516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2" name="pt14962"/>
            <p:cNvSpPr/>
            <p:nvPr/>
          </p:nvSpPr>
          <p:spPr>
            <a:xfrm>
              <a:off x="5171194" y="3550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3" name="pt14963"/>
            <p:cNvSpPr/>
            <p:nvPr/>
          </p:nvSpPr>
          <p:spPr>
            <a:xfrm>
              <a:off x="5145249" y="35632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4" name="pt14964"/>
            <p:cNvSpPr/>
            <p:nvPr/>
          </p:nvSpPr>
          <p:spPr>
            <a:xfrm>
              <a:off x="5124185" y="3564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5" name="pt14965"/>
            <p:cNvSpPr/>
            <p:nvPr/>
          </p:nvSpPr>
          <p:spPr>
            <a:xfrm>
              <a:off x="5157274" y="3556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6" name="pt14966"/>
            <p:cNvSpPr/>
            <p:nvPr/>
          </p:nvSpPr>
          <p:spPr>
            <a:xfrm>
              <a:off x="5140469" y="3575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7" name="pt14967"/>
            <p:cNvSpPr/>
            <p:nvPr/>
          </p:nvSpPr>
          <p:spPr>
            <a:xfrm>
              <a:off x="5149226" y="35477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8" name="pt14968"/>
            <p:cNvSpPr/>
            <p:nvPr/>
          </p:nvSpPr>
          <p:spPr>
            <a:xfrm>
              <a:off x="5092700" y="3546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69" name="pt14969"/>
            <p:cNvSpPr/>
            <p:nvPr/>
          </p:nvSpPr>
          <p:spPr>
            <a:xfrm>
              <a:off x="5143536" y="35353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0" name="pt14970"/>
            <p:cNvSpPr/>
            <p:nvPr/>
          </p:nvSpPr>
          <p:spPr>
            <a:xfrm>
              <a:off x="5100839" y="3580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1" name="pt14971"/>
            <p:cNvSpPr/>
            <p:nvPr/>
          </p:nvSpPr>
          <p:spPr>
            <a:xfrm>
              <a:off x="5157821" y="3571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2" name="pt14972"/>
            <p:cNvSpPr/>
            <p:nvPr/>
          </p:nvSpPr>
          <p:spPr>
            <a:xfrm>
              <a:off x="5129623" y="35848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3" name="pt14973"/>
            <p:cNvSpPr/>
            <p:nvPr/>
          </p:nvSpPr>
          <p:spPr>
            <a:xfrm>
              <a:off x="5201169" y="35802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4" name="pt14974"/>
            <p:cNvSpPr/>
            <p:nvPr/>
          </p:nvSpPr>
          <p:spPr>
            <a:xfrm>
              <a:off x="5089559" y="3529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5" name="pt14975"/>
            <p:cNvSpPr/>
            <p:nvPr/>
          </p:nvSpPr>
          <p:spPr>
            <a:xfrm>
              <a:off x="5210586" y="3559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6" name="pt14976"/>
            <p:cNvSpPr/>
            <p:nvPr/>
          </p:nvSpPr>
          <p:spPr>
            <a:xfrm>
              <a:off x="5163196" y="35583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7" name="pt14977"/>
            <p:cNvSpPr/>
            <p:nvPr/>
          </p:nvSpPr>
          <p:spPr>
            <a:xfrm>
              <a:off x="5151736" y="35950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8" name="pt14978"/>
            <p:cNvSpPr/>
            <p:nvPr/>
          </p:nvSpPr>
          <p:spPr>
            <a:xfrm>
              <a:off x="5169466" y="35627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79" name="pt14979"/>
            <p:cNvSpPr/>
            <p:nvPr/>
          </p:nvSpPr>
          <p:spPr>
            <a:xfrm>
              <a:off x="5123300" y="35491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0" name="pt14980"/>
            <p:cNvSpPr/>
            <p:nvPr/>
          </p:nvSpPr>
          <p:spPr>
            <a:xfrm>
              <a:off x="5113731" y="35884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1" name="pt14981"/>
            <p:cNvSpPr/>
            <p:nvPr/>
          </p:nvSpPr>
          <p:spPr>
            <a:xfrm>
              <a:off x="5156334" y="36376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2" name="pt14982"/>
            <p:cNvSpPr/>
            <p:nvPr/>
          </p:nvSpPr>
          <p:spPr>
            <a:xfrm>
              <a:off x="5140285" y="31437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3" name="pt14983"/>
            <p:cNvSpPr/>
            <p:nvPr/>
          </p:nvSpPr>
          <p:spPr>
            <a:xfrm>
              <a:off x="5154127" y="35563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4" name="pt14984"/>
            <p:cNvSpPr/>
            <p:nvPr/>
          </p:nvSpPr>
          <p:spPr>
            <a:xfrm>
              <a:off x="5158252" y="35547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5" name="pt14985"/>
            <p:cNvSpPr/>
            <p:nvPr/>
          </p:nvSpPr>
          <p:spPr>
            <a:xfrm>
              <a:off x="5155489" y="34817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6" name="pt14986"/>
            <p:cNvSpPr/>
            <p:nvPr/>
          </p:nvSpPr>
          <p:spPr>
            <a:xfrm>
              <a:off x="5160313" y="35429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7" name="pt14987"/>
            <p:cNvSpPr/>
            <p:nvPr/>
          </p:nvSpPr>
          <p:spPr>
            <a:xfrm>
              <a:off x="5223381" y="3566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8" name="pt14988"/>
            <p:cNvSpPr/>
            <p:nvPr/>
          </p:nvSpPr>
          <p:spPr>
            <a:xfrm>
              <a:off x="5182765" y="36275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89" name="pt14989"/>
            <p:cNvSpPr/>
            <p:nvPr/>
          </p:nvSpPr>
          <p:spPr>
            <a:xfrm>
              <a:off x="5091092" y="36183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0" name="pt14990"/>
            <p:cNvSpPr/>
            <p:nvPr/>
          </p:nvSpPr>
          <p:spPr>
            <a:xfrm>
              <a:off x="5131130" y="35567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1" name="pt14991"/>
            <p:cNvSpPr/>
            <p:nvPr/>
          </p:nvSpPr>
          <p:spPr>
            <a:xfrm>
              <a:off x="5141760" y="35415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2" name="pt14992"/>
            <p:cNvSpPr/>
            <p:nvPr/>
          </p:nvSpPr>
          <p:spPr>
            <a:xfrm>
              <a:off x="5144843" y="35432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3" name="pt14993"/>
            <p:cNvSpPr/>
            <p:nvPr/>
          </p:nvSpPr>
          <p:spPr>
            <a:xfrm>
              <a:off x="5164158" y="35415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4" name="pt14994"/>
            <p:cNvSpPr/>
            <p:nvPr/>
          </p:nvSpPr>
          <p:spPr>
            <a:xfrm>
              <a:off x="5116106" y="3586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5" name="pt14995"/>
            <p:cNvSpPr/>
            <p:nvPr/>
          </p:nvSpPr>
          <p:spPr>
            <a:xfrm>
              <a:off x="5163256" y="3474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6" name="pt14996"/>
            <p:cNvSpPr/>
            <p:nvPr/>
          </p:nvSpPr>
          <p:spPr>
            <a:xfrm>
              <a:off x="5114910" y="3522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7" name="pt14997"/>
            <p:cNvSpPr/>
            <p:nvPr/>
          </p:nvSpPr>
          <p:spPr>
            <a:xfrm>
              <a:off x="5084188" y="35452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8" name="pt14998"/>
            <p:cNvSpPr/>
            <p:nvPr/>
          </p:nvSpPr>
          <p:spPr>
            <a:xfrm>
              <a:off x="5137650" y="3504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4999" name="pt14999"/>
            <p:cNvSpPr/>
            <p:nvPr/>
          </p:nvSpPr>
          <p:spPr>
            <a:xfrm>
              <a:off x="5118418" y="35775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0" name="pt15000"/>
            <p:cNvSpPr/>
            <p:nvPr/>
          </p:nvSpPr>
          <p:spPr>
            <a:xfrm>
              <a:off x="5147917" y="3571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1" name="pt15001"/>
            <p:cNvSpPr/>
            <p:nvPr/>
          </p:nvSpPr>
          <p:spPr>
            <a:xfrm>
              <a:off x="5165006" y="35561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2" name="pt15002"/>
            <p:cNvSpPr/>
            <p:nvPr/>
          </p:nvSpPr>
          <p:spPr>
            <a:xfrm>
              <a:off x="5114535" y="3559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3" name="pt15003"/>
            <p:cNvSpPr/>
            <p:nvPr/>
          </p:nvSpPr>
          <p:spPr>
            <a:xfrm>
              <a:off x="5132176" y="3536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4" name="pt15004"/>
            <p:cNvSpPr/>
            <p:nvPr/>
          </p:nvSpPr>
          <p:spPr>
            <a:xfrm>
              <a:off x="5104388" y="36506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5" name="pt15005"/>
            <p:cNvSpPr/>
            <p:nvPr/>
          </p:nvSpPr>
          <p:spPr>
            <a:xfrm>
              <a:off x="5147641" y="3541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6" name="pt15006"/>
            <p:cNvSpPr/>
            <p:nvPr/>
          </p:nvSpPr>
          <p:spPr>
            <a:xfrm>
              <a:off x="5136378" y="34789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7" name="pt15007"/>
            <p:cNvSpPr/>
            <p:nvPr/>
          </p:nvSpPr>
          <p:spPr>
            <a:xfrm>
              <a:off x="5126506" y="3554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8" name="pt15008"/>
            <p:cNvSpPr/>
            <p:nvPr/>
          </p:nvSpPr>
          <p:spPr>
            <a:xfrm>
              <a:off x="5141151" y="35237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09" name="pt15009"/>
            <p:cNvSpPr/>
            <p:nvPr/>
          </p:nvSpPr>
          <p:spPr>
            <a:xfrm>
              <a:off x="5170146" y="35916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0" name="pt15010"/>
            <p:cNvSpPr/>
            <p:nvPr/>
          </p:nvSpPr>
          <p:spPr>
            <a:xfrm>
              <a:off x="5158608" y="35852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1" name="pt15011"/>
            <p:cNvSpPr/>
            <p:nvPr/>
          </p:nvSpPr>
          <p:spPr>
            <a:xfrm>
              <a:off x="5160807" y="3495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2" name="pt15012"/>
            <p:cNvSpPr/>
            <p:nvPr/>
          </p:nvSpPr>
          <p:spPr>
            <a:xfrm>
              <a:off x="5157719" y="35155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3" name="pt15013"/>
            <p:cNvSpPr/>
            <p:nvPr/>
          </p:nvSpPr>
          <p:spPr>
            <a:xfrm>
              <a:off x="5159227" y="35643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4" name="pt15014"/>
            <p:cNvSpPr/>
            <p:nvPr/>
          </p:nvSpPr>
          <p:spPr>
            <a:xfrm>
              <a:off x="5175647" y="36085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5" name="pt15015"/>
            <p:cNvSpPr/>
            <p:nvPr/>
          </p:nvSpPr>
          <p:spPr>
            <a:xfrm>
              <a:off x="5090324" y="35669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6" name="pt15016"/>
            <p:cNvSpPr/>
            <p:nvPr/>
          </p:nvSpPr>
          <p:spPr>
            <a:xfrm>
              <a:off x="5107689" y="3541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7" name="pt15017"/>
            <p:cNvSpPr/>
            <p:nvPr/>
          </p:nvSpPr>
          <p:spPr>
            <a:xfrm>
              <a:off x="5141910" y="35760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8" name="pt15018"/>
            <p:cNvSpPr/>
            <p:nvPr/>
          </p:nvSpPr>
          <p:spPr>
            <a:xfrm>
              <a:off x="5098873" y="36225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19" name="pt15019"/>
            <p:cNvSpPr/>
            <p:nvPr/>
          </p:nvSpPr>
          <p:spPr>
            <a:xfrm>
              <a:off x="5137454" y="35633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0" name="pt15020"/>
            <p:cNvSpPr/>
            <p:nvPr/>
          </p:nvSpPr>
          <p:spPr>
            <a:xfrm>
              <a:off x="5106415" y="3564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1" name="pt15021"/>
            <p:cNvSpPr/>
            <p:nvPr/>
          </p:nvSpPr>
          <p:spPr>
            <a:xfrm>
              <a:off x="5109829" y="35749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2" name="pt15022"/>
            <p:cNvSpPr/>
            <p:nvPr/>
          </p:nvSpPr>
          <p:spPr>
            <a:xfrm>
              <a:off x="5115929" y="36235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3" name="pt15023"/>
            <p:cNvSpPr/>
            <p:nvPr/>
          </p:nvSpPr>
          <p:spPr>
            <a:xfrm>
              <a:off x="5192475" y="35726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4" name="pt15024"/>
            <p:cNvSpPr/>
            <p:nvPr/>
          </p:nvSpPr>
          <p:spPr>
            <a:xfrm>
              <a:off x="5203163" y="35892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5" name="pt15025"/>
            <p:cNvSpPr/>
            <p:nvPr/>
          </p:nvSpPr>
          <p:spPr>
            <a:xfrm>
              <a:off x="5177962" y="35348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6" name="pt15026"/>
            <p:cNvSpPr/>
            <p:nvPr/>
          </p:nvSpPr>
          <p:spPr>
            <a:xfrm>
              <a:off x="5166375" y="36346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7" name="pt15027"/>
            <p:cNvSpPr/>
            <p:nvPr/>
          </p:nvSpPr>
          <p:spPr>
            <a:xfrm>
              <a:off x="5149920" y="3567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8" name="pt15028"/>
            <p:cNvSpPr/>
            <p:nvPr/>
          </p:nvSpPr>
          <p:spPr>
            <a:xfrm>
              <a:off x="5174182" y="34673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29" name="pt15029"/>
            <p:cNvSpPr/>
            <p:nvPr/>
          </p:nvSpPr>
          <p:spPr>
            <a:xfrm>
              <a:off x="5160537" y="3512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0" name="pt15030"/>
            <p:cNvSpPr/>
            <p:nvPr/>
          </p:nvSpPr>
          <p:spPr>
            <a:xfrm>
              <a:off x="5169988" y="3541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1" name="pt15031"/>
            <p:cNvSpPr/>
            <p:nvPr/>
          </p:nvSpPr>
          <p:spPr>
            <a:xfrm>
              <a:off x="5161993" y="36270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2" name="pt15032"/>
            <p:cNvSpPr/>
            <p:nvPr/>
          </p:nvSpPr>
          <p:spPr>
            <a:xfrm>
              <a:off x="5179786" y="3582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3" name="pt15033"/>
            <p:cNvSpPr/>
            <p:nvPr/>
          </p:nvSpPr>
          <p:spPr>
            <a:xfrm>
              <a:off x="5175438" y="36110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4" name="pt15034"/>
            <p:cNvSpPr/>
            <p:nvPr/>
          </p:nvSpPr>
          <p:spPr>
            <a:xfrm>
              <a:off x="5110648" y="36023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5" name="pt15035"/>
            <p:cNvSpPr/>
            <p:nvPr/>
          </p:nvSpPr>
          <p:spPr>
            <a:xfrm>
              <a:off x="5188799" y="35273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6" name="pt15036"/>
            <p:cNvSpPr/>
            <p:nvPr/>
          </p:nvSpPr>
          <p:spPr>
            <a:xfrm>
              <a:off x="5150032" y="3559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7" name="pt15037"/>
            <p:cNvSpPr/>
            <p:nvPr/>
          </p:nvSpPr>
          <p:spPr>
            <a:xfrm>
              <a:off x="5212219" y="35140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8" name="pt15038"/>
            <p:cNvSpPr/>
            <p:nvPr/>
          </p:nvSpPr>
          <p:spPr>
            <a:xfrm>
              <a:off x="5140268" y="35212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39" name="pt15039"/>
            <p:cNvSpPr/>
            <p:nvPr/>
          </p:nvSpPr>
          <p:spPr>
            <a:xfrm>
              <a:off x="5187673" y="34924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0" name="pt15040"/>
            <p:cNvSpPr/>
            <p:nvPr/>
          </p:nvSpPr>
          <p:spPr>
            <a:xfrm>
              <a:off x="5113739" y="3578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1" name="pt15041"/>
            <p:cNvSpPr/>
            <p:nvPr/>
          </p:nvSpPr>
          <p:spPr>
            <a:xfrm>
              <a:off x="5100449" y="36358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2" name="pt15042"/>
            <p:cNvSpPr/>
            <p:nvPr/>
          </p:nvSpPr>
          <p:spPr>
            <a:xfrm>
              <a:off x="5163268" y="34894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3" name="pt15043"/>
            <p:cNvSpPr/>
            <p:nvPr/>
          </p:nvSpPr>
          <p:spPr>
            <a:xfrm>
              <a:off x="5105990" y="35593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4" name="pt15044"/>
            <p:cNvSpPr/>
            <p:nvPr/>
          </p:nvSpPr>
          <p:spPr>
            <a:xfrm>
              <a:off x="5150629" y="3514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5" name="pt15045"/>
            <p:cNvSpPr/>
            <p:nvPr/>
          </p:nvSpPr>
          <p:spPr>
            <a:xfrm>
              <a:off x="5114132" y="3570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6" name="pt15046"/>
            <p:cNvSpPr/>
            <p:nvPr/>
          </p:nvSpPr>
          <p:spPr>
            <a:xfrm>
              <a:off x="5189676" y="35554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7" name="pt15047"/>
            <p:cNvSpPr/>
            <p:nvPr/>
          </p:nvSpPr>
          <p:spPr>
            <a:xfrm>
              <a:off x="5143725" y="36090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8" name="pt15048"/>
            <p:cNvSpPr/>
            <p:nvPr/>
          </p:nvSpPr>
          <p:spPr>
            <a:xfrm>
              <a:off x="5147727" y="35151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49" name="pt15049"/>
            <p:cNvSpPr/>
            <p:nvPr/>
          </p:nvSpPr>
          <p:spPr>
            <a:xfrm>
              <a:off x="5221082" y="35427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0" name="pt15050"/>
            <p:cNvSpPr/>
            <p:nvPr/>
          </p:nvSpPr>
          <p:spPr>
            <a:xfrm>
              <a:off x="5090995" y="3551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1" name="pt15051"/>
            <p:cNvSpPr/>
            <p:nvPr/>
          </p:nvSpPr>
          <p:spPr>
            <a:xfrm>
              <a:off x="5232426" y="35279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2" name="pt15052"/>
            <p:cNvSpPr/>
            <p:nvPr/>
          </p:nvSpPr>
          <p:spPr>
            <a:xfrm>
              <a:off x="5215253" y="3350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3" name="pt15053"/>
            <p:cNvSpPr/>
            <p:nvPr/>
          </p:nvSpPr>
          <p:spPr>
            <a:xfrm>
              <a:off x="5121305" y="35707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4" name="pt15054"/>
            <p:cNvSpPr/>
            <p:nvPr/>
          </p:nvSpPr>
          <p:spPr>
            <a:xfrm>
              <a:off x="5097068" y="3635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5" name="pt15055"/>
            <p:cNvSpPr/>
            <p:nvPr/>
          </p:nvSpPr>
          <p:spPr>
            <a:xfrm>
              <a:off x="5156051" y="35638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6" name="pt15056"/>
            <p:cNvSpPr/>
            <p:nvPr/>
          </p:nvSpPr>
          <p:spPr>
            <a:xfrm>
              <a:off x="5113599" y="35828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7" name="pt15057"/>
            <p:cNvSpPr/>
            <p:nvPr/>
          </p:nvSpPr>
          <p:spPr>
            <a:xfrm>
              <a:off x="5177918" y="3493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8" name="pt15058"/>
            <p:cNvSpPr/>
            <p:nvPr/>
          </p:nvSpPr>
          <p:spPr>
            <a:xfrm>
              <a:off x="5132571" y="35596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59" name="pt15059"/>
            <p:cNvSpPr/>
            <p:nvPr/>
          </p:nvSpPr>
          <p:spPr>
            <a:xfrm>
              <a:off x="5133073" y="35438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0" name="pt15060"/>
            <p:cNvSpPr/>
            <p:nvPr/>
          </p:nvSpPr>
          <p:spPr>
            <a:xfrm>
              <a:off x="5159771" y="3552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1" name="pt15061"/>
            <p:cNvSpPr/>
            <p:nvPr/>
          </p:nvSpPr>
          <p:spPr>
            <a:xfrm>
              <a:off x="5133018" y="3550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2" name="pt15062"/>
            <p:cNvSpPr/>
            <p:nvPr/>
          </p:nvSpPr>
          <p:spPr>
            <a:xfrm>
              <a:off x="5099616" y="36014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3" name="pt15063"/>
            <p:cNvSpPr/>
            <p:nvPr/>
          </p:nvSpPr>
          <p:spPr>
            <a:xfrm>
              <a:off x="5152250" y="3541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4" name="pt15064"/>
            <p:cNvSpPr/>
            <p:nvPr/>
          </p:nvSpPr>
          <p:spPr>
            <a:xfrm>
              <a:off x="5118615" y="3624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5" name="pt15065"/>
            <p:cNvSpPr/>
            <p:nvPr/>
          </p:nvSpPr>
          <p:spPr>
            <a:xfrm>
              <a:off x="5087400" y="35422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6" name="pt15066"/>
            <p:cNvSpPr/>
            <p:nvPr/>
          </p:nvSpPr>
          <p:spPr>
            <a:xfrm>
              <a:off x="5122535" y="36278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7" name="pt15067"/>
            <p:cNvSpPr/>
            <p:nvPr/>
          </p:nvSpPr>
          <p:spPr>
            <a:xfrm>
              <a:off x="5185820" y="3553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8" name="pt15068"/>
            <p:cNvSpPr/>
            <p:nvPr/>
          </p:nvSpPr>
          <p:spPr>
            <a:xfrm>
              <a:off x="5121074" y="3563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69" name="pt15069"/>
            <p:cNvSpPr/>
            <p:nvPr/>
          </p:nvSpPr>
          <p:spPr>
            <a:xfrm>
              <a:off x="5188353" y="3577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0" name="pt15070"/>
            <p:cNvSpPr/>
            <p:nvPr/>
          </p:nvSpPr>
          <p:spPr>
            <a:xfrm>
              <a:off x="5151872" y="35635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1" name="pt15071"/>
            <p:cNvSpPr/>
            <p:nvPr/>
          </p:nvSpPr>
          <p:spPr>
            <a:xfrm>
              <a:off x="5129360" y="35623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2" name="pt15072"/>
            <p:cNvSpPr/>
            <p:nvPr/>
          </p:nvSpPr>
          <p:spPr>
            <a:xfrm>
              <a:off x="5148451" y="35731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3" name="pt15073"/>
            <p:cNvSpPr/>
            <p:nvPr/>
          </p:nvSpPr>
          <p:spPr>
            <a:xfrm>
              <a:off x="5128895" y="3601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4" name="pt15074"/>
            <p:cNvSpPr/>
            <p:nvPr/>
          </p:nvSpPr>
          <p:spPr>
            <a:xfrm>
              <a:off x="5214966" y="35624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5" name="pt15075"/>
            <p:cNvSpPr/>
            <p:nvPr/>
          </p:nvSpPr>
          <p:spPr>
            <a:xfrm>
              <a:off x="5148056" y="36313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6" name="pt15076"/>
            <p:cNvSpPr/>
            <p:nvPr/>
          </p:nvSpPr>
          <p:spPr>
            <a:xfrm>
              <a:off x="5173399" y="3487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7" name="pt15077"/>
            <p:cNvSpPr/>
            <p:nvPr/>
          </p:nvSpPr>
          <p:spPr>
            <a:xfrm>
              <a:off x="5138714" y="3554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8" name="pt15078"/>
            <p:cNvSpPr/>
            <p:nvPr/>
          </p:nvSpPr>
          <p:spPr>
            <a:xfrm>
              <a:off x="5110797" y="35597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79" name="pt15079"/>
            <p:cNvSpPr/>
            <p:nvPr/>
          </p:nvSpPr>
          <p:spPr>
            <a:xfrm>
              <a:off x="5162821" y="3553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0" name="pt15080"/>
            <p:cNvSpPr/>
            <p:nvPr/>
          </p:nvSpPr>
          <p:spPr>
            <a:xfrm>
              <a:off x="5141433" y="35537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1" name="pt15081"/>
            <p:cNvSpPr/>
            <p:nvPr/>
          </p:nvSpPr>
          <p:spPr>
            <a:xfrm>
              <a:off x="5148857" y="3556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2" name="pt15082"/>
            <p:cNvSpPr/>
            <p:nvPr/>
          </p:nvSpPr>
          <p:spPr>
            <a:xfrm>
              <a:off x="5150282" y="35427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3" name="pt15083"/>
            <p:cNvSpPr/>
            <p:nvPr/>
          </p:nvSpPr>
          <p:spPr>
            <a:xfrm>
              <a:off x="5182724" y="35899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4" name="pt15084"/>
            <p:cNvSpPr/>
            <p:nvPr/>
          </p:nvSpPr>
          <p:spPr>
            <a:xfrm>
              <a:off x="5199570" y="35772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5" name="pt15085"/>
            <p:cNvSpPr/>
            <p:nvPr/>
          </p:nvSpPr>
          <p:spPr>
            <a:xfrm>
              <a:off x="5166643" y="35394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6" name="pt15086"/>
            <p:cNvSpPr/>
            <p:nvPr/>
          </p:nvSpPr>
          <p:spPr>
            <a:xfrm>
              <a:off x="5146464" y="3638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7" name="pt15087"/>
            <p:cNvSpPr/>
            <p:nvPr/>
          </p:nvSpPr>
          <p:spPr>
            <a:xfrm>
              <a:off x="5183809" y="3555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8" name="pt15088"/>
            <p:cNvSpPr/>
            <p:nvPr/>
          </p:nvSpPr>
          <p:spPr>
            <a:xfrm>
              <a:off x="5153388" y="3522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89" name="pt15089"/>
            <p:cNvSpPr/>
            <p:nvPr/>
          </p:nvSpPr>
          <p:spPr>
            <a:xfrm>
              <a:off x="5177917" y="35780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0" name="pt15090"/>
            <p:cNvSpPr/>
            <p:nvPr/>
          </p:nvSpPr>
          <p:spPr>
            <a:xfrm>
              <a:off x="5218245" y="3558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1" name="pt15091"/>
            <p:cNvSpPr/>
            <p:nvPr/>
          </p:nvSpPr>
          <p:spPr>
            <a:xfrm>
              <a:off x="5216436" y="35542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2" name="pt15092"/>
            <p:cNvSpPr/>
            <p:nvPr/>
          </p:nvSpPr>
          <p:spPr>
            <a:xfrm>
              <a:off x="5138910" y="34992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3" name="pt15093"/>
            <p:cNvSpPr/>
            <p:nvPr/>
          </p:nvSpPr>
          <p:spPr>
            <a:xfrm>
              <a:off x="5146013" y="3545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4" name="pt15094"/>
            <p:cNvSpPr/>
            <p:nvPr/>
          </p:nvSpPr>
          <p:spPr>
            <a:xfrm>
              <a:off x="5096625" y="35681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5" name="pt15095"/>
            <p:cNvSpPr/>
            <p:nvPr/>
          </p:nvSpPr>
          <p:spPr>
            <a:xfrm>
              <a:off x="5184691" y="35662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6" name="pt15096"/>
            <p:cNvSpPr/>
            <p:nvPr/>
          </p:nvSpPr>
          <p:spPr>
            <a:xfrm>
              <a:off x="5113356" y="3581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7" name="pt15097"/>
            <p:cNvSpPr/>
            <p:nvPr/>
          </p:nvSpPr>
          <p:spPr>
            <a:xfrm>
              <a:off x="5130155" y="3547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8" name="pt15098"/>
            <p:cNvSpPr/>
            <p:nvPr/>
          </p:nvSpPr>
          <p:spPr>
            <a:xfrm>
              <a:off x="5190138" y="35518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099" name="pt15099"/>
            <p:cNvSpPr/>
            <p:nvPr/>
          </p:nvSpPr>
          <p:spPr>
            <a:xfrm>
              <a:off x="5046073" y="3558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0" name="pt15100"/>
            <p:cNvSpPr/>
            <p:nvPr/>
          </p:nvSpPr>
          <p:spPr>
            <a:xfrm>
              <a:off x="5127867" y="35865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1" name="pt15101"/>
            <p:cNvSpPr/>
            <p:nvPr/>
          </p:nvSpPr>
          <p:spPr>
            <a:xfrm>
              <a:off x="5121531" y="35119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2" name="pt15102"/>
            <p:cNvSpPr/>
            <p:nvPr/>
          </p:nvSpPr>
          <p:spPr>
            <a:xfrm>
              <a:off x="5194629" y="3593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3" name="pt15103"/>
            <p:cNvSpPr/>
            <p:nvPr/>
          </p:nvSpPr>
          <p:spPr>
            <a:xfrm>
              <a:off x="5129461" y="35974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4" name="pt15104"/>
            <p:cNvSpPr/>
            <p:nvPr/>
          </p:nvSpPr>
          <p:spPr>
            <a:xfrm>
              <a:off x="5141180" y="35778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5" name="pt15105"/>
            <p:cNvSpPr/>
            <p:nvPr/>
          </p:nvSpPr>
          <p:spPr>
            <a:xfrm>
              <a:off x="5199639" y="35551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6" name="pt15106"/>
            <p:cNvSpPr/>
            <p:nvPr/>
          </p:nvSpPr>
          <p:spPr>
            <a:xfrm>
              <a:off x="5201919" y="35462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7" name="pt15107"/>
            <p:cNvSpPr/>
            <p:nvPr/>
          </p:nvSpPr>
          <p:spPr>
            <a:xfrm>
              <a:off x="5186487" y="3566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8" name="pt15108"/>
            <p:cNvSpPr/>
            <p:nvPr/>
          </p:nvSpPr>
          <p:spPr>
            <a:xfrm>
              <a:off x="5137458" y="35292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09" name="pt15109"/>
            <p:cNvSpPr/>
            <p:nvPr/>
          </p:nvSpPr>
          <p:spPr>
            <a:xfrm>
              <a:off x="5138481" y="3541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0" name="pt15110"/>
            <p:cNvSpPr/>
            <p:nvPr/>
          </p:nvSpPr>
          <p:spPr>
            <a:xfrm>
              <a:off x="5088836" y="35454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1" name="pt15111"/>
            <p:cNvSpPr/>
            <p:nvPr/>
          </p:nvSpPr>
          <p:spPr>
            <a:xfrm>
              <a:off x="5122009" y="34973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2" name="pt15112"/>
            <p:cNvSpPr/>
            <p:nvPr/>
          </p:nvSpPr>
          <p:spPr>
            <a:xfrm>
              <a:off x="5171179" y="35968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3" name="pt15113"/>
            <p:cNvSpPr/>
            <p:nvPr/>
          </p:nvSpPr>
          <p:spPr>
            <a:xfrm>
              <a:off x="5171096" y="36767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4" name="pt15114"/>
            <p:cNvSpPr/>
            <p:nvPr/>
          </p:nvSpPr>
          <p:spPr>
            <a:xfrm>
              <a:off x="5122520" y="3524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5" name="pt15115"/>
            <p:cNvSpPr/>
            <p:nvPr/>
          </p:nvSpPr>
          <p:spPr>
            <a:xfrm>
              <a:off x="5122199" y="3559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6" name="pt15116"/>
            <p:cNvSpPr/>
            <p:nvPr/>
          </p:nvSpPr>
          <p:spPr>
            <a:xfrm>
              <a:off x="5109334" y="35252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7" name="pt15117"/>
            <p:cNvSpPr/>
            <p:nvPr/>
          </p:nvSpPr>
          <p:spPr>
            <a:xfrm>
              <a:off x="5205900" y="3603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8" name="pt15118"/>
            <p:cNvSpPr/>
            <p:nvPr/>
          </p:nvSpPr>
          <p:spPr>
            <a:xfrm>
              <a:off x="5095128" y="3622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19" name="pt15119"/>
            <p:cNvSpPr/>
            <p:nvPr/>
          </p:nvSpPr>
          <p:spPr>
            <a:xfrm>
              <a:off x="5180226" y="36530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0" name="pt15120"/>
            <p:cNvSpPr/>
            <p:nvPr/>
          </p:nvSpPr>
          <p:spPr>
            <a:xfrm>
              <a:off x="5126330" y="3630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1" name="pt15121"/>
            <p:cNvSpPr/>
            <p:nvPr/>
          </p:nvSpPr>
          <p:spPr>
            <a:xfrm>
              <a:off x="5159759" y="35484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2" name="pt15122"/>
            <p:cNvSpPr/>
            <p:nvPr/>
          </p:nvSpPr>
          <p:spPr>
            <a:xfrm>
              <a:off x="5206246" y="35404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3" name="pt15123"/>
            <p:cNvSpPr/>
            <p:nvPr/>
          </p:nvSpPr>
          <p:spPr>
            <a:xfrm>
              <a:off x="5091550" y="35807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4" name="pt15124"/>
            <p:cNvSpPr/>
            <p:nvPr/>
          </p:nvSpPr>
          <p:spPr>
            <a:xfrm>
              <a:off x="5104774" y="35559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5" name="pt15125"/>
            <p:cNvSpPr/>
            <p:nvPr/>
          </p:nvSpPr>
          <p:spPr>
            <a:xfrm>
              <a:off x="5135004" y="3577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6" name="pt15126"/>
            <p:cNvSpPr/>
            <p:nvPr/>
          </p:nvSpPr>
          <p:spPr>
            <a:xfrm>
              <a:off x="5143348" y="35540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7" name="pt15127"/>
            <p:cNvSpPr/>
            <p:nvPr/>
          </p:nvSpPr>
          <p:spPr>
            <a:xfrm>
              <a:off x="5201879" y="35571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8" name="pt15128"/>
            <p:cNvSpPr/>
            <p:nvPr/>
          </p:nvSpPr>
          <p:spPr>
            <a:xfrm>
              <a:off x="5176726" y="35404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29" name="pt15129"/>
            <p:cNvSpPr/>
            <p:nvPr/>
          </p:nvSpPr>
          <p:spPr>
            <a:xfrm>
              <a:off x="5184935" y="3567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0" name="pt15130"/>
            <p:cNvSpPr/>
            <p:nvPr/>
          </p:nvSpPr>
          <p:spPr>
            <a:xfrm>
              <a:off x="5146167" y="3552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1" name="pt15131"/>
            <p:cNvSpPr/>
            <p:nvPr/>
          </p:nvSpPr>
          <p:spPr>
            <a:xfrm>
              <a:off x="5123392" y="3562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2" name="pt15132"/>
            <p:cNvSpPr/>
            <p:nvPr/>
          </p:nvSpPr>
          <p:spPr>
            <a:xfrm>
              <a:off x="5180629" y="35706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3" name="pt15133"/>
            <p:cNvSpPr/>
            <p:nvPr/>
          </p:nvSpPr>
          <p:spPr>
            <a:xfrm>
              <a:off x="5165422" y="3547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4" name="pt15134"/>
            <p:cNvSpPr/>
            <p:nvPr/>
          </p:nvSpPr>
          <p:spPr>
            <a:xfrm>
              <a:off x="5182430" y="36459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5" name="pt15135"/>
            <p:cNvSpPr/>
            <p:nvPr/>
          </p:nvSpPr>
          <p:spPr>
            <a:xfrm>
              <a:off x="5198409" y="3547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6" name="pt15136"/>
            <p:cNvSpPr/>
            <p:nvPr/>
          </p:nvSpPr>
          <p:spPr>
            <a:xfrm>
              <a:off x="5173664" y="35297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7" name="pt15137"/>
            <p:cNvSpPr/>
            <p:nvPr/>
          </p:nvSpPr>
          <p:spPr>
            <a:xfrm>
              <a:off x="5147898" y="35457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8" name="pt15138"/>
            <p:cNvSpPr/>
            <p:nvPr/>
          </p:nvSpPr>
          <p:spPr>
            <a:xfrm>
              <a:off x="5115707" y="35741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39" name="pt15139"/>
            <p:cNvSpPr/>
            <p:nvPr/>
          </p:nvSpPr>
          <p:spPr>
            <a:xfrm>
              <a:off x="5140365" y="35470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0" name="pt15140"/>
            <p:cNvSpPr/>
            <p:nvPr/>
          </p:nvSpPr>
          <p:spPr>
            <a:xfrm>
              <a:off x="5097793" y="35442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1" name="pt15141"/>
            <p:cNvSpPr/>
            <p:nvPr/>
          </p:nvSpPr>
          <p:spPr>
            <a:xfrm>
              <a:off x="5147010" y="35938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2" name="pt15142"/>
            <p:cNvSpPr/>
            <p:nvPr/>
          </p:nvSpPr>
          <p:spPr>
            <a:xfrm>
              <a:off x="5181356" y="35754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3" name="pt15143"/>
            <p:cNvSpPr/>
            <p:nvPr/>
          </p:nvSpPr>
          <p:spPr>
            <a:xfrm>
              <a:off x="5173580" y="3560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4" name="pt15144"/>
            <p:cNvSpPr/>
            <p:nvPr/>
          </p:nvSpPr>
          <p:spPr>
            <a:xfrm>
              <a:off x="5096853" y="35096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5" name="pt15145"/>
            <p:cNvSpPr/>
            <p:nvPr/>
          </p:nvSpPr>
          <p:spPr>
            <a:xfrm>
              <a:off x="5057221" y="3615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6" name="pt15146"/>
            <p:cNvSpPr/>
            <p:nvPr/>
          </p:nvSpPr>
          <p:spPr>
            <a:xfrm>
              <a:off x="5207474" y="3529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7" name="pt15147"/>
            <p:cNvSpPr/>
            <p:nvPr/>
          </p:nvSpPr>
          <p:spPr>
            <a:xfrm>
              <a:off x="5130455" y="35985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8" name="pt15148"/>
            <p:cNvSpPr/>
            <p:nvPr/>
          </p:nvSpPr>
          <p:spPr>
            <a:xfrm>
              <a:off x="5216330" y="36161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49" name="pt15149"/>
            <p:cNvSpPr/>
            <p:nvPr/>
          </p:nvSpPr>
          <p:spPr>
            <a:xfrm>
              <a:off x="5100987" y="35697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0" name="pt15150"/>
            <p:cNvSpPr/>
            <p:nvPr/>
          </p:nvSpPr>
          <p:spPr>
            <a:xfrm>
              <a:off x="5123455" y="3618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1" name="pt15151"/>
            <p:cNvSpPr/>
            <p:nvPr/>
          </p:nvSpPr>
          <p:spPr>
            <a:xfrm>
              <a:off x="5149282" y="36564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2" name="pt15152"/>
            <p:cNvSpPr/>
            <p:nvPr/>
          </p:nvSpPr>
          <p:spPr>
            <a:xfrm>
              <a:off x="5182737" y="35879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3" name="pt15153"/>
            <p:cNvSpPr/>
            <p:nvPr/>
          </p:nvSpPr>
          <p:spPr>
            <a:xfrm>
              <a:off x="5146608" y="35608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4" name="pt15154"/>
            <p:cNvSpPr/>
            <p:nvPr/>
          </p:nvSpPr>
          <p:spPr>
            <a:xfrm>
              <a:off x="5165942" y="35704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5" name="pt15155"/>
            <p:cNvSpPr/>
            <p:nvPr/>
          </p:nvSpPr>
          <p:spPr>
            <a:xfrm>
              <a:off x="5154620" y="35836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6" name="pt15156"/>
            <p:cNvSpPr/>
            <p:nvPr/>
          </p:nvSpPr>
          <p:spPr>
            <a:xfrm>
              <a:off x="5112692" y="36037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7" name="pt15157"/>
            <p:cNvSpPr/>
            <p:nvPr/>
          </p:nvSpPr>
          <p:spPr>
            <a:xfrm>
              <a:off x="5144772" y="35022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8" name="pt15158"/>
            <p:cNvSpPr/>
            <p:nvPr/>
          </p:nvSpPr>
          <p:spPr>
            <a:xfrm>
              <a:off x="5156785" y="35507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59" name="pt15159"/>
            <p:cNvSpPr/>
            <p:nvPr/>
          </p:nvSpPr>
          <p:spPr>
            <a:xfrm>
              <a:off x="5058861" y="3532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0" name="pt15160"/>
            <p:cNvSpPr/>
            <p:nvPr/>
          </p:nvSpPr>
          <p:spPr>
            <a:xfrm>
              <a:off x="5124188" y="35680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1" name="pt15161"/>
            <p:cNvSpPr/>
            <p:nvPr/>
          </p:nvSpPr>
          <p:spPr>
            <a:xfrm>
              <a:off x="5111553" y="3559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2" name="pt15162"/>
            <p:cNvSpPr/>
            <p:nvPr/>
          </p:nvSpPr>
          <p:spPr>
            <a:xfrm>
              <a:off x="5150124" y="3566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3" name="pt15163"/>
            <p:cNvSpPr/>
            <p:nvPr/>
          </p:nvSpPr>
          <p:spPr>
            <a:xfrm>
              <a:off x="5131860" y="36129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4" name="pt15164"/>
            <p:cNvSpPr/>
            <p:nvPr/>
          </p:nvSpPr>
          <p:spPr>
            <a:xfrm>
              <a:off x="5155516" y="3543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5" name="pt15165"/>
            <p:cNvSpPr/>
            <p:nvPr/>
          </p:nvSpPr>
          <p:spPr>
            <a:xfrm>
              <a:off x="5191931" y="3552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6" name="pt15166"/>
            <p:cNvSpPr/>
            <p:nvPr/>
          </p:nvSpPr>
          <p:spPr>
            <a:xfrm>
              <a:off x="5089035" y="3542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7" name="pt15167"/>
            <p:cNvSpPr/>
            <p:nvPr/>
          </p:nvSpPr>
          <p:spPr>
            <a:xfrm>
              <a:off x="5111791" y="3559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8" name="pt15168"/>
            <p:cNvSpPr/>
            <p:nvPr/>
          </p:nvSpPr>
          <p:spPr>
            <a:xfrm>
              <a:off x="5114956" y="3563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69" name="pt15169"/>
            <p:cNvSpPr/>
            <p:nvPr/>
          </p:nvSpPr>
          <p:spPr>
            <a:xfrm>
              <a:off x="5203587" y="35176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0" name="pt15170"/>
            <p:cNvSpPr/>
            <p:nvPr/>
          </p:nvSpPr>
          <p:spPr>
            <a:xfrm>
              <a:off x="5131173" y="3627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1" name="pt15171"/>
            <p:cNvSpPr/>
            <p:nvPr/>
          </p:nvSpPr>
          <p:spPr>
            <a:xfrm>
              <a:off x="5125181" y="35376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2" name="pt15172"/>
            <p:cNvSpPr/>
            <p:nvPr/>
          </p:nvSpPr>
          <p:spPr>
            <a:xfrm>
              <a:off x="5166219" y="35633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3" name="pt15173"/>
            <p:cNvSpPr/>
            <p:nvPr/>
          </p:nvSpPr>
          <p:spPr>
            <a:xfrm>
              <a:off x="5202023" y="3623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4" name="pt15174"/>
            <p:cNvSpPr/>
            <p:nvPr/>
          </p:nvSpPr>
          <p:spPr>
            <a:xfrm>
              <a:off x="5162658" y="3548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5" name="pt15175"/>
            <p:cNvSpPr/>
            <p:nvPr/>
          </p:nvSpPr>
          <p:spPr>
            <a:xfrm>
              <a:off x="5185533" y="35504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6" name="pt15176"/>
            <p:cNvSpPr/>
            <p:nvPr/>
          </p:nvSpPr>
          <p:spPr>
            <a:xfrm>
              <a:off x="5118816" y="3537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7" name="pt15177"/>
            <p:cNvSpPr/>
            <p:nvPr/>
          </p:nvSpPr>
          <p:spPr>
            <a:xfrm>
              <a:off x="5208589" y="35694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8" name="pt15178"/>
            <p:cNvSpPr/>
            <p:nvPr/>
          </p:nvSpPr>
          <p:spPr>
            <a:xfrm>
              <a:off x="5241760" y="3554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79" name="pt15179"/>
            <p:cNvSpPr/>
            <p:nvPr/>
          </p:nvSpPr>
          <p:spPr>
            <a:xfrm>
              <a:off x="5152864" y="3541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0" name="pt15180"/>
            <p:cNvSpPr/>
            <p:nvPr/>
          </p:nvSpPr>
          <p:spPr>
            <a:xfrm>
              <a:off x="5213508" y="35458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1" name="pt15181"/>
            <p:cNvSpPr/>
            <p:nvPr/>
          </p:nvSpPr>
          <p:spPr>
            <a:xfrm>
              <a:off x="5157739" y="35572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2" name="pt15182"/>
            <p:cNvSpPr/>
            <p:nvPr/>
          </p:nvSpPr>
          <p:spPr>
            <a:xfrm>
              <a:off x="5186724" y="3549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3" name="pt15183"/>
            <p:cNvSpPr/>
            <p:nvPr/>
          </p:nvSpPr>
          <p:spPr>
            <a:xfrm>
              <a:off x="5091711" y="3585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4" name="pt15184"/>
            <p:cNvSpPr/>
            <p:nvPr/>
          </p:nvSpPr>
          <p:spPr>
            <a:xfrm>
              <a:off x="5146214" y="35848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5" name="pt15185"/>
            <p:cNvSpPr/>
            <p:nvPr/>
          </p:nvSpPr>
          <p:spPr>
            <a:xfrm>
              <a:off x="5203765" y="3516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6" name="pt15186"/>
            <p:cNvSpPr/>
            <p:nvPr/>
          </p:nvSpPr>
          <p:spPr>
            <a:xfrm>
              <a:off x="5163751" y="35341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7" name="pt15187"/>
            <p:cNvSpPr/>
            <p:nvPr/>
          </p:nvSpPr>
          <p:spPr>
            <a:xfrm>
              <a:off x="5134051" y="3548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8" name="pt15188"/>
            <p:cNvSpPr/>
            <p:nvPr/>
          </p:nvSpPr>
          <p:spPr>
            <a:xfrm>
              <a:off x="5155982" y="35280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89" name="pt15189"/>
            <p:cNvSpPr/>
            <p:nvPr/>
          </p:nvSpPr>
          <p:spPr>
            <a:xfrm>
              <a:off x="5168661" y="3455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0" name="pt15190"/>
            <p:cNvSpPr/>
            <p:nvPr/>
          </p:nvSpPr>
          <p:spPr>
            <a:xfrm>
              <a:off x="5148233" y="35637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1" name="pt15191"/>
            <p:cNvSpPr/>
            <p:nvPr/>
          </p:nvSpPr>
          <p:spPr>
            <a:xfrm>
              <a:off x="5190132" y="3552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2" name="pt15192"/>
            <p:cNvSpPr/>
            <p:nvPr/>
          </p:nvSpPr>
          <p:spPr>
            <a:xfrm>
              <a:off x="5178380" y="35864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3" name="pt15193"/>
            <p:cNvSpPr/>
            <p:nvPr/>
          </p:nvSpPr>
          <p:spPr>
            <a:xfrm>
              <a:off x="5152806" y="3552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4" name="pt15194"/>
            <p:cNvSpPr/>
            <p:nvPr/>
          </p:nvSpPr>
          <p:spPr>
            <a:xfrm>
              <a:off x="5149521" y="3537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5" name="pt15195"/>
            <p:cNvSpPr/>
            <p:nvPr/>
          </p:nvSpPr>
          <p:spPr>
            <a:xfrm>
              <a:off x="5159277" y="35547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6" name="pt15196"/>
            <p:cNvSpPr/>
            <p:nvPr/>
          </p:nvSpPr>
          <p:spPr>
            <a:xfrm>
              <a:off x="5105675" y="35974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7" name="pt15197"/>
            <p:cNvSpPr/>
            <p:nvPr/>
          </p:nvSpPr>
          <p:spPr>
            <a:xfrm>
              <a:off x="5224867" y="36108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8" name="pt15198"/>
            <p:cNvSpPr/>
            <p:nvPr/>
          </p:nvSpPr>
          <p:spPr>
            <a:xfrm>
              <a:off x="5198907" y="35203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199" name="pt15199"/>
            <p:cNvSpPr/>
            <p:nvPr/>
          </p:nvSpPr>
          <p:spPr>
            <a:xfrm>
              <a:off x="5140181" y="3534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0" name="pt15200"/>
            <p:cNvSpPr/>
            <p:nvPr/>
          </p:nvSpPr>
          <p:spPr>
            <a:xfrm>
              <a:off x="5135174" y="3518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1" name="pt15201"/>
            <p:cNvSpPr/>
            <p:nvPr/>
          </p:nvSpPr>
          <p:spPr>
            <a:xfrm>
              <a:off x="5161014" y="36298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2" name="pt15202"/>
            <p:cNvSpPr/>
            <p:nvPr/>
          </p:nvSpPr>
          <p:spPr>
            <a:xfrm>
              <a:off x="5193542" y="35619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3" name="pt15203"/>
            <p:cNvSpPr/>
            <p:nvPr/>
          </p:nvSpPr>
          <p:spPr>
            <a:xfrm>
              <a:off x="5132616" y="35824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4" name="pt15204"/>
            <p:cNvSpPr/>
            <p:nvPr/>
          </p:nvSpPr>
          <p:spPr>
            <a:xfrm>
              <a:off x="5096833" y="34994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5" name="pt15205"/>
            <p:cNvSpPr/>
            <p:nvPr/>
          </p:nvSpPr>
          <p:spPr>
            <a:xfrm>
              <a:off x="5140110" y="3559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6" name="pt15206"/>
            <p:cNvSpPr/>
            <p:nvPr/>
          </p:nvSpPr>
          <p:spPr>
            <a:xfrm>
              <a:off x="5233977" y="3408796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7" name="pt15207"/>
            <p:cNvSpPr/>
            <p:nvPr/>
          </p:nvSpPr>
          <p:spPr>
            <a:xfrm>
              <a:off x="5154864" y="3599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8" name="pt15208"/>
            <p:cNvSpPr/>
            <p:nvPr/>
          </p:nvSpPr>
          <p:spPr>
            <a:xfrm>
              <a:off x="5132078" y="3537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09" name="pt15209"/>
            <p:cNvSpPr/>
            <p:nvPr/>
          </p:nvSpPr>
          <p:spPr>
            <a:xfrm>
              <a:off x="5081919" y="35438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0" name="pt15210"/>
            <p:cNvSpPr/>
            <p:nvPr/>
          </p:nvSpPr>
          <p:spPr>
            <a:xfrm>
              <a:off x="5168052" y="35853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1" name="pt15211"/>
            <p:cNvSpPr/>
            <p:nvPr/>
          </p:nvSpPr>
          <p:spPr>
            <a:xfrm>
              <a:off x="5205271" y="3428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2" name="pt15212"/>
            <p:cNvSpPr/>
            <p:nvPr/>
          </p:nvSpPr>
          <p:spPr>
            <a:xfrm>
              <a:off x="5253455" y="35047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3" name="pt15213"/>
            <p:cNvSpPr/>
            <p:nvPr/>
          </p:nvSpPr>
          <p:spPr>
            <a:xfrm>
              <a:off x="5156043" y="35448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4" name="pt15214"/>
            <p:cNvSpPr/>
            <p:nvPr/>
          </p:nvSpPr>
          <p:spPr>
            <a:xfrm>
              <a:off x="5134310" y="3546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5" name="pt15215"/>
            <p:cNvSpPr/>
            <p:nvPr/>
          </p:nvSpPr>
          <p:spPr>
            <a:xfrm>
              <a:off x="5174704" y="3300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6" name="pt15216"/>
            <p:cNvSpPr/>
            <p:nvPr/>
          </p:nvSpPr>
          <p:spPr>
            <a:xfrm>
              <a:off x="5105365" y="3466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7" name="pt15217"/>
            <p:cNvSpPr/>
            <p:nvPr/>
          </p:nvSpPr>
          <p:spPr>
            <a:xfrm>
              <a:off x="5098214" y="3546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8" name="pt15218"/>
            <p:cNvSpPr/>
            <p:nvPr/>
          </p:nvSpPr>
          <p:spPr>
            <a:xfrm>
              <a:off x="5169429" y="3545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19" name="pt15219"/>
            <p:cNvSpPr/>
            <p:nvPr/>
          </p:nvSpPr>
          <p:spPr>
            <a:xfrm>
              <a:off x="5132716" y="3582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0" name="pt15220"/>
            <p:cNvSpPr/>
            <p:nvPr/>
          </p:nvSpPr>
          <p:spPr>
            <a:xfrm>
              <a:off x="5171828" y="35509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1" name="pt15221"/>
            <p:cNvSpPr/>
            <p:nvPr/>
          </p:nvSpPr>
          <p:spPr>
            <a:xfrm>
              <a:off x="5175316" y="3567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2" name="pt15222"/>
            <p:cNvSpPr/>
            <p:nvPr/>
          </p:nvSpPr>
          <p:spPr>
            <a:xfrm>
              <a:off x="5180603" y="3564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3" name="pt15223"/>
            <p:cNvSpPr/>
            <p:nvPr/>
          </p:nvSpPr>
          <p:spPr>
            <a:xfrm>
              <a:off x="5144861" y="35522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4" name="pt15224"/>
            <p:cNvSpPr/>
            <p:nvPr/>
          </p:nvSpPr>
          <p:spPr>
            <a:xfrm>
              <a:off x="5129353" y="3598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5" name="pt15225"/>
            <p:cNvSpPr/>
            <p:nvPr/>
          </p:nvSpPr>
          <p:spPr>
            <a:xfrm>
              <a:off x="5119346" y="35646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6" name="pt15226"/>
            <p:cNvSpPr/>
            <p:nvPr/>
          </p:nvSpPr>
          <p:spPr>
            <a:xfrm>
              <a:off x="5120514" y="35572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7" name="pt15227"/>
            <p:cNvSpPr/>
            <p:nvPr/>
          </p:nvSpPr>
          <p:spPr>
            <a:xfrm>
              <a:off x="5142737" y="35541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8" name="pt15228"/>
            <p:cNvSpPr/>
            <p:nvPr/>
          </p:nvSpPr>
          <p:spPr>
            <a:xfrm>
              <a:off x="5230368" y="3548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29" name="pt15229"/>
            <p:cNvSpPr/>
            <p:nvPr/>
          </p:nvSpPr>
          <p:spPr>
            <a:xfrm>
              <a:off x="5115586" y="35334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0" name="pt15230"/>
            <p:cNvSpPr/>
            <p:nvPr/>
          </p:nvSpPr>
          <p:spPr>
            <a:xfrm>
              <a:off x="5144270" y="3562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1" name="pt15231"/>
            <p:cNvSpPr/>
            <p:nvPr/>
          </p:nvSpPr>
          <p:spPr>
            <a:xfrm>
              <a:off x="5152963" y="3648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2" name="pt15232"/>
            <p:cNvSpPr/>
            <p:nvPr/>
          </p:nvSpPr>
          <p:spPr>
            <a:xfrm>
              <a:off x="5190559" y="35555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3" name="pt15233"/>
            <p:cNvSpPr/>
            <p:nvPr/>
          </p:nvSpPr>
          <p:spPr>
            <a:xfrm>
              <a:off x="5144832" y="3535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4" name="pt15234"/>
            <p:cNvSpPr/>
            <p:nvPr/>
          </p:nvSpPr>
          <p:spPr>
            <a:xfrm>
              <a:off x="5111239" y="3483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5" name="pt15235"/>
            <p:cNvSpPr/>
            <p:nvPr/>
          </p:nvSpPr>
          <p:spPr>
            <a:xfrm>
              <a:off x="5163880" y="3498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6" name="pt15236"/>
            <p:cNvSpPr/>
            <p:nvPr/>
          </p:nvSpPr>
          <p:spPr>
            <a:xfrm>
              <a:off x="5172495" y="3560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7" name="pt15237"/>
            <p:cNvSpPr/>
            <p:nvPr/>
          </p:nvSpPr>
          <p:spPr>
            <a:xfrm>
              <a:off x="5152544" y="3613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8" name="pt15238"/>
            <p:cNvSpPr/>
            <p:nvPr/>
          </p:nvSpPr>
          <p:spPr>
            <a:xfrm>
              <a:off x="5168826" y="35632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39" name="pt15239"/>
            <p:cNvSpPr/>
            <p:nvPr/>
          </p:nvSpPr>
          <p:spPr>
            <a:xfrm>
              <a:off x="5189146" y="36183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0" name="pt15240"/>
            <p:cNvSpPr/>
            <p:nvPr/>
          </p:nvSpPr>
          <p:spPr>
            <a:xfrm>
              <a:off x="5145614" y="3523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1" name="pt15241"/>
            <p:cNvSpPr/>
            <p:nvPr/>
          </p:nvSpPr>
          <p:spPr>
            <a:xfrm>
              <a:off x="5128885" y="35400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2" name="pt15242"/>
            <p:cNvSpPr/>
            <p:nvPr/>
          </p:nvSpPr>
          <p:spPr>
            <a:xfrm>
              <a:off x="5159576" y="36273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3" name="pt15243"/>
            <p:cNvSpPr/>
            <p:nvPr/>
          </p:nvSpPr>
          <p:spPr>
            <a:xfrm>
              <a:off x="5147821" y="35844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4" name="pt15244"/>
            <p:cNvSpPr/>
            <p:nvPr/>
          </p:nvSpPr>
          <p:spPr>
            <a:xfrm>
              <a:off x="5133964" y="35742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5" name="pt15245"/>
            <p:cNvSpPr/>
            <p:nvPr/>
          </p:nvSpPr>
          <p:spPr>
            <a:xfrm>
              <a:off x="5110158" y="36111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6" name="pt15246"/>
            <p:cNvSpPr/>
            <p:nvPr/>
          </p:nvSpPr>
          <p:spPr>
            <a:xfrm>
              <a:off x="5148251" y="3572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7" name="pt15247"/>
            <p:cNvSpPr/>
            <p:nvPr/>
          </p:nvSpPr>
          <p:spPr>
            <a:xfrm>
              <a:off x="5154218" y="35269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8" name="pt15248"/>
            <p:cNvSpPr/>
            <p:nvPr/>
          </p:nvSpPr>
          <p:spPr>
            <a:xfrm>
              <a:off x="5087330" y="3578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49" name="pt15249"/>
            <p:cNvSpPr/>
            <p:nvPr/>
          </p:nvSpPr>
          <p:spPr>
            <a:xfrm>
              <a:off x="5222037" y="35397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0" name="pt15250"/>
            <p:cNvSpPr/>
            <p:nvPr/>
          </p:nvSpPr>
          <p:spPr>
            <a:xfrm>
              <a:off x="5148422" y="3525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1" name="pt15251"/>
            <p:cNvSpPr/>
            <p:nvPr/>
          </p:nvSpPr>
          <p:spPr>
            <a:xfrm>
              <a:off x="5112159" y="35715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2" name="pt15252"/>
            <p:cNvSpPr/>
            <p:nvPr/>
          </p:nvSpPr>
          <p:spPr>
            <a:xfrm>
              <a:off x="5150477" y="36228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3" name="pt15253"/>
            <p:cNvSpPr/>
            <p:nvPr/>
          </p:nvSpPr>
          <p:spPr>
            <a:xfrm>
              <a:off x="5134548" y="35669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4" name="pt15254"/>
            <p:cNvSpPr/>
            <p:nvPr/>
          </p:nvSpPr>
          <p:spPr>
            <a:xfrm>
              <a:off x="5121888" y="35763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5" name="pt15255"/>
            <p:cNvSpPr/>
            <p:nvPr/>
          </p:nvSpPr>
          <p:spPr>
            <a:xfrm>
              <a:off x="5123444" y="36369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6" name="pt15256"/>
            <p:cNvSpPr/>
            <p:nvPr/>
          </p:nvSpPr>
          <p:spPr>
            <a:xfrm>
              <a:off x="5114419" y="3570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7" name="pt15257"/>
            <p:cNvSpPr/>
            <p:nvPr/>
          </p:nvSpPr>
          <p:spPr>
            <a:xfrm>
              <a:off x="5122996" y="35622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8" name="pt15258"/>
            <p:cNvSpPr/>
            <p:nvPr/>
          </p:nvSpPr>
          <p:spPr>
            <a:xfrm>
              <a:off x="5197216" y="3568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59" name="pt15259"/>
            <p:cNvSpPr/>
            <p:nvPr/>
          </p:nvSpPr>
          <p:spPr>
            <a:xfrm>
              <a:off x="5102067" y="3568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0" name="pt15260"/>
            <p:cNvSpPr/>
            <p:nvPr/>
          </p:nvSpPr>
          <p:spPr>
            <a:xfrm>
              <a:off x="5116139" y="35529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1" name="pt15261"/>
            <p:cNvSpPr/>
            <p:nvPr/>
          </p:nvSpPr>
          <p:spPr>
            <a:xfrm>
              <a:off x="5194834" y="3617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2" name="pt15262"/>
            <p:cNvSpPr/>
            <p:nvPr/>
          </p:nvSpPr>
          <p:spPr>
            <a:xfrm>
              <a:off x="5114742" y="3575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3" name="pt15263"/>
            <p:cNvSpPr/>
            <p:nvPr/>
          </p:nvSpPr>
          <p:spPr>
            <a:xfrm>
              <a:off x="5146063" y="34800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4" name="pt15264"/>
            <p:cNvSpPr/>
            <p:nvPr/>
          </p:nvSpPr>
          <p:spPr>
            <a:xfrm>
              <a:off x="5159279" y="35056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5" name="pt15265"/>
            <p:cNvSpPr/>
            <p:nvPr/>
          </p:nvSpPr>
          <p:spPr>
            <a:xfrm>
              <a:off x="5148431" y="35617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6" name="pt15266"/>
            <p:cNvSpPr/>
            <p:nvPr/>
          </p:nvSpPr>
          <p:spPr>
            <a:xfrm>
              <a:off x="5119373" y="35774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7" name="pt15267"/>
            <p:cNvSpPr/>
            <p:nvPr/>
          </p:nvSpPr>
          <p:spPr>
            <a:xfrm>
              <a:off x="5170646" y="3573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8" name="pt15268"/>
            <p:cNvSpPr/>
            <p:nvPr/>
          </p:nvSpPr>
          <p:spPr>
            <a:xfrm>
              <a:off x="5187689" y="3576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69" name="pt15269"/>
            <p:cNvSpPr/>
            <p:nvPr/>
          </p:nvSpPr>
          <p:spPr>
            <a:xfrm>
              <a:off x="5108841" y="3593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0" name="pt15270"/>
            <p:cNvSpPr/>
            <p:nvPr/>
          </p:nvSpPr>
          <p:spPr>
            <a:xfrm>
              <a:off x="5103008" y="35325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1" name="pt15271"/>
            <p:cNvSpPr/>
            <p:nvPr/>
          </p:nvSpPr>
          <p:spPr>
            <a:xfrm>
              <a:off x="5136920" y="35430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2" name="pt15272"/>
            <p:cNvSpPr/>
            <p:nvPr/>
          </p:nvSpPr>
          <p:spPr>
            <a:xfrm>
              <a:off x="5138026" y="3470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3" name="pt15273"/>
            <p:cNvSpPr/>
            <p:nvPr/>
          </p:nvSpPr>
          <p:spPr>
            <a:xfrm>
              <a:off x="5126636" y="3585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4" name="pt15274"/>
            <p:cNvSpPr/>
            <p:nvPr/>
          </p:nvSpPr>
          <p:spPr>
            <a:xfrm>
              <a:off x="5112232" y="3589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5" name="pt15275"/>
            <p:cNvSpPr/>
            <p:nvPr/>
          </p:nvSpPr>
          <p:spPr>
            <a:xfrm>
              <a:off x="5113137" y="3549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6" name="pt15276"/>
            <p:cNvSpPr/>
            <p:nvPr/>
          </p:nvSpPr>
          <p:spPr>
            <a:xfrm>
              <a:off x="5197873" y="3588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7" name="pt15277"/>
            <p:cNvSpPr/>
            <p:nvPr/>
          </p:nvSpPr>
          <p:spPr>
            <a:xfrm>
              <a:off x="5168717" y="36255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8" name="pt15278"/>
            <p:cNvSpPr/>
            <p:nvPr/>
          </p:nvSpPr>
          <p:spPr>
            <a:xfrm>
              <a:off x="5203223" y="35527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79" name="pt15279"/>
            <p:cNvSpPr/>
            <p:nvPr/>
          </p:nvSpPr>
          <p:spPr>
            <a:xfrm>
              <a:off x="5224200" y="3534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0" name="pt15280"/>
            <p:cNvSpPr/>
            <p:nvPr/>
          </p:nvSpPr>
          <p:spPr>
            <a:xfrm>
              <a:off x="5147871" y="3533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1" name="pt15281"/>
            <p:cNvSpPr/>
            <p:nvPr/>
          </p:nvSpPr>
          <p:spPr>
            <a:xfrm>
              <a:off x="5151192" y="3495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2" name="pt15282"/>
            <p:cNvSpPr/>
            <p:nvPr/>
          </p:nvSpPr>
          <p:spPr>
            <a:xfrm>
              <a:off x="5088801" y="3603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3" name="pt15283"/>
            <p:cNvSpPr/>
            <p:nvPr/>
          </p:nvSpPr>
          <p:spPr>
            <a:xfrm>
              <a:off x="5177008" y="3559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4" name="pt15284"/>
            <p:cNvSpPr/>
            <p:nvPr/>
          </p:nvSpPr>
          <p:spPr>
            <a:xfrm>
              <a:off x="5140672" y="3527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5" name="pt15285"/>
            <p:cNvSpPr/>
            <p:nvPr/>
          </p:nvSpPr>
          <p:spPr>
            <a:xfrm>
              <a:off x="5095863" y="3553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6" name="pt15286"/>
            <p:cNvSpPr/>
            <p:nvPr/>
          </p:nvSpPr>
          <p:spPr>
            <a:xfrm>
              <a:off x="5163238" y="35565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7" name="pt15287"/>
            <p:cNvSpPr/>
            <p:nvPr/>
          </p:nvSpPr>
          <p:spPr>
            <a:xfrm>
              <a:off x="5110127" y="35514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8" name="pt15288"/>
            <p:cNvSpPr/>
            <p:nvPr/>
          </p:nvSpPr>
          <p:spPr>
            <a:xfrm>
              <a:off x="5117738" y="35581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89" name="pt15289"/>
            <p:cNvSpPr/>
            <p:nvPr/>
          </p:nvSpPr>
          <p:spPr>
            <a:xfrm>
              <a:off x="5137923" y="35622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0" name="pt15290"/>
            <p:cNvSpPr/>
            <p:nvPr/>
          </p:nvSpPr>
          <p:spPr>
            <a:xfrm>
              <a:off x="5174538" y="3476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1" name="pt15291"/>
            <p:cNvSpPr/>
            <p:nvPr/>
          </p:nvSpPr>
          <p:spPr>
            <a:xfrm>
              <a:off x="5190121" y="3570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2" name="pt15292"/>
            <p:cNvSpPr/>
            <p:nvPr/>
          </p:nvSpPr>
          <p:spPr>
            <a:xfrm>
              <a:off x="5162271" y="35180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3" name="pt15293"/>
            <p:cNvSpPr/>
            <p:nvPr/>
          </p:nvSpPr>
          <p:spPr>
            <a:xfrm>
              <a:off x="5139061" y="36254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4" name="pt15294"/>
            <p:cNvSpPr/>
            <p:nvPr/>
          </p:nvSpPr>
          <p:spPr>
            <a:xfrm>
              <a:off x="5208505" y="36023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5" name="pt15295"/>
            <p:cNvSpPr/>
            <p:nvPr/>
          </p:nvSpPr>
          <p:spPr>
            <a:xfrm>
              <a:off x="5186824" y="35752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6" name="pt15296"/>
            <p:cNvSpPr/>
            <p:nvPr/>
          </p:nvSpPr>
          <p:spPr>
            <a:xfrm>
              <a:off x="5183641" y="35908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7" name="pt15297"/>
            <p:cNvSpPr/>
            <p:nvPr/>
          </p:nvSpPr>
          <p:spPr>
            <a:xfrm>
              <a:off x="5132174" y="3587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8" name="pt15298"/>
            <p:cNvSpPr/>
            <p:nvPr/>
          </p:nvSpPr>
          <p:spPr>
            <a:xfrm>
              <a:off x="5139779" y="35530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299" name="pt15299"/>
            <p:cNvSpPr/>
            <p:nvPr/>
          </p:nvSpPr>
          <p:spPr>
            <a:xfrm>
              <a:off x="5177226" y="3539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0" name="pt15300"/>
            <p:cNvSpPr/>
            <p:nvPr/>
          </p:nvSpPr>
          <p:spPr>
            <a:xfrm>
              <a:off x="5094448" y="35959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1" name="pt15301"/>
            <p:cNvSpPr/>
            <p:nvPr/>
          </p:nvSpPr>
          <p:spPr>
            <a:xfrm>
              <a:off x="5170105" y="35759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2" name="pt15302"/>
            <p:cNvSpPr/>
            <p:nvPr/>
          </p:nvSpPr>
          <p:spPr>
            <a:xfrm>
              <a:off x="5188307" y="35864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3" name="pt15303"/>
            <p:cNvSpPr/>
            <p:nvPr/>
          </p:nvSpPr>
          <p:spPr>
            <a:xfrm>
              <a:off x="5148012" y="3551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4" name="pt15304"/>
            <p:cNvSpPr/>
            <p:nvPr/>
          </p:nvSpPr>
          <p:spPr>
            <a:xfrm>
              <a:off x="5098566" y="35886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5" name="pt15305"/>
            <p:cNvSpPr/>
            <p:nvPr/>
          </p:nvSpPr>
          <p:spPr>
            <a:xfrm>
              <a:off x="5145179" y="35569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6" name="pt15306"/>
            <p:cNvSpPr/>
            <p:nvPr/>
          </p:nvSpPr>
          <p:spPr>
            <a:xfrm>
              <a:off x="5132296" y="35355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7" name="pt15307"/>
            <p:cNvSpPr/>
            <p:nvPr/>
          </p:nvSpPr>
          <p:spPr>
            <a:xfrm>
              <a:off x="5136443" y="35755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8" name="pt15308"/>
            <p:cNvSpPr/>
            <p:nvPr/>
          </p:nvSpPr>
          <p:spPr>
            <a:xfrm>
              <a:off x="5135821" y="36583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09" name="pt15309"/>
            <p:cNvSpPr/>
            <p:nvPr/>
          </p:nvSpPr>
          <p:spPr>
            <a:xfrm>
              <a:off x="5096808" y="3531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0" name="pt15310"/>
            <p:cNvSpPr/>
            <p:nvPr/>
          </p:nvSpPr>
          <p:spPr>
            <a:xfrm>
              <a:off x="5095996" y="35244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1" name="pt15311"/>
            <p:cNvSpPr/>
            <p:nvPr/>
          </p:nvSpPr>
          <p:spPr>
            <a:xfrm>
              <a:off x="5103538" y="35293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2" name="pt15312"/>
            <p:cNvSpPr/>
            <p:nvPr/>
          </p:nvSpPr>
          <p:spPr>
            <a:xfrm>
              <a:off x="5121083" y="3534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3" name="pt15313"/>
            <p:cNvSpPr/>
            <p:nvPr/>
          </p:nvSpPr>
          <p:spPr>
            <a:xfrm>
              <a:off x="5159098" y="35455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4" name="pt15314"/>
            <p:cNvSpPr/>
            <p:nvPr/>
          </p:nvSpPr>
          <p:spPr>
            <a:xfrm>
              <a:off x="5123069" y="3556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5" name="pt15315"/>
            <p:cNvSpPr/>
            <p:nvPr/>
          </p:nvSpPr>
          <p:spPr>
            <a:xfrm>
              <a:off x="5118327" y="35405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6" name="pt15316"/>
            <p:cNvSpPr/>
            <p:nvPr/>
          </p:nvSpPr>
          <p:spPr>
            <a:xfrm>
              <a:off x="5104511" y="3616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7" name="pt15317"/>
            <p:cNvSpPr/>
            <p:nvPr/>
          </p:nvSpPr>
          <p:spPr>
            <a:xfrm>
              <a:off x="5144193" y="35537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8" name="pt15318"/>
            <p:cNvSpPr/>
            <p:nvPr/>
          </p:nvSpPr>
          <p:spPr>
            <a:xfrm>
              <a:off x="5123792" y="3735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19" name="pt15319"/>
            <p:cNvSpPr/>
            <p:nvPr/>
          </p:nvSpPr>
          <p:spPr>
            <a:xfrm>
              <a:off x="5144951" y="36141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0" name="pt15320"/>
            <p:cNvSpPr/>
            <p:nvPr/>
          </p:nvSpPr>
          <p:spPr>
            <a:xfrm>
              <a:off x="5104224" y="3582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1" name="pt15321"/>
            <p:cNvSpPr/>
            <p:nvPr/>
          </p:nvSpPr>
          <p:spPr>
            <a:xfrm>
              <a:off x="5137211" y="3534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2" name="pt15322"/>
            <p:cNvSpPr/>
            <p:nvPr/>
          </p:nvSpPr>
          <p:spPr>
            <a:xfrm>
              <a:off x="5148735" y="3532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3" name="pt15323"/>
            <p:cNvSpPr/>
            <p:nvPr/>
          </p:nvSpPr>
          <p:spPr>
            <a:xfrm>
              <a:off x="5144837" y="35683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4" name="pt15324"/>
            <p:cNvSpPr/>
            <p:nvPr/>
          </p:nvSpPr>
          <p:spPr>
            <a:xfrm>
              <a:off x="5091042" y="3571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5" name="pt15325"/>
            <p:cNvSpPr/>
            <p:nvPr/>
          </p:nvSpPr>
          <p:spPr>
            <a:xfrm>
              <a:off x="5304348" y="3560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6" name="pt15326"/>
            <p:cNvSpPr/>
            <p:nvPr/>
          </p:nvSpPr>
          <p:spPr>
            <a:xfrm>
              <a:off x="5183045" y="35415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7" name="pt15327"/>
            <p:cNvSpPr/>
            <p:nvPr/>
          </p:nvSpPr>
          <p:spPr>
            <a:xfrm>
              <a:off x="5146539" y="3523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8" name="pt15328"/>
            <p:cNvSpPr/>
            <p:nvPr/>
          </p:nvSpPr>
          <p:spPr>
            <a:xfrm>
              <a:off x="5107982" y="3578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29" name="pt15329"/>
            <p:cNvSpPr/>
            <p:nvPr/>
          </p:nvSpPr>
          <p:spPr>
            <a:xfrm>
              <a:off x="5145061" y="3574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0" name="pt15330"/>
            <p:cNvSpPr/>
            <p:nvPr/>
          </p:nvSpPr>
          <p:spPr>
            <a:xfrm>
              <a:off x="5178809" y="35447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1" name="pt15331"/>
            <p:cNvSpPr/>
            <p:nvPr/>
          </p:nvSpPr>
          <p:spPr>
            <a:xfrm>
              <a:off x="5157119" y="3498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2" name="pt15332"/>
            <p:cNvSpPr/>
            <p:nvPr/>
          </p:nvSpPr>
          <p:spPr>
            <a:xfrm>
              <a:off x="5143998" y="35448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3" name="pt15333"/>
            <p:cNvSpPr/>
            <p:nvPr/>
          </p:nvSpPr>
          <p:spPr>
            <a:xfrm>
              <a:off x="5177926" y="3664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4" name="pt15334"/>
            <p:cNvSpPr/>
            <p:nvPr/>
          </p:nvSpPr>
          <p:spPr>
            <a:xfrm>
              <a:off x="5165404" y="35658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5" name="pt15335"/>
            <p:cNvSpPr/>
            <p:nvPr/>
          </p:nvSpPr>
          <p:spPr>
            <a:xfrm>
              <a:off x="5226700" y="3548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6" name="pt15336"/>
            <p:cNvSpPr/>
            <p:nvPr/>
          </p:nvSpPr>
          <p:spPr>
            <a:xfrm>
              <a:off x="5193781" y="35597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7" name="pt15337"/>
            <p:cNvSpPr/>
            <p:nvPr/>
          </p:nvSpPr>
          <p:spPr>
            <a:xfrm>
              <a:off x="5178538" y="36100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8" name="pt15338"/>
            <p:cNvSpPr/>
            <p:nvPr/>
          </p:nvSpPr>
          <p:spPr>
            <a:xfrm>
              <a:off x="5209903" y="35462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39" name="pt15339"/>
            <p:cNvSpPr/>
            <p:nvPr/>
          </p:nvSpPr>
          <p:spPr>
            <a:xfrm>
              <a:off x="5132898" y="3546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0" name="pt15340"/>
            <p:cNvSpPr/>
            <p:nvPr/>
          </p:nvSpPr>
          <p:spPr>
            <a:xfrm>
              <a:off x="5142180" y="35612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1" name="pt15341"/>
            <p:cNvSpPr/>
            <p:nvPr/>
          </p:nvSpPr>
          <p:spPr>
            <a:xfrm>
              <a:off x="5218606" y="3497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2" name="pt15342"/>
            <p:cNvSpPr/>
            <p:nvPr/>
          </p:nvSpPr>
          <p:spPr>
            <a:xfrm>
              <a:off x="5159488" y="3556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3" name="pt15343"/>
            <p:cNvSpPr/>
            <p:nvPr/>
          </p:nvSpPr>
          <p:spPr>
            <a:xfrm>
              <a:off x="5136327" y="35347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4" name="pt15344"/>
            <p:cNvSpPr/>
            <p:nvPr/>
          </p:nvSpPr>
          <p:spPr>
            <a:xfrm>
              <a:off x="5121134" y="35735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5" name="pt15345"/>
            <p:cNvSpPr/>
            <p:nvPr/>
          </p:nvSpPr>
          <p:spPr>
            <a:xfrm>
              <a:off x="5186502" y="3548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6" name="pt15346"/>
            <p:cNvSpPr/>
            <p:nvPr/>
          </p:nvSpPr>
          <p:spPr>
            <a:xfrm>
              <a:off x="5148875" y="35558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7" name="pt15347"/>
            <p:cNvSpPr/>
            <p:nvPr/>
          </p:nvSpPr>
          <p:spPr>
            <a:xfrm>
              <a:off x="5235573" y="3561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8" name="pt15348"/>
            <p:cNvSpPr/>
            <p:nvPr/>
          </p:nvSpPr>
          <p:spPr>
            <a:xfrm>
              <a:off x="5096933" y="35010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49" name="pt15349"/>
            <p:cNvSpPr/>
            <p:nvPr/>
          </p:nvSpPr>
          <p:spPr>
            <a:xfrm>
              <a:off x="5081559" y="35544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0" name="pt15350"/>
            <p:cNvSpPr/>
            <p:nvPr/>
          </p:nvSpPr>
          <p:spPr>
            <a:xfrm>
              <a:off x="5151142" y="3584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1" name="pt15351"/>
            <p:cNvSpPr/>
            <p:nvPr/>
          </p:nvSpPr>
          <p:spPr>
            <a:xfrm>
              <a:off x="5125833" y="35568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2" name="pt15352"/>
            <p:cNvSpPr/>
            <p:nvPr/>
          </p:nvSpPr>
          <p:spPr>
            <a:xfrm>
              <a:off x="5178982" y="3585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3" name="pt15353"/>
            <p:cNvSpPr/>
            <p:nvPr/>
          </p:nvSpPr>
          <p:spPr>
            <a:xfrm>
              <a:off x="5119962" y="35868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4" name="pt15354"/>
            <p:cNvSpPr/>
            <p:nvPr/>
          </p:nvSpPr>
          <p:spPr>
            <a:xfrm>
              <a:off x="5162611" y="36291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5" name="pt15355"/>
            <p:cNvSpPr/>
            <p:nvPr/>
          </p:nvSpPr>
          <p:spPr>
            <a:xfrm>
              <a:off x="5109702" y="34712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6" name="pt15356"/>
            <p:cNvSpPr/>
            <p:nvPr/>
          </p:nvSpPr>
          <p:spPr>
            <a:xfrm>
              <a:off x="5101372" y="35806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7" name="pt15357"/>
            <p:cNvSpPr/>
            <p:nvPr/>
          </p:nvSpPr>
          <p:spPr>
            <a:xfrm>
              <a:off x="5152589" y="3565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8" name="pt15358"/>
            <p:cNvSpPr/>
            <p:nvPr/>
          </p:nvSpPr>
          <p:spPr>
            <a:xfrm>
              <a:off x="5145378" y="35251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59" name="pt15359"/>
            <p:cNvSpPr/>
            <p:nvPr/>
          </p:nvSpPr>
          <p:spPr>
            <a:xfrm>
              <a:off x="5135493" y="38488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0" name="pt15360"/>
            <p:cNvSpPr/>
            <p:nvPr/>
          </p:nvSpPr>
          <p:spPr>
            <a:xfrm>
              <a:off x="5159230" y="36224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1" name="pt15361"/>
            <p:cNvSpPr/>
            <p:nvPr/>
          </p:nvSpPr>
          <p:spPr>
            <a:xfrm>
              <a:off x="5126779" y="3551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2" name="pt15362"/>
            <p:cNvSpPr/>
            <p:nvPr/>
          </p:nvSpPr>
          <p:spPr>
            <a:xfrm>
              <a:off x="5171592" y="3549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3" name="pt15363"/>
            <p:cNvSpPr/>
            <p:nvPr/>
          </p:nvSpPr>
          <p:spPr>
            <a:xfrm>
              <a:off x="5146521" y="3549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4" name="pt15364"/>
            <p:cNvSpPr/>
            <p:nvPr/>
          </p:nvSpPr>
          <p:spPr>
            <a:xfrm>
              <a:off x="5091824" y="35684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5" name="pt15365"/>
            <p:cNvSpPr/>
            <p:nvPr/>
          </p:nvSpPr>
          <p:spPr>
            <a:xfrm>
              <a:off x="5103670" y="36005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6" name="pt15366"/>
            <p:cNvSpPr/>
            <p:nvPr/>
          </p:nvSpPr>
          <p:spPr>
            <a:xfrm>
              <a:off x="5072604" y="3596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7" name="pt15367"/>
            <p:cNvSpPr/>
            <p:nvPr/>
          </p:nvSpPr>
          <p:spPr>
            <a:xfrm>
              <a:off x="5106456" y="3434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8" name="pt15368"/>
            <p:cNvSpPr/>
            <p:nvPr/>
          </p:nvSpPr>
          <p:spPr>
            <a:xfrm>
              <a:off x="5109165" y="35947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69" name="pt15369"/>
            <p:cNvSpPr/>
            <p:nvPr/>
          </p:nvSpPr>
          <p:spPr>
            <a:xfrm>
              <a:off x="5152970" y="3557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0" name="pt15370"/>
            <p:cNvSpPr/>
            <p:nvPr/>
          </p:nvSpPr>
          <p:spPr>
            <a:xfrm>
              <a:off x="5152184" y="3591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1" name="pt15371"/>
            <p:cNvSpPr/>
            <p:nvPr/>
          </p:nvSpPr>
          <p:spPr>
            <a:xfrm>
              <a:off x="5149025" y="35454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2" name="pt15372"/>
            <p:cNvSpPr/>
            <p:nvPr/>
          </p:nvSpPr>
          <p:spPr>
            <a:xfrm>
              <a:off x="5141543" y="35387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3" name="pt15373"/>
            <p:cNvSpPr/>
            <p:nvPr/>
          </p:nvSpPr>
          <p:spPr>
            <a:xfrm>
              <a:off x="5178310" y="3578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4" name="pt15374"/>
            <p:cNvSpPr/>
            <p:nvPr/>
          </p:nvSpPr>
          <p:spPr>
            <a:xfrm>
              <a:off x="5129730" y="35936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5" name="pt15375"/>
            <p:cNvSpPr/>
            <p:nvPr/>
          </p:nvSpPr>
          <p:spPr>
            <a:xfrm>
              <a:off x="5119768" y="35877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6" name="pt15376"/>
            <p:cNvSpPr/>
            <p:nvPr/>
          </p:nvSpPr>
          <p:spPr>
            <a:xfrm>
              <a:off x="5168727" y="3550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7" name="pt15377"/>
            <p:cNvSpPr/>
            <p:nvPr/>
          </p:nvSpPr>
          <p:spPr>
            <a:xfrm>
              <a:off x="5155753" y="35537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8" name="pt15378"/>
            <p:cNvSpPr/>
            <p:nvPr/>
          </p:nvSpPr>
          <p:spPr>
            <a:xfrm>
              <a:off x="5112603" y="34506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79" name="pt15379"/>
            <p:cNvSpPr/>
            <p:nvPr/>
          </p:nvSpPr>
          <p:spPr>
            <a:xfrm>
              <a:off x="5118356" y="3584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0" name="pt15380"/>
            <p:cNvSpPr/>
            <p:nvPr/>
          </p:nvSpPr>
          <p:spPr>
            <a:xfrm>
              <a:off x="5140175" y="3560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1" name="pt15381"/>
            <p:cNvSpPr/>
            <p:nvPr/>
          </p:nvSpPr>
          <p:spPr>
            <a:xfrm>
              <a:off x="5119745" y="35352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2" name="pt15382"/>
            <p:cNvSpPr/>
            <p:nvPr/>
          </p:nvSpPr>
          <p:spPr>
            <a:xfrm>
              <a:off x="5170837" y="35285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3" name="pt15383"/>
            <p:cNvSpPr/>
            <p:nvPr/>
          </p:nvSpPr>
          <p:spPr>
            <a:xfrm>
              <a:off x="5129815" y="35577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4" name="pt15384"/>
            <p:cNvSpPr/>
            <p:nvPr/>
          </p:nvSpPr>
          <p:spPr>
            <a:xfrm>
              <a:off x="5124594" y="35623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5" name="pt15385"/>
            <p:cNvSpPr/>
            <p:nvPr/>
          </p:nvSpPr>
          <p:spPr>
            <a:xfrm>
              <a:off x="5057329" y="36032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6" name="pt15386"/>
            <p:cNvSpPr/>
            <p:nvPr/>
          </p:nvSpPr>
          <p:spPr>
            <a:xfrm>
              <a:off x="5192349" y="3555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7" name="pt15387"/>
            <p:cNvSpPr/>
            <p:nvPr/>
          </p:nvSpPr>
          <p:spPr>
            <a:xfrm>
              <a:off x="5097686" y="34624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8" name="pt15388"/>
            <p:cNvSpPr/>
            <p:nvPr/>
          </p:nvSpPr>
          <p:spPr>
            <a:xfrm>
              <a:off x="5148068" y="3486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89" name="pt15389"/>
            <p:cNvSpPr/>
            <p:nvPr/>
          </p:nvSpPr>
          <p:spPr>
            <a:xfrm>
              <a:off x="5178774" y="35578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0" name="pt15390"/>
            <p:cNvSpPr/>
            <p:nvPr/>
          </p:nvSpPr>
          <p:spPr>
            <a:xfrm>
              <a:off x="5098722" y="36419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1" name="pt15391"/>
            <p:cNvSpPr/>
            <p:nvPr/>
          </p:nvSpPr>
          <p:spPr>
            <a:xfrm>
              <a:off x="5107225" y="35629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2" name="pt15392"/>
            <p:cNvSpPr/>
            <p:nvPr/>
          </p:nvSpPr>
          <p:spPr>
            <a:xfrm>
              <a:off x="5112041" y="3566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3" name="pt15393"/>
            <p:cNvSpPr/>
            <p:nvPr/>
          </p:nvSpPr>
          <p:spPr>
            <a:xfrm>
              <a:off x="5130181" y="3537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4" name="pt15394"/>
            <p:cNvSpPr/>
            <p:nvPr/>
          </p:nvSpPr>
          <p:spPr>
            <a:xfrm>
              <a:off x="5108818" y="3583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5" name="pt15395"/>
            <p:cNvSpPr/>
            <p:nvPr/>
          </p:nvSpPr>
          <p:spPr>
            <a:xfrm>
              <a:off x="5093579" y="35488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6" name="pt15396"/>
            <p:cNvSpPr/>
            <p:nvPr/>
          </p:nvSpPr>
          <p:spPr>
            <a:xfrm>
              <a:off x="5145631" y="36412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7" name="pt15397"/>
            <p:cNvSpPr/>
            <p:nvPr/>
          </p:nvSpPr>
          <p:spPr>
            <a:xfrm>
              <a:off x="5188897" y="3534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8" name="pt15398"/>
            <p:cNvSpPr/>
            <p:nvPr/>
          </p:nvSpPr>
          <p:spPr>
            <a:xfrm>
              <a:off x="5112640" y="3590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399" name="pt15399"/>
            <p:cNvSpPr/>
            <p:nvPr/>
          </p:nvSpPr>
          <p:spPr>
            <a:xfrm>
              <a:off x="5092298" y="35304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0" name="pt15400"/>
            <p:cNvSpPr/>
            <p:nvPr/>
          </p:nvSpPr>
          <p:spPr>
            <a:xfrm>
              <a:off x="5221558" y="35763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1" name="pt15401"/>
            <p:cNvSpPr/>
            <p:nvPr/>
          </p:nvSpPr>
          <p:spPr>
            <a:xfrm>
              <a:off x="5173851" y="36355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2" name="pt15402"/>
            <p:cNvSpPr/>
            <p:nvPr/>
          </p:nvSpPr>
          <p:spPr>
            <a:xfrm>
              <a:off x="5159056" y="35809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3" name="pt15403"/>
            <p:cNvSpPr/>
            <p:nvPr/>
          </p:nvSpPr>
          <p:spPr>
            <a:xfrm>
              <a:off x="5124634" y="35483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4" name="pt15404"/>
            <p:cNvSpPr/>
            <p:nvPr/>
          </p:nvSpPr>
          <p:spPr>
            <a:xfrm>
              <a:off x="5124165" y="3648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5" name="pt15405"/>
            <p:cNvSpPr/>
            <p:nvPr/>
          </p:nvSpPr>
          <p:spPr>
            <a:xfrm>
              <a:off x="5128715" y="35059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6" name="pt15406"/>
            <p:cNvSpPr/>
            <p:nvPr/>
          </p:nvSpPr>
          <p:spPr>
            <a:xfrm>
              <a:off x="5115303" y="36046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7" name="pt15407"/>
            <p:cNvSpPr/>
            <p:nvPr/>
          </p:nvSpPr>
          <p:spPr>
            <a:xfrm>
              <a:off x="5099878" y="3545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8" name="pt15408"/>
            <p:cNvSpPr/>
            <p:nvPr/>
          </p:nvSpPr>
          <p:spPr>
            <a:xfrm>
              <a:off x="5107554" y="35689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09" name="pt15409"/>
            <p:cNvSpPr/>
            <p:nvPr/>
          </p:nvSpPr>
          <p:spPr>
            <a:xfrm>
              <a:off x="5141304" y="35654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0" name="pt15410"/>
            <p:cNvSpPr/>
            <p:nvPr/>
          </p:nvSpPr>
          <p:spPr>
            <a:xfrm>
              <a:off x="5156667" y="35589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1" name="pt15411"/>
            <p:cNvSpPr/>
            <p:nvPr/>
          </p:nvSpPr>
          <p:spPr>
            <a:xfrm>
              <a:off x="5152799" y="3583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2" name="pt15412"/>
            <p:cNvSpPr/>
            <p:nvPr/>
          </p:nvSpPr>
          <p:spPr>
            <a:xfrm>
              <a:off x="5144361" y="3584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3" name="pt15413"/>
            <p:cNvSpPr/>
            <p:nvPr/>
          </p:nvSpPr>
          <p:spPr>
            <a:xfrm>
              <a:off x="5121142" y="3564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4" name="pt15414"/>
            <p:cNvSpPr/>
            <p:nvPr/>
          </p:nvSpPr>
          <p:spPr>
            <a:xfrm>
              <a:off x="5168575" y="3576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5" name="pt15415"/>
            <p:cNvSpPr/>
            <p:nvPr/>
          </p:nvSpPr>
          <p:spPr>
            <a:xfrm>
              <a:off x="5147708" y="35725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6" name="pt15416"/>
            <p:cNvSpPr/>
            <p:nvPr/>
          </p:nvSpPr>
          <p:spPr>
            <a:xfrm>
              <a:off x="5161154" y="36073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7" name="pt15417"/>
            <p:cNvSpPr/>
            <p:nvPr/>
          </p:nvSpPr>
          <p:spPr>
            <a:xfrm>
              <a:off x="5126057" y="35620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8" name="pt15418"/>
            <p:cNvSpPr/>
            <p:nvPr/>
          </p:nvSpPr>
          <p:spPr>
            <a:xfrm>
              <a:off x="5064337" y="35726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19" name="pt15419"/>
            <p:cNvSpPr/>
            <p:nvPr/>
          </p:nvSpPr>
          <p:spPr>
            <a:xfrm>
              <a:off x="5150676" y="35362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0" name="pt15420"/>
            <p:cNvSpPr/>
            <p:nvPr/>
          </p:nvSpPr>
          <p:spPr>
            <a:xfrm>
              <a:off x="5148317" y="36613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1" name="pt15421"/>
            <p:cNvSpPr/>
            <p:nvPr/>
          </p:nvSpPr>
          <p:spPr>
            <a:xfrm>
              <a:off x="5123058" y="35656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2" name="pt15422"/>
            <p:cNvSpPr/>
            <p:nvPr/>
          </p:nvSpPr>
          <p:spPr>
            <a:xfrm>
              <a:off x="5083547" y="35634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3" name="pt15423"/>
            <p:cNvSpPr/>
            <p:nvPr/>
          </p:nvSpPr>
          <p:spPr>
            <a:xfrm>
              <a:off x="5216855" y="35438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4" name="pt15424"/>
            <p:cNvSpPr/>
            <p:nvPr/>
          </p:nvSpPr>
          <p:spPr>
            <a:xfrm>
              <a:off x="5175379" y="3568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5" name="pt15425"/>
            <p:cNvSpPr/>
            <p:nvPr/>
          </p:nvSpPr>
          <p:spPr>
            <a:xfrm>
              <a:off x="5158929" y="3522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6" name="pt15426"/>
            <p:cNvSpPr/>
            <p:nvPr/>
          </p:nvSpPr>
          <p:spPr>
            <a:xfrm>
              <a:off x="5145100" y="35478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7" name="pt15427"/>
            <p:cNvSpPr/>
            <p:nvPr/>
          </p:nvSpPr>
          <p:spPr>
            <a:xfrm>
              <a:off x="5130052" y="35605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8" name="pt15428"/>
            <p:cNvSpPr/>
            <p:nvPr/>
          </p:nvSpPr>
          <p:spPr>
            <a:xfrm>
              <a:off x="5126940" y="3631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29" name="pt15429"/>
            <p:cNvSpPr/>
            <p:nvPr/>
          </p:nvSpPr>
          <p:spPr>
            <a:xfrm>
              <a:off x="5158071" y="36009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0" name="pt15430"/>
            <p:cNvSpPr/>
            <p:nvPr/>
          </p:nvSpPr>
          <p:spPr>
            <a:xfrm>
              <a:off x="5147921" y="3569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1" name="pt15431"/>
            <p:cNvSpPr/>
            <p:nvPr/>
          </p:nvSpPr>
          <p:spPr>
            <a:xfrm>
              <a:off x="5092656" y="3558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2" name="pt15432"/>
            <p:cNvSpPr/>
            <p:nvPr/>
          </p:nvSpPr>
          <p:spPr>
            <a:xfrm>
              <a:off x="5094771" y="35710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3" name="pt15433"/>
            <p:cNvSpPr/>
            <p:nvPr/>
          </p:nvSpPr>
          <p:spPr>
            <a:xfrm>
              <a:off x="5160847" y="3565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4" name="pt15434"/>
            <p:cNvSpPr/>
            <p:nvPr/>
          </p:nvSpPr>
          <p:spPr>
            <a:xfrm>
              <a:off x="5151888" y="35491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5" name="pt15435"/>
            <p:cNvSpPr/>
            <p:nvPr/>
          </p:nvSpPr>
          <p:spPr>
            <a:xfrm>
              <a:off x="5100856" y="3581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6" name="pt15436"/>
            <p:cNvSpPr/>
            <p:nvPr/>
          </p:nvSpPr>
          <p:spPr>
            <a:xfrm>
              <a:off x="5150847" y="35131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7" name="pt15437"/>
            <p:cNvSpPr/>
            <p:nvPr/>
          </p:nvSpPr>
          <p:spPr>
            <a:xfrm>
              <a:off x="5151014" y="35146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8" name="pt15438"/>
            <p:cNvSpPr/>
            <p:nvPr/>
          </p:nvSpPr>
          <p:spPr>
            <a:xfrm>
              <a:off x="5038094" y="3519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39" name="pt15439"/>
            <p:cNvSpPr/>
            <p:nvPr/>
          </p:nvSpPr>
          <p:spPr>
            <a:xfrm>
              <a:off x="5148611" y="3551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0" name="pt15440"/>
            <p:cNvSpPr/>
            <p:nvPr/>
          </p:nvSpPr>
          <p:spPr>
            <a:xfrm>
              <a:off x="5161390" y="3623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1" name="pt15441"/>
            <p:cNvSpPr/>
            <p:nvPr/>
          </p:nvSpPr>
          <p:spPr>
            <a:xfrm>
              <a:off x="5117898" y="3523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2" name="pt15442"/>
            <p:cNvSpPr/>
            <p:nvPr/>
          </p:nvSpPr>
          <p:spPr>
            <a:xfrm>
              <a:off x="5160398" y="35501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3" name="pt15443"/>
            <p:cNvSpPr/>
            <p:nvPr/>
          </p:nvSpPr>
          <p:spPr>
            <a:xfrm>
              <a:off x="5099182" y="3548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4" name="pt15444"/>
            <p:cNvSpPr/>
            <p:nvPr/>
          </p:nvSpPr>
          <p:spPr>
            <a:xfrm>
              <a:off x="5102350" y="3500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5" name="pt15445"/>
            <p:cNvSpPr/>
            <p:nvPr/>
          </p:nvSpPr>
          <p:spPr>
            <a:xfrm>
              <a:off x="5143880" y="35669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6" name="pt15446"/>
            <p:cNvSpPr/>
            <p:nvPr/>
          </p:nvSpPr>
          <p:spPr>
            <a:xfrm>
              <a:off x="5111182" y="3577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7" name="pt15447"/>
            <p:cNvSpPr/>
            <p:nvPr/>
          </p:nvSpPr>
          <p:spPr>
            <a:xfrm>
              <a:off x="5133385" y="35724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8" name="pt15448"/>
            <p:cNvSpPr/>
            <p:nvPr/>
          </p:nvSpPr>
          <p:spPr>
            <a:xfrm>
              <a:off x="5140341" y="3548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49" name="pt15449"/>
            <p:cNvSpPr/>
            <p:nvPr/>
          </p:nvSpPr>
          <p:spPr>
            <a:xfrm>
              <a:off x="5126461" y="3546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0" name="pt15450"/>
            <p:cNvSpPr/>
            <p:nvPr/>
          </p:nvSpPr>
          <p:spPr>
            <a:xfrm>
              <a:off x="5106747" y="35718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1" name="pt15451"/>
            <p:cNvSpPr/>
            <p:nvPr/>
          </p:nvSpPr>
          <p:spPr>
            <a:xfrm>
              <a:off x="5115331" y="35633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2" name="pt15452"/>
            <p:cNvSpPr/>
            <p:nvPr/>
          </p:nvSpPr>
          <p:spPr>
            <a:xfrm>
              <a:off x="5140941" y="3548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3" name="pt15453"/>
            <p:cNvSpPr/>
            <p:nvPr/>
          </p:nvSpPr>
          <p:spPr>
            <a:xfrm>
              <a:off x="5144757" y="3563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4" name="pt15454"/>
            <p:cNvSpPr/>
            <p:nvPr/>
          </p:nvSpPr>
          <p:spPr>
            <a:xfrm>
              <a:off x="5120491" y="3568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5" name="pt15455"/>
            <p:cNvSpPr/>
            <p:nvPr/>
          </p:nvSpPr>
          <p:spPr>
            <a:xfrm>
              <a:off x="5147290" y="35691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6" name="pt15456"/>
            <p:cNvSpPr/>
            <p:nvPr/>
          </p:nvSpPr>
          <p:spPr>
            <a:xfrm>
              <a:off x="5126367" y="35851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7" name="pt15457"/>
            <p:cNvSpPr/>
            <p:nvPr/>
          </p:nvSpPr>
          <p:spPr>
            <a:xfrm>
              <a:off x="5146826" y="35639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8" name="pt15458"/>
            <p:cNvSpPr/>
            <p:nvPr/>
          </p:nvSpPr>
          <p:spPr>
            <a:xfrm>
              <a:off x="5163097" y="3520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59" name="pt15459"/>
            <p:cNvSpPr/>
            <p:nvPr/>
          </p:nvSpPr>
          <p:spPr>
            <a:xfrm>
              <a:off x="5144681" y="35572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0" name="pt15460"/>
            <p:cNvSpPr/>
            <p:nvPr/>
          </p:nvSpPr>
          <p:spPr>
            <a:xfrm>
              <a:off x="5095205" y="36124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1" name="pt15461"/>
            <p:cNvSpPr/>
            <p:nvPr/>
          </p:nvSpPr>
          <p:spPr>
            <a:xfrm>
              <a:off x="5130324" y="35757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2" name="pt15462"/>
            <p:cNvSpPr/>
            <p:nvPr/>
          </p:nvSpPr>
          <p:spPr>
            <a:xfrm>
              <a:off x="5171633" y="3528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3" name="pt15463"/>
            <p:cNvSpPr/>
            <p:nvPr/>
          </p:nvSpPr>
          <p:spPr>
            <a:xfrm>
              <a:off x="5167388" y="35351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4" name="pt15464"/>
            <p:cNvSpPr/>
            <p:nvPr/>
          </p:nvSpPr>
          <p:spPr>
            <a:xfrm>
              <a:off x="5131947" y="35757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5" name="pt15465"/>
            <p:cNvSpPr/>
            <p:nvPr/>
          </p:nvSpPr>
          <p:spPr>
            <a:xfrm>
              <a:off x="5174961" y="3575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6" name="pt15466"/>
            <p:cNvSpPr/>
            <p:nvPr/>
          </p:nvSpPr>
          <p:spPr>
            <a:xfrm>
              <a:off x="5151737" y="3554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7" name="pt15467"/>
            <p:cNvSpPr/>
            <p:nvPr/>
          </p:nvSpPr>
          <p:spPr>
            <a:xfrm>
              <a:off x="5148601" y="35544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8" name="pt15468"/>
            <p:cNvSpPr/>
            <p:nvPr/>
          </p:nvSpPr>
          <p:spPr>
            <a:xfrm>
              <a:off x="5155797" y="35412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69" name="pt15469"/>
            <p:cNvSpPr/>
            <p:nvPr/>
          </p:nvSpPr>
          <p:spPr>
            <a:xfrm>
              <a:off x="5211019" y="3527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0" name="pt15470"/>
            <p:cNvSpPr/>
            <p:nvPr/>
          </p:nvSpPr>
          <p:spPr>
            <a:xfrm>
              <a:off x="5147233" y="35556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1" name="pt15471"/>
            <p:cNvSpPr/>
            <p:nvPr/>
          </p:nvSpPr>
          <p:spPr>
            <a:xfrm>
              <a:off x="5166457" y="35801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2" name="pt15472"/>
            <p:cNvSpPr/>
            <p:nvPr/>
          </p:nvSpPr>
          <p:spPr>
            <a:xfrm>
              <a:off x="5120546" y="35271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3" name="pt15473"/>
            <p:cNvSpPr/>
            <p:nvPr/>
          </p:nvSpPr>
          <p:spPr>
            <a:xfrm>
              <a:off x="5173004" y="35609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4" name="pt15474"/>
            <p:cNvSpPr/>
            <p:nvPr/>
          </p:nvSpPr>
          <p:spPr>
            <a:xfrm>
              <a:off x="5129736" y="35386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5" name="pt15475"/>
            <p:cNvSpPr/>
            <p:nvPr/>
          </p:nvSpPr>
          <p:spPr>
            <a:xfrm>
              <a:off x="5141143" y="35207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6" name="pt15476"/>
            <p:cNvSpPr/>
            <p:nvPr/>
          </p:nvSpPr>
          <p:spPr>
            <a:xfrm>
              <a:off x="5196454" y="35913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7" name="pt15477"/>
            <p:cNvSpPr/>
            <p:nvPr/>
          </p:nvSpPr>
          <p:spPr>
            <a:xfrm>
              <a:off x="5113430" y="36651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8" name="pt15478"/>
            <p:cNvSpPr/>
            <p:nvPr/>
          </p:nvSpPr>
          <p:spPr>
            <a:xfrm>
              <a:off x="5146025" y="3647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79" name="pt15479"/>
            <p:cNvSpPr/>
            <p:nvPr/>
          </p:nvSpPr>
          <p:spPr>
            <a:xfrm>
              <a:off x="5155530" y="3550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0" name="pt15480"/>
            <p:cNvSpPr/>
            <p:nvPr/>
          </p:nvSpPr>
          <p:spPr>
            <a:xfrm>
              <a:off x="5133854" y="3550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1" name="pt15481"/>
            <p:cNvSpPr/>
            <p:nvPr/>
          </p:nvSpPr>
          <p:spPr>
            <a:xfrm>
              <a:off x="5171202" y="3583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2" name="pt15482"/>
            <p:cNvSpPr/>
            <p:nvPr/>
          </p:nvSpPr>
          <p:spPr>
            <a:xfrm>
              <a:off x="5166790" y="3548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3" name="pt15483"/>
            <p:cNvSpPr/>
            <p:nvPr/>
          </p:nvSpPr>
          <p:spPr>
            <a:xfrm>
              <a:off x="5171500" y="35871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4" name="pt15484"/>
            <p:cNvSpPr/>
            <p:nvPr/>
          </p:nvSpPr>
          <p:spPr>
            <a:xfrm>
              <a:off x="5164700" y="35489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5" name="pt15485"/>
            <p:cNvSpPr/>
            <p:nvPr/>
          </p:nvSpPr>
          <p:spPr>
            <a:xfrm>
              <a:off x="5113288" y="34892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6" name="pt15486"/>
            <p:cNvSpPr/>
            <p:nvPr/>
          </p:nvSpPr>
          <p:spPr>
            <a:xfrm>
              <a:off x="5184248" y="35067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7" name="pt15487"/>
            <p:cNvSpPr/>
            <p:nvPr/>
          </p:nvSpPr>
          <p:spPr>
            <a:xfrm>
              <a:off x="5162540" y="35177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8" name="pt15488"/>
            <p:cNvSpPr/>
            <p:nvPr/>
          </p:nvSpPr>
          <p:spPr>
            <a:xfrm>
              <a:off x="5151409" y="3583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89" name="pt15489"/>
            <p:cNvSpPr/>
            <p:nvPr/>
          </p:nvSpPr>
          <p:spPr>
            <a:xfrm>
              <a:off x="5134307" y="3609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0" name="pt15490"/>
            <p:cNvSpPr/>
            <p:nvPr/>
          </p:nvSpPr>
          <p:spPr>
            <a:xfrm>
              <a:off x="5129155" y="35565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1" name="pt15491"/>
            <p:cNvSpPr/>
            <p:nvPr/>
          </p:nvSpPr>
          <p:spPr>
            <a:xfrm>
              <a:off x="5198561" y="35361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2" name="pt15492"/>
            <p:cNvSpPr/>
            <p:nvPr/>
          </p:nvSpPr>
          <p:spPr>
            <a:xfrm>
              <a:off x="5153824" y="35118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3" name="pt15493"/>
            <p:cNvSpPr/>
            <p:nvPr/>
          </p:nvSpPr>
          <p:spPr>
            <a:xfrm>
              <a:off x="5192173" y="36233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4" name="pt15494"/>
            <p:cNvSpPr/>
            <p:nvPr/>
          </p:nvSpPr>
          <p:spPr>
            <a:xfrm>
              <a:off x="5128254" y="35711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5" name="pt15495"/>
            <p:cNvSpPr/>
            <p:nvPr/>
          </p:nvSpPr>
          <p:spPr>
            <a:xfrm>
              <a:off x="5184470" y="35248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6" name="pt15496"/>
            <p:cNvSpPr/>
            <p:nvPr/>
          </p:nvSpPr>
          <p:spPr>
            <a:xfrm>
              <a:off x="5093373" y="35670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7" name="pt15497"/>
            <p:cNvSpPr/>
            <p:nvPr/>
          </p:nvSpPr>
          <p:spPr>
            <a:xfrm>
              <a:off x="5168722" y="35969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8" name="pt15498"/>
            <p:cNvSpPr/>
            <p:nvPr/>
          </p:nvSpPr>
          <p:spPr>
            <a:xfrm>
              <a:off x="5156665" y="35671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499" name="pt15499"/>
            <p:cNvSpPr/>
            <p:nvPr/>
          </p:nvSpPr>
          <p:spPr>
            <a:xfrm>
              <a:off x="5128267" y="36127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0" name="pt15500"/>
            <p:cNvSpPr/>
            <p:nvPr/>
          </p:nvSpPr>
          <p:spPr>
            <a:xfrm>
              <a:off x="5179409" y="3561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1" name="pt15501"/>
            <p:cNvSpPr/>
            <p:nvPr/>
          </p:nvSpPr>
          <p:spPr>
            <a:xfrm>
              <a:off x="5167954" y="3566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2" name="pt15502"/>
            <p:cNvSpPr/>
            <p:nvPr/>
          </p:nvSpPr>
          <p:spPr>
            <a:xfrm>
              <a:off x="5112347" y="3568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3" name="pt15503"/>
            <p:cNvSpPr/>
            <p:nvPr/>
          </p:nvSpPr>
          <p:spPr>
            <a:xfrm>
              <a:off x="5185721" y="3550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4" name="pt15504"/>
            <p:cNvSpPr/>
            <p:nvPr/>
          </p:nvSpPr>
          <p:spPr>
            <a:xfrm>
              <a:off x="5183285" y="3559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5" name="pt15505"/>
            <p:cNvSpPr/>
            <p:nvPr/>
          </p:nvSpPr>
          <p:spPr>
            <a:xfrm>
              <a:off x="5124042" y="35681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6" name="pt15506"/>
            <p:cNvSpPr/>
            <p:nvPr/>
          </p:nvSpPr>
          <p:spPr>
            <a:xfrm>
              <a:off x="5149528" y="35272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7" name="pt15507"/>
            <p:cNvSpPr/>
            <p:nvPr/>
          </p:nvSpPr>
          <p:spPr>
            <a:xfrm>
              <a:off x="5587052" y="3558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8" name="pt15508"/>
            <p:cNvSpPr/>
            <p:nvPr/>
          </p:nvSpPr>
          <p:spPr>
            <a:xfrm>
              <a:off x="5120727" y="36012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09" name="pt15509"/>
            <p:cNvSpPr/>
            <p:nvPr/>
          </p:nvSpPr>
          <p:spPr>
            <a:xfrm>
              <a:off x="5148660" y="3547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0" name="pt15510"/>
            <p:cNvSpPr/>
            <p:nvPr/>
          </p:nvSpPr>
          <p:spPr>
            <a:xfrm>
              <a:off x="5139294" y="35575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1" name="pt15511"/>
            <p:cNvSpPr/>
            <p:nvPr/>
          </p:nvSpPr>
          <p:spPr>
            <a:xfrm>
              <a:off x="5180133" y="35719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2" name="pt15512"/>
            <p:cNvSpPr/>
            <p:nvPr/>
          </p:nvSpPr>
          <p:spPr>
            <a:xfrm>
              <a:off x="5151028" y="35454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3" name="pt15513"/>
            <p:cNvSpPr/>
            <p:nvPr/>
          </p:nvSpPr>
          <p:spPr>
            <a:xfrm>
              <a:off x="5135808" y="35734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4" name="pt15514"/>
            <p:cNvSpPr/>
            <p:nvPr/>
          </p:nvSpPr>
          <p:spPr>
            <a:xfrm>
              <a:off x="5143080" y="35873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5" name="pt15515"/>
            <p:cNvSpPr/>
            <p:nvPr/>
          </p:nvSpPr>
          <p:spPr>
            <a:xfrm>
              <a:off x="5126514" y="35687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6" name="pt15516"/>
            <p:cNvSpPr/>
            <p:nvPr/>
          </p:nvSpPr>
          <p:spPr>
            <a:xfrm>
              <a:off x="5160585" y="3539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7" name="pt15517"/>
            <p:cNvSpPr/>
            <p:nvPr/>
          </p:nvSpPr>
          <p:spPr>
            <a:xfrm>
              <a:off x="5134351" y="3505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8" name="pt15518"/>
            <p:cNvSpPr/>
            <p:nvPr/>
          </p:nvSpPr>
          <p:spPr>
            <a:xfrm>
              <a:off x="5119101" y="35138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19" name="pt15519"/>
            <p:cNvSpPr/>
            <p:nvPr/>
          </p:nvSpPr>
          <p:spPr>
            <a:xfrm>
              <a:off x="5145396" y="3568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0" name="pt15520"/>
            <p:cNvSpPr/>
            <p:nvPr/>
          </p:nvSpPr>
          <p:spPr>
            <a:xfrm>
              <a:off x="5216707" y="3551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1" name="pt15521"/>
            <p:cNvSpPr/>
            <p:nvPr/>
          </p:nvSpPr>
          <p:spPr>
            <a:xfrm>
              <a:off x="5160174" y="3548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2" name="pt15522"/>
            <p:cNvSpPr/>
            <p:nvPr/>
          </p:nvSpPr>
          <p:spPr>
            <a:xfrm>
              <a:off x="5143955" y="35322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3" name="pt15523"/>
            <p:cNvSpPr/>
            <p:nvPr/>
          </p:nvSpPr>
          <p:spPr>
            <a:xfrm>
              <a:off x="5113433" y="3579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4" name="pt15524"/>
            <p:cNvSpPr/>
            <p:nvPr/>
          </p:nvSpPr>
          <p:spPr>
            <a:xfrm>
              <a:off x="5158404" y="35877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5" name="pt15525"/>
            <p:cNvSpPr/>
            <p:nvPr/>
          </p:nvSpPr>
          <p:spPr>
            <a:xfrm>
              <a:off x="5150214" y="35537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6" name="pt15526"/>
            <p:cNvSpPr/>
            <p:nvPr/>
          </p:nvSpPr>
          <p:spPr>
            <a:xfrm>
              <a:off x="5215680" y="3560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7" name="pt15527"/>
            <p:cNvSpPr/>
            <p:nvPr/>
          </p:nvSpPr>
          <p:spPr>
            <a:xfrm>
              <a:off x="5094690" y="35711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8" name="pt15528"/>
            <p:cNvSpPr/>
            <p:nvPr/>
          </p:nvSpPr>
          <p:spPr>
            <a:xfrm>
              <a:off x="5129958" y="35129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29" name="pt15529"/>
            <p:cNvSpPr/>
            <p:nvPr/>
          </p:nvSpPr>
          <p:spPr>
            <a:xfrm>
              <a:off x="5109756" y="35645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0" name="pt15530"/>
            <p:cNvSpPr/>
            <p:nvPr/>
          </p:nvSpPr>
          <p:spPr>
            <a:xfrm>
              <a:off x="5122964" y="35363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1" name="pt15531"/>
            <p:cNvSpPr/>
            <p:nvPr/>
          </p:nvSpPr>
          <p:spPr>
            <a:xfrm>
              <a:off x="5118614" y="35713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2" name="pt15532"/>
            <p:cNvSpPr/>
            <p:nvPr/>
          </p:nvSpPr>
          <p:spPr>
            <a:xfrm>
              <a:off x="5146988" y="35649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3" name="pt15533"/>
            <p:cNvSpPr/>
            <p:nvPr/>
          </p:nvSpPr>
          <p:spPr>
            <a:xfrm>
              <a:off x="5142461" y="35114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4" name="pt15534"/>
            <p:cNvSpPr/>
            <p:nvPr/>
          </p:nvSpPr>
          <p:spPr>
            <a:xfrm>
              <a:off x="5201380" y="3523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5" name="pt15535"/>
            <p:cNvSpPr/>
            <p:nvPr/>
          </p:nvSpPr>
          <p:spPr>
            <a:xfrm>
              <a:off x="5174358" y="35586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6" name="pt15536"/>
            <p:cNvSpPr/>
            <p:nvPr/>
          </p:nvSpPr>
          <p:spPr>
            <a:xfrm>
              <a:off x="5211420" y="35544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7" name="pt15537"/>
            <p:cNvSpPr/>
            <p:nvPr/>
          </p:nvSpPr>
          <p:spPr>
            <a:xfrm>
              <a:off x="5124666" y="3598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8" name="pt15538"/>
            <p:cNvSpPr/>
            <p:nvPr/>
          </p:nvSpPr>
          <p:spPr>
            <a:xfrm>
              <a:off x="5131950" y="36375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39" name="pt15539"/>
            <p:cNvSpPr/>
            <p:nvPr/>
          </p:nvSpPr>
          <p:spPr>
            <a:xfrm>
              <a:off x="5178553" y="35555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0" name="pt15540"/>
            <p:cNvSpPr/>
            <p:nvPr/>
          </p:nvSpPr>
          <p:spPr>
            <a:xfrm>
              <a:off x="5118401" y="3547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1" name="pt15541"/>
            <p:cNvSpPr/>
            <p:nvPr/>
          </p:nvSpPr>
          <p:spPr>
            <a:xfrm>
              <a:off x="5161705" y="35705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2" name="pt15542"/>
            <p:cNvSpPr/>
            <p:nvPr/>
          </p:nvSpPr>
          <p:spPr>
            <a:xfrm>
              <a:off x="5166200" y="3545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3" name="pt15543"/>
            <p:cNvSpPr/>
            <p:nvPr/>
          </p:nvSpPr>
          <p:spPr>
            <a:xfrm>
              <a:off x="5168885" y="34495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4" name="pt15544"/>
            <p:cNvSpPr/>
            <p:nvPr/>
          </p:nvSpPr>
          <p:spPr>
            <a:xfrm>
              <a:off x="5155407" y="35388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5" name="pt15545"/>
            <p:cNvSpPr/>
            <p:nvPr/>
          </p:nvSpPr>
          <p:spPr>
            <a:xfrm>
              <a:off x="5184320" y="3535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6" name="pt15546"/>
            <p:cNvSpPr/>
            <p:nvPr/>
          </p:nvSpPr>
          <p:spPr>
            <a:xfrm>
              <a:off x="5197762" y="3601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7" name="pt15547"/>
            <p:cNvSpPr/>
            <p:nvPr/>
          </p:nvSpPr>
          <p:spPr>
            <a:xfrm>
              <a:off x="5182369" y="35505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8" name="pt15548"/>
            <p:cNvSpPr/>
            <p:nvPr/>
          </p:nvSpPr>
          <p:spPr>
            <a:xfrm>
              <a:off x="5173970" y="3637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49" name="pt15549"/>
            <p:cNvSpPr/>
            <p:nvPr/>
          </p:nvSpPr>
          <p:spPr>
            <a:xfrm>
              <a:off x="5104532" y="3596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0" name="pt15550"/>
            <p:cNvSpPr/>
            <p:nvPr/>
          </p:nvSpPr>
          <p:spPr>
            <a:xfrm>
              <a:off x="5140003" y="35290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1" name="pt15551"/>
            <p:cNvSpPr/>
            <p:nvPr/>
          </p:nvSpPr>
          <p:spPr>
            <a:xfrm>
              <a:off x="5099823" y="35813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2" name="pt15552"/>
            <p:cNvSpPr/>
            <p:nvPr/>
          </p:nvSpPr>
          <p:spPr>
            <a:xfrm>
              <a:off x="5144390" y="35864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3" name="pt15553"/>
            <p:cNvSpPr/>
            <p:nvPr/>
          </p:nvSpPr>
          <p:spPr>
            <a:xfrm>
              <a:off x="5111500" y="3587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4" name="pt15554"/>
            <p:cNvSpPr/>
            <p:nvPr/>
          </p:nvSpPr>
          <p:spPr>
            <a:xfrm>
              <a:off x="5217086" y="3574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5" name="pt15555"/>
            <p:cNvSpPr/>
            <p:nvPr/>
          </p:nvSpPr>
          <p:spPr>
            <a:xfrm>
              <a:off x="5151547" y="35422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6" name="pt15556"/>
            <p:cNvSpPr/>
            <p:nvPr/>
          </p:nvSpPr>
          <p:spPr>
            <a:xfrm>
              <a:off x="5173762" y="35573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7" name="pt15557"/>
            <p:cNvSpPr/>
            <p:nvPr/>
          </p:nvSpPr>
          <p:spPr>
            <a:xfrm>
              <a:off x="5163387" y="35355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8" name="pt15558"/>
            <p:cNvSpPr/>
            <p:nvPr/>
          </p:nvSpPr>
          <p:spPr>
            <a:xfrm>
              <a:off x="5225426" y="3556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59" name="pt15559"/>
            <p:cNvSpPr/>
            <p:nvPr/>
          </p:nvSpPr>
          <p:spPr>
            <a:xfrm>
              <a:off x="5106278" y="3601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0" name="pt15560"/>
            <p:cNvSpPr/>
            <p:nvPr/>
          </p:nvSpPr>
          <p:spPr>
            <a:xfrm>
              <a:off x="5114763" y="35105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1" name="pt15561"/>
            <p:cNvSpPr/>
            <p:nvPr/>
          </p:nvSpPr>
          <p:spPr>
            <a:xfrm>
              <a:off x="5200575" y="35430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2" name="pt15562"/>
            <p:cNvSpPr/>
            <p:nvPr/>
          </p:nvSpPr>
          <p:spPr>
            <a:xfrm>
              <a:off x="5182484" y="35462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3" name="pt15563"/>
            <p:cNvSpPr/>
            <p:nvPr/>
          </p:nvSpPr>
          <p:spPr>
            <a:xfrm>
              <a:off x="5128165" y="3535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4" name="pt15564"/>
            <p:cNvSpPr/>
            <p:nvPr/>
          </p:nvSpPr>
          <p:spPr>
            <a:xfrm>
              <a:off x="5119293" y="35398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5" name="pt15565"/>
            <p:cNvSpPr/>
            <p:nvPr/>
          </p:nvSpPr>
          <p:spPr>
            <a:xfrm>
              <a:off x="5011427" y="35837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6" name="pt15566"/>
            <p:cNvSpPr/>
            <p:nvPr/>
          </p:nvSpPr>
          <p:spPr>
            <a:xfrm>
              <a:off x="5145535" y="35854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7" name="pt15567"/>
            <p:cNvSpPr/>
            <p:nvPr/>
          </p:nvSpPr>
          <p:spPr>
            <a:xfrm>
              <a:off x="5218464" y="3544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8" name="pt15568"/>
            <p:cNvSpPr/>
            <p:nvPr/>
          </p:nvSpPr>
          <p:spPr>
            <a:xfrm>
              <a:off x="5098968" y="3572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69" name="pt15569"/>
            <p:cNvSpPr/>
            <p:nvPr/>
          </p:nvSpPr>
          <p:spPr>
            <a:xfrm>
              <a:off x="5087987" y="35709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0" name="pt15570"/>
            <p:cNvSpPr/>
            <p:nvPr/>
          </p:nvSpPr>
          <p:spPr>
            <a:xfrm>
              <a:off x="5132503" y="35411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1" name="pt15571"/>
            <p:cNvSpPr/>
            <p:nvPr/>
          </p:nvSpPr>
          <p:spPr>
            <a:xfrm>
              <a:off x="5172492" y="35438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2" name="pt15572"/>
            <p:cNvSpPr/>
            <p:nvPr/>
          </p:nvSpPr>
          <p:spPr>
            <a:xfrm>
              <a:off x="5128263" y="3570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3" name="pt15573"/>
            <p:cNvSpPr/>
            <p:nvPr/>
          </p:nvSpPr>
          <p:spPr>
            <a:xfrm>
              <a:off x="5155152" y="3545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4" name="pt15574"/>
            <p:cNvSpPr/>
            <p:nvPr/>
          </p:nvSpPr>
          <p:spPr>
            <a:xfrm>
              <a:off x="5139860" y="3438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5" name="pt15575"/>
            <p:cNvSpPr/>
            <p:nvPr/>
          </p:nvSpPr>
          <p:spPr>
            <a:xfrm>
              <a:off x="5160626" y="35474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6" name="pt15576"/>
            <p:cNvSpPr/>
            <p:nvPr/>
          </p:nvSpPr>
          <p:spPr>
            <a:xfrm>
              <a:off x="5144648" y="3576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7" name="pt15577"/>
            <p:cNvSpPr/>
            <p:nvPr/>
          </p:nvSpPr>
          <p:spPr>
            <a:xfrm>
              <a:off x="5141065" y="3508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8" name="pt15578"/>
            <p:cNvSpPr/>
            <p:nvPr/>
          </p:nvSpPr>
          <p:spPr>
            <a:xfrm>
              <a:off x="5201379" y="35698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79" name="pt15579"/>
            <p:cNvSpPr/>
            <p:nvPr/>
          </p:nvSpPr>
          <p:spPr>
            <a:xfrm>
              <a:off x="5152684" y="36006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0" name="pt15580"/>
            <p:cNvSpPr/>
            <p:nvPr/>
          </p:nvSpPr>
          <p:spPr>
            <a:xfrm>
              <a:off x="5178847" y="3528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1" name="pt15581"/>
            <p:cNvSpPr/>
            <p:nvPr/>
          </p:nvSpPr>
          <p:spPr>
            <a:xfrm>
              <a:off x="5151563" y="35356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2" name="pt15582"/>
            <p:cNvSpPr/>
            <p:nvPr/>
          </p:nvSpPr>
          <p:spPr>
            <a:xfrm>
              <a:off x="5124729" y="36609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3" name="pt15583"/>
            <p:cNvSpPr/>
            <p:nvPr/>
          </p:nvSpPr>
          <p:spPr>
            <a:xfrm>
              <a:off x="5187912" y="3606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4" name="pt15584"/>
            <p:cNvSpPr/>
            <p:nvPr/>
          </p:nvSpPr>
          <p:spPr>
            <a:xfrm>
              <a:off x="5146767" y="35326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5" name="pt15585"/>
            <p:cNvSpPr/>
            <p:nvPr/>
          </p:nvSpPr>
          <p:spPr>
            <a:xfrm>
              <a:off x="5144667" y="3562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6" name="pt15586"/>
            <p:cNvSpPr/>
            <p:nvPr/>
          </p:nvSpPr>
          <p:spPr>
            <a:xfrm>
              <a:off x="5147510" y="35632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7" name="pt15587"/>
            <p:cNvSpPr/>
            <p:nvPr/>
          </p:nvSpPr>
          <p:spPr>
            <a:xfrm>
              <a:off x="5188770" y="3615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8" name="pt15588"/>
            <p:cNvSpPr/>
            <p:nvPr/>
          </p:nvSpPr>
          <p:spPr>
            <a:xfrm>
              <a:off x="5147991" y="35113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89" name="pt15589"/>
            <p:cNvSpPr/>
            <p:nvPr/>
          </p:nvSpPr>
          <p:spPr>
            <a:xfrm>
              <a:off x="5188746" y="35565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0" name="pt15590"/>
            <p:cNvSpPr/>
            <p:nvPr/>
          </p:nvSpPr>
          <p:spPr>
            <a:xfrm>
              <a:off x="5183227" y="35585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1" name="pt15591"/>
            <p:cNvSpPr/>
            <p:nvPr/>
          </p:nvSpPr>
          <p:spPr>
            <a:xfrm>
              <a:off x="5211324" y="35271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2" name="pt15592"/>
            <p:cNvSpPr/>
            <p:nvPr/>
          </p:nvSpPr>
          <p:spPr>
            <a:xfrm>
              <a:off x="5135963" y="35708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3" name="pt15593"/>
            <p:cNvSpPr/>
            <p:nvPr/>
          </p:nvSpPr>
          <p:spPr>
            <a:xfrm>
              <a:off x="5194447" y="34866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4" name="pt15594"/>
            <p:cNvSpPr/>
            <p:nvPr/>
          </p:nvSpPr>
          <p:spPr>
            <a:xfrm>
              <a:off x="5144102" y="3553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5" name="pt15595"/>
            <p:cNvSpPr/>
            <p:nvPr/>
          </p:nvSpPr>
          <p:spPr>
            <a:xfrm>
              <a:off x="5154175" y="33573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6" name="pt15596"/>
            <p:cNvSpPr/>
            <p:nvPr/>
          </p:nvSpPr>
          <p:spPr>
            <a:xfrm>
              <a:off x="5167376" y="35130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7" name="pt15597"/>
            <p:cNvSpPr/>
            <p:nvPr/>
          </p:nvSpPr>
          <p:spPr>
            <a:xfrm>
              <a:off x="5129708" y="3541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8" name="pt15598"/>
            <p:cNvSpPr/>
            <p:nvPr/>
          </p:nvSpPr>
          <p:spPr>
            <a:xfrm>
              <a:off x="5171941" y="3564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599" name="pt15599"/>
            <p:cNvSpPr/>
            <p:nvPr/>
          </p:nvSpPr>
          <p:spPr>
            <a:xfrm>
              <a:off x="5151604" y="35565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0" name="pt15600"/>
            <p:cNvSpPr/>
            <p:nvPr/>
          </p:nvSpPr>
          <p:spPr>
            <a:xfrm>
              <a:off x="5071230" y="3616269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1" name="pt15601"/>
            <p:cNvSpPr/>
            <p:nvPr/>
          </p:nvSpPr>
          <p:spPr>
            <a:xfrm>
              <a:off x="5151858" y="3550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2" name="pt15602"/>
            <p:cNvSpPr/>
            <p:nvPr/>
          </p:nvSpPr>
          <p:spPr>
            <a:xfrm>
              <a:off x="5115332" y="3600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3" name="pt15603"/>
            <p:cNvSpPr/>
            <p:nvPr/>
          </p:nvSpPr>
          <p:spPr>
            <a:xfrm>
              <a:off x="5118962" y="37116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4" name="pt15604"/>
            <p:cNvSpPr/>
            <p:nvPr/>
          </p:nvSpPr>
          <p:spPr>
            <a:xfrm>
              <a:off x="5095933" y="36333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5" name="pt15605"/>
            <p:cNvSpPr/>
            <p:nvPr/>
          </p:nvSpPr>
          <p:spPr>
            <a:xfrm>
              <a:off x="5155521" y="35715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6" name="pt15606"/>
            <p:cNvSpPr/>
            <p:nvPr/>
          </p:nvSpPr>
          <p:spPr>
            <a:xfrm>
              <a:off x="5167508" y="3569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7" name="pt15607"/>
            <p:cNvSpPr/>
            <p:nvPr/>
          </p:nvSpPr>
          <p:spPr>
            <a:xfrm>
              <a:off x="5070814" y="35795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8" name="pt15608"/>
            <p:cNvSpPr/>
            <p:nvPr/>
          </p:nvSpPr>
          <p:spPr>
            <a:xfrm>
              <a:off x="5152692" y="35552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09" name="pt15609"/>
            <p:cNvSpPr/>
            <p:nvPr/>
          </p:nvSpPr>
          <p:spPr>
            <a:xfrm>
              <a:off x="5166533" y="35467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0" name="pt15610"/>
            <p:cNvSpPr/>
            <p:nvPr/>
          </p:nvSpPr>
          <p:spPr>
            <a:xfrm>
              <a:off x="5188555" y="35518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1" name="pt15611"/>
            <p:cNvSpPr/>
            <p:nvPr/>
          </p:nvSpPr>
          <p:spPr>
            <a:xfrm>
              <a:off x="5133346" y="35703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2" name="pt15612"/>
            <p:cNvSpPr/>
            <p:nvPr/>
          </p:nvSpPr>
          <p:spPr>
            <a:xfrm>
              <a:off x="5178041" y="3528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3" name="pt15613"/>
            <p:cNvSpPr/>
            <p:nvPr/>
          </p:nvSpPr>
          <p:spPr>
            <a:xfrm>
              <a:off x="5105572" y="35737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4" name="pt15614"/>
            <p:cNvSpPr/>
            <p:nvPr/>
          </p:nvSpPr>
          <p:spPr>
            <a:xfrm>
              <a:off x="5098780" y="35663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5" name="pt15615"/>
            <p:cNvSpPr/>
            <p:nvPr/>
          </p:nvSpPr>
          <p:spPr>
            <a:xfrm>
              <a:off x="5150462" y="3569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6" name="pt15616"/>
            <p:cNvSpPr/>
            <p:nvPr/>
          </p:nvSpPr>
          <p:spPr>
            <a:xfrm>
              <a:off x="5119082" y="35816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7" name="pt15617"/>
            <p:cNvSpPr/>
            <p:nvPr/>
          </p:nvSpPr>
          <p:spPr>
            <a:xfrm>
              <a:off x="5169740" y="35648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8" name="pt15618"/>
            <p:cNvSpPr/>
            <p:nvPr/>
          </p:nvSpPr>
          <p:spPr>
            <a:xfrm>
              <a:off x="5168820" y="35732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19" name="pt15619"/>
            <p:cNvSpPr/>
            <p:nvPr/>
          </p:nvSpPr>
          <p:spPr>
            <a:xfrm>
              <a:off x="5194622" y="36148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0" name="pt15620"/>
            <p:cNvSpPr/>
            <p:nvPr/>
          </p:nvSpPr>
          <p:spPr>
            <a:xfrm>
              <a:off x="5141256" y="35365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1" name="pt15621"/>
            <p:cNvSpPr/>
            <p:nvPr/>
          </p:nvSpPr>
          <p:spPr>
            <a:xfrm>
              <a:off x="5197080" y="3505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2" name="pt15622"/>
            <p:cNvSpPr/>
            <p:nvPr/>
          </p:nvSpPr>
          <p:spPr>
            <a:xfrm>
              <a:off x="5140647" y="3509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3" name="pt15623"/>
            <p:cNvSpPr/>
            <p:nvPr/>
          </p:nvSpPr>
          <p:spPr>
            <a:xfrm>
              <a:off x="5160540" y="3633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4" name="pt15624"/>
            <p:cNvSpPr/>
            <p:nvPr/>
          </p:nvSpPr>
          <p:spPr>
            <a:xfrm>
              <a:off x="5142436" y="36152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5" name="pt15625"/>
            <p:cNvSpPr/>
            <p:nvPr/>
          </p:nvSpPr>
          <p:spPr>
            <a:xfrm>
              <a:off x="5161223" y="35954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6" name="pt15626"/>
            <p:cNvSpPr/>
            <p:nvPr/>
          </p:nvSpPr>
          <p:spPr>
            <a:xfrm>
              <a:off x="5140388" y="3477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7" name="pt15627"/>
            <p:cNvSpPr/>
            <p:nvPr/>
          </p:nvSpPr>
          <p:spPr>
            <a:xfrm>
              <a:off x="5183299" y="35498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8" name="pt15628"/>
            <p:cNvSpPr/>
            <p:nvPr/>
          </p:nvSpPr>
          <p:spPr>
            <a:xfrm>
              <a:off x="5136174" y="35178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29" name="pt15629"/>
            <p:cNvSpPr/>
            <p:nvPr/>
          </p:nvSpPr>
          <p:spPr>
            <a:xfrm>
              <a:off x="5195645" y="35766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0" name="pt15630"/>
            <p:cNvSpPr/>
            <p:nvPr/>
          </p:nvSpPr>
          <p:spPr>
            <a:xfrm>
              <a:off x="5098176" y="35716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1" name="pt15631"/>
            <p:cNvSpPr/>
            <p:nvPr/>
          </p:nvSpPr>
          <p:spPr>
            <a:xfrm>
              <a:off x="5135792" y="3650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2" name="pt15632"/>
            <p:cNvSpPr/>
            <p:nvPr/>
          </p:nvSpPr>
          <p:spPr>
            <a:xfrm>
              <a:off x="5147391" y="3587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3" name="pt15633"/>
            <p:cNvSpPr/>
            <p:nvPr/>
          </p:nvSpPr>
          <p:spPr>
            <a:xfrm>
              <a:off x="5140458" y="35278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4" name="pt15634"/>
            <p:cNvSpPr/>
            <p:nvPr/>
          </p:nvSpPr>
          <p:spPr>
            <a:xfrm>
              <a:off x="5168229" y="35896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5" name="pt15635"/>
            <p:cNvSpPr/>
            <p:nvPr/>
          </p:nvSpPr>
          <p:spPr>
            <a:xfrm>
              <a:off x="5156964" y="35769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6" name="pt15636"/>
            <p:cNvSpPr/>
            <p:nvPr/>
          </p:nvSpPr>
          <p:spPr>
            <a:xfrm>
              <a:off x="5175929" y="3462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7" name="pt15637"/>
            <p:cNvSpPr/>
            <p:nvPr/>
          </p:nvSpPr>
          <p:spPr>
            <a:xfrm>
              <a:off x="5118003" y="35523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8" name="pt15638"/>
            <p:cNvSpPr/>
            <p:nvPr/>
          </p:nvSpPr>
          <p:spPr>
            <a:xfrm>
              <a:off x="5161860" y="35360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39" name="pt15639"/>
            <p:cNvSpPr/>
            <p:nvPr/>
          </p:nvSpPr>
          <p:spPr>
            <a:xfrm>
              <a:off x="5124217" y="35688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0" name="pt15640"/>
            <p:cNvSpPr/>
            <p:nvPr/>
          </p:nvSpPr>
          <p:spPr>
            <a:xfrm>
              <a:off x="5190189" y="3568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1" name="pt15641"/>
            <p:cNvSpPr/>
            <p:nvPr/>
          </p:nvSpPr>
          <p:spPr>
            <a:xfrm>
              <a:off x="5133083" y="35505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2" name="pt15642"/>
            <p:cNvSpPr/>
            <p:nvPr/>
          </p:nvSpPr>
          <p:spPr>
            <a:xfrm>
              <a:off x="5164965" y="3557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3" name="pt15643"/>
            <p:cNvSpPr/>
            <p:nvPr/>
          </p:nvSpPr>
          <p:spPr>
            <a:xfrm>
              <a:off x="5151160" y="3560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4" name="pt15644"/>
            <p:cNvSpPr/>
            <p:nvPr/>
          </p:nvSpPr>
          <p:spPr>
            <a:xfrm>
              <a:off x="5102379" y="35673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5" name="pt15645"/>
            <p:cNvSpPr/>
            <p:nvPr/>
          </p:nvSpPr>
          <p:spPr>
            <a:xfrm>
              <a:off x="5190593" y="3542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6" name="pt15646"/>
            <p:cNvSpPr/>
            <p:nvPr/>
          </p:nvSpPr>
          <p:spPr>
            <a:xfrm>
              <a:off x="5186459" y="3560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7" name="pt15647"/>
            <p:cNvSpPr/>
            <p:nvPr/>
          </p:nvSpPr>
          <p:spPr>
            <a:xfrm>
              <a:off x="5149476" y="35476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8" name="pt15648"/>
            <p:cNvSpPr/>
            <p:nvPr/>
          </p:nvSpPr>
          <p:spPr>
            <a:xfrm>
              <a:off x="5127416" y="36209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49" name="pt15649"/>
            <p:cNvSpPr/>
            <p:nvPr/>
          </p:nvSpPr>
          <p:spPr>
            <a:xfrm>
              <a:off x="5123372" y="35335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0" name="pt15650"/>
            <p:cNvSpPr/>
            <p:nvPr/>
          </p:nvSpPr>
          <p:spPr>
            <a:xfrm>
              <a:off x="5096483" y="35591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1" name="pt15651"/>
            <p:cNvSpPr/>
            <p:nvPr/>
          </p:nvSpPr>
          <p:spPr>
            <a:xfrm>
              <a:off x="5126936" y="36504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2" name="pt15652"/>
            <p:cNvSpPr/>
            <p:nvPr/>
          </p:nvSpPr>
          <p:spPr>
            <a:xfrm>
              <a:off x="5111489" y="35461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3" name="pt15653"/>
            <p:cNvSpPr/>
            <p:nvPr/>
          </p:nvSpPr>
          <p:spPr>
            <a:xfrm>
              <a:off x="5131099" y="35601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4" name="pt15654"/>
            <p:cNvSpPr/>
            <p:nvPr/>
          </p:nvSpPr>
          <p:spPr>
            <a:xfrm>
              <a:off x="5139215" y="3556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5" name="pt15655"/>
            <p:cNvSpPr/>
            <p:nvPr/>
          </p:nvSpPr>
          <p:spPr>
            <a:xfrm>
              <a:off x="5124944" y="35360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6" name="pt15656"/>
            <p:cNvSpPr/>
            <p:nvPr/>
          </p:nvSpPr>
          <p:spPr>
            <a:xfrm>
              <a:off x="5109417" y="35561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7" name="pt15657"/>
            <p:cNvSpPr/>
            <p:nvPr/>
          </p:nvSpPr>
          <p:spPr>
            <a:xfrm>
              <a:off x="5207925" y="35603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8" name="pt15658"/>
            <p:cNvSpPr/>
            <p:nvPr/>
          </p:nvSpPr>
          <p:spPr>
            <a:xfrm>
              <a:off x="5168890" y="35645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59" name="pt15659"/>
            <p:cNvSpPr/>
            <p:nvPr/>
          </p:nvSpPr>
          <p:spPr>
            <a:xfrm>
              <a:off x="5326296" y="35153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0" name="pt15660"/>
            <p:cNvSpPr/>
            <p:nvPr/>
          </p:nvSpPr>
          <p:spPr>
            <a:xfrm>
              <a:off x="5119419" y="35420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1" name="pt15661"/>
            <p:cNvSpPr/>
            <p:nvPr/>
          </p:nvSpPr>
          <p:spPr>
            <a:xfrm>
              <a:off x="5158729" y="3592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2" name="pt15662"/>
            <p:cNvSpPr/>
            <p:nvPr/>
          </p:nvSpPr>
          <p:spPr>
            <a:xfrm>
              <a:off x="5182371" y="35521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3" name="pt15663"/>
            <p:cNvSpPr/>
            <p:nvPr/>
          </p:nvSpPr>
          <p:spPr>
            <a:xfrm>
              <a:off x="5142046" y="35323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4" name="pt15664"/>
            <p:cNvSpPr/>
            <p:nvPr/>
          </p:nvSpPr>
          <p:spPr>
            <a:xfrm>
              <a:off x="5182756" y="3523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5" name="pt15665"/>
            <p:cNvSpPr/>
            <p:nvPr/>
          </p:nvSpPr>
          <p:spPr>
            <a:xfrm>
              <a:off x="5194424" y="3531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6" name="pt15666"/>
            <p:cNvSpPr/>
            <p:nvPr/>
          </p:nvSpPr>
          <p:spPr>
            <a:xfrm>
              <a:off x="5111817" y="3575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7" name="pt15667"/>
            <p:cNvSpPr/>
            <p:nvPr/>
          </p:nvSpPr>
          <p:spPr>
            <a:xfrm>
              <a:off x="5149525" y="3540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8" name="pt15668"/>
            <p:cNvSpPr/>
            <p:nvPr/>
          </p:nvSpPr>
          <p:spPr>
            <a:xfrm>
              <a:off x="5156317" y="36073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69" name="pt15669"/>
            <p:cNvSpPr/>
            <p:nvPr/>
          </p:nvSpPr>
          <p:spPr>
            <a:xfrm>
              <a:off x="5153943" y="35454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0" name="pt15670"/>
            <p:cNvSpPr/>
            <p:nvPr/>
          </p:nvSpPr>
          <p:spPr>
            <a:xfrm>
              <a:off x="5150123" y="35960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1" name="pt15671"/>
            <p:cNvSpPr/>
            <p:nvPr/>
          </p:nvSpPr>
          <p:spPr>
            <a:xfrm>
              <a:off x="5107650" y="3562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2" name="pt15672"/>
            <p:cNvSpPr/>
            <p:nvPr/>
          </p:nvSpPr>
          <p:spPr>
            <a:xfrm>
              <a:off x="5132061" y="35977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3" name="pt15673"/>
            <p:cNvSpPr/>
            <p:nvPr/>
          </p:nvSpPr>
          <p:spPr>
            <a:xfrm>
              <a:off x="5151244" y="3557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4" name="pt15674"/>
            <p:cNvSpPr/>
            <p:nvPr/>
          </p:nvSpPr>
          <p:spPr>
            <a:xfrm>
              <a:off x="5109649" y="36113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5" name="pt15675"/>
            <p:cNvSpPr/>
            <p:nvPr/>
          </p:nvSpPr>
          <p:spPr>
            <a:xfrm>
              <a:off x="5105084" y="36207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6" name="pt15676"/>
            <p:cNvSpPr/>
            <p:nvPr/>
          </p:nvSpPr>
          <p:spPr>
            <a:xfrm>
              <a:off x="5111342" y="35113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7" name="pt15677"/>
            <p:cNvSpPr/>
            <p:nvPr/>
          </p:nvSpPr>
          <p:spPr>
            <a:xfrm>
              <a:off x="5144564" y="3527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8" name="pt15678"/>
            <p:cNvSpPr/>
            <p:nvPr/>
          </p:nvSpPr>
          <p:spPr>
            <a:xfrm>
              <a:off x="5153910" y="3552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79" name="pt15679"/>
            <p:cNvSpPr/>
            <p:nvPr/>
          </p:nvSpPr>
          <p:spPr>
            <a:xfrm>
              <a:off x="5155053" y="3510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0" name="pt15680"/>
            <p:cNvSpPr/>
            <p:nvPr/>
          </p:nvSpPr>
          <p:spPr>
            <a:xfrm>
              <a:off x="5105279" y="35389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1" name="pt15681"/>
            <p:cNvSpPr/>
            <p:nvPr/>
          </p:nvSpPr>
          <p:spPr>
            <a:xfrm>
              <a:off x="5202033" y="35376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2" name="pt15682"/>
            <p:cNvSpPr/>
            <p:nvPr/>
          </p:nvSpPr>
          <p:spPr>
            <a:xfrm>
              <a:off x="5139451" y="35414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3" name="pt15683"/>
            <p:cNvSpPr/>
            <p:nvPr/>
          </p:nvSpPr>
          <p:spPr>
            <a:xfrm>
              <a:off x="5092091" y="35442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4" name="pt15684"/>
            <p:cNvSpPr/>
            <p:nvPr/>
          </p:nvSpPr>
          <p:spPr>
            <a:xfrm>
              <a:off x="5116816" y="36123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5" name="pt15685"/>
            <p:cNvSpPr/>
            <p:nvPr/>
          </p:nvSpPr>
          <p:spPr>
            <a:xfrm>
              <a:off x="5190745" y="35551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6" name="pt15686"/>
            <p:cNvSpPr/>
            <p:nvPr/>
          </p:nvSpPr>
          <p:spPr>
            <a:xfrm>
              <a:off x="5178680" y="34965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7" name="pt15687"/>
            <p:cNvSpPr/>
            <p:nvPr/>
          </p:nvSpPr>
          <p:spPr>
            <a:xfrm>
              <a:off x="5178677" y="35247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8" name="pt15688"/>
            <p:cNvSpPr/>
            <p:nvPr/>
          </p:nvSpPr>
          <p:spPr>
            <a:xfrm>
              <a:off x="5138502" y="3307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89" name="pt15689"/>
            <p:cNvSpPr/>
            <p:nvPr/>
          </p:nvSpPr>
          <p:spPr>
            <a:xfrm>
              <a:off x="5162539" y="35423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0" name="pt15690"/>
            <p:cNvSpPr/>
            <p:nvPr/>
          </p:nvSpPr>
          <p:spPr>
            <a:xfrm>
              <a:off x="5171525" y="34925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1" name="pt15691"/>
            <p:cNvSpPr/>
            <p:nvPr/>
          </p:nvSpPr>
          <p:spPr>
            <a:xfrm>
              <a:off x="5184370" y="35784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2" name="pt15692"/>
            <p:cNvSpPr/>
            <p:nvPr/>
          </p:nvSpPr>
          <p:spPr>
            <a:xfrm>
              <a:off x="5138082" y="3541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3" name="pt15693"/>
            <p:cNvSpPr/>
            <p:nvPr/>
          </p:nvSpPr>
          <p:spPr>
            <a:xfrm>
              <a:off x="5129547" y="3531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4" name="pt15694"/>
            <p:cNvSpPr/>
            <p:nvPr/>
          </p:nvSpPr>
          <p:spPr>
            <a:xfrm>
              <a:off x="5136999" y="35337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5" name="pt15695"/>
            <p:cNvSpPr/>
            <p:nvPr/>
          </p:nvSpPr>
          <p:spPr>
            <a:xfrm>
              <a:off x="5094338" y="35747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6" name="pt15696"/>
            <p:cNvSpPr/>
            <p:nvPr/>
          </p:nvSpPr>
          <p:spPr>
            <a:xfrm>
              <a:off x="5147652" y="35974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7" name="pt15697"/>
            <p:cNvSpPr/>
            <p:nvPr/>
          </p:nvSpPr>
          <p:spPr>
            <a:xfrm>
              <a:off x="5102107" y="35205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8" name="pt15698"/>
            <p:cNvSpPr/>
            <p:nvPr/>
          </p:nvSpPr>
          <p:spPr>
            <a:xfrm>
              <a:off x="5106833" y="35734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699" name="pt15699"/>
            <p:cNvSpPr/>
            <p:nvPr/>
          </p:nvSpPr>
          <p:spPr>
            <a:xfrm>
              <a:off x="5126066" y="36023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0" name="pt15700"/>
            <p:cNvSpPr/>
            <p:nvPr/>
          </p:nvSpPr>
          <p:spPr>
            <a:xfrm>
              <a:off x="5165275" y="35759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1" name="pt15701"/>
            <p:cNvSpPr/>
            <p:nvPr/>
          </p:nvSpPr>
          <p:spPr>
            <a:xfrm>
              <a:off x="5124300" y="35407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2" name="pt15702"/>
            <p:cNvSpPr/>
            <p:nvPr/>
          </p:nvSpPr>
          <p:spPr>
            <a:xfrm>
              <a:off x="5101809" y="3517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3" name="pt15703"/>
            <p:cNvSpPr/>
            <p:nvPr/>
          </p:nvSpPr>
          <p:spPr>
            <a:xfrm>
              <a:off x="5155356" y="35642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4" name="pt15704"/>
            <p:cNvSpPr/>
            <p:nvPr/>
          </p:nvSpPr>
          <p:spPr>
            <a:xfrm>
              <a:off x="5191801" y="3570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5" name="pt15705"/>
            <p:cNvSpPr/>
            <p:nvPr/>
          </p:nvSpPr>
          <p:spPr>
            <a:xfrm>
              <a:off x="5099951" y="35457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6" name="pt15706"/>
            <p:cNvSpPr/>
            <p:nvPr/>
          </p:nvSpPr>
          <p:spPr>
            <a:xfrm>
              <a:off x="5178148" y="3550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7" name="pt15707"/>
            <p:cNvSpPr/>
            <p:nvPr/>
          </p:nvSpPr>
          <p:spPr>
            <a:xfrm>
              <a:off x="5170860" y="3580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8" name="pt15708"/>
            <p:cNvSpPr/>
            <p:nvPr/>
          </p:nvSpPr>
          <p:spPr>
            <a:xfrm>
              <a:off x="5088223" y="35494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09" name="pt15709"/>
            <p:cNvSpPr/>
            <p:nvPr/>
          </p:nvSpPr>
          <p:spPr>
            <a:xfrm>
              <a:off x="5091731" y="36217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0" name="pt15710"/>
            <p:cNvSpPr/>
            <p:nvPr/>
          </p:nvSpPr>
          <p:spPr>
            <a:xfrm>
              <a:off x="5134917" y="3534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1" name="pt15711"/>
            <p:cNvSpPr/>
            <p:nvPr/>
          </p:nvSpPr>
          <p:spPr>
            <a:xfrm>
              <a:off x="5109075" y="3565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2" name="pt15712"/>
            <p:cNvSpPr/>
            <p:nvPr/>
          </p:nvSpPr>
          <p:spPr>
            <a:xfrm>
              <a:off x="5113686" y="36464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3" name="pt15713"/>
            <p:cNvSpPr/>
            <p:nvPr/>
          </p:nvSpPr>
          <p:spPr>
            <a:xfrm>
              <a:off x="5134660" y="3511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4" name="pt15714"/>
            <p:cNvSpPr/>
            <p:nvPr/>
          </p:nvSpPr>
          <p:spPr>
            <a:xfrm>
              <a:off x="5110903" y="35639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5" name="pt15715"/>
            <p:cNvSpPr/>
            <p:nvPr/>
          </p:nvSpPr>
          <p:spPr>
            <a:xfrm>
              <a:off x="5502120" y="35563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6" name="pt15716"/>
            <p:cNvSpPr/>
            <p:nvPr/>
          </p:nvSpPr>
          <p:spPr>
            <a:xfrm>
              <a:off x="5169542" y="35721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7" name="pt15717"/>
            <p:cNvSpPr/>
            <p:nvPr/>
          </p:nvSpPr>
          <p:spPr>
            <a:xfrm>
              <a:off x="5088067" y="35470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8" name="pt15718"/>
            <p:cNvSpPr/>
            <p:nvPr/>
          </p:nvSpPr>
          <p:spPr>
            <a:xfrm>
              <a:off x="5171096" y="3595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19" name="pt15719"/>
            <p:cNvSpPr/>
            <p:nvPr/>
          </p:nvSpPr>
          <p:spPr>
            <a:xfrm>
              <a:off x="5088218" y="35649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0" name="pt15720"/>
            <p:cNvSpPr/>
            <p:nvPr/>
          </p:nvSpPr>
          <p:spPr>
            <a:xfrm>
              <a:off x="5194996" y="36155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1" name="pt15721"/>
            <p:cNvSpPr/>
            <p:nvPr/>
          </p:nvSpPr>
          <p:spPr>
            <a:xfrm>
              <a:off x="5144385" y="3518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2" name="pt15722"/>
            <p:cNvSpPr/>
            <p:nvPr/>
          </p:nvSpPr>
          <p:spPr>
            <a:xfrm>
              <a:off x="5119698" y="35428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3" name="pt15723"/>
            <p:cNvSpPr/>
            <p:nvPr/>
          </p:nvSpPr>
          <p:spPr>
            <a:xfrm>
              <a:off x="5121518" y="3549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4" name="pt15724"/>
            <p:cNvSpPr/>
            <p:nvPr/>
          </p:nvSpPr>
          <p:spPr>
            <a:xfrm>
              <a:off x="5114930" y="35335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5" name="pt15725"/>
            <p:cNvSpPr/>
            <p:nvPr/>
          </p:nvSpPr>
          <p:spPr>
            <a:xfrm>
              <a:off x="5130598" y="3532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6" name="pt15726"/>
            <p:cNvSpPr/>
            <p:nvPr/>
          </p:nvSpPr>
          <p:spPr>
            <a:xfrm>
              <a:off x="5152913" y="3562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7" name="pt15727"/>
            <p:cNvSpPr/>
            <p:nvPr/>
          </p:nvSpPr>
          <p:spPr>
            <a:xfrm>
              <a:off x="5113471" y="35150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28" name="pt15728"/>
            <p:cNvSpPr/>
            <p:nvPr/>
          </p:nvSpPr>
          <p:spPr>
            <a:xfrm>
              <a:off x="5044941" y="3641835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9" name="pt15729"/>
            <p:cNvSpPr/>
            <p:nvPr/>
          </p:nvSpPr>
          <p:spPr>
            <a:xfrm>
              <a:off x="5140049" y="35447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0" name="pt15730"/>
            <p:cNvSpPr/>
            <p:nvPr/>
          </p:nvSpPr>
          <p:spPr>
            <a:xfrm>
              <a:off x="5217985" y="35396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1" name="pt15731"/>
            <p:cNvSpPr/>
            <p:nvPr/>
          </p:nvSpPr>
          <p:spPr>
            <a:xfrm>
              <a:off x="5188579" y="3507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2" name="pt15732"/>
            <p:cNvSpPr/>
            <p:nvPr/>
          </p:nvSpPr>
          <p:spPr>
            <a:xfrm>
              <a:off x="5135369" y="36097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3" name="pt15733"/>
            <p:cNvSpPr/>
            <p:nvPr/>
          </p:nvSpPr>
          <p:spPr>
            <a:xfrm>
              <a:off x="5220308" y="3602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4" name="pt15734"/>
            <p:cNvSpPr/>
            <p:nvPr/>
          </p:nvSpPr>
          <p:spPr>
            <a:xfrm>
              <a:off x="5130998" y="35696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5" name="pt15735"/>
            <p:cNvSpPr/>
            <p:nvPr/>
          </p:nvSpPr>
          <p:spPr>
            <a:xfrm>
              <a:off x="5149192" y="35532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6" name="pt15736"/>
            <p:cNvSpPr/>
            <p:nvPr/>
          </p:nvSpPr>
          <p:spPr>
            <a:xfrm>
              <a:off x="5178514" y="35520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7" name="pt15737"/>
            <p:cNvSpPr/>
            <p:nvPr/>
          </p:nvSpPr>
          <p:spPr>
            <a:xfrm>
              <a:off x="5145281" y="35321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8" name="pt15738"/>
            <p:cNvSpPr/>
            <p:nvPr/>
          </p:nvSpPr>
          <p:spPr>
            <a:xfrm>
              <a:off x="5170275" y="3569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39" name="pt15739"/>
            <p:cNvSpPr/>
            <p:nvPr/>
          </p:nvSpPr>
          <p:spPr>
            <a:xfrm>
              <a:off x="5108988" y="3578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0" name="pt15740"/>
            <p:cNvSpPr/>
            <p:nvPr/>
          </p:nvSpPr>
          <p:spPr>
            <a:xfrm>
              <a:off x="5145332" y="35385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1" name="pt15741"/>
            <p:cNvSpPr/>
            <p:nvPr/>
          </p:nvSpPr>
          <p:spPr>
            <a:xfrm>
              <a:off x="5130366" y="35704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2" name="pt15742"/>
            <p:cNvSpPr/>
            <p:nvPr/>
          </p:nvSpPr>
          <p:spPr>
            <a:xfrm>
              <a:off x="5153966" y="3568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3" name="pt15743"/>
            <p:cNvSpPr/>
            <p:nvPr/>
          </p:nvSpPr>
          <p:spPr>
            <a:xfrm>
              <a:off x="5109188" y="35542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4" name="pt15744"/>
            <p:cNvSpPr/>
            <p:nvPr/>
          </p:nvSpPr>
          <p:spPr>
            <a:xfrm>
              <a:off x="5150056" y="3580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5" name="pt15745"/>
            <p:cNvSpPr/>
            <p:nvPr/>
          </p:nvSpPr>
          <p:spPr>
            <a:xfrm>
              <a:off x="5100028" y="35828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6" name="pt15746"/>
            <p:cNvSpPr/>
            <p:nvPr/>
          </p:nvSpPr>
          <p:spPr>
            <a:xfrm>
              <a:off x="5119976" y="3557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7" name="pt15747"/>
            <p:cNvSpPr/>
            <p:nvPr/>
          </p:nvSpPr>
          <p:spPr>
            <a:xfrm>
              <a:off x="5152203" y="35608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8" name="pt15748"/>
            <p:cNvSpPr/>
            <p:nvPr/>
          </p:nvSpPr>
          <p:spPr>
            <a:xfrm>
              <a:off x="5147758" y="35770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49" name="pt15749"/>
            <p:cNvSpPr/>
            <p:nvPr/>
          </p:nvSpPr>
          <p:spPr>
            <a:xfrm>
              <a:off x="5107056" y="35448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0" name="pt15750"/>
            <p:cNvSpPr/>
            <p:nvPr/>
          </p:nvSpPr>
          <p:spPr>
            <a:xfrm>
              <a:off x="5127218" y="3544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1" name="pt15751"/>
            <p:cNvSpPr/>
            <p:nvPr/>
          </p:nvSpPr>
          <p:spPr>
            <a:xfrm>
              <a:off x="5106436" y="35599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2" name="pt15752"/>
            <p:cNvSpPr/>
            <p:nvPr/>
          </p:nvSpPr>
          <p:spPr>
            <a:xfrm>
              <a:off x="5145194" y="36056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3" name="pt15753"/>
            <p:cNvSpPr/>
            <p:nvPr/>
          </p:nvSpPr>
          <p:spPr>
            <a:xfrm>
              <a:off x="5086368" y="3584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4" name="pt15754"/>
            <p:cNvSpPr/>
            <p:nvPr/>
          </p:nvSpPr>
          <p:spPr>
            <a:xfrm>
              <a:off x="5170435" y="3566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5" name="pt15755"/>
            <p:cNvSpPr/>
            <p:nvPr/>
          </p:nvSpPr>
          <p:spPr>
            <a:xfrm>
              <a:off x="5149217" y="3554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6" name="pt15756"/>
            <p:cNvSpPr/>
            <p:nvPr/>
          </p:nvSpPr>
          <p:spPr>
            <a:xfrm>
              <a:off x="5129915" y="35661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7" name="pt15757"/>
            <p:cNvSpPr/>
            <p:nvPr/>
          </p:nvSpPr>
          <p:spPr>
            <a:xfrm>
              <a:off x="5085933" y="3554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8" name="pt15758"/>
            <p:cNvSpPr/>
            <p:nvPr/>
          </p:nvSpPr>
          <p:spPr>
            <a:xfrm>
              <a:off x="5115091" y="35927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59" name="pt15759"/>
            <p:cNvSpPr/>
            <p:nvPr/>
          </p:nvSpPr>
          <p:spPr>
            <a:xfrm>
              <a:off x="5162754" y="3580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0" name="pt15760"/>
            <p:cNvSpPr/>
            <p:nvPr/>
          </p:nvSpPr>
          <p:spPr>
            <a:xfrm>
              <a:off x="5187400" y="3536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1" name="pt15761"/>
            <p:cNvSpPr/>
            <p:nvPr/>
          </p:nvSpPr>
          <p:spPr>
            <a:xfrm>
              <a:off x="5179520" y="35262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2" name="pt15762"/>
            <p:cNvSpPr/>
            <p:nvPr/>
          </p:nvSpPr>
          <p:spPr>
            <a:xfrm>
              <a:off x="5145940" y="3573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3" name="pt15763"/>
            <p:cNvSpPr/>
            <p:nvPr/>
          </p:nvSpPr>
          <p:spPr>
            <a:xfrm>
              <a:off x="5116413" y="35473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4" name="pt15764"/>
            <p:cNvSpPr/>
            <p:nvPr/>
          </p:nvSpPr>
          <p:spPr>
            <a:xfrm>
              <a:off x="5089284" y="35491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5" name="pt15765"/>
            <p:cNvSpPr/>
            <p:nvPr/>
          </p:nvSpPr>
          <p:spPr>
            <a:xfrm>
              <a:off x="5155289" y="3544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6" name="pt15766"/>
            <p:cNvSpPr/>
            <p:nvPr/>
          </p:nvSpPr>
          <p:spPr>
            <a:xfrm>
              <a:off x="5169758" y="35764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7" name="pt15767"/>
            <p:cNvSpPr/>
            <p:nvPr/>
          </p:nvSpPr>
          <p:spPr>
            <a:xfrm>
              <a:off x="5137926" y="3606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8" name="pt15768"/>
            <p:cNvSpPr/>
            <p:nvPr/>
          </p:nvSpPr>
          <p:spPr>
            <a:xfrm>
              <a:off x="5149740" y="35390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69" name="pt15769"/>
            <p:cNvSpPr/>
            <p:nvPr/>
          </p:nvSpPr>
          <p:spPr>
            <a:xfrm>
              <a:off x="5085156" y="36066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0" name="pt15770"/>
            <p:cNvSpPr/>
            <p:nvPr/>
          </p:nvSpPr>
          <p:spPr>
            <a:xfrm>
              <a:off x="5083150" y="35805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1" name="pt15771"/>
            <p:cNvSpPr/>
            <p:nvPr/>
          </p:nvSpPr>
          <p:spPr>
            <a:xfrm>
              <a:off x="5126967" y="3566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2" name="pt15772"/>
            <p:cNvSpPr/>
            <p:nvPr/>
          </p:nvSpPr>
          <p:spPr>
            <a:xfrm>
              <a:off x="5194280" y="33225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3" name="pt15773"/>
            <p:cNvSpPr/>
            <p:nvPr/>
          </p:nvSpPr>
          <p:spPr>
            <a:xfrm>
              <a:off x="5125827" y="35399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4" name="pt15774"/>
            <p:cNvSpPr/>
            <p:nvPr/>
          </p:nvSpPr>
          <p:spPr>
            <a:xfrm>
              <a:off x="5172578" y="3568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5" name="pt15775"/>
            <p:cNvSpPr/>
            <p:nvPr/>
          </p:nvSpPr>
          <p:spPr>
            <a:xfrm>
              <a:off x="5027727" y="35271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6" name="pt15776"/>
            <p:cNvSpPr/>
            <p:nvPr/>
          </p:nvSpPr>
          <p:spPr>
            <a:xfrm>
              <a:off x="5112399" y="3570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7" name="pt15777"/>
            <p:cNvSpPr/>
            <p:nvPr/>
          </p:nvSpPr>
          <p:spPr>
            <a:xfrm>
              <a:off x="5196078" y="35757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8" name="pt15778"/>
            <p:cNvSpPr/>
            <p:nvPr/>
          </p:nvSpPr>
          <p:spPr>
            <a:xfrm>
              <a:off x="5173635" y="35543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79" name="pt15779"/>
            <p:cNvSpPr/>
            <p:nvPr/>
          </p:nvSpPr>
          <p:spPr>
            <a:xfrm>
              <a:off x="5171725" y="35579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0" name="pt15780"/>
            <p:cNvSpPr/>
            <p:nvPr/>
          </p:nvSpPr>
          <p:spPr>
            <a:xfrm>
              <a:off x="5156371" y="35196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1" name="pt15781"/>
            <p:cNvSpPr/>
            <p:nvPr/>
          </p:nvSpPr>
          <p:spPr>
            <a:xfrm>
              <a:off x="5142261" y="35584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2" name="pt15782"/>
            <p:cNvSpPr/>
            <p:nvPr/>
          </p:nvSpPr>
          <p:spPr>
            <a:xfrm>
              <a:off x="5155297" y="3582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3" name="pt15783"/>
            <p:cNvSpPr/>
            <p:nvPr/>
          </p:nvSpPr>
          <p:spPr>
            <a:xfrm>
              <a:off x="5137684" y="3580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4" name="pt15784"/>
            <p:cNvSpPr/>
            <p:nvPr/>
          </p:nvSpPr>
          <p:spPr>
            <a:xfrm>
              <a:off x="5150755" y="3572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5" name="pt15785"/>
            <p:cNvSpPr/>
            <p:nvPr/>
          </p:nvSpPr>
          <p:spPr>
            <a:xfrm>
              <a:off x="5156231" y="3568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6" name="pt15786"/>
            <p:cNvSpPr/>
            <p:nvPr/>
          </p:nvSpPr>
          <p:spPr>
            <a:xfrm>
              <a:off x="5150007" y="35665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7" name="pt15787"/>
            <p:cNvSpPr/>
            <p:nvPr/>
          </p:nvSpPr>
          <p:spPr>
            <a:xfrm>
              <a:off x="5142658" y="35496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8" name="pt15788"/>
            <p:cNvSpPr/>
            <p:nvPr/>
          </p:nvSpPr>
          <p:spPr>
            <a:xfrm>
              <a:off x="5087154" y="3580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89" name="pt15789"/>
            <p:cNvSpPr/>
            <p:nvPr/>
          </p:nvSpPr>
          <p:spPr>
            <a:xfrm>
              <a:off x="5101936" y="35391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0" name="pt15790"/>
            <p:cNvSpPr/>
            <p:nvPr/>
          </p:nvSpPr>
          <p:spPr>
            <a:xfrm>
              <a:off x="5126150" y="3563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1" name="pt15791"/>
            <p:cNvSpPr/>
            <p:nvPr/>
          </p:nvSpPr>
          <p:spPr>
            <a:xfrm>
              <a:off x="5190417" y="35612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2" name="pt15792"/>
            <p:cNvSpPr/>
            <p:nvPr/>
          </p:nvSpPr>
          <p:spPr>
            <a:xfrm>
              <a:off x="5187548" y="35237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3" name="pt15793"/>
            <p:cNvSpPr/>
            <p:nvPr/>
          </p:nvSpPr>
          <p:spPr>
            <a:xfrm>
              <a:off x="5134853" y="3763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4" name="pt15794"/>
            <p:cNvSpPr/>
            <p:nvPr/>
          </p:nvSpPr>
          <p:spPr>
            <a:xfrm>
              <a:off x="5127003" y="36038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5" name="pt15795"/>
            <p:cNvSpPr/>
            <p:nvPr/>
          </p:nvSpPr>
          <p:spPr>
            <a:xfrm>
              <a:off x="5115896" y="35072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6" name="pt15796"/>
            <p:cNvSpPr/>
            <p:nvPr/>
          </p:nvSpPr>
          <p:spPr>
            <a:xfrm>
              <a:off x="5168287" y="3540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7" name="pt15797"/>
            <p:cNvSpPr/>
            <p:nvPr/>
          </p:nvSpPr>
          <p:spPr>
            <a:xfrm>
              <a:off x="5122161" y="3572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8" name="pt15798"/>
            <p:cNvSpPr/>
            <p:nvPr/>
          </p:nvSpPr>
          <p:spPr>
            <a:xfrm>
              <a:off x="5168273" y="35779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799" name="pt15799"/>
            <p:cNvSpPr/>
            <p:nvPr/>
          </p:nvSpPr>
          <p:spPr>
            <a:xfrm>
              <a:off x="5146713" y="35419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0" name="pt15800"/>
            <p:cNvSpPr/>
            <p:nvPr/>
          </p:nvSpPr>
          <p:spPr>
            <a:xfrm>
              <a:off x="5172902" y="3605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1" name="pt15801"/>
            <p:cNvSpPr/>
            <p:nvPr/>
          </p:nvSpPr>
          <p:spPr>
            <a:xfrm>
              <a:off x="5102723" y="3525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2" name="pt15802"/>
            <p:cNvSpPr/>
            <p:nvPr/>
          </p:nvSpPr>
          <p:spPr>
            <a:xfrm>
              <a:off x="5117706" y="3558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3" name="pt15803"/>
            <p:cNvSpPr/>
            <p:nvPr/>
          </p:nvSpPr>
          <p:spPr>
            <a:xfrm>
              <a:off x="5127557" y="3535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4" name="pt15804"/>
            <p:cNvSpPr/>
            <p:nvPr/>
          </p:nvSpPr>
          <p:spPr>
            <a:xfrm>
              <a:off x="5227633" y="35818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5" name="pt15805"/>
            <p:cNvSpPr/>
            <p:nvPr/>
          </p:nvSpPr>
          <p:spPr>
            <a:xfrm>
              <a:off x="5129545" y="3539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6" name="pt15806"/>
            <p:cNvSpPr/>
            <p:nvPr/>
          </p:nvSpPr>
          <p:spPr>
            <a:xfrm>
              <a:off x="5118037" y="35514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7" name="pt15807"/>
            <p:cNvSpPr/>
            <p:nvPr/>
          </p:nvSpPr>
          <p:spPr>
            <a:xfrm>
              <a:off x="5151243" y="35646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8" name="pt15808"/>
            <p:cNvSpPr/>
            <p:nvPr/>
          </p:nvSpPr>
          <p:spPr>
            <a:xfrm>
              <a:off x="5108905" y="35748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09" name="pt15809"/>
            <p:cNvSpPr/>
            <p:nvPr/>
          </p:nvSpPr>
          <p:spPr>
            <a:xfrm>
              <a:off x="5120489" y="3545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0" name="pt15810"/>
            <p:cNvSpPr/>
            <p:nvPr/>
          </p:nvSpPr>
          <p:spPr>
            <a:xfrm>
              <a:off x="5091741" y="3600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1" name="pt15811"/>
            <p:cNvSpPr/>
            <p:nvPr/>
          </p:nvSpPr>
          <p:spPr>
            <a:xfrm>
              <a:off x="5117605" y="35648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2" name="pt15812"/>
            <p:cNvSpPr/>
            <p:nvPr/>
          </p:nvSpPr>
          <p:spPr>
            <a:xfrm>
              <a:off x="5158887" y="35669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3" name="pt15813"/>
            <p:cNvSpPr/>
            <p:nvPr/>
          </p:nvSpPr>
          <p:spPr>
            <a:xfrm>
              <a:off x="5066396" y="35478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4" name="pt15814"/>
            <p:cNvSpPr/>
            <p:nvPr/>
          </p:nvSpPr>
          <p:spPr>
            <a:xfrm>
              <a:off x="5094831" y="3527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5" name="pt15815"/>
            <p:cNvSpPr/>
            <p:nvPr/>
          </p:nvSpPr>
          <p:spPr>
            <a:xfrm>
              <a:off x="5148192" y="35161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6" name="pt15816"/>
            <p:cNvSpPr/>
            <p:nvPr/>
          </p:nvSpPr>
          <p:spPr>
            <a:xfrm>
              <a:off x="5113416" y="35562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7" name="pt15817"/>
            <p:cNvSpPr/>
            <p:nvPr/>
          </p:nvSpPr>
          <p:spPr>
            <a:xfrm>
              <a:off x="5083758" y="35676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8" name="pt15818"/>
            <p:cNvSpPr/>
            <p:nvPr/>
          </p:nvSpPr>
          <p:spPr>
            <a:xfrm>
              <a:off x="5091154" y="3560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19" name="pt15819"/>
            <p:cNvSpPr/>
            <p:nvPr/>
          </p:nvSpPr>
          <p:spPr>
            <a:xfrm>
              <a:off x="5144294" y="35678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0" name="pt15820"/>
            <p:cNvSpPr/>
            <p:nvPr/>
          </p:nvSpPr>
          <p:spPr>
            <a:xfrm>
              <a:off x="5147787" y="35899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1" name="pt15821"/>
            <p:cNvSpPr/>
            <p:nvPr/>
          </p:nvSpPr>
          <p:spPr>
            <a:xfrm>
              <a:off x="5207719" y="3676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2" name="pt15822"/>
            <p:cNvSpPr/>
            <p:nvPr/>
          </p:nvSpPr>
          <p:spPr>
            <a:xfrm>
              <a:off x="5136188" y="3539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3" name="pt15823"/>
            <p:cNvSpPr/>
            <p:nvPr/>
          </p:nvSpPr>
          <p:spPr>
            <a:xfrm>
              <a:off x="5157490" y="3433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4" name="pt15824"/>
            <p:cNvSpPr/>
            <p:nvPr/>
          </p:nvSpPr>
          <p:spPr>
            <a:xfrm>
              <a:off x="5184204" y="35509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5" name="pt15825"/>
            <p:cNvSpPr/>
            <p:nvPr/>
          </p:nvSpPr>
          <p:spPr>
            <a:xfrm>
              <a:off x="5190904" y="35477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6" name="pt15826"/>
            <p:cNvSpPr/>
            <p:nvPr/>
          </p:nvSpPr>
          <p:spPr>
            <a:xfrm>
              <a:off x="5164999" y="35808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7" name="pt15827"/>
            <p:cNvSpPr/>
            <p:nvPr/>
          </p:nvSpPr>
          <p:spPr>
            <a:xfrm>
              <a:off x="5103841" y="3577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8" name="pt15828"/>
            <p:cNvSpPr/>
            <p:nvPr/>
          </p:nvSpPr>
          <p:spPr>
            <a:xfrm>
              <a:off x="5113029" y="3591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29" name="pt15829"/>
            <p:cNvSpPr/>
            <p:nvPr/>
          </p:nvSpPr>
          <p:spPr>
            <a:xfrm>
              <a:off x="5109305" y="35556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0" name="pt15830"/>
            <p:cNvSpPr/>
            <p:nvPr/>
          </p:nvSpPr>
          <p:spPr>
            <a:xfrm>
              <a:off x="5126624" y="35762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1" name="pt15831"/>
            <p:cNvSpPr/>
            <p:nvPr/>
          </p:nvSpPr>
          <p:spPr>
            <a:xfrm>
              <a:off x="5125918" y="35548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2" name="pt15832"/>
            <p:cNvSpPr/>
            <p:nvPr/>
          </p:nvSpPr>
          <p:spPr>
            <a:xfrm>
              <a:off x="5132222" y="35626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3" name="pt15833"/>
            <p:cNvSpPr/>
            <p:nvPr/>
          </p:nvSpPr>
          <p:spPr>
            <a:xfrm>
              <a:off x="5161917" y="34802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4" name="pt15834"/>
            <p:cNvSpPr/>
            <p:nvPr/>
          </p:nvSpPr>
          <p:spPr>
            <a:xfrm>
              <a:off x="5146260" y="35955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5" name="pt15835"/>
            <p:cNvSpPr/>
            <p:nvPr/>
          </p:nvSpPr>
          <p:spPr>
            <a:xfrm>
              <a:off x="5084760" y="35597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6" name="pt15836"/>
            <p:cNvSpPr/>
            <p:nvPr/>
          </p:nvSpPr>
          <p:spPr>
            <a:xfrm>
              <a:off x="5123850" y="35605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7" name="pt15837"/>
            <p:cNvSpPr/>
            <p:nvPr/>
          </p:nvSpPr>
          <p:spPr>
            <a:xfrm>
              <a:off x="5123609" y="35793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8" name="pt15838"/>
            <p:cNvSpPr/>
            <p:nvPr/>
          </p:nvSpPr>
          <p:spPr>
            <a:xfrm>
              <a:off x="5157569" y="35585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39" name="pt15839"/>
            <p:cNvSpPr/>
            <p:nvPr/>
          </p:nvSpPr>
          <p:spPr>
            <a:xfrm>
              <a:off x="5120772" y="35592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0" name="pt15840"/>
            <p:cNvSpPr/>
            <p:nvPr/>
          </p:nvSpPr>
          <p:spPr>
            <a:xfrm>
              <a:off x="5141251" y="3567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1" name="pt15841"/>
            <p:cNvSpPr/>
            <p:nvPr/>
          </p:nvSpPr>
          <p:spPr>
            <a:xfrm>
              <a:off x="5160839" y="35437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2" name="pt15842"/>
            <p:cNvSpPr/>
            <p:nvPr/>
          </p:nvSpPr>
          <p:spPr>
            <a:xfrm>
              <a:off x="5151366" y="3593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3" name="pt15843"/>
            <p:cNvSpPr/>
            <p:nvPr/>
          </p:nvSpPr>
          <p:spPr>
            <a:xfrm>
              <a:off x="5168339" y="35525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4" name="pt15844"/>
            <p:cNvSpPr/>
            <p:nvPr/>
          </p:nvSpPr>
          <p:spPr>
            <a:xfrm>
              <a:off x="5162860" y="3599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5" name="pt15845"/>
            <p:cNvSpPr/>
            <p:nvPr/>
          </p:nvSpPr>
          <p:spPr>
            <a:xfrm>
              <a:off x="5129425" y="3574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6" name="pt15846"/>
            <p:cNvSpPr/>
            <p:nvPr/>
          </p:nvSpPr>
          <p:spPr>
            <a:xfrm>
              <a:off x="5086392" y="35974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7" name="pt15847"/>
            <p:cNvSpPr/>
            <p:nvPr/>
          </p:nvSpPr>
          <p:spPr>
            <a:xfrm>
              <a:off x="5153791" y="35810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8" name="pt15848"/>
            <p:cNvSpPr/>
            <p:nvPr/>
          </p:nvSpPr>
          <p:spPr>
            <a:xfrm>
              <a:off x="5117209" y="35466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49" name="pt15849"/>
            <p:cNvSpPr/>
            <p:nvPr/>
          </p:nvSpPr>
          <p:spPr>
            <a:xfrm>
              <a:off x="5142276" y="36370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0" name="pt15850"/>
            <p:cNvSpPr/>
            <p:nvPr/>
          </p:nvSpPr>
          <p:spPr>
            <a:xfrm>
              <a:off x="5104308" y="36589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1" name="pt15851"/>
            <p:cNvSpPr/>
            <p:nvPr/>
          </p:nvSpPr>
          <p:spPr>
            <a:xfrm>
              <a:off x="5152425" y="3556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2" name="pt15852"/>
            <p:cNvSpPr/>
            <p:nvPr/>
          </p:nvSpPr>
          <p:spPr>
            <a:xfrm>
              <a:off x="5095779" y="35999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3" name="pt15853"/>
            <p:cNvSpPr/>
            <p:nvPr/>
          </p:nvSpPr>
          <p:spPr>
            <a:xfrm>
              <a:off x="5166408" y="35693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4" name="pt15854"/>
            <p:cNvSpPr/>
            <p:nvPr/>
          </p:nvSpPr>
          <p:spPr>
            <a:xfrm>
              <a:off x="5112392" y="35915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5" name="pt15855"/>
            <p:cNvSpPr/>
            <p:nvPr/>
          </p:nvSpPr>
          <p:spPr>
            <a:xfrm>
              <a:off x="5093123" y="35779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6" name="pt15856"/>
            <p:cNvSpPr/>
            <p:nvPr/>
          </p:nvSpPr>
          <p:spPr>
            <a:xfrm>
              <a:off x="5165268" y="3464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7" name="pt15857"/>
            <p:cNvSpPr/>
            <p:nvPr/>
          </p:nvSpPr>
          <p:spPr>
            <a:xfrm>
              <a:off x="5146122" y="35618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8" name="pt15858"/>
            <p:cNvSpPr/>
            <p:nvPr/>
          </p:nvSpPr>
          <p:spPr>
            <a:xfrm>
              <a:off x="5264239" y="35075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59" name="pt15859"/>
            <p:cNvSpPr/>
            <p:nvPr/>
          </p:nvSpPr>
          <p:spPr>
            <a:xfrm>
              <a:off x="5140452" y="3533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0" name="pt15860"/>
            <p:cNvSpPr/>
            <p:nvPr/>
          </p:nvSpPr>
          <p:spPr>
            <a:xfrm>
              <a:off x="5131338" y="3545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1" name="pt15861"/>
            <p:cNvSpPr/>
            <p:nvPr/>
          </p:nvSpPr>
          <p:spPr>
            <a:xfrm>
              <a:off x="5147271" y="34629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2" name="pt15862"/>
            <p:cNvSpPr/>
            <p:nvPr/>
          </p:nvSpPr>
          <p:spPr>
            <a:xfrm>
              <a:off x="5123371" y="3714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3" name="pt15863"/>
            <p:cNvSpPr/>
            <p:nvPr/>
          </p:nvSpPr>
          <p:spPr>
            <a:xfrm>
              <a:off x="5134945" y="37310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4" name="pt15864"/>
            <p:cNvSpPr/>
            <p:nvPr/>
          </p:nvSpPr>
          <p:spPr>
            <a:xfrm>
              <a:off x="5163681" y="35629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5" name="pt15865"/>
            <p:cNvSpPr/>
            <p:nvPr/>
          </p:nvSpPr>
          <p:spPr>
            <a:xfrm>
              <a:off x="5140390" y="3518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6" name="pt15866"/>
            <p:cNvSpPr/>
            <p:nvPr/>
          </p:nvSpPr>
          <p:spPr>
            <a:xfrm>
              <a:off x="5212187" y="35912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7" name="pt15867"/>
            <p:cNvSpPr/>
            <p:nvPr/>
          </p:nvSpPr>
          <p:spPr>
            <a:xfrm>
              <a:off x="5160962" y="3542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8" name="pt15868"/>
            <p:cNvSpPr/>
            <p:nvPr/>
          </p:nvSpPr>
          <p:spPr>
            <a:xfrm>
              <a:off x="5163449" y="35679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69" name="pt15869"/>
            <p:cNvSpPr/>
            <p:nvPr/>
          </p:nvSpPr>
          <p:spPr>
            <a:xfrm>
              <a:off x="5147088" y="35228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0" name="pt15870"/>
            <p:cNvSpPr/>
            <p:nvPr/>
          </p:nvSpPr>
          <p:spPr>
            <a:xfrm>
              <a:off x="5135830" y="35709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1" name="pt15871"/>
            <p:cNvSpPr/>
            <p:nvPr/>
          </p:nvSpPr>
          <p:spPr>
            <a:xfrm>
              <a:off x="5084593" y="3519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2" name="pt15872"/>
            <p:cNvSpPr/>
            <p:nvPr/>
          </p:nvSpPr>
          <p:spPr>
            <a:xfrm>
              <a:off x="5167469" y="35381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3" name="pt15873"/>
            <p:cNvSpPr/>
            <p:nvPr/>
          </p:nvSpPr>
          <p:spPr>
            <a:xfrm>
              <a:off x="5089254" y="35655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4" name="pt15874"/>
            <p:cNvSpPr/>
            <p:nvPr/>
          </p:nvSpPr>
          <p:spPr>
            <a:xfrm>
              <a:off x="5180610" y="3614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5" name="pt15875"/>
            <p:cNvSpPr/>
            <p:nvPr/>
          </p:nvSpPr>
          <p:spPr>
            <a:xfrm>
              <a:off x="5160019" y="36314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6" name="pt15876"/>
            <p:cNvSpPr/>
            <p:nvPr/>
          </p:nvSpPr>
          <p:spPr>
            <a:xfrm>
              <a:off x="5176682" y="35467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7" name="pt15877"/>
            <p:cNvSpPr/>
            <p:nvPr/>
          </p:nvSpPr>
          <p:spPr>
            <a:xfrm>
              <a:off x="5140361" y="3601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8" name="pt15878"/>
            <p:cNvSpPr/>
            <p:nvPr/>
          </p:nvSpPr>
          <p:spPr>
            <a:xfrm>
              <a:off x="5115013" y="3566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79" name="pt15879"/>
            <p:cNvSpPr/>
            <p:nvPr/>
          </p:nvSpPr>
          <p:spPr>
            <a:xfrm>
              <a:off x="5043547" y="35621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0" name="pt15880"/>
            <p:cNvSpPr/>
            <p:nvPr/>
          </p:nvSpPr>
          <p:spPr>
            <a:xfrm>
              <a:off x="5103204" y="35529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1" name="pt15881"/>
            <p:cNvSpPr/>
            <p:nvPr/>
          </p:nvSpPr>
          <p:spPr>
            <a:xfrm>
              <a:off x="5110507" y="35633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2" name="pt15882"/>
            <p:cNvSpPr/>
            <p:nvPr/>
          </p:nvSpPr>
          <p:spPr>
            <a:xfrm>
              <a:off x="5101156" y="3561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3" name="pt15883"/>
            <p:cNvSpPr/>
            <p:nvPr/>
          </p:nvSpPr>
          <p:spPr>
            <a:xfrm>
              <a:off x="5091719" y="35602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4" name="pt15884"/>
            <p:cNvSpPr/>
            <p:nvPr/>
          </p:nvSpPr>
          <p:spPr>
            <a:xfrm>
              <a:off x="5079484" y="35727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5" name="pt15885"/>
            <p:cNvSpPr/>
            <p:nvPr/>
          </p:nvSpPr>
          <p:spPr>
            <a:xfrm>
              <a:off x="5130933" y="35219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6" name="pt15886"/>
            <p:cNvSpPr/>
            <p:nvPr/>
          </p:nvSpPr>
          <p:spPr>
            <a:xfrm>
              <a:off x="5206394" y="35526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7" name="pt15887"/>
            <p:cNvSpPr/>
            <p:nvPr/>
          </p:nvSpPr>
          <p:spPr>
            <a:xfrm>
              <a:off x="4954088" y="3656327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88" name="pt15888"/>
            <p:cNvSpPr/>
            <p:nvPr/>
          </p:nvSpPr>
          <p:spPr>
            <a:xfrm>
              <a:off x="5017053" y="35606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89" name="pt15889"/>
            <p:cNvSpPr/>
            <p:nvPr/>
          </p:nvSpPr>
          <p:spPr>
            <a:xfrm>
              <a:off x="5168962" y="35412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0" name="pt15890"/>
            <p:cNvSpPr/>
            <p:nvPr/>
          </p:nvSpPr>
          <p:spPr>
            <a:xfrm>
              <a:off x="5176139" y="3567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1" name="pt15891"/>
            <p:cNvSpPr/>
            <p:nvPr/>
          </p:nvSpPr>
          <p:spPr>
            <a:xfrm>
              <a:off x="5118865" y="3530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2" name="pt15892"/>
            <p:cNvSpPr/>
            <p:nvPr/>
          </p:nvSpPr>
          <p:spPr>
            <a:xfrm>
              <a:off x="5157985" y="34714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3" name="pt15893"/>
            <p:cNvSpPr/>
            <p:nvPr/>
          </p:nvSpPr>
          <p:spPr>
            <a:xfrm>
              <a:off x="5089402" y="35457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4" name="pt15894"/>
            <p:cNvSpPr/>
            <p:nvPr/>
          </p:nvSpPr>
          <p:spPr>
            <a:xfrm>
              <a:off x="5089951" y="35497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5" name="pt15895"/>
            <p:cNvSpPr/>
            <p:nvPr/>
          </p:nvSpPr>
          <p:spPr>
            <a:xfrm>
              <a:off x="5158542" y="3567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6" name="pt15896"/>
            <p:cNvSpPr/>
            <p:nvPr/>
          </p:nvSpPr>
          <p:spPr>
            <a:xfrm>
              <a:off x="5144359" y="35415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7" name="pt15897"/>
            <p:cNvSpPr/>
            <p:nvPr/>
          </p:nvSpPr>
          <p:spPr>
            <a:xfrm>
              <a:off x="5162123" y="3548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8" name="pt15898"/>
            <p:cNvSpPr/>
            <p:nvPr/>
          </p:nvSpPr>
          <p:spPr>
            <a:xfrm>
              <a:off x="5129482" y="35607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899" name="pt15899"/>
            <p:cNvSpPr/>
            <p:nvPr/>
          </p:nvSpPr>
          <p:spPr>
            <a:xfrm>
              <a:off x="5138312" y="35698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0" name="pt15900"/>
            <p:cNvSpPr/>
            <p:nvPr/>
          </p:nvSpPr>
          <p:spPr>
            <a:xfrm>
              <a:off x="5171341" y="3556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1" name="pt15901"/>
            <p:cNvSpPr/>
            <p:nvPr/>
          </p:nvSpPr>
          <p:spPr>
            <a:xfrm>
              <a:off x="5132326" y="35819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2" name="pt15902"/>
            <p:cNvSpPr/>
            <p:nvPr/>
          </p:nvSpPr>
          <p:spPr>
            <a:xfrm>
              <a:off x="5153601" y="3601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3" name="pt15903"/>
            <p:cNvSpPr/>
            <p:nvPr/>
          </p:nvSpPr>
          <p:spPr>
            <a:xfrm>
              <a:off x="5076780" y="36349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4" name="pt15904"/>
            <p:cNvSpPr/>
            <p:nvPr/>
          </p:nvSpPr>
          <p:spPr>
            <a:xfrm>
              <a:off x="5145852" y="3572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5" name="pt15905"/>
            <p:cNvSpPr/>
            <p:nvPr/>
          </p:nvSpPr>
          <p:spPr>
            <a:xfrm>
              <a:off x="5144891" y="35427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6" name="pt15906"/>
            <p:cNvSpPr/>
            <p:nvPr/>
          </p:nvSpPr>
          <p:spPr>
            <a:xfrm>
              <a:off x="5162028" y="35675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7" name="pt15907"/>
            <p:cNvSpPr/>
            <p:nvPr/>
          </p:nvSpPr>
          <p:spPr>
            <a:xfrm>
              <a:off x="5166823" y="35698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8" name="pt15908"/>
            <p:cNvSpPr/>
            <p:nvPr/>
          </p:nvSpPr>
          <p:spPr>
            <a:xfrm>
              <a:off x="5097747" y="3556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09" name="pt15909"/>
            <p:cNvSpPr/>
            <p:nvPr/>
          </p:nvSpPr>
          <p:spPr>
            <a:xfrm>
              <a:off x="5219365" y="35836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0" name="pt15910"/>
            <p:cNvSpPr/>
            <p:nvPr/>
          </p:nvSpPr>
          <p:spPr>
            <a:xfrm>
              <a:off x="4931631" y="3545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1" name="pt15911"/>
            <p:cNvSpPr/>
            <p:nvPr/>
          </p:nvSpPr>
          <p:spPr>
            <a:xfrm>
              <a:off x="5109328" y="35757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2" name="pt15912"/>
            <p:cNvSpPr/>
            <p:nvPr/>
          </p:nvSpPr>
          <p:spPr>
            <a:xfrm>
              <a:off x="5185727" y="3565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3" name="pt15913"/>
            <p:cNvSpPr/>
            <p:nvPr/>
          </p:nvSpPr>
          <p:spPr>
            <a:xfrm>
              <a:off x="5143744" y="35732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4" name="pt15914"/>
            <p:cNvSpPr/>
            <p:nvPr/>
          </p:nvSpPr>
          <p:spPr>
            <a:xfrm>
              <a:off x="5149338" y="3655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5" name="pt15915"/>
            <p:cNvSpPr/>
            <p:nvPr/>
          </p:nvSpPr>
          <p:spPr>
            <a:xfrm>
              <a:off x="5147391" y="36261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6" name="pt15916"/>
            <p:cNvSpPr/>
            <p:nvPr/>
          </p:nvSpPr>
          <p:spPr>
            <a:xfrm>
              <a:off x="5187297" y="3556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7" name="pt15917"/>
            <p:cNvSpPr/>
            <p:nvPr/>
          </p:nvSpPr>
          <p:spPr>
            <a:xfrm>
              <a:off x="5207907" y="3558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8" name="pt15918"/>
            <p:cNvSpPr/>
            <p:nvPr/>
          </p:nvSpPr>
          <p:spPr>
            <a:xfrm>
              <a:off x="5100466" y="36110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19" name="pt15919"/>
            <p:cNvSpPr/>
            <p:nvPr/>
          </p:nvSpPr>
          <p:spPr>
            <a:xfrm>
              <a:off x="5166996" y="35473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0" name="pt15920"/>
            <p:cNvSpPr/>
            <p:nvPr/>
          </p:nvSpPr>
          <p:spPr>
            <a:xfrm>
              <a:off x="5111401" y="3522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1" name="pt15921"/>
            <p:cNvSpPr/>
            <p:nvPr/>
          </p:nvSpPr>
          <p:spPr>
            <a:xfrm>
              <a:off x="5156591" y="3539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2" name="pt15922"/>
            <p:cNvSpPr/>
            <p:nvPr/>
          </p:nvSpPr>
          <p:spPr>
            <a:xfrm>
              <a:off x="5062910" y="3524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3" name="pt15923"/>
            <p:cNvSpPr/>
            <p:nvPr/>
          </p:nvSpPr>
          <p:spPr>
            <a:xfrm>
              <a:off x="5171294" y="35826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4" name="pt15924"/>
            <p:cNvSpPr/>
            <p:nvPr/>
          </p:nvSpPr>
          <p:spPr>
            <a:xfrm>
              <a:off x="5162378" y="3613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5" name="pt15925"/>
            <p:cNvSpPr/>
            <p:nvPr/>
          </p:nvSpPr>
          <p:spPr>
            <a:xfrm>
              <a:off x="5200918" y="3550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6" name="pt15926"/>
            <p:cNvSpPr/>
            <p:nvPr/>
          </p:nvSpPr>
          <p:spPr>
            <a:xfrm>
              <a:off x="5114596" y="3550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7" name="pt15927"/>
            <p:cNvSpPr/>
            <p:nvPr/>
          </p:nvSpPr>
          <p:spPr>
            <a:xfrm>
              <a:off x="5136268" y="3607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8" name="pt15928"/>
            <p:cNvSpPr/>
            <p:nvPr/>
          </p:nvSpPr>
          <p:spPr>
            <a:xfrm>
              <a:off x="5096315" y="36006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29" name="pt15929"/>
            <p:cNvSpPr/>
            <p:nvPr/>
          </p:nvSpPr>
          <p:spPr>
            <a:xfrm>
              <a:off x="5109716" y="35778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0" name="pt15930"/>
            <p:cNvSpPr/>
            <p:nvPr/>
          </p:nvSpPr>
          <p:spPr>
            <a:xfrm>
              <a:off x="5154847" y="36175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1" name="pt15931"/>
            <p:cNvSpPr/>
            <p:nvPr/>
          </p:nvSpPr>
          <p:spPr>
            <a:xfrm>
              <a:off x="5115431" y="35691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2" name="pt15932"/>
            <p:cNvSpPr/>
            <p:nvPr/>
          </p:nvSpPr>
          <p:spPr>
            <a:xfrm>
              <a:off x="5209092" y="3565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3" name="pt15933"/>
            <p:cNvSpPr/>
            <p:nvPr/>
          </p:nvSpPr>
          <p:spPr>
            <a:xfrm>
              <a:off x="5123568" y="35597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4" name="pt15934"/>
            <p:cNvSpPr/>
            <p:nvPr/>
          </p:nvSpPr>
          <p:spPr>
            <a:xfrm>
              <a:off x="5098132" y="35768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5" name="pt15935"/>
            <p:cNvSpPr/>
            <p:nvPr/>
          </p:nvSpPr>
          <p:spPr>
            <a:xfrm>
              <a:off x="5141630" y="35202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6" name="pt15936"/>
            <p:cNvSpPr/>
            <p:nvPr/>
          </p:nvSpPr>
          <p:spPr>
            <a:xfrm>
              <a:off x="5130770" y="3556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7" name="pt15937"/>
            <p:cNvSpPr/>
            <p:nvPr/>
          </p:nvSpPr>
          <p:spPr>
            <a:xfrm>
              <a:off x="5056120" y="35642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8" name="pt15938"/>
            <p:cNvSpPr/>
            <p:nvPr/>
          </p:nvSpPr>
          <p:spPr>
            <a:xfrm>
              <a:off x="5215098" y="35598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39" name="pt15939"/>
            <p:cNvSpPr/>
            <p:nvPr/>
          </p:nvSpPr>
          <p:spPr>
            <a:xfrm>
              <a:off x="5110656" y="35173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0" name="pt15940"/>
            <p:cNvSpPr/>
            <p:nvPr/>
          </p:nvSpPr>
          <p:spPr>
            <a:xfrm>
              <a:off x="5142295" y="35674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1" name="pt15941"/>
            <p:cNvSpPr/>
            <p:nvPr/>
          </p:nvSpPr>
          <p:spPr>
            <a:xfrm>
              <a:off x="5135914" y="35632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2" name="pt15942"/>
            <p:cNvSpPr/>
            <p:nvPr/>
          </p:nvSpPr>
          <p:spPr>
            <a:xfrm>
              <a:off x="5128727" y="3575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3" name="pt15943"/>
            <p:cNvSpPr/>
            <p:nvPr/>
          </p:nvSpPr>
          <p:spPr>
            <a:xfrm>
              <a:off x="5137764" y="3546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4" name="pt15944"/>
            <p:cNvSpPr/>
            <p:nvPr/>
          </p:nvSpPr>
          <p:spPr>
            <a:xfrm>
              <a:off x="5173444" y="35460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5" name="pt15945"/>
            <p:cNvSpPr/>
            <p:nvPr/>
          </p:nvSpPr>
          <p:spPr>
            <a:xfrm>
              <a:off x="5126270" y="35368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6" name="pt15946"/>
            <p:cNvSpPr/>
            <p:nvPr/>
          </p:nvSpPr>
          <p:spPr>
            <a:xfrm>
              <a:off x="5158966" y="35659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7" name="pt15947"/>
            <p:cNvSpPr/>
            <p:nvPr/>
          </p:nvSpPr>
          <p:spPr>
            <a:xfrm>
              <a:off x="5139771" y="35786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8" name="pt15948"/>
            <p:cNvSpPr/>
            <p:nvPr/>
          </p:nvSpPr>
          <p:spPr>
            <a:xfrm>
              <a:off x="5154822" y="35534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49" name="pt15949"/>
            <p:cNvSpPr/>
            <p:nvPr/>
          </p:nvSpPr>
          <p:spPr>
            <a:xfrm>
              <a:off x="5155800" y="3570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0" name="pt15950"/>
            <p:cNvSpPr/>
            <p:nvPr/>
          </p:nvSpPr>
          <p:spPr>
            <a:xfrm>
              <a:off x="5151259" y="35331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1" name="pt15951"/>
            <p:cNvSpPr/>
            <p:nvPr/>
          </p:nvSpPr>
          <p:spPr>
            <a:xfrm>
              <a:off x="5170412" y="35522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2" name="pt15952"/>
            <p:cNvSpPr/>
            <p:nvPr/>
          </p:nvSpPr>
          <p:spPr>
            <a:xfrm>
              <a:off x="5192700" y="35375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3" name="pt15953"/>
            <p:cNvSpPr/>
            <p:nvPr/>
          </p:nvSpPr>
          <p:spPr>
            <a:xfrm>
              <a:off x="5115720" y="35763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4" name="pt15954"/>
            <p:cNvSpPr/>
            <p:nvPr/>
          </p:nvSpPr>
          <p:spPr>
            <a:xfrm>
              <a:off x="5165127" y="36426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5" name="pt15955"/>
            <p:cNvSpPr/>
            <p:nvPr/>
          </p:nvSpPr>
          <p:spPr>
            <a:xfrm>
              <a:off x="5114854" y="3608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6" name="pt15956"/>
            <p:cNvSpPr/>
            <p:nvPr/>
          </p:nvSpPr>
          <p:spPr>
            <a:xfrm>
              <a:off x="5189717" y="35534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7" name="pt15957"/>
            <p:cNvSpPr/>
            <p:nvPr/>
          </p:nvSpPr>
          <p:spPr>
            <a:xfrm>
              <a:off x="5104805" y="3630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8" name="pt15958"/>
            <p:cNvSpPr/>
            <p:nvPr/>
          </p:nvSpPr>
          <p:spPr>
            <a:xfrm>
              <a:off x="5138433" y="34171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59" name="pt15959"/>
            <p:cNvSpPr/>
            <p:nvPr/>
          </p:nvSpPr>
          <p:spPr>
            <a:xfrm>
              <a:off x="5169506" y="35539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0" name="pt15960"/>
            <p:cNvSpPr/>
            <p:nvPr/>
          </p:nvSpPr>
          <p:spPr>
            <a:xfrm>
              <a:off x="5192133" y="3580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1" name="pt15961"/>
            <p:cNvSpPr/>
            <p:nvPr/>
          </p:nvSpPr>
          <p:spPr>
            <a:xfrm>
              <a:off x="5142031" y="35785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2" name="pt15962"/>
            <p:cNvSpPr/>
            <p:nvPr/>
          </p:nvSpPr>
          <p:spPr>
            <a:xfrm>
              <a:off x="5114630" y="35598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3" name="pt15963"/>
            <p:cNvSpPr/>
            <p:nvPr/>
          </p:nvSpPr>
          <p:spPr>
            <a:xfrm>
              <a:off x="5131313" y="36342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4" name="pt15964"/>
            <p:cNvSpPr/>
            <p:nvPr/>
          </p:nvSpPr>
          <p:spPr>
            <a:xfrm>
              <a:off x="5127620" y="3565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5" name="pt15965"/>
            <p:cNvSpPr/>
            <p:nvPr/>
          </p:nvSpPr>
          <p:spPr>
            <a:xfrm>
              <a:off x="5151029" y="3579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6" name="pt15966"/>
            <p:cNvSpPr/>
            <p:nvPr/>
          </p:nvSpPr>
          <p:spPr>
            <a:xfrm>
              <a:off x="5135357" y="35260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7" name="pt15967"/>
            <p:cNvSpPr/>
            <p:nvPr/>
          </p:nvSpPr>
          <p:spPr>
            <a:xfrm>
              <a:off x="5113478" y="37002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8" name="pt15968"/>
            <p:cNvSpPr/>
            <p:nvPr/>
          </p:nvSpPr>
          <p:spPr>
            <a:xfrm>
              <a:off x="5152621" y="35311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69" name="pt15969"/>
            <p:cNvSpPr/>
            <p:nvPr/>
          </p:nvSpPr>
          <p:spPr>
            <a:xfrm>
              <a:off x="5106936" y="35638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0" name="pt15970"/>
            <p:cNvSpPr/>
            <p:nvPr/>
          </p:nvSpPr>
          <p:spPr>
            <a:xfrm>
              <a:off x="5135663" y="3563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1" name="pt15971"/>
            <p:cNvSpPr/>
            <p:nvPr/>
          </p:nvSpPr>
          <p:spPr>
            <a:xfrm>
              <a:off x="5170740" y="36573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2" name="pt15972"/>
            <p:cNvSpPr/>
            <p:nvPr/>
          </p:nvSpPr>
          <p:spPr>
            <a:xfrm>
              <a:off x="5153639" y="35902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3" name="pt15973"/>
            <p:cNvSpPr/>
            <p:nvPr/>
          </p:nvSpPr>
          <p:spPr>
            <a:xfrm>
              <a:off x="5125709" y="35198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4" name="pt15974"/>
            <p:cNvSpPr/>
            <p:nvPr/>
          </p:nvSpPr>
          <p:spPr>
            <a:xfrm>
              <a:off x="5113862" y="3571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5" name="pt15975"/>
            <p:cNvSpPr/>
            <p:nvPr/>
          </p:nvSpPr>
          <p:spPr>
            <a:xfrm>
              <a:off x="5176596" y="35650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6" name="pt15976"/>
            <p:cNvSpPr/>
            <p:nvPr/>
          </p:nvSpPr>
          <p:spPr>
            <a:xfrm>
              <a:off x="5113346" y="36181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7" name="pt15977"/>
            <p:cNvSpPr/>
            <p:nvPr/>
          </p:nvSpPr>
          <p:spPr>
            <a:xfrm>
              <a:off x="5174903" y="3560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8" name="pt15978"/>
            <p:cNvSpPr/>
            <p:nvPr/>
          </p:nvSpPr>
          <p:spPr>
            <a:xfrm>
              <a:off x="5096212" y="3544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79" name="pt15979"/>
            <p:cNvSpPr/>
            <p:nvPr/>
          </p:nvSpPr>
          <p:spPr>
            <a:xfrm>
              <a:off x="5111466" y="35736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0" name="pt15980"/>
            <p:cNvSpPr/>
            <p:nvPr/>
          </p:nvSpPr>
          <p:spPr>
            <a:xfrm>
              <a:off x="5129693" y="35333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1" name="pt15981"/>
            <p:cNvSpPr/>
            <p:nvPr/>
          </p:nvSpPr>
          <p:spPr>
            <a:xfrm>
              <a:off x="5120180" y="35799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2" name="pt15982"/>
            <p:cNvSpPr/>
            <p:nvPr/>
          </p:nvSpPr>
          <p:spPr>
            <a:xfrm>
              <a:off x="5058292" y="35764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3" name="pt15983"/>
            <p:cNvSpPr/>
            <p:nvPr/>
          </p:nvSpPr>
          <p:spPr>
            <a:xfrm>
              <a:off x="5164492" y="35190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4" name="pt15984"/>
            <p:cNvSpPr/>
            <p:nvPr/>
          </p:nvSpPr>
          <p:spPr>
            <a:xfrm>
              <a:off x="5124119" y="36107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5" name="pt15985"/>
            <p:cNvSpPr/>
            <p:nvPr/>
          </p:nvSpPr>
          <p:spPr>
            <a:xfrm>
              <a:off x="5133010" y="35494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6" name="pt15986"/>
            <p:cNvSpPr/>
            <p:nvPr/>
          </p:nvSpPr>
          <p:spPr>
            <a:xfrm>
              <a:off x="5213746" y="3547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7" name="pt15987"/>
            <p:cNvSpPr/>
            <p:nvPr/>
          </p:nvSpPr>
          <p:spPr>
            <a:xfrm>
              <a:off x="5081894" y="36121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8" name="pt15988"/>
            <p:cNvSpPr/>
            <p:nvPr/>
          </p:nvSpPr>
          <p:spPr>
            <a:xfrm>
              <a:off x="5145247" y="34908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89" name="pt15989"/>
            <p:cNvSpPr/>
            <p:nvPr/>
          </p:nvSpPr>
          <p:spPr>
            <a:xfrm>
              <a:off x="5125712" y="35395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0" name="pt15990"/>
            <p:cNvSpPr/>
            <p:nvPr/>
          </p:nvSpPr>
          <p:spPr>
            <a:xfrm>
              <a:off x="5173032" y="3490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1" name="pt15991"/>
            <p:cNvSpPr/>
            <p:nvPr/>
          </p:nvSpPr>
          <p:spPr>
            <a:xfrm>
              <a:off x="5126911" y="35466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2" name="pt15992"/>
            <p:cNvSpPr/>
            <p:nvPr/>
          </p:nvSpPr>
          <p:spPr>
            <a:xfrm>
              <a:off x="5114775" y="35386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3" name="pt15993"/>
            <p:cNvSpPr/>
            <p:nvPr/>
          </p:nvSpPr>
          <p:spPr>
            <a:xfrm>
              <a:off x="5138522" y="34773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4" name="pt15994"/>
            <p:cNvSpPr/>
            <p:nvPr/>
          </p:nvSpPr>
          <p:spPr>
            <a:xfrm>
              <a:off x="5142048" y="35533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5" name="pt15995"/>
            <p:cNvSpPr/>
            <p:nvPr/>
          </p:nvSpPr>
          <p:spPr>
            <a:xfrm>
              <a:off x="5126253" y="3592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6" name="pt15996"/>
            <p:cNvSpPr/>
            <p:nvPr/>
          </p:nvSpPr>
          <p:spPr>
            <a:xfrm>
              <a:off x="5113764" y="36399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7" name="pt15997"/>
            <p:cNvSpPr/>
            <p:nvPr/>
          </p:nvSpPr>
          <p:spPr>
            <a:xfrm>
              <a:off x="5108859" y="35452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8" name="pt15998"/>
            <p:cNvSpPr/>
            <p:nvPr/>
          </p:nvSpPr>
          <p:spPr>
            <a:xfrm>
              <a:off x="5105280" y="35283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5999" name="pt15999"/>
            <p:cNvSpPr/>
            <p:nvPr/>
          </p:nvSpPr>
          <p:spPr>
            <a:xfrm>
              <a:off x="5150077" y="35638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0" name="pt16000"/>
            <p:cNvSpPr/>
            <p:nvPr/>
          </p:nvSpPr>
          <p:spPr>
            <a:xfrm>
              <a:off x="5100520" y="35303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1" name="pt16001"/>
            <p:cNvSpPr/>
            <p:nvPr/>
          </p:nvSpPr>
          <p:spPr>
            <a:xfrm>
              <a:off x="5135998" y="35130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2" name="pt16002"/>
            <p:cNvSpPr/>
            <p:nvPr/>
          </p:nvSpPr>
          <p:spPr>
            <a:xfrm>
              <a:off x="5131717" y="35871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3" name="pt16003"/>
            <p:cNvSpPr/>
            <p:nvPr/>
          </p:nvSpPr>
          <p:spPr>
            <a:xfrm>
              <a:off x="5158792" y="35901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4" name="pt16004"/>
            <p:cNvSpPr/>
            <p:nvPr/>
          </p:nvSpPr>
          <p:spPr>
            <a:xfrm>
              <a:off x="5089864" y="3566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5" name="pt16005"/>
            <p:cNvSpPr/>
            <p:nvPr/>
          </p:nvSpPr>
          <p:spPr>
            <a:xfrm>
              <a:off x="5100930" y="36796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6" name="pt16006"/>
            <p:cNvSpPr/>
            <p:nvPr/>
          </p:nvSpPr>
          <p:spPr>
            <a:xfrm>
              <a:off x="5123259" y="35758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7" name="pt16007"/>
            <p:cNvSpPr/>
            <p:nvPr/>
          </p:nvSpPr>
          <p:spPr>
            <a:xfrm>
              <a:off x="5139184" y="3667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8" name="pt16008"/>
            <p:cNvSpPr/>
            <p:nvPr/>
          </p:nvSpPr>
          <p:spPr>
            <a:xfrm>
              <a:off x="5143852" y="3538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09" name="pt16009"/>
            <p:cNvSpPr/>
            <p:nvPr/>
          </p:nvSpPr>
          <p:spPr>
            <a:xfrm>
              <a:off x="5128733" y="3587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0" name="pt16010"/>
            <p:cNvSpPr/>
            <p:nvPr/>
          </p:nvSpPr>
          <p:spPr>
            <a:xfrm>
              <a:off x="5162996" y="3563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1" name="pt16011"/>
            <p:cNvSpPr/>
            <p:nvPr/>
          </p:nvSpPr>
          <p:spPr>
            <a:xfrm>
              <a:off x="5127418" y="3566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2" name="pt16012"/>
            <p:cNvSpPr/>
            <p:nvPr/>
          </p:nvSpPr>
          <p:spPr>
            <a:xfrm>
              <a:off x="5113183" y="3529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3" name="pt16013"/>
            <p:cNvSpPr/>
            <p:nvPr/>
          </p:nvSpPr>
          <p:spPr>
            <a:xfrm>
              <a:off x="5119720" y="3565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4" name="pt16014"/>
            <p:cNvSpPr/>
            <p:nvPr/>
          </p:nvSpPr>
          <p:spPr>
            <a:xfrm>
              <a:off x="5163951" y="35636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5" name="pt16015"/>
            <p:cNvSpPr/>
            <p:nvPr/>
          </p:nvSpPr>
          <p:spPr>
            <a:xfrm>
              <a:off x="5192340" y="35701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6" name="pt16016"/>
            <p:cNvSpPr/>
            <p:nvPr/>
          </p:nvSpPr>
          <p:spPr>
            <a:xfrm>
              <a:off x="5144108" y="3571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7" name="pt16017"/>
            <p:cNvSpPr/>
            <p:nvPr/>
          </p:nvSpPr>
          <p:spPr>
            <a:xfrm>
              <a:off x="5121578" y="35565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8" name="pt16018"/>
            <p:cNvSpPr/>
            <p:nvPr/>
          </p:nvSpPr>
          <p:spPr>
            <a:xfrm>
              <a:off x="5176196" y="35536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19" name="pt16019"/>
            <p:cNvSpPr/>
            <p:nvPr/>
          </p:nvSpPr>
          <p:spPr>
            <a:xfrm>
              <a:off x="5148084" y="3562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0" name="pt16020"/>
            <p:cNvSpPr/>
            <p:nvPr/>
          </p:nvSpPr>
          <p:spPr>
            <a:xfrm>
              <a:off x="5137966" y="35640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1" name="pt16021"/>
            <p:cNvSpPr/>
            <p:nvPr/>
          </p:nvSpPr>
          <p:spPr>
            <a:xfrm>
              <a:off x="5155517" y="35704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2" name="pt16022"/>
            <p:cNvSpPr/>
            <p:nvPr/>
          </p:nvSpPr>
          <p:spPr>
            <a:xfrm>
              <a:off x="5162472" y="3578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3" name="pt16023"/>
            <p:cNvSpPr/>
            <p:nvPr/>
          </p:nvSpPr>
          <p:spPr>
            <a:xfrm>
              <a:off x="5105765" y="3550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4" name="pt16024"/>
            <p:cNvSpPr/>
            <p:nvPr/>
          </p:nvSpPr>
          <p:spPr>
            <a:xfrm>
              <a:off x="5128251" y="35778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5" name="pt16025"/>
            <p:cNvSpPr/>
            <p:nvPr/>
          </p:nvSpPr>
          <p:spPr>
            <a:xfrm>
              <a:off x="5119023" y="36038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6" name="pt16026"/>
            <p:cNvSpPr/>
            <p:nvPr/>
          </p:nvSpPr>
          <p:spPr>
            <a:xfrm>
              <a:off x="5153207" y="35561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7" name="pt16027"/>
            <p:cNvSpPr/>
            <p:nvPr/>
          </p:nvSpPr>
          <p:spPr>
            <a:xfrm>
              <a:off x="5133523" y="36362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8" name="pt16028"/>
            <p:cNvSpPr/>
            <p:nvPr/>
          </p:nvSpPr>
          <p:spPr>
            <a:xfrm>
              <a:off x="5068935" y="35047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29" name="pt16029"/>
            <p:cNvSpPr/>
            <p:nvPr/>
          </p:nvSpPr>
          <p:spPr>
            <a:xfrm>
              <a:off x="5110433" y="3535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0" name="pt16030"/>
            <p:cNvSpPr/>
            <p:nvPr/>
          </p:nvSpPr>
          <p:spPr>
            <a:xfrm>
              <a:off x="5081171" y="36607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1" name="pt16031"/>
            <p:cNvSpPr/>
            <p:nvPr/>
          </p:nvSpPr>
          <p:spPr>
            <a:xfrm>
              <a:off x="5165485" y="3569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2" name="pt16032"/>
            <p:cNvSpPr/>
            <p:nvPr/>
          </p:nvSpPr>
          <p:spPr>
            <a:xfrm>
              <a:off x="5170987" y="3558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3" name="pt16033"/>
            <p:cNvSpPr/>
            <p:nvPr/>
          </p:nvSpPr>
          <p:spPr>
            <a:xfrm>
              <a:off x="5104196" y="3759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4" name="pt16034"/>
            <p:cNvSpPr/>
            <p:nvPr/>
          </p:nvSpPr>
          <p:spPr>
            <a:xfrm>
              <a:off x="5130753" y="35473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5" name="pt16035"/>
            <p:cNvSpPr/>
            <p:nvPr/>
          </p:nvSpPr>
          <p:spPr>
            <a:xfrm>
              <a:off x="5158483" y="35853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6" name="pt16036"/>
            <p:cNvSpPr/>
            <p:nvPr/>
          </p:nvSpPr>
          <p:spPr>
            <a:xfrm>
              <a:off x="5167187" y="35795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7" name="pt16037"/>
            <p:cNvSpPr/>
            <p:nvPr/>
          </p:nvSpPr>
          <p:spPr>
            <a:xfrm>
              <a:off x="5107382" y="3543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8" name="pt16038"/>
            <p:cNvSpPr/>
            <p:nvPr/>
          </p:nvSpPr>
          <p:spPr>
            <a:xfrm>
              <a:off x="5185900" y="35561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39" name="pt16039"/>
            <p:cNvSpPr/>
            <p:nvPr/>
          </p:nvSpPr>
          <p:spPr>
            <a:xfrm>
              <a:off x="5188954" y="35557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0" name="pt16040"/>
            <p:cNvSpPr/>
            <p:nvPr/>
          </p:nvSpPr>
          <p:spPr>
            <a:xfrm>
              <a:off x="5148327" y="35864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1" name="pt16041"/>
            <p:cNvSpPr/>
            <p:nvPr/>
          </p:nvSpPr>
          <p:spPr>
            <a:xfrm>
              <a:off x="5116363" y="35830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2" name="pt16042"/>
            <p:cNvSpPr/>
            <p:nvPr/>
          </p:nvSpPr>
          <p:spPr>
            <a:xfrm>
              <a:off x="5187401" y="3547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3" name="pt16043"/>
            <p:cNvSpPr/>
            <p:nvPr/>
          </p:nvSpPr>
          <p:spPr>
            <a:xfrm>
              <a:off x="5108299" y="35670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4" name="pt16044"/>
            <p:cNvSpPr/>
            <p:nvPr/>
          </p:nvSpPr>
          <p:spPr>
            <a:xfrm>
              <a:off x="5247641" y="35299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5" name="pt16045"/>
            <p:cNvSpPr/>
            <p:nvPr/>
          </p:nvSpPr>
          <p:spPr>
            <a:xfrm>
              <a:off x="5137896" y="3605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6" name="pt16046"/>
            <p:cNvSpPr/>
            <p:nvPr/>
          </p:nvSpPr>
          <p:spPr>
            <a:xfrm>
              <a:off x="5158381" y="35495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7" name="pt16047"/>
            <p:cNvSpPr/>
            <p:nvPr/>
          </p:nvSpPr>
          <p:spPr>
            <a:xfrm>
              <a:off x="5191402" y="35593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8" name="pt16048"/>
            <p:cNvSpPr/>
            <p:nvPr/>
          </p:nvSpPr>
          <p:spPr>
            <a:xfrm>
              <a:off x="5172626" y="35590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49" name="pt16049"/>
            <p:cNvSpPr/>
            <p:nvPr/>
          </p:nvSpPr>
          <p:spPr>
            <a:xfrm>
              <a:off x="5143783" y="35504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0" name="pt16050"/>
            <p:cNvSpPr/>
            <p:nvPr/>
          </p:nvSpPr>
          <p:spPr>
            <a:xfrm>
              <a:off x="5139324" y="35238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1" name="pt16051"/>
            <p:cNvSpPr/>
            <p:nvPr/>
          </p:nvSpPr>
          <p:spPr>
            <a:xfrm>
              <a:off x="5114743" y="35528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2" name="pt16052"/>
            <p:cNvSpPr/>
            <p:nvPr/>
          </p:nvSpPr>
          <p:spPr>
            <a:xfrm>
              <a:off x="5160702" y="34764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3" name="pt16053"/>
            <p:cNvSpPr/>
            <p:nvPr/>
          </p:nvSpPr>
          <p:spPr>
            <a:xfrm>
              <a:off x="5173719" y="35137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4" name="pt16054"/>
            <p:cNvSpPr/>
            <p:nvPr/>
          </p:nvSpPr>
          <p:spPr>
            <a:xfrm>
              <a:off x="5118836" y="35497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5" name="pt16055"/>
            <p:cNvSpPr/>
            <p:nvPr/>
          </p:nvSpPr>
          <p:spPr>
            <a:xfrm>
              <a:off x="5118950" y="3550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6" name="pt16056"/>
            <p:cNvSpPr/>
            <p:nvPr/>
          </p:nvSpPr>
          <p:spPr>
            <a:xfrm>
              <a:off x="5105656" y="34331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7" name="pt16057"/>
            <p:cNvSpPr/>
            <p:nvPr/>
          </p:nvSpPr>
          <p:spPr>
            <a:xfrm>
              <a:off x="5160341" y="35547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8" name="pt16058"/>
            <p:cNvSpPr/>
            <p:nvPr/>
          </p:nvSpPr>
          <p:spPr>
            <a:xfrm>
              <a:off x="5133319" y="35747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59" name="pt16059"/>
            <p:cNvSpPr/>
            <p:nvPr/>
          </p:nvSpPr>
          <p:spPr>
            <a:xfrm>
              <a:off x="5174207" y="35597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0" name="pt16060"/>
            <p:cNvSpPr/>
            <p:nvPr/>
          </p:nvSpPr>
          <p:spPr>
            <a:xfrm>
              <a:off x="5123360" y="3515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1" name="pt16061"/>
            <p:cNvSpPr/>
            <p:nvPr/>
          </p:nvSpPr>
          <p:spPr>
            <a:xfrm>
              <a:off x="5184671" y="35204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2" name="pt16062"/>
            <p:cNvSpPr/>
            <p:nvPr/>
          </p:nvSpPr>
          <p:spPr>
            <a:xfrm>
              <a:off x="5204423" y="34409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3" name="pt16063"/>
            <p:cNvSpPr/>
            <p:nvPr/>
          </p:nvSpPr>
          <p:spPr>
            <a:xfrm>
              <a:off x="5158244" y="3601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4" name="pt16064"/>
            <p:cNvSpPr/>
            <p:nvPr/>
          </p:nvSpPr>
          <p:spPr>
            <a:xfrm>
              <a:off x="5205925" y="35604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5" name="pt16065"/>
            <p:cNvSpPr/>
            <p:nvPr/>
          </p:nvSpPr>
          <p:spPr>
            <a:xfrm>
              <a:off x="5159973" y="35470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6" name="pt16066"/>
            <p:cNvSpPr/>
            <p:nvPr/>
          </p:nvSpPr>
          <p:spPr>
            <a:xfrm>
              <a:off x="5090198" y="35927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7" name="pt16067"/>
            <p:cNvSpPr/>
            <p:nvPr/>
          </p:nvSpPr>
          <p:spPr>
            <a:xfrm>
              <a:off x="5100533" y="3565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8" name="pt16068"/>
            <p:cNvSpPr/>
            <p:nvPr/>
          </p:nvSpPr>
          <p:spPr>
            <a:xfrm>
              <a:off x="5115780" y="3573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69" name="pt16069"/>
            <p:cNvSpPr/>
            <p:nvPr/>
          </p:nvSpPr>
          <p:spPr>
            <a:xfrm>
              <a:off x="5154896" y="35759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0" name="pt16070"/>
            <p:cNvSpPr/>
            <p:nvPr/>
          </p:nvSpPr>
          <p:spPr>
            <a:xfrm>
              <a:off x="5192603" y="3543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1" name="pt16071"/>
            <p:cNvSpPr/>
            <p:nvPr/>
          </p:nvSpPr>
          <p:spPr>
            <a:xfrm>
              <a:off x="5136878" y="35801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2" name="pt16072"/>
            <p:cNvSpPr/>
            <p:nvPr/>
          </p:nvSpPr>
          <p:spPr>
            <a:xfrm>
              <a:off x="5113924" y="35129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3" name="pt16073"/>
            <p:cNvSpPr/>
            <p:nvPr/>
          </p:nvSpPr>
          <p:spPr>
            <a:xfrm>
              <a:off x="5117666" y="35996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4" name="pt16074"/>
            <p:cNvSpPr/>
            <p:nvPr/>
          </p:nvSpPr>
          <p:spPr>
            <a:xfrm>
              <a:off x="5166175" y="34487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5" name="pt16075"/>
            <p:cNvSpPr/>
            <p:nvPr/>
          </p:nvSpPr>
          <p:spPr>
            <a:xfrm>
              <a:off x="5099520" y="3580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6" name="pt16076"/>
            <p:cNvSpPr/>
            <p:nvPr/>
          </p:nvSpPr>
          <p:spPr>
            <a:xfrm>
              <a:off x="5131221" y="3559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7" name="pt16077"/>
            <p:cNvSpPr/>
            <p:nvPr/>
          </p:nvSpPr>
          <p:spPr>
            <a:xfrm>
              <a:off x="5093829" y="3564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8" name="pt16078"/>
            <p:cNvSpPr/>
            <p:nvPr/>
          </p:nvSpPr>
          <p:spPr>
            <a:xfrm>
              <a:off x="5134487" y="35369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79" name="pt16079"/>
            <p:cNvSpPr/>
            <p:nvPr/>
          </p:nvSpPr>
          <p:spPr>
            <a:xfrm>
              <a:off x="5146181" y="36566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0" name="pt16080"/>
            <p:cNvSpPr/>
            <p:nvPr/>
          </p:nvSpPr>
          <p:spPr>
            <a:xfrm>
              <a:off x="5178805" y="35662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1" name="pt16081"/>
            <p:cNvSpPr/>
            <p:nvPr/>
          </p:nvSpPr>
          <p:spPr>
            <a:xfrm>
              <a:off x="5111339" y="36471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2" name="pt16082"/>
            <p:cNvSpPr/>
            <p:nvPr/>
          </p:nvSpPr>
          <p:spPr>
            <a:xfrm>
              <a:off x="5120939" y="3768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3" name="pt16083"/>
            <p:cNvSpPr/>
            <p:nvPr/>
          </p:nvSpPr>
          <p:spPr>
            <a:xfrm>
              <a:off x="5165901" y="3575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4" name="pt16084"/>
            <p:cNvSpPr/>
            <p:nvPr/>
          </p:nvSpPr>
          <p:spPr>
            <a:xfrm>
              <a:off x="5133472" y="35476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5" name="pt16085"/>
            <p:cNvSpPr/>
            <p:nvPr/>
          </p:nvSpPr>
          <p:spPr>
            <a:xfrm>
              <a:off x="5142811" y="35274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6" name="pt16086"/>
            <p:cNvSpPr/>
            <p:nvPr/>
          </p:nvSpPr>
          <p:spPr>
            <a:xfrm>
              <a:off x="5140594" y="35602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7" name="pt16087"/>
            <p:cNvSpPr/>
            <p:nvPr/>
          </p:nvSpPr>
          <p:spPr>
            <a:xfrm>
              <a:off x="5152096" y="35280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8" name="pt16088"/>
            <p:cNvSpPr/>
            <p:nvPr/>
          </p:nvSpPr>
          <p:spPr>
            <a:xfrm>
              <a:off x="5163733" y="35534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89" name="pt16089"/>
            <p:cNvSpPr/>
            <p:nvPr/>
          </p:nvSpPr>
          <p:spPr>
            <a:xfrm>
              <a:off x="5166996" y="35547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0" name="pt16090"/>
            <p:cNvSpPr/>
            <p:nvPr/>
          </p:nvSpPr>
          <p:spPr>
            <a:xfrm>
              <a:off x="5132531" y="35648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1" name="pt16091"/>
            <p:cNvSpPr/>
            <p:nvPr/>
          </p:nvSpPr>
          <p:spPr>
            <a:xfrm>
              <a:off x="5110059" y="3567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2" name="pt16092"/>
            <p:cNvSpPr/>
            <p:nvPr/>
          </p:nvSpPr>
          <p:spPr>
            <a:xfrm>
              <a:off x="5156716" y="35387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3" name="pt16093"/>
            <p:cNvSpPr/>
            <p:nvPr/>
          </p:nvSpPr>
          <p:spPr>
            <a:xfrm>
              <a:off x="5158433" y="3570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4" name="pt16094"/>
            <p:cNvSpPr/>
            <p:nvPr/>
          </p:nvSpPr>
          <p:spPr>
            <a:xfrm>
              <a:off x="5107791" y="3600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5" name="pt16095"/>
            <p:cNvSpPr/>
            <p:nvPr/>
          </p:nvSpPr>
          <p:spPr>
            <a:xfrm>
              <a:off x="5129195" y="35912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6" name="pt16096"/>
            <p:cNvSpPr/>
            <p:nvPr/>
          </p:nvSpPr>
          <p:spPr>
            <a:xfrm>
              <a:off x="5147952" y="35715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7" name="pt16097"/>
            <p:cNvSpPr/>
            <p:nvPr/>
          </p:nvSpPr>
          <p:spPr>
            <a:xfrm>
              <a:off x="5146915" y="35934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8" name="pt16098"/>
            <p:cNvSpPr/>
            <p:nvPr/>
          </p:nvSpPr>
          <p:spPr>
            <a:xfrm>
              <a:off x="5098443" y="35643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099" name="pt16099"/>
            <p:cNvSpPr/>
            <p:nvPr/>
          </p:nvSpPr>
          <p:spPr>
            <a:xfrm>
              <a:off x="5168153" y="3599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0" name="pt16100"/>
            <p:cNvSpPr/>
            <p:nvPr/>
          </p:nvSpPr>
          <p:spPr>
            <a:xfrm>
              <a:off x="5244906" y="35613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1" name="pt16101"/>
            <p:cNvSpPr/>
            <p:nvPr/>
          </p:nvSpPr>
          <p:spPr>
            <a:xfrm>
              <a:off x="5129604" y="3539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2" name="pt16102"/>
            <p:cNvSpPr/>
            <p:nvPr/>
          </p:nvSpPr>
          <p:spPr>
            <a:xfrm>
              <a:off x="5118009" y="3541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3" name="pt16103"/>
            <p:cNvSpPr/>
            <p:nvPr/>
          </p:nvSpPr>
          <p:spPr>
            <a:xfrm>
              <a:off x="5177721" y="3540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4" name="pt16104"/>
            <p:cNvSpPr/>
            <p:nvPr/>
          </p:nvSpPr>
          <p:spPr>
            <a:xfrm>
              <a:off x="5132918" y="3556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5" name="pt16105"/>
            <p:cNvSpPr/>
            <p:nvPr/>
          </p:nvSpPr>
          <p:spPr>
            <a:xfrm>
              <a:off x="5151528" y="35610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6" name="pt16106"/>
            <p:cNvSpPr/>
            <p:nvPr/>
          </p:nvSpPr>
          <p:spPr>
            <a:xfrm>
              <a:off x="5136260" y="3575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7" name="pt16107"/>
            <p:cNvSpPr/>
            <p:nvPr/>
          </p:nvSpPr>
          <p:spPr>
            <a:xfrm>
              <a:off x="5128470" y="3552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8" name="pt16108"/>
            <p:cNvSpPr/>
            <p:nvPr/>
          </p:nvSpPr>
          <p:spPr>
            <a:xfrm>
              <a:off x="5126623" y="3555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09" name="pt16109"/>
            <p:cNvSpPr/>
            <p:nvPr/>
          </p:nvSpPr>
          <p:spPr>
            <a:xfrm>
              <a:off x="5184031" y="35589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0" name="pt16110"/>
            <p:cNvSpPr/>
            <p:nvPr/>
          </p:nvSpPr>
          <p:spPr>
            <a:xfrm>
              <a:off x="5109887" y="35847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1" name="pt16111"/>
            <p:cNvSpPr/>
            <p:nvPr/>
          </p:nvSpPr>
          <p:spPr>
            <a:xfrm>
              <a:off x="5158065" y="3557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2" name="pt16112"/>
            <p:cNvSpPr/>
            <p:nvPr/>
          </p:nvSpPr>
          <p:spPr>
            <a:xfrm>
              <a:off x="5120269" y="3562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3" name="pt16113"/>
            <p:cNvSpPr/>
            <p:nvPr/>
          </p:nvSpPr>
          <p:spPr>
            <a:xfrm>
              <a:off x="5185221" y="35405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4" name="pt16114"/>
            <p:cNvSpPr/>
            <p:nvPr/>
          </p:nvSpPr>
          <p:spPr>
            <a:xfrm>
              <a:off x="5153277" y="3570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5" name="pt16115"/>
            <p:cNvSpPr/>
            <p:nvPr/>
          </p:nvSpPr>
          <p:spPr>
            <a:xfrm>
              <a:off x="5120049" y="35812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6" name="pt16116"/>
            <p:cNvSpPr/>
            <p:nvPr/>
          </p:nvSpPr>
          <p:spPr>
            <a:xfrm>
              <a:off x="5133780" y="36606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7" name="pt16117"/>
            <p:cNvSpPr/>
            <p:nvPr/>
          </p:nvSpPr>
          <p:spPr>
            <a:xfrm>
              <a:off x="5143124" y="3559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8" name="pt16118"/>
            <p:cNvSpPr/>
            <p:nvPr/>
          </p:nvSpPr>
          <p:spPr>
            <a:xfrm>
              <a:off x="5126701" y="35747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19" name="pt16119"/>
            <p:cNvSpPr/>
            <p:nvPr/>
          </p:nvSpPr>
          <p:spPr>
            <a:xfrm>
              <a:off x="5146540" y="3527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0" name="pt16120"/>
            <p:cNvSpPr/>
            <p:nvPr/>
          </p:nvSpPr>
          <p:spPr>
            <a:xfrm>
              <a:off x="5167711" y="35787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1" name="pt16121"/>
            <p:cNvSpPr/>
            <p:nvPr/>
          </p:nvSpPr>
          <p:spPr>
            <a:xfrm>
              <a:off x="5114555" y="36444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2" name="pt16122"/>
            <p:cNvSpPr/>
            <p:nvPr/>
          </p:nvSpPr>
          <p:spPr>
            <a:xfrm>
              <a:off x="5121906" y="35921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3" name="pt16123"/>
            <p:cNvSpPr/>
            <p:nvPr/>
          </p:nvSpPr>
          <p:spPr>
            <a:xfrm>
              <a:off x="5160808" y="3564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4" name="pt16124"/>
            <p:cNvSpPr/>
            <p:nvPr/>
          </p:nvSpPr>
          <p:spPr>
            <a:xfrm>
              <a:off x="5175573" y="36439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5" name="pt16125"/>
            <p:cNvSpPr/>
            <p:nvPr/>
          </p:nvSpPr>
          <p:spPr>
            <a:xfrm>
              <a:off x="5125154" y="35481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6" name="pt16126"/>
            <p:cNvSpPr/>
            <p:nvPr/>
          </p:nvSpPr>
          <p:spPr>
            <a:xfrm>
              <a:off x="5096580" y="36009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7" name="pt16127"/>
            <p:cNvSpPr/>
            <p:nvPr/>
          </p:nvSpPr>
          <p:spPr>
            <a:xfrm>
              <a:off x="5106507" y="36207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8" name="pt16128"/>
            <p:cNvSpPr/>
            <p:nvPr/>
          </p:nvSpPr>
          <p:spPr>
            <a:xfrm>
              <a:off x="5146743" y="35449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29" name="pt16129"/>
            <p:cNvSpPr/>
            <p:nvPr/>
          </p:nvSpPr>
          <p:spPr>
            <a:xfrm>
              <a:off x="5156298" y="3549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0" name="pt16130"/>
            <p:cNvSpPr/>
            <p:nvPr/>
          </p:nvSpPr>
          <p:spPr>
            <a:xfrm>
              <a:off x="5152123" y="35512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1" name="pt16131"/>
            <p:cNvSpPr/>
            <p:nvPr/>
          </p:nvSpPr>
          <p:spPr>
            <a:xfrm>
              <a:off x="5129587" y="35648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2" name="pt16132"/>
            <p:cNvSpPr/>
            <p:nvPr/>
          </p:nvSpPr>
          <p:spPr>
            <a:xfrm>
              <a:off x="5159132" y="3507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3" name="pt16133"/>
            <p:cNvSpPr/>
            <p:nvPr/>
          </p:nvSpPr>
          <p:spPr>
            <a:xfrm>
              <a:off x="5132969" y="3554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4" name="pt16134"/>
            <p:cNvSpPr/>
            <p:nvPr/>
          </p:nvSpPr>
          <p:spPr>
            <a:xfrm>
              <a:off x="5108683" y="3558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5" name="pt16135"/>
            <p:cNvSpPr/>
            <p:nvPr/>
          </p:nvSpPr>
          <p:spPr>
            <a:xfrm>
              <a:off x="5095505" y="3518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6" name="pt16136"/>
            <p:cNvSpPr/>
            <p:nvPr/>
          </p:nvSpPr>
          <p:spPr>
            <a:xfrm>
              <a:off x="5095490" y="3531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7" name="pt16137"/>
            <p:cNvSpPr/>
            <p:nvPr/>
          </p:nvSpPr>
          <p:spPr>
            <a:xfrm>
              <a:off x="5148492" y="3594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8" name="pt16138"/>
            <p:cNvSpPr/>
            <p:nvPr/>
          </p:nvSpPr>
          <p:spPr>
            <a:xfrm>
              <a:off x="5160119" y="35790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39" name="pt16139"/>
            <p:cNvSpPr/>
            <p:nvPr/>
          </p:nvSpPr>
          <p:spPr>
            <a:xfrm>
              <a:off x="5155319" y="3585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0" name="pt16140"/>
            <p:cNvSpPr/>
            <p:nvPr/>
          </p:nvSpPr>
          <p:spPr>
            <a:xfrm>
              <a:off x="5137530" y="35440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1" name="pt16141"/>
            <p:cNvSpPr/>
            <p:nvPr/>
          </p:nvSpPr>
          <p:spPr>
            <a:xfrm>
              <a:off x="5166352" y="3585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2" name="pt16142"/>
            <p:cNvSpPr/>
            <p:nvPr/>
          </p:nvSpPr>
          <p:spPr>
            <a:xfrm>
              <a:off x="5176536" y="3598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3" name="pt16143"/>
            <p:cNvSpPr/>
            <p:nvPr/>
          </p:nvSpPr>
          <p:spPr>
            <a:xfrm>
              <a:off x="5112743" y="3574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4" name="pt16144"/>
            <p:cNvSpPr/>
            <p:nvPr/>
          </p:nvSpPr>
          <p:spPr>
            <a:xfrm>
              <a:off x="5192811" y="34959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5" name="pt16145"/>
            <p:cNvSpPr/>
            <p:nvPr/>
          </p:nvSpPr>
          <p:spPr>
            <a:xfrm>
              <a:off x="5171843" y="3565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6" name="pt16146"/>
            <p:cNvSpPr/>
            <p:nvPr/>
          </p:nvSpPr>
          <p:spPr>
            <a:xfrm>
              <a:off x="5190545" y="3596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7" name="pt16147"/>
            <p:cNvSpPr/>
            <p:nvPr/>
          </p:nvSpPr>
          <p:spPr>
            <a:xfrm>
              <a:off x="5123965" y="3582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8" name="pt16148"/>
            <p:cNvSpPr/>
            <p:nvPr/>
          </p:nvSpPr>
          <p:spPr>
            <a:xfrm>
              <a:off x="5226811" y="3515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49" name="pt16149"/>
            <p:cNvSpPr/>
            <p:nvPr/>
          </p:nvSpPr>
          <p:spPr>
            <a:xfrm>
              <a:off x="5102852" y="35681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0" name="pt16150"/>
            <p:cNvSpPr/>
            <p:nvPr/>
          </p:nvSpPr>
          <p:spPr>
            <a:xfrm>
              <a:off x="5121757" y="35788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1" name="pt16151"/>
            <p:cNvSpPr/>
            <p:nvPr/>
          </p:nvSpPr>
          <p:spPr>
            <a:xfrm>
              <a:off x="5126237" y="34930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2" name="pt16152"/>
            <p:cNvSpPr/>
            <p:nvPr/>
          </p:nvSpPr>
          <p:spPr>
            <a:xfrm>
              <a:off x="5173696" y="3560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3" name="pt16153"/>
            <p:cNvSpPr/>
            <p:nvPr/>
          </p:nvSpPr>
          <p:spPr>
            <a:xfrm>
              <a:off x="5123241" y="3566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4" name="pt16154"/>
            <p:cNvSpPr/>
            <p:nvPr/>
          </p:nvSpPr>
          <p:spPr>
            <a:xfrm>
              <a:off x="5105843" y="35572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5" name="pt16155"/>
            <p:cNvSpPr/>
            <p:nvPr/>
          </p:nvSpPr>
          <p:spPr>
            <a:xfrm>
              <a:off x="5108340" y="3538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6" name="pt16156"/>
            <p:cNvSpPr/>
            <p:nvPr/>
          </p:nvSpPr>
          <p:spPr>
            <a:xfrm>
              <a:off x="5174259" y="3618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7" name="pt16157"/>
            <p:cNvSpPr/>
            <p:nvPr/>
          </p:nvSpPr>
          <p:spPr>
            <a:xfrm>
              <a:off x="5144075" y="3573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8" name="pt16158"/>
            <p:cNvSpPr/>
            <p:nvPr/>
          </p:nvSpPr>
          <p:spPr>
            <a:xfrm>
              <a:off x="5142832" y="35922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59" name="pt16159"/>
            <p:cNvSpPr/>
            <p:nvPr/>
          </p:nvSpPr>
          <p:spPr>
            <a:xfrm>
              <a:off x="5143496" y="34904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0" name="pt16160"/>
            <p:cNvSpPr/>
            <p:nvPr/>
          </p:nvSpPr>
          <p:spPr>
            <a:xfrm>
              <a:off x="5139672" y="3546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1" name="pt16161"/>
            <p:cNvSpPr/>
            <p:nvPr/>
          </p:nvSpPr>
          <p:spPr>
            <a:xfrm>
              <a:off x="5110199" y="35305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2" name="pt16162"/>
            <p:cNvSpPr/>
            <p:nvPr/>
          </p:nvSpPr>
          <p:spPr>
            <a:xfrm>
              <a:off x="5145835" y="35703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3" name="pt16163"/>
            <p:cNvSpPr/>
            <p:nvPr/>
          </p:nvSpPr>
          <p:spPr>
            <a:xfrm>
              <a:off x="5134170" y="36104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4" name="pt16164"/>
            <p:cNvSpPr/>
            <p:nvPr/>
          </p:nvSpPr>
          <p:spPr>
            <a:xfrm>
              <a:off x="5196184" y="3576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5" name="pt16165"/>
            <p:cNvSpPr/>
            <p:nvPr/>
          </p:nvSpPr>
          <p:spPr>
            <a:xfrm>
              <a:off x="5102175" y="35393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6" name="pt16166"/>
            <p:cNvSpPr/>
            <p:nvPr/>
          </p:nvSpPr>
          <p:spPr>
            <a:xfrm>
              <a:off x="5154026" y="35556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7" name="pt16167"/>
            <p:cNvSpPr/>
            <p:nvPr/>
          </p:nvSpPr>
          <p:spPr>
            <a:xfrm>
              <a:off x="5164037" y="35149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8" name="pt16168"/>
            <p:cNvSpPr/>
            <p:nvPr/>
          </p:nvSpPr>
          <p:spPr>
            <a:xfrm>
              <a:off x="5136149" y="35410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69" name="pt16169"/>
            <p:cNvSpPr/>
            <p:nvPr/>
          </p:nvSpPr>
          <p:spPr>
            <a:xfrm>
              <a:off x="5126962" y="35264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0" name="pt16170"/>
            <p:cNvSpPr/>
            <p:nvPr/>
          </p:nvSpPr>
          <p:spPr>
            <a:xfrm>
              <a:off x="5141695" y="35606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1" name="pt16171"/>
            <p:cNvSpPr/>
            <p:nvPr/>
          </p:nvSpPr>
          <p:spPr>
            <a:xfrm>
              <a:off x="5069010" y="3590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2" name="pt16172"/>
            <p:cNvSpPr/>
            <p:nvPr/>
          </p:nvSpPr>
          <p:spPr>
            <a:xfrm>
              <a:off x="5162038" y="35280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3" name="pt16173"/>
            <p:cNvSpPr/>
            <p:nvPr/>
          </p:nvSpPr>
          <p:spPr>
            <a:xfrm>
              <a:off x="5087903" y="3579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4" name="pt16174"/>
            <p:cNvSpPr/>
            <p:nvPr/>
          </p:nvSpPr>
          <p:spPr>
            <a:xfrm>
              <a:off x="5127986" y="3578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5" name="pt16175"/>
            <p:cNvSpPr/>
            <p:nvPr/>
          </p:nvSpPr>
          <p:spPr>
            <a:xfrm>
              <a:off x="5096277" y="35570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6" name="pt16176"/>
            <p:cNvSpPr/>
            <p:nvPr/>
          </p:nvSpPr>
          <p:spPr>
            <a:xfrm>
              <a:off x="5136228" y="35205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7" name="pt16177"/>
            <p:cNvSpPr/>
            <p:nvPr/>
          </p:nvSpPr>
          <p:spPr>
            <a:xfrm>
              <a:off x="5054035" y="35719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8" name="pt16178"/>
            <p:cNvSpPr/>
            <p:nvPr/>
          </p:nvSpPr>
          <p:spPr>
            <a:xfrm>
              <a:off x="5195160" y="35704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79" name="pt16179"/>
            <p:cNvSpPr/>
            <p:nvPr/>
          </p:nvSpPr>
          <p:spPr>
            <a:xfrm>
              <a:off x="5083138" y="35665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0" name="pt16180"/>
            <p:cNvSpPr/>
            <p:nvPr/>
          </p:nvSpPr>
          <p:spPr>
            <a:xfrm>
              <a:off x="5123029" y="3517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1" name="pt16181"/>
            <p:cNvSpPr/>
            <p:nvPr/>
          </p:nvSpPr>
          <p:spPr>
            <a:xfrm>
              <a:off x="5124372" y="35820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2" name="pt16182"/>
            <p:cNvSpPr/>
            <p:nvPr/>
          </p:nvSpPr>
          <p:spPr>
            <a:xfrm>
              <a:off x="5218078" y="35456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3" name="pt16183"/>
            <p:cNvSpPr/>
            <p:nvPr/>
          </p:nvSpPr>
          <p:spPr>
            <a:xfrm>
              <a:off x="5095473" y="35647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4" name="pt16184"/>
            <p:cNvSpPr/>
            <p:nvPr/>
          </p:nvSpPr>
          <p:spPr>
            <a:xfrm>
              <a:off x="5145712" y="35906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5" name="pt16185"/>
            <p:cNvSpPr/>
            <p:nvPr/>
          </p:nvSpPr>
          <p:spPr>
            <a:xfrm>
              <a:off x="5154033" y="35785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6" name="pt16186"/>
            <p:cNvSpPr/>
            <p:nvPr/>
          </p:nvSpPr>
          <p:spPr>
            <a:xfrm>
              <a:off x="5167051" y="35756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7" name="pt16187"/>
            <p:cNvSpPr/>
            <p:nvPr/>
          </p:nvSpPr>
          <p:spPr>
            <a:xfrm>
              <a:off x="5103913" y="35933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8" name="pt16188"/>
            <p:cNvSpPr/>
            <p:nvPr/>
          </p:nvSpPr>
          <p:spPr>
            <a:xfrm>
              <a:off x="5152500" y="36180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89" name="pt16189"/>
            <p:cNvSpPr/>
            <p:nvPr/>
          </p:nvSpPr>
          <p:spPr>
            <a:xfrm>
              <a:off x="5125909" y="35685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0" name="pt16190"/>
            <p:cNvSpPr/>
            <p:nvPr/>
          </p:nvSpPr>
          <p:spPr>
            <a:xfrm>
              <a:off x="5152901" y="3499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1" name="pt16191"/>
            <p:cNvSpPr/>
            <p:nvPr/>
          </p:nvSpPr>
          <p:spPr>
            <a:xfrm>
              <a:off x="5161150" y="35798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2" name="pt16192"/>
            <p:cNvSpPr/>
            <p:nvPr/>
          </p:nvSpPr>
          <p:spPr>
            <a:xfrm>
              <a:off x="5138523" y="3562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3" name="pt16193"/>
            <p:cNvSpPr/>
            <p:nvPr/>
          </p:nvSpPr>
          <p:spPr>
            <a:xfrm>
              <a:off x="5216825" y="35441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4" name="pt16194"/>
            <p:cNvSpPr/>
            <p:nvPr/>
          </p:nvSpPr>
          <p:spPr>
            <a:xfrm>
              <a:off x="5073123" y="35492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5" name="pt16195"/>
            <p:cNvSpPr/>
            <p:nvPr/>
          </p:nvSpPr>
          <p:spPr>
            <a:xfrm>
              <a:off x="5168206" y="35708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6" name="pt16196"/>
            <p:cNvSpPr/>
            <p:nvPr/>
          </p:nvSpPr>
          <p:spPr>
            <a:xfrm>
              <a:off x="5156069" y="35682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7" name="pt16197"/>
            <p:cNvSpPr/>
            <p:nvPr/>
          </p:nvSpPr>
          <p:spPr>
            <a:xfrm>
              <a:off x="5101164" y="35786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8" name="pt16198"/>
            <p:cNvSpPr/>
            <p:nvPr/>
          </p:nvSpPr>
          <p:spPr>
            <a:xfrm>
              <a:off x="5141391" y="35655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199" name="pt16199"/>
            <p:cNvSpPr/>
            <p:nvPr/>
          </p:nvSpPr>
          <p:spPr>
            <a:xfrm>
              <a:off x="5109691" y="35699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0" name="pt16200"/>
            <p:cNvSpPr/>
            <p:nvPr/>
          </p:nvSpPr>
          <p:spPr>
            <a:xfrm>
              <a:off x="5162399" y="35581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1" name="pt16201"/>
            <p:cNvSpPr/>
            <p:nvPr/>
          </p:nvSpPr>
          <p:spPr>
            <a:xfrm>
              <a:off x="5128506" y="35453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2" name="pt16202"/>
            <p:cNvSpPr/>
            <p:nvPr/>
          </p:nvSpPr>
          <p:spPr>
            <a:xfrm>
              <a:off x="5102977" y="3568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3" name="pt16203"/>
            <p:cNvSpPr/>
            <p:nvPr/>
          </p:nvSpPr>
          <p:spPr>
            <a:xfrm>
              <a:off x="5157233" y="3532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4" name="pt16204"/>
            <p:cNvSpPr/>
            <p:nvPr/>
          </p:nvSpPr>
          <p:spPr>
            <a:xfrm>
              <a:off x="5317446" y="3878144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05" name="pt16205"/>
            <p:cNvSpPr/>
            <p:nvPr/>
          </p:nvSpPr>
          <p:spPr>
            <a:xfrm>
              <a:off x="5167276" y="3529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6" name="pt16206"/>
            <p:cNvSpPr/>
            <p:nvPr/>
          </p:nvSpPr>
          <p:spPr>
            <a:xfrm>
              <a:off x="5149576" y="3581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7" name="pt16207"/>
            <p:cNvSpPr/>
            <p:nvPr/>
          </p:nvSpPr>
          <p:spPr>
            <a:xfrm>
              <a:off x="5160416" y="3540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8" name="pt16208"/>
            <p:cNvSpPr/>
            <p:nvPr/>
          </p:nvSpPr>
          <p:spPr>
            <a:xfrm>
              <a:off x="5213853" y="35590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09" name="pt16209"/>
            <p:cNvSpPr/>
            <p:nvPr/>
          </p:nvSpPr>
          <p:spPr>
            <a:xfrm>
              <a:off x="5114221" y="35676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0" name="pt16210"/>
            <p:cNvSpPr/>
            <p:nvPr/>
          </p:nvSpPr>
          <p:spPr>
            <a:xfrm>
              <a:off x="5166847" y="35599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1" name="pt16211"/>
            <p:cNvSpPr/>
            <p:nvPr/>
          </p:nvSpPr>
          <p:spPr>
            <a:xfrm>
              <a:off x="5155135" y="3530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2" name="pt16212"/>
            <p:cNvSpPr/>
            <p:nvPr/>
          </p:nvSpPr>
          <p:spPr>
            <a:xfrm>
              <a:off x="5100833" y="3582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3" name="pt16213"/>
            <p:cNvSpPr/>
            <p:nvPr/>
          </p:nvSpPr>
          <p:spPr>
            <a:xfrm>
              <a:off x="5068569" y="3596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4" name="pt16214"/>
            <p:cNvSpPr/>
            <p:nvPr/>
          </p:nvSpPr>
          <p:spPr>
            <a:xfrm>
              <a:off x="5115732" y="35019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5" name="pt16215"/>
            <p:cNvSpPr/>
            <p:nvPr/>
          </p:nvSpPr>
          <p:spPr>
            <a:xfrm>
              <a:off x="5162721" y="3545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6" name="pt16216"/>
            <p:cNvSpPr/>
            <p:nvPr/>
          </p:nvSpPr>
          <p:spPr>
            <a:xfrm>
              <a:off x="5141296" y="35632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7" name="pt16217"/>
            <p:cNvSpPr/>
            <p:nvPr/>
          </p:nvSpPr>
          <p:spPr>
            <a:xfrm>
              <a:off x="5142988" y="35411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8" name="pt16218"/>
            <p:cNvSpPr/>
            <p:nvPr/>
          </p:nvSpPr>
          <p:spPr>
            <a:xfrm>
              <a:off x="5170463" y="35454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19" name="pt16219"/>
            <p:cNvSpPr/>
            <p:nvPr/>
          </p:nvSpPr>
          <p:spPr>
            <a:xfrm>
              <a:off x="5099484" y="37888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0" name="pt16220"/>
            <p:cNvSpPr/>
            <p:nvPr/>
          </p:nvSpPr>
          <p:spPr>
            <a:xfrm>
              <a:off x="5269804" y="3540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1" name="pt16221"/>
            <p:cNvSpPr/>
            <p:nvPr/>
          </p:nvSpPr>
          <p:spPr>
            <a:xfrm>
              <a:off x="5164418" y="35177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2" name="pt16222"/>
            <p:cNvSpPr/>
            <p:nvPr/>
          </p:nvSpPr>
          <p:spPr>
            <a:xfrm>
              <a:off x="5168845" y="3563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3" name="pt16223"/>
            <p:cNvSpPr/>
            <p:nvPr/>
          </p:nvSpPr>
          <p:spPr>
            <a:xfrm>
              <a:off x="5135499" y="3549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4" name="pt16224"/>
            <p:cNvSpPr/>
            <p:nvPr/>
          </p:nvSpPr>
          <p:spPr>
            <a:xfrm>
              <a:off x="5125410" y="3570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5" name="pt16225"/>
            <p:cNvSpPr/>
            <p:nvPr/>
          </p:nvSpPr>
          <p:spPr>
            <a:xfrm>
              <a:off x="5140607" y="35640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6" name="pt16226"/>
            <p:cNvSpPr/>
            <p:nvPr/>
          </p:nvSpPr>
          <p:spPr>
            <a:xfrm>
              <a:off x="5148055" y="3584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7" name="pt16227"/>
            <p:cNvSpPr/>
            <p:nvPr/>
          </p:nvSpPr>
          <p:spPr>
            <a:xfrm>
              <a:off x="5161803" y="3548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8" name="pt16228"/>
            <p:cNvSpPr/>
            <p:nvPr/>
          </p:nvSpPr>
          <p:spPr>
            <a:xfrm>
              <a:off x="5118660" y="3524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29" name="pt16229"/>
            <p:cNvSpPr/>
            <p:nvPr/>
          </p:nvSpPr>
          <p:spPr>
            <a:xfrm>
              <a:off x="5083819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0" name="pt16230"/>
            <p:cNvSpPr/>
            <p:nvPr/>
          </p:nvSpPr>
          <p:spPr>
            <a:xfrm>
              <a:off x="5103391" y="35564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1" name="pt16231"/>
            <p:cNvSpPr/>
            <p:nvPr/>
          </p:nvSpPr>
          <p:spPr>
            <a:xfrm>
              <a:off x="5203451" y="35737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2" name="pt16232"/>
            <p:cNvSpPr/>
            <p:nvPr/>
          </p:nvSpPr>
          <p:spPr>
            <a:xfrm>
              <a:off x="5182527" y="3568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3" name="pt16233"/>
            <p:cNvSpPr/>
            <p:nvPr/>
          </p:nvSpPr>
          <p:spPr>
            <a:xfrm>
              <a:off x="5077721" y="35495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4" name="pt16234"/>
            <p:cNvSpPr/>
            <p:nvPr/>
          </p:nvSpPr>
          <p:spPr>
            <a:xfrm>
              <a:off x="5120121" y="36495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5" name="pt16235"/>
            <p:cNvSpPr/>
            <p:nvPr/>
          </p:nvSpPr>
          <p:spPr>
            <a:xfrm>
              <a:off x="7248136" y="35507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6" name="pt16236"/>
            <p:cNvSpPr/>
            <p:nvPr/>
          </p:nvSpPr>
          <p:spPr>
            <a:xfrm>
              <a:off x="5106521" y="35537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7" name="pt16237"/>
            <p:cNvSpPr/>
            <p:nvPr/>
          </p:nvSpPr>
          <p:spPr>
            <a:xfrm>
              <a:off x="5114335" y="3573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8" name="pt16238"/>
            <p:cNvSpPr/>
            <p:nvPr/>
          </p:nvSpPr>
          <p:spPr>
            <a:xfrm>
              <a:off x="5139404" y="35970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39" name="pt16239"/>
            <p:cNvSpPr/>
            <p:nvPr/>
          </p:nvSpPr>
          <p:spPr>
            <a:xfrm>
              <a:off x="5093084" y="35519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0" name="pt16240"/>
            <p:cNvSpPr/>
            <p:nvPr/>
          </p:nvSpPr>
          <p:spPr>
            <a:xfrm>
              <a:off x="5167906" y="3544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1" name="pt16241"/>
            <p:cNvSpPr/>
            <p:nvPr/>
          </p:nvSpPr>
          <p:spPr>
            <a:xfrm>
              <a:off x="5085642" y="3538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2" name="pt16242"/>
            <p:cNvSpPr/>
            <p:nvPr/>
          </p:nvSpPr>
          <p:spPr>
            <a:xfrm>
              <a:off x="5140647" y="35535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3" name="pt16243"/>
            <p:cNvSpPr/>
            <p:nvPr/>
          </p:nvSpPr>
          <p:spPr>
            <a:xfrm>
              <a:off x="5149959" y="35402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4" name="pt16244"/>
            <p:cNvSpPr/>
            <p:nvPr/>
          </p:nvSpPr>
          <p:spPr>
            <a:xfrm>
              <a:off x="5091073" y="3517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5" name="pt16245"/>
            <p:cNvSpPr/>
            <p:nvPr/>
          </p:nvSpPr>
          <p:spPr>
            <a:xfrm>
              <a:off x="5143374" y="3515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6" name="pt16246"/>
            <p:cNvSpPr/>
            <p:nvPr/>
          </p:nvSpPr>
          <p:spPr>
            <a:xfrm>
              <a:off x="5086691" y="36067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7" name="pt16247"/>
            <p:cNvSpPr/>
            <p:nvPr/>
          </p:nvSpPr>
          <p:spPr>
            <a:xfrm>
              <a:off x="5176251" y="3575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8" name="pt16248"/>
            <p:cNvSpPr/>
            <p:nvPr/>
          </p:nvSpPr>
          <p:spPr>
            <a:xfrm>
              <a:off x="5197170" y="36302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49" name="pt16249"/>
            <p:cNvSpPr/>
            <p:nvPr/>
          </p:nvSpPr>
          <p:spPr>
            <a:xfrm>
              <a:off x="5056581" y="36051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0" name="pt16250"/>
            <p:cNvSpPr/>
            <p:nvPr/>
          </p:nvSpPr>
          <p:spPr>
            <a:xfrm>
              <a:off x="5187348" y="3595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1" name="pt16251"/>
            <p:cNvSpPr/>
            <p:nvPr/>
          </p:nvSpPr>
          <p:spPr>
            <a:xfrm>
              <a:off x="5166074" y="35667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2" name="pt16252"/>
            <p:cNvSpPr/>
            <p:nvPr/>
          </p:nvSpPr>
          <p:spPr>
            <a:xfrm>
              <a:off x="5113305" y="35376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3" name="pt16253"/>
            <p:cNvSpPr/>
            <p:nvPr/>
          </p:nvSpPr>
          <p:spPr>
            <a:xfrm>
              <a:off x="5103573" y="35507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4" name="pt16254"/>
            <p:cNvSpPr/>
            <p:nvPr/>
          </p:nvSpPr>
          <p:spPr>
            <a:xfrm>
              <a:off x="5081198" y="35854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5" name="pt16255"/>
            <p:cNvSpPr/>
            <p:nvPr/>
          </p:nvSpPr>
          <p:spPr>
            <a:xfrm>
              <a:off x="5059807" y="35912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6" name="pt16256"/>
            <p:cNvSpPr/>
            <p:nvPr/>
          </p:nvSpPr>
          <p:spPr>
            <a:xfrm>
              <a:off x="5106646" y="3612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7" name="pt16257"/>
            <p:cNvSpPr/>
            <p:nvPr/>
          </p:nvSpPr>
          <p:spPr>
            <a:xfrm>
              <a:off x="5122976" y="35437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8" name="pt16258"/>
            <p:cNvSpPr/>
            <p:nvPr/>
          </p:nvSpPr>
          <p:spPr>
            <a:xfrm>
              <a:off x="5129040" y="3539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59" name="pt16259"/>
            <p:cNvSpPr/>
            <p:nvPr/>
          </p:nvSpPr>
          <p:spPr>
            <a:xfrm>
              <a:off x="5164382" y="35758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0" name="pt16260"/>
            <p:cNvSpPr/>
            <p:nvPr/>
          </p:nvSpPr>
          <p:spPr>
            <a:xfrm>
              <a:off x="5203570" y="35336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1" name="pt16261"/>
            <p:cNvSpPr/>
            <p:nvPr/>
          </p:nvSpPr>
          <p:spPr>
            <a:xfrm>
              <a:off x="5135961" y="35153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2" name="pt16262"/>
            <p:cNvSpPr/>
            <p:nvPr/>
          </p:nvSpPr>
          <p:spPr>
            <a:xfrm>
              <a:off x="5112113" y="35652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3" name="pt16263"/>
            <p:cNvSpPr/>
            <p:nvPr/>
          </p:nvSpPr>
          <p:spPr>
            <a:xfrm>
              <a:off x="5154398" y="3528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4" name="pt16264"/>
            <p:cNvSpPr/>
            <p:nvPr/>
          </p:nvSpPr>
          <p:spPr>
            <a:xfrm>
              <a:off x="5170375" y="35364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5" name="pt16265"/>
            <p:cNvSpPr/>
            <p:nvPr/>
          </p:nvSpPr>
          <p:spPr>
            <a:xfrm>
              <a:off x="5128293" y="3562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6" name="pt16266"/>
            <p:cNvSpPr/>
            <p:nvPr/>
          </p:nvSpPr>
          <p:spPr>
            <a:xfrm>
              <a:off x="5201399" y="35507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7" name="pt16267"/>
            <p:cNvSpPr/>
            <p:nvPr/>
          </p:nvSpPr>
          <p:spPr>
            <a:xfrm>
              <a:off x="5169820" y="35472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8" name="pt16268"/>
            <p:cNvSpPr/>
            <p:nvPr/>
          </p:nvSpPr>
          <p:spPr>
            <a:xfrm>
              <a:off x="5136203" y="34874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69" name="pt16269"/>
            <p:cNvSpPr/>
            <p:nvPr/>
          </p:nvSpPr>
          <p:spPr>
            <a:xfrm>
              <a:off x="5109878" y="36029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0" name="pt16270"/>
            <p:cNvSpPr/>
            <p:nvPr/>
          </p:nvSpPr>
          <p:spPr>
            <a:xfrm>
              <a:off x="5108924" y="35985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1" name="pt16271"/>
            <p:cNvSpPr/>
            <p:nvPr/>
          </p:nvSpPr>
          <p:spPr>
            <a:xfrm>
              <a:off x="5089463" y="3616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2" name="pt16272"/>
            <p:cNvSpPr/>
            <p:nvPr/>
          </p:nvSpPr>
          <p:spPr>
            <a:xfrm>
              <a:off x="5136417" y="35541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3" name="pt16273"/>
            <p:cNvSpPr/>
            <p:nvPr/>
          </p:nvSpPr>
          <p:spPr>
            <a:xfrm>
              <a:off x="5113254" y="37261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4" name="pt16274"/>
            <p:cNvSpPr/>
            <p:nvPr/>
          </p:nvSpPr>
          <p:spPr>
            <a:xfrm>
              <a:off x="5204492" y="35501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5" name="pt16275"/>
            <p:cNvSpPr/>
            <p:nvPr/>
          </p:nvSpPr>
          <p:spPr>
            <a:xfrm>
              <a:off x="5163095" y="35390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6" name="pt16276"/>
            <p:cNvSpPr/>
            <p:nvPr/>
          </p:nvSpPr>
          <p:spPr>
            <a:xfrm>
              <a:off x="5142364" y="37030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7" name="pt16277"/>
            <p:cNvSpPr/>
            <p:nvPr/>
          </p:nvSpPr>
          <p:spPr>
            <a:xfrm>
              <a:off x="5166538" y="35414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8" name="pt16278"/>
            <p:cNvSpPr/>
            <p:nvPr/>
          </p:nvSpPr>
          <p:spPr>
            <a:xfrm>
              <a:off x="5122651" y="35674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79" name="pt16279"/>
            <p:cNvSpPr/>
            <p:nvPr/>
          </p:nvSpPr>
          <p:spPr>
            <a:xfrm>
              <a:off x="5129644" y="3582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0" name="pt16280"/>
            <p:cNvSpPr/>
            <p:nvPr/>
          </p:nvSpPr>
          <p:spPr>
            <a:xfrm>
              <a:off x="5162815" y="35584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1" name="pt16281"/>
            <p:cNvSpPr/>
            <p:nvPr/>
          </p:nvSpPr>
          <p:spPr>
            <a:xfrm>
              <a:off x="5151389" y="35240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2" name="pt16282"/>
            <p:cNvSpPr/>
            <p:nvPr/>
          </p:nvSpPr>
          <p:spPr>
            <a:xfrm>
              <a:off x="5063428" y="3606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3" name="pt16283"/>
            <p:cNvSpPr/>
            <p:nvPr/>
          </p:nvSpPr>
          <p:spPr>
            <a:xfrm>
              <a:off x="5173337" y="3554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4" name="pt16284"/>
            <p:cNvSpPr/>
            <p:nvPr/>
          </p:nvSpPr>
          <p:spPr>
            <a:xfrm>
              <a:off x="5207618" y="35264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5" name="pt16285"/>
            <p:cNvSpPr/>
            <p:nvPr/>
          </p:nvSpPr>
          <p:spPr>
            <a:xfrm>
              <a:off x="5114268" y="35358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6" name="pt16286"/>
            <p:cNvSpPr/>
            <p:nvPr/>
          </p:nvSpPr>
          <p:spPr>
            <a:xfrm>
              <a:off x="5074185" y="35881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7" name="pt16287"/>
            <p:cNvSpPr/>
            <p:nvPr/>
          </p:nvSpPr>
          <p:spPr>
            <a:xfrm>
              <a:off x="5165531" y="35437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8" name="pt16288"/>
            <p:cNvSpPr/>
            <p:nvPr/>
          </p:nvSpPr>
          <p:spPr>
            <a:xfrm>
              <a:off x="5138623" y="3499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89" name="pt16289"/>
            <p:cNvSpPr/>
            <p:nvPr/>
          </p:nvSpPr>
          <p:spPr>
            <a:xfrm>
              <a:off x="5084654" y="35611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0" name="pt16290"/>
            <p:cNvSpPr/>
            <p:nvPr/>
          </p:nvSpPr>
          <p:spPr>
            <a:xfrm>
              <a:off x="5074189" y="3623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1" name="pt16291"/>
            <p:cNvSpPr/>
            <p:nvPr/>
          </p:nvSpPr>
          <p:spPr>
            <a:xfrm>
              <a:off x="5122390" y="3623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2" name="pt16292"/>
            <p:cNvSpPr/>
            <p:nvPr/>
          </p:nvSpPr>
          <p:spPr>
            <a:xfrm>
              <a:off x="5137163" y="35631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3" name="pt16293"/>
            <p:cNvSpPr/>
            <p:nvPr/>
          </p:nvSpPr>
          <p:spPr>
            <a:xfrm>
              <a:off x="5177193" y="35846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4" name="pt16294"/>
            <p:cNvSpPr/>
            <p:nvPr/>
          </p:nvSpPr>
          <p:spPr>
            <a:xfrm>
              <a:off x="5163278" y="3565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5" name="pt16295"/>
            <p:cNvSpPr/>
            <p:nvPr/>
          </p:nvSpPr>
          <p:spPr>
            <a:xfrm>
              <a:off x="5137920" y="35440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6" name="pt16296"/>
            <p:cNvSpPr/>
            <p:nvPr/>
          </p:nvSpPr>
          <p:spPr>
            <a:xfrm>
              <a:off x="5818238" y="35627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7" name="pt16297"/>
            <p:cNvSpPr/>
            <p:nvPr/>
          </p:nvSpPr>
          <p:spPr>
            <a:xfrm>
              <a:off x="5116139" y="35564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8" name="pt16298"/>
            <p:cNvSpPr/>
            <p:nvPr/>
          </p:nvSpPr>
          <p:spPr>
            <a:xfrm>
              <a:off x="5129215" y="35826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299" name="pt16299"/>
            <p:cNvSpPr/>
            <p:nvPr/>
          </p:nvSpPr>
          <p:spPr>
            <a:xfrm>
              <a:off x="5164145" y="35508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0" name="pt16300"/>
            <p:cNvSpPr/>
            <p:nvPr/>
          </p:nvSpPr>
          <p:spPr>
            <a:xfrm>
              <a:off x="5128102" y="35619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1" name="pt16301"/>
            <p:cNvSpPr/>
            <p:nvPr/>
          </p:nvSpPr>
          <p:spPr>
            <a:xfrm>
              <a:off x="5139540" y="35486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2" name="pt16302"/>
            <p:cNvSpPr/>
            <p:nvPr/>
          </p:nvSpPr>
          <p:spPr>
            <a:xfrm>
              <a:off x="5135947" y="35550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3" name="pt16303"/>
            <p:cNvSpPr/>
            <p:nvPr/>
          </p:nvSpPr>
          <p:spPr>
            <a:xfrm>
              <a:off x="5094455" y="35583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4" name="pt16304"/>
            <p:cNvSpPr/>
            <p:nvPr/>
          </p:nvSpPr>
          <p:spPr>
            <a:xfrm>
              <a:off x="5130858" y="3569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5" name="pt16305"/>
            <p:cNvSpPr/>
            <p:nvPr/>
          </p:nvSpPr>
          <p:spPr>
            <a:xfrm>
              <a:off x="5123559" y="35730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6" name="pt16306"/>
            <p:cNvSpPr/>
            <p:nvPr/>
          </p:nvSpPr>
          <p:spPr>
            <a:xfrm>
              <a:off x="5138591" y="3543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7" name="pt16307"/>
            <p:cNvSpPr/>
            <p:nvPr/>
          </p:nvSpPr>
          <p:spPr>
            <a:xfrm>
              <a:off x="5136659" y="35168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8" name="pt16308"/>
            <p:cNvSpPr/>
            <p:nvPr/>
          </p:nvSpPr>
          <p:spPr>
            <a:xfrm>
              <a:off x="5182780" y="31814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09" name="pt16309"/>
            <p:cNvSpPr/>
            <p:nvPr/>
          </p:nvSpPr>
          <p:spPr>
            <a:xfrm>
              <a:off x="5120704" y="34947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0" name="pt16310"/>
            <p:cNvSpPr/>
            <p:nvPr/>
          </p:nvSpPr>
          <p:spPr>
            <a:xfrm>
              <a:off x="5106257" y="3579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1" name="pt16311"/>
            <p:cNvSpPr/>
            <p:nvPr/>
          </p:nvSpPr>
          <p:spPr>
            <a:xfrm>
              <a:off x="5130421" y="35768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2" name="pt16312"/>
            <p:cNvSpPr/>
            <p:nvPr/>
          </p:nvSpPr>
          <p:spPr>
            <a:xfrm>
              <a:off x="5157105" y="35308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3" name="pt16313"/>
            <p:cNvSpPr/>
            <p:nvPr/>
          </p:nvSpPr>
          <p:spPr>
            <a:xfrm>
              <a:off x="5130615" y="35705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4" name="pt16314"/>
            <p:cNvSpPr/>
            <p:nvPr/>
          </p:nvSpPr>
          <p:spPr>
            <a:xfrm>
              <a:off x="5104246" y="3526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5" name="pt16315"/>
            <p:cNvSpPr/>
            <p:nvPr/>
          </p:nvSpPr>
          <p:spPr>
            <a:xfrm>
              <a:off x="5138892" y="36039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6" name="pt16316"/>
            <p:cNvSpPr/>
            <p:nvPr/>
          </p:nvSpPr>
          <p:spPr>
            <a:xfrm>
              <a:off x="5122999" y="3532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7" name="pt16317"/>
            <p:cNvSpPr/>
            <p:nvPr/>
          </p:nvSpPr>
          <p:spPr>
            <a:xfrm>
              <a:off x="5206029" y="35841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8" name="pt16318"/>
            <p:cNvSpPr/>
            <p:nvPr/>
          </p:nvSpPr>
          <p:spPr>
            <a:xfrm>
              <a:off x="5106514" y="35798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19" name="pt16319"/>
            <p:cNvSpPr/>
            <p:nvPr/>
          </p:nvSpPr>
          <p:spPr>
            <a:xfrm>
              <a:off x="5154002" y="3557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0" name="pt16320"/>
            <p:cNvSpPr/>
            <p:nvPr/>
          </p:nvSpPr>
          <p:spPr>
            <a:xfrm>
              <a:off x="5214105" y="36890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1" name="pt16321"/>
            <p:cNvSpPr/>
            <p:nvPr/>
          </p:nvSpPr>
          <p:spPr>
            <a:xfrm>
              <a:off x="5189892" y="36836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2" name="pt16322"/>
            <p:cNvSpPr/>
            <p:nvPr/>
          </p:nvSpPr>
          <p:spPr>
            <a:xfrm>
              <a:off x="5179450" y="36047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3" name="pt16323"/>
            <p:cNvSpPr/>
            <p:nvPr/>
          </p:nvSpPr>
          <p:spPr>
            <a:xfrm>
              <a:off x="5193960" y="35756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4" name="pt16324"/>
            <p:cNvSpPr/>
            <p:nvPr/>
          </p:nvSpPr>
          <p:spPr>
            <a:xfrm>
              <a:off x="5157781" y="35614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5" name="pt16325"/>
            <p:cNvSpPr/>
            <p:nvPr/>
          </p:nvSpPr>
          <p:spPr>
            <a:xfrm>
              <a:off x="5111025" y="35561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6" name="pt16326"/>
            <p:cNvSpPr/>
            <p:nvPr/>
          </p:nvSpPr>
          <p:spPr>
            <a:xfrm>
              <a:off x="5149546" y="36072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7" name="pt16327"/>
            <p:cNvSpPr/>
            <p:nvPr/>
          </p:nvSpPr>
          <p:spPr>
            <a:xfrm>
              <a:off x="5138741" y="35807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8" name="pt16328"/>
            <p:cNvSpPr/>
            <p:nvPr/>
          </p:nvSpPr>
          <p:spPr>
            <a:xfrm>
              <a:off x="5098609" y="3467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29" name="pt16329"/>
            <p:cNvSpPr/>
            <p:nvPr/>
          </p:nvSpPr>
          <p:spPr>
            <a:xfrm>
              <a:off x="5180743" y="35200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0" name="pt16330"/>
            <p:cNvSpPr/>
            <p:nvPr/>
          </p:nvSpPr>
          <p:spPr>
            <a:xfrm>
              <a:off x="5156453" y="3577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1" name="pt16331"/>
            <p:cNvSpPr/>
            <p:nvPr/>
          </p:nvSpPr>
          <p:spPr>
            <a:xfrm>
              <a:off x="5149802" y="3571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2" name="pt16332"/>
            <p:cNvSpPr/>
            <p:nvPr/>
          </p:nvSpPr>
          <p:spPr>
            <a:xfrm>
              <a:off x="5037160" y="35143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3" name="pt16333"/>
            <p:cNvSpPr/>
            <p:nvPr/>
          </p:nvSpPr>
          <p:spPr>
            <a:xfrm>
              <a:off x="5235907" y="3552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4" name="pt16334"/>
            <p:cNvSpPr/>
            <p:nvPr/>
          </p:nvSpPr>
          <p:spPr>
            <a:xfrm>
              <a:off x="5185487" y="35242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5" name="pt16335"/>
            <p:cNvSpPr/>
            <p:nvPr/>
          </p:nvSpPr>
          <p:spPr>
            <a:xfrm>
              <a:off x="5156574" y="35353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6" name="pt16336"/>
            <p:cNvSpPr/>
            <p:nvPr/>
          </p:nvSpPr>
          <p:spPr>
            <a:xfrm>
              <a:off x="5143321" y="35743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7" name="pt16337"/>
            <p:cNvSpPr/>
            <p:nvPr/>
          </p:nvSpPr>
          <p:spPr>
            <a:xfrm>
              <a:off x="5127690" y="3533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8" name="pt16338"/>
            <p:cNvSpPr/>
            <p:nvPr/>
          </p:nvSpPr>
          <p:spPr>
            <a:xfrm>
              <a:off x="5095929" y="36089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39" name="pt16339"/>
            <p:cNvSpPr/>
            <p:nvPr/>
          </p:nvSpPr>
          <p:spPr>
            <a:xfrm>
              <a:off x="5111242" y="35773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0" name="pt16340"/>
            <p:cNvSpPr/>
            <p:nvPr/>
          </p:nvSpPr>
          <p:spPr>
            <a:xfrm>
              <a:off x="5087596" y="35720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1" name="pt16341"/>
            <p:cNvSpPr/>
            <p:nvPr/>
          </p:nvSpPr>
          <p:spPr>
            <a:xfrm>
              <a:off x="5160442" y="3530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2" name="pt16342"/>
            <p:cNvSpPr/>
            <p:nvPr/>
          </p:nvSpPr>
          <p:spPr>
            <a:xfrm>
              <a:off x="5152658" y="3543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3" name="pt16343"/>
            <p:cNvSpPr/>
            <p:nvPr/>
          </p:nvSpPr>
          <p:spPr>
            <a:xfrm>
              <a:off x="5150971" y="35202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4" name="pt16344"/>
            <p:cNvSpPr/>
            <p:nvPr/>
          </p:nvSpPr>
          <p:spPr>
            <a:xfrm>
              <a:off x="5196962" y="35268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5" name="pt16345"/>
            <p:cNvSpPr/>
            <p:nvPr/>
          </p:nvSpPr>
          <p:spPr>
            <a:xfrm>
              <a:off x="5141438" y="3497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6" name="pt16346"/>
            <p:cNvSpPr/>
            <p:nvPr/>
          </p:nvSpPr>
          <p:spPr>
            <a:xfrm>
              <a:off x="5086596" y="35416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7" name="pt16347"/>
            <p:cNvSpPr/>
            <p:nvPr/>
          </p:nvSpPr>
          <p:spPr>
            <a:xfrm>
              <a:off x="5180790" y="35541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8" name="pt16348"/>
            <p:cNvSpPr/>
            <p:nvPr/>
          </p:nvSpPr>
          <p:spPr>
            <a:xfrm>
              <a:off x="5133638" y="35976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49" name="pt16349"/>
            <p:cNvSpPr/>
            <p:nvPr/>
          </p:nvSpPr>
          <p:spPr>
            <a:xfrm>
              <a:off x="5102511" y="35530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0" name="pt16350"/>
            <p:cNvSpPr/>
            <p:nvPr/>
          </p:nvSpPr>
          <p:spPr>
            <a:xfrm>
              <a:off x="5132726" y="35362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1" name="pt16351"/>
            <p:cNvSpPr/>
            <p:nvPr/>
          </p:nvSpPr>
          <p:spPr>
            <a:xfrm>
              <a:off x="5107667" y="35529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2" name="pt16352"/>
            <p:cNvSpPr/>
            <p:nvPr/>
          </p:nvSpPr>
          <p:spPr>
            <a:xfrm>
              <a:off x="5144147" y="35461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3" name="pt16353"/>
            <p:cNvSpPr/>
            <p:nvPr/>
          </p:nvSpPr>
          <p:spPr>
            <a:xfrm>
              <a:off x="5190117" y="35770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4" name="pt16354"/>
            <p:cNvSpPr/>
            <p:nvPr/>
          </p:nvSpPr>
          <p:spPr>
            <a:xfrm>
              <a:off x="5148828" y="35321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5" name="pt16355"/>
            <p:cNvSpPr/>
            <p:nvPr/>
          </p:nvSpPr>
          <p:spPr>
            <a:xfrm>
              <a:off x="5098499" y="3532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6" name="pt16356"/>
            <p:cNvSpPr/>
            <p:nvPr/>
          </p:nvSpPr>
          <p:spPr>
            <a:xfrm>
              <a:off x="5172957" y="35144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7" name="pt16357"/>
            <p:cNvSpPr/>
            <p:nvPr/>
          </p:nvSpPr>
          <p:spPr>
            <a:xfrm>
              <a:off x="5162752" y="35675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8" name="pt16358"/>
            <p:cNvSpPr/>
            <p:nvPr/>
          </p:nvSpPr>
          <p:spPr>
            <a:xfrm>
              <a:off x="5196606" y="34351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59" name="pt16359"/>
            <p:cNvSpPr/>
            <p:nvPr/>
          </p:nvSpPr>
          <p:spPr>
            <a:xfrm>
              <a:off x="5127329" y="3576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0" name="pt16360"/>
            <p:cNvSpPr/>
            <p:nvPr/>
          </p:nvSpPr>
          <p:spPr>
            <a:xfrm>
              <a:off x="5118097" y="36178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1" name="pt16361"/>
            <p:cNvSpPr/>
            <p:nvPr/>
          </p:nvSpPr>
          <p:spPr>
            <a:xfrm>
              <a:off x="5134855" y="35645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2" name="pt16362"/>
            <p:cNvSpPr/>
            <p:nvPr/>
          </p:nvSpPr>
          <p:spPr>
            <a:xfrm>
              <a:off x="5058001" y="35507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3" name="pt16363"/>
            <p:cNvSpPr/>
            <p:nvPr/>
          </p:nvSpPr>
          <p:spPr>
            <a:xfrm>
              <a:off x="5167515" y="34765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4" name="pt16364"/>
            <p:cNvSpPr/>
            <p:nvPr/>
          </p:nvSpPr>
          <p:spPr>
            <a:xfrm>
              <a:off x="5103959" y="36229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5" name="pt16365"/>
            <p:cNvSpPr/>
            <p:nvPr/>
          </p:nvSpPr>
          <p:spPr>
            <a:xfrm>
              <a:off x="5138035" y="3583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6" name="pt16366"/>
            <p:cNvSpPr/>
            <p:nvPr/>
          </p:nvSpPr>
          <p:spPr>
            <a:xfrm>
              <a:off x="5072520" y="3597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7" name="pt16367"/>
            <p:cNvSpPr/>
            <p:nvPr/>
          </p:nvSpPr>
          <p:spPr>
            <a:xfrm>
              <a:off x="5147445" y="35687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8" name="pt16368"/>
            <p:cNvSpPr/>
            <p:nvPr/>
          </p:nvSpPr>
          <p:spPr>
            <a:xfrm>
              <a:off x="5130552" y="35668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69" name="pt16369"/>
            <p:cNvSpPr/>
            <p:nvPr/>
          </p:nvSpPr>
          <p:spPr>
            <a:xfrm>
              <a:off x="5119760" y="3577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0" name="pt16370"/>
            <p:cNvSpPr/>
            <p:nvPr/>
          </p:nvSpPr>
          <p:spPr>
            <a:xfrm>
              <a:off x="5162798" y="3547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1" name="pt16371"/>
            <p:cNvSpPr/>
            <p:nvPr/>
          </p:nvSpPr>
          <p:spPr>
            <a:xfrm>
              <a:off x="5198776" y="3561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2" name="pt16372"/>
            <p:cNvSpPr/>
            <p:nvPr/>
          </p:nvSpPr>
          <p:spPr>
            <a:xfrm>
              <a:off x="5117209" y="36306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3" name="pt16373"/>
            <p:cNvSpPr/>
            <p:nvPr/>
          </p:nvSpPr>
          <p:spPr>
            <a:xfrm>
              <a:off x="5109176" y="35569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4" name="pt16374"/>
            <p:cNvSpPr/>
            <p:nvPr/>
          </p:nvSpPr>
          <p:spPr>
            <a:xfrm>
              <a:off x="5118439" y="35536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5" name="pt16375"/>
            <p:cNvSpPr/>
            <p:nvPr/>
          </p:nvSpPr>
          <p:spPr>
            <a:xfrm>
              <a:off x="5150916" y="3577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6" name="pt16376"/>
            <p:cNvSpPr/>
            <p:nvPr/>
          </p:nvSpPr>
          <p:spPr>
            <a:xfrm>
              <a:off x="5110764" y="35461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7" name="pt16377"/>
            <p:cNvSpPr/>
            <p:nvPr/>
          </p:nvSpPr>
          <p:spPr>
            <a:xfrm>
              <a:off x="5115861" y="3554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8" name="pt16378"/>
            <p:cNvSpPr/>
            <p:nvPr/>
          </p:nvSpPr>
          <p:spPr>
            <a:xfrm>
              <a:off x="5132475" y="3596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79" name="pt16379"/>
            <p:cNvSpPr/>
            <p:nvPr/>
          </p:nvSpPr>
          <p:spPr>
            <a:xfrm>
              <a:off x="5161674" y="3563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0" name="pt16380"/>
            <p:cNvSpPr/>
            <p:nvPr/>
          </p:nvSpPr>
          <p:spPr>
            <a:xfrm>
              <a:off x="5163387" y="36286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1" name="pt16381"/>
            <p:cNvSpPr/>
            <p:nvPr/>
          </p:nvSpPr>
          <p:spPr>
            <a:xfrm>
              <a:off x="5128836" y="35365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2" name="pt16382"/>
            <p:cNvSpPr/>
            <p:nvPr/>
          </p:nvSpPr>
          <p:spPr>
            <a:xfrm>
              <a:off x="5141737" y="35409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3" name="pt16383"/>
            <p:cNvSpPr/>
            <p:nvPr/>
          </p:nvSpPr>
          <p:spPr>
            <a:xfrm>
              <a:off x="5162065" y="35632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4" name="pt16384"/>
            <p:cNvSpPr/>
            <p:nvPr/>
          </p:nvSpPr>
          <p:spPr>
            <a:xfrm>
              <a:off x="5139141" y="35417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5" name="pt16385"/>
            <p:cNvSpPr/>
            <p:nvPr/>
          </p:nvSpPr>
          <p:spPr>
            <a:xfrm>
              <a:off x="5201649" y="36035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6" name="pt16386"/>
            <p:cNvSpPr/>
            <p:nvPr/>
          </p:nvSpPr>
          <p:spPr>
            <a:xfrm>
              <a:off x="5107396" y="3554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7" name="pt16387"/>
            <p:cNvSpPr/>
            <p:nvPr/>
          </p:nvSpPr>
          <p:spPr>
            <a:xfrm>
              <a:off x="5101215" y="35289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8" name="pt16388"/>
            <p:cNvSpPr/>
            <p:nvPr/>
          </p:nvSpPr>
          <p:spPr>
            <a:xfrm>
              <a:off x="5148287" y="35411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89" name="pt16389"/>
            <p:cNvSpPr/>
            <p:nvPr/>
          </p:nvSpPr>
          <p:spPr>
            <a:xfrm>
              <a:off x="5154421" y="35590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0" name="pt16390"/>
            <p:cNvSpPr/>
            <p:nvPr/>
          </p:nvSpPr>
          <p:spPr>
            <a:xfrm>
              <a:off x="5150014" y="35396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1" name="pt16391"/>
            <p:cNvSpPr/>
            <p:nvPr/>
          </p:nvSpPr>
          <p:spPr>
            <a:xfrm>
              <a:off x="5187811" y="3543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2" name="pt16392"/>
            <p:cNvSpPr/>
            <p:nvPr/>
          </p:nvSpPr>
          <p:spPr>
            <a:xfrm>
              <a:off x="5144892" y="35642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3" name="pt16393"/>
            <p:cNvSpPr/>
            <p:nvPr/>
          </p:nvSpPr>
          <p:spPr>
            <a:xfrm>
              <a:off x="5154003" y="35829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4" name="pt16394"/>
            <p:cNvSpPr/>
            <p:nvPr/>
          </p:nvSpPr>
          <p:spPr>
            <a:xfrm>
              <a:off x="5118393" y="3562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5" name="pt16395"/>
            <p:cNvSpPr/>
            <p:nvPr/>
          </p:nvSpPr>
          <p:spPr>
            <a:xfrm>
              <a:off x="5183175" y="3491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6" name="pt16396"/>
            <p:cNvSpPr/>
            <p:nvPr/>
          </p:nvSpPr>
          <p:spPr>
            <a:xfrm>
              <a:off x="5209782" y="35566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7" name="pt16397"/>
            <p:cNvSpPr/>
            <p:nvPr/>
          </p:nvSpPr>
          <p:spPr>
            <a:xfrm>
              <a:off x="5123714" y="35545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8" name="pt16398"/>
            <p:cNvSpPr/>
            <p:nvPr/>
          </p:nvSpPr>
          <p:spPr>
            <a:xfrm>
              <a:off x="5076544" y="35429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399" name="pt16399"/>
            <p:cNvSpPr/>
            <p:nvPr/>
          </p:nvSpPr>
          <p:spPr>
            <a:xfrm>
              <a:off x="5119149" y="35572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0" name="pt16400"/>
            <p:cNvSpPr/>
            <p:nvPr/>
          </p:nvSpPr>
          <p:spPr>
            <a:xfrm>
              <a:off x="5108296" y="35667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1" name="pt16401"/>
            <p:cNvSpPr/>
            <p:nvPr/>
          </p:nvSpPr>
          <p:spPr>
            <a:xfrm>
              <a:off x="5092304" y="3516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2" name="pt16402"/>
            <p:cNvSpPr/>
            <p:nvPr/>
          </p:nvSpPr>
          <p:spPr>
            <a:xfrm>
              <a:off x="5169197" y="35966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3" name="pt16403"/>
            <p:cNvSpPr/>
            <p:nvPr/>
          </p:nvSpPr>
          <p:spPr>
            <a:xfrm>
              <a:off x="5162886" y="35502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4" name="pt16404"/>
            <p:cNvSpPr/>
            <p:nvPr/>
          </p:nvSpPr>
          <p:spPr>
            <a:xfrm>
              <a:off x="5085675" y="35732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5" name="pt16405"/>
            <p:cNvSpPr/>
            <p:nvPr/>
          </p:nvSpPr>
          <p:spPr>
            <a:xfrm>
              <a:off x="5200668" y="3592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6" name="pt16406"/>
            <p:cNvSpPr/>
            <p:nvPr/>
          </p:nvSpPr>
          <p:spPr>
            <a:xfrm>
              <a:off x="5152990" y="35885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7" name="pt16407"/>
            <p:cNvSpPr/>
            <p:nvPr/>
          </p:nvSpPr>
          <p:spPr>
            <a:xfrm>
              <a:off x="5125015" y="36089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8" name="pt16408"/>
            <p:cNvSpPr/>
            <p:nvPr/>
          </p:nvSpPr>
          <p:spPr>
            <a:xfrm>
              <a:off x="5193357" y="35549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09" name="pt16409"/>
            <p:cNvSpPr/>
            <p:nvPr/>
          </p:nvSpPr>
          <p:spPr>
            <a:xfrm>
              <a:off x="5086141" y="35818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0" name="pt16410"/>
            <p:cNvSpPr/>
            <p:nvPr/>
          </p:nvSpPr>
          <p:spPr>
            <a:xfrm>
              <a:off x="5145808" y="35702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1" name="pt16411"/>
            <p:cNvSpPr/>
            <p:nvPr/>
          </p:nvSpPr>
          <p:spPr>
            <a:xfrm>
              <a:off x="5135610" y="35702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2" name="pt16412"/>
            <p:cNvSpPr/>
            <p:nvPr/>
          </p:nvSpPr>
          <p:spPr>
            <a:xfrm>
              <a:off x="5115002" y="36049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3" name="pt16413"/>
            <p:cNvSpPr/>
            <p:nvPr/>
          </p:nvSpPr>
          <p:spPr>
            <a:xfrm>
              <a:off x="5179367" y="35598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4" name="pt16414"/>
            <p:cNvSpPr/>
            <p:nvPr/>
          </p:nvSpPr>
          <p:spPr>
            <a:xfrm>
              <a:off x="5110742" y="3565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5" name="pt16415"/>
            <p:cNvSpPr/>
            <p:nvPr/>
          </p:nvSpPr>
          <p:spPr>
            <a:xfrm>
              <a:off x="5181358" y="29641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6" name="pt16416"/>
            <p:cNvSpPr/>
            <p:nvPr/>
          </p:nvSpPr>
          <p:spPr>
            <a:xfrm>
              <a:off x="5135402" y="35521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7" name="pt16417"/>
            <p:cNvSpPr/>
            <p:nvPr/>
          </p:nvSpPr>
          <p:spPr>
            <a:xfrm>
              <a:off x="5116602" y="35758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8" name="pt16418"/>
            <p:cNvSpPr/>
            <p:nvPr/>
          </p:nvSpPr>
          <p:spPr>
            <a:xfrm>
              <a:off x="5118002" y="35437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19" name="pt16419"/>
            <p:cNvSpPr/>
            <p:nvPr/>
          </p:nvSpPr>
          <p:spPr>
            <a:xfrm>
              <a:off x="5138938" y="35362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0" name="pt16420"/>
            <p:cNvSpPr/>
            <p:nvPr/>
          </p:nvSpPr>
          <p:spPr>
            <a:xfrm>
              <a:off x="5120988" y="35630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1" name="pt16421"/>
            <p:cNvSpPr/>
            <p:nvPr/>
          </p:nvSpPr>
          <p:spPr>
            <a:xfrm>
              <a:off x="5154835" y="35383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2" name="pt16422"/>
            <p:cNvSpPr/>
            <p:nvPr/>
          </p:nvSpPr>
          <p:spPr>
            <a:xfrm>
              <a:off x="5136799" y="35940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3" name="pt16423"/>
            <p:cNvSpPr/>
            <p:nvPr/>
          </p:nvSpPr>
          <p:spPr>
            <a:xfrm>
              <a:off x="5143812" y="35738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4" name="pt16424"/>
            <p:cNvSpPr/>
            <p:nvPr/>
          </p:nvSpPr>
          <p:spPr>
            <a:xfrm>
              <a:off x="5157453" y="3529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5" name="pt16425"/>
            <p:cNvSpPr/>
            <p:nvPr/>
          </p:nvSpPr>
          <p:spPr>
            <a:xfrm>
              <a:off x="5153500" y="36346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6" name="pt16426"/>
            <p:cNvSpPr/>
            <p:nvPr/>
          </p:nvSpPr>
          <p:spPr>
            <a:xfrm>
              <a:off x="5148495" y="3575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7" name="pt16427"/>
            <p:cNvSpPr/>
            <p:nvPr/>
          </p:nvSpPr>
          <p:spPr>
            <a:xfrm>
              <a:off x="5079267" y="35427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8" name="pt16428"/>
            <p:cNvSpPr/>
            <p:nvPr/>
          </p:nvSpPr>
          <p:spPr>
            <a:xfrm>
              <a:off x="5093325" y="35550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29" name="pt16429"/>
            <p:cNvSpPr/>
            <p:nvPr/>
          </p:nvSpPr>
          <p:spPr>
            <a:xfrm>
              <a:off x="5131694" y="3647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0" name="pt16430"/>
            <p:cNvSpPr/>
            <p:nvPr/>
          </p:nvSpPr>
          <p:spPr>
            <a:xfrm>
              <a:off x="5141802" y="35533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1" name="pt16431"/>
            <p:cNvSpPr/>
            <p:nvPr/>
          </p:nvSpPr>
          <p:spPr>
            <a:xfrm>
              <a:off x="5191287" y="35365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2" name="pt16432"/>
            <p:cNvSpPr/>
            <p:nvPr/>
          </p:nvSpPr>
          <p:spPr>
            <a:xfrm>
              <a:off x="5139801" y="35570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3" name="pt16433"/>
            <p:cNvSpPr/>
            <p:nvPr/>
          </p:nvSpPr>
          <p:spPr>
            <a:xfrm>
              <a:off x="5229956" y="36126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4" name="pt16434"/>
            <p:cNvSpPr/>
            <p:nvPr/>
          </p:nvSpPr>
          <p:spPr>
            <a:xfrm>
              <a:off x="5117311" y="3588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5" name="pt16435"/>
            <p:cNvSpPr/>
            <p:nvPr/>
          </p:nvSpPr>
          <p:spPr>
            <a:xfrm>
              <a:off x="5155687" y="35800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6" name="pt16436"/>
            <p:cNvSpPr/>
            <p:nvPr/>
          </p:nvSpPr>
          <p:spPr>
            <a:xfrm>
              <a:off x="5095713" y="35777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7" name="pt16437"/>
            <p:cNvSpPr/>
            <p:nvPr/>
          </p:nvSpPr>
          <p:spPr>
            <a:xfrm>
              <a:off x="5176160" y="35293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8" name="pt16438"/>
            <p:cNvSpPr/>
            <p:nvPr/>
          </p:nvSpPr>
          <p:spPr>
            <a:xfrm>
              <a:off x="5111549" y="35850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39" name="pt16439"/>
            <p:cNvSpPr/>
            <p:nvPr/>
          </p:nvSpPr>
          <p:spPr>
            <a:xfrm>
              <a:off x="5166934" y="35544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0" name="pt16440"/>
            <p:cNvSpPr/>
            <p:nvPr/>
          </p:nvSpPr>
          <p:spPr>
            <a:xfrm>
              <a:off x="5151904" y="35491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1" name="pt16441"/>
            <p:cNvSpPr/>
            <p:nvPr/>
          </p:nvSpPr>
          <p:spPr>
            <a:xfrm>
              <a:off x="5185689" y="35262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2" name="pt16442"/>
            <p:cNvSpPr/>
            <p:nvPr/>
          </p:nvSpPr>
          <p:spPr>
            <a:xfrm>
              <a:off x="5155410" y="35579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3" name="pt16443"/>
            <p:cNvSpPr/>
            <p:nvPr/>
          </p:nvSpPr>
          <p:spPr>
            <a:xfrm>
              <a:off x="5157560" y="36093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4" name="pt16444"/>
            <p:cNvSpPr/>
            <p:nvPr/>
          </p:nvSpPr>
          <p:spPr>
            <a:xfrm>
              <a:off x="5118115" y="35852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5" name="pt16445"/>
            <p:cNvSpPr/>
            <p:nvPr/>
          </p:nvSpPr>
          <p:spPr>
            <a:xfrm>
              <a:off x="5123555" y="35662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6" name="pt16446"/>
            <p:cNvSpPr/>
            <p:nvPr/>
          </p:nvSpPr>
          <p:spPr>
            <a:xfrm>
              <a:off x="5117094" y="35616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7" name="pt16447"/>
            <p:cNvSpPr/>
            <p:nvPr/>
          </p:nvSpPr>
          <p:spPr>
            <a:xfrm>
              <a:off x="5152624" y="34998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8" name="pt16448"/>
            <p:cNvSpPr/>
            <p:nvPr/>
          </p:nvSpPr>
          <p:spPr>
            <a:xfrm>
              <a:off x="5151690" y="35312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49" name="pt16449"/>
            <p:cNvSpPr/>
            <p:nvPr/>
          </p:nvSpPr>
          <p:spPr>
            <a:xfrm>
              <a:off x="5147208" y="35191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0" name="pt16450"/>
            <p:cNvSpPr/>
            <p:nvPr/>
          </p:nvSpPr>
          <p:spPr>
            <a:xfrm>
              <a:off x="5135779" y="38663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1" name="pt16451"/>
            <p:cNvSpPr/>
            <p:nvPr/>
          </p:nvSpPr>
          <p:spPr>
            <a:xfrm>
              <a:off x="5116463" y="36098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2" name="pt16452"/>
            <p:cNvSpPr/>
            <p:nvPr/>
          </p:nvSpPr>
          <p:spPr>
            <a:xfrm>
              <a:off x="5095169" y="363584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3" name="pt16453"/>
            <p:cNvSpPr/>
            <p:nvPr/>
          </p:nvSpPr>
          <p:spPr>
            <a:xfrm>
              <a:off x="5125595" y="35704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4" name="pt16454"/>
            <p:cNvSpPr/>
            <p:nvPr/>
          </p:nvSpPr>
          <p:spPr>
            <a:xfrm>
              <a:off x="5118651" y="352313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5" name="pt16455"/>
            <p:cNvSpPr/>
            <p:nvPr/>
          </p:nvSpPr>
          <p:spPr>
            <a:xfrm>
              <a:off x="5153916" y="3573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6" name="pt16456"/>
            <p:cNvSpPr/>
            <p:nvPr/>
          </p:nvSpPr>
          <p:spPr>
            <a:xfrm>
              <a:off x="5134424" y="3573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7" name="pt16457"/>
            <p:cNvSpPr/>
            <p:nvPr/>
          </p:nvSpPr>
          <p:spPr>
            <a:xfrm>
              <a:off x="5106239" y="3564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8" name="pt16458"/>
            <p:cNvSpPr/>
            <p:nvPr/>
          </p:nvSpPr>
          <p:spPr>
            <a:xfrm>
              <a:off x="5137865" y="35912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59" name="pt16459"/>
            <p:cNvSpPr/>
            <p:nvPr/>
          </p:nvSpPr>
          <p:spPr>
            <a:xfrm>
              <a:off x="5209962" y="3568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0" name="pt16460"/>
            <p:cNvSpPr/>
            <p:nvPr/>
          </p:nvSpPr>
          <p:spPr>
            <a:xfrm>
              <a:off x="5131341" y="35633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1" name="pt16461"/>
            <p:cNvSpPr/>
            <p:nvPr/>
          </p:nvSpPr>
          <p:spPr>
            <a:xfrm>
              <a:off x="5133570" y="35630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2" name="pt16462"/>
            <p:cNvSpPr/>
            <p:nvPr/>
          </p:nvSpPr>
          <p:spPr>
            <a:xfrm>
              <a:off x="5176115" y="35443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3" name="pt16463"/>
            <p:cNvSpPr/>
            <p:nvPr/>
          </p:nvSpPr>
          <p:spPr>
            <a:xfrm>
              <a:off x="5156879" y="35467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4" name="pt16464"/>
            <p:cNvSpPr/>
            <p:nvPr/>
          </p:nvSpPr>
          <p:spPr>
            <a:xfrm>
              <a:off x="5107779" y="35580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5" name="pt16465"/>
            <p:cNvSpPr/>
            <p:nvPr/>
          </p:nvSpPr>
          <p:spPr>
            <a:xfrm>
              <a:off x="5132664" y="3586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6" name="pt16466"/>
            <p:cNvSpPr/>
            <p:nvPr/>
          </p:nvSpPr>
          <p:spPr>
            <a:xfrm>
              <a:off x="5160756" y="35485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7" name="pt16467"/>
            <p:cNvSpPr/>
            <p:nvPr/>
          </p:nvSpPr>
          <p:spPr>
            <a:xfrm>
              <a:off x="5162993" y="37400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8" name="pt16468"/>
            <p:cNvSpPr/>
            <p:nvPr/>
          </p:nvSpPr>
          <p:spPr>
            <a:xfrm>
              <a:off x="5179858" y="35415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69" name="pt16469"/>
            <p:cNvSpPr/>
            <p:nvPr/>
          </p:nvSpPr>
          <p:spPr>
            <a:xfrm>
              <a:off x="5098219" y="35277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0" name="pt16470"/>
            <p:cNvSpPr/>
            <p:nvPr/>
          </p:nvSpPr>
          <p:spPr>
            <a:xfrm>
              <a:off x="5106290" y="3558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1" name="pt16471"/>
            <p:cNvSpPr/>
            <p:nvPr/>
          </p:nvSpPr>
          <p:spPr>
            <a:xfrm>
              <a:off x="5154759" y="35433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2" name="pt16472"/>
            <p:cNvSpPr/>
            <p:nvPr/>
          </p:nvSpPr>
          <p:spPr>
            <a:xfrm>
              <a:off x="5152189" y="3553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3" name="pt16473"/>
            <p:cNvSpPr/>
            <p:nvPr/>
          </p:nvSpPr>
          <p:spPr>
            <a:xfrm>
              <a:off x="5078361" y="35477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4" name="pt16474"/>
            <p:cNvSpPr/>
            <p:nvPr/>
          </p:nvSpPr>
          <p:spPr>
            <a:xfrm>
              <a:off x="5142187" y="35936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5" name="pt16475"/>
            <p:cNvSpPr/>
            <p:nvPr/>
          </p:nvSpPr>
          <p:spPr>
            <a:xfrm>
              <a:off x="5096705" y="3554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6" name="pt16476"/>
            <p:cNvSpPr/>
            <p:nvPr/>
          </p:nvSpPr>
          <p:spPr>
            <a:xfrm>
              <a:off x="5096143" y="35789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7" name="pt16477"/>
            <p:cNvSpPr/>
            <p:nvPr/>
          </p:nvSpPr>
          <p:spPr>
            <a:xfrm>
              <a:off x="5180925" y="3555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8" name="pt16478"/>
            <p:cNvSpPr/>
            <p:nvPr/>
          </p:nvSpPr>
          <p:spPr>
            <a:xfrm>
              <a:off x="5098928" y="3573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79" name="pt16479"/>
            <p:cNvSpPr/>
            <p:nvPr/>
          </p:nvSpPr>
          <p:spPr>
            <a:xfrm>
              <a:off x="5170876" y="3626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0" name="pt16480"/>
            <p:cNvSpPr/>
            <p:nvPr/>
          </p:nvSpPr>
          <p:spPr>
            <a:xfrm>
              <a:off x="5180978" y="3554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1" name="pt16481"/>
            <p:cNvSpPr/>
            <p:nvPr/>
          </p:nvSpPr>
          <p:spPr>
            <a:xfrm>
              <a:off x="5103974" y="35887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2" name="pt16482"/>
            <p:cNvSpPr/>
            <p:nvPr/>
          </p:nvSpPr>
          <p:spPr>
            <a:xfrm>
              <a:off x="5182169" y="3542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3" name="pt16483"/>
            <p:cNvSpPr/>
            <p:nvPr/>
          </p:nvSpPr>
          <p:spPr>
            <a:xfrm>
              <a:off x="5204680" y="3475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4" name="pt16484"/>
            <p:cNvSpPr/>
            <p:nvPr/>
          </p:nvSpPr>
          <p:spPr>
            <a:xfrm>
              <a:off x="5199479" y="35274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5" name="pt16485"/>
            <p:cNvSpPr/>
            <p:nvPr/>
          </p:nvSpPr>
          <p:spPr>
            <a:xfrm>
              <a:off x="5106149" y="3595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6" name="pt16486"/>
            <p:cNvSpPr/>
            <p:nvPr/>
          </p:nvSpPr>
          <p:spPr>
            <a:xfrm>
              <a:off x="5108664" y="35938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7" name="pt16487"/>
            <p:cNvSpPr/>
            <p:nvPr/>
          </p:nvSpPr>
          <p:spPr>
            <a:xfrm>
              <a:off x="5203293" y="35629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8" name="pt16488"/>
            <p:cNvSpPr/>
            <p:nvPr/>
          </p:nvSpPr>
          <p:spPr>
            <a:xfrm>
              <a:off x="5148866" y="35995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89" name="pt16489"/>
            <p:cNvSpPr/>
            <p:nvPr/>
          </p:nvSpPr>
          <p:spPr>
            <a:xfrm>
              <a:off x="5106441" y="36019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0" name="pt16490"/>
            <p:cNvSpPr/>
            <p:nvPr/>
          </p:nvSpPr>
          <p:spPr>
            <a:xfrm>
              <a:off x="5115631" y="35405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1" name="pt16491"/>
            <p:cNvSpPr/>
            <p:nvPr/>
          </p:nvSpPr>
          <p:spPr>
            <a:xfrm>
              <a:off x="5149877" y="35752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2" name="pt16492"/>
            <p:cNvSpPr/>
            <p:nvPr/>
          </p:nvSpPr>
          <p:spPr>
            <a:xfrm>
              <a:off x="5130914" y="3610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3" name="pt16493"/>
            <p:cNvSpPr/>
            <p:nvPr/>
          </p:nvSpPr>
          <p:spPr>
            <a:xfrm>
              <a:off x="5117945" y="3556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4" name="pt16494"/>
            <p:cNvSpPr/>
            <p:nvPr/>
          </p:nvSpPr>
          <p:spPr>
            <a:xfrm>
              <a:off x="5126598" y="35771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5" name="pt16495"/>
            <p:cNvSpPr/>
            <p:nvPr/>
          </p:nvSpPr>
          <p:spPr>
            <a:xfrm>
              <a:off x="5124502" y="35609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6" name="pt16496"/>
            <p:cNvSpPr/>
            <p:nvPr/>
          </p:nvSpPr>
          <p:spPr>
            <a:xfrm>
              <a:off x="5095104" y="35529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7" name="pt16497"/>
            <p:cNvSpPr/>
            <p:nvPr/>
          </p:nvSpPr>
          <p:spPr>
            <a:xfrm>
              <a:off x="5168699" y="3558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8" name="pt16498"/>
            <p:cNvSpPr/>
            <p:nvPr/>
          </p:nvSpPr>
          <p:spPr>
            <a:xfrm>
              <a:off x="5159297" y="37042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499" name="pt16499"/>
            <p:cNvSpPr/>
            <p:nvPr/>
          </p:nvSpPr>
          <p:spPr>
            <a:xfrm>
              <a:off x="5155611" y="35221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0" name="pt16500"/>
            <p:cNvSpPr/>
            <p:nvPr/>
          </p:nvSpPr>
          <p:spPr>
            <a:xfrm>
              <a:off x="5110475" y="35555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1" name="pt16501"/>
            <p:cNvSpPr/>
            <p:nvPr/>
          </p:nvSpPr>
          <p:spPr>
            <a:xfrm>
              <a:off x="5137211" y="35504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2" name="pt16502"/>
            <p:cNvSpPr/>
            <p:nvPr/>
          </p:nvSpPr>
          <p:spPr>
            <a:xfrm>
              <a:off x="5113210" y="35537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3" name="pt16503"/>
            <p:cNvSpPr/>
            <p:nvPr/>
          </p:nvSpPr>
          <p:spPr>
            <a:xfrm>
              <a:off x="5143878" y="36759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4" name="pt16504"/>
            <p:cNvSpPr/>
            <p:nvPr/>
          </p:nvSpPr>
          <p:spPr>
            <a:xfrm>
              <a:off x="5100887" y="35678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5" name="pt16505"/>
            <p:cNvSpPr/>
            <p:nvPr/>
          </p:nvSpPr>
          <p:spPr>
            <a:xfrm>
              <a:off x="5183932" y="3554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6" name="pt16506"/>
            <p:cNvSpPr/>
            <p:nvPr/>
          </p:nvSpPr>
          <p:spPr>
            <a:xfrm>
              <a:off x="5140796" y="3619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7" name="pt16507"/>
            <p:cNvSpPr/>
            <p:nvPr/>
          </p:nvSpPr>
          <p:spPr>
            <a:xfrm>
              <a:off x="5086011" y="35667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8" name="pt16508"/>
            <p:cNvSpPr/>
            <p:nvPr/>
          </p:nvSpPr>
          <p:spPr>
            <a:xfrm>
              <a:off x="5088083" y="35822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09" name="pt16509"/>
            <p:cNvSpPr/>
            <p:nvPr/>
          </p:nvSpPr>
          <p:spPr>
            <a:xfrm>
              <a:off x="5157439" y="35670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0" name="pt16510"/>
            <p:cNvSpPr/>
            <p:nvPr/>
          </p:nvSpPr>
          <p:spPr>
            <a:xfrm>
              <a:off x="5152453" y="35744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1" name="pt16511"/>
            <p:cNvSpPr/>
            <p:nvPr/>
          </p:nvSpPr>
          <p:spPr>
            <a:xfrm>
              <a:off x="5192929" y="35644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2" name="pt16512"/>
            <p:cNvSpPr/>
            <p:nvPr/>
          </p:nvSpPr>
          <p:spPr>
            <a:xfrm>
              <a:off x="5218691" y="31180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3" name="pt16513"/>
            <p:cNvSpPr/>
            <p:nvPr/>
          </p:nvSpPr>
          <p:spPr>
            <a:xfrm>
              <a:off x="5127552" y="35190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4" name="pt16514"/>
            <p:cNvSpPr/>
            <p:nvPr/>
          </p:nvSpPr>
          <p:spPr>
            <a:xfrm>
              <a:off x="5140328" y="357742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5" name="pt16515"/>
            <p:cNvSpPr/>
            <p:nvPr/>
          </p:nvSpPr>
          <p:spPr>
            <a:xfrm>
              <a:off x="5103607" y="35715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6" name="pt16516"/>
            <p:cNvSpPr/>
            <p:nvPr/>
          </p:nvSpPr>
          <p:spPr>
            <a:xfrm>
              <a:off x="5163491" y="35358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7" name="pt16517"/>
            <p:cNvSpPr/>
            <p:nvPr/>
          </p:nvSpPr>
          <p:spPr>
            <a:xfrm>
              <a:off x="5153365" y="35386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8" name="pt16518"/>
            <p:cNvSpPr/>
            <p:nvPr/>
          </p:nvSpPr>
          <p:spPr>
            <a:xfrm>
              <a:off x="5155084" y="358019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19" name="pt16519"/>
            <p:cNvSpPr/>
            <p:nvPr/>
          </p:nvSpPr>
          <p:spPr>
            <a:xfrm>
              <a:off x="5153956" y="36017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0" name="pt16520"/>
            <p:cNvSpPr/>
            <p:nvPr/>
          </p:nvSpPr>
          <p:spPr>
            <a:xfrm>
              <a:off x="5159485" y="35659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1" name="pt16521"/>
            <p:cNvSpPr/>
            <p:nvPr/>
          </p:nvSpPr>
          <p:spPr>
            <a:xfrm>
              <a:off x="5141579" y="35200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2" name="pt16522"/>
            <p:cNvSpPr/>
            <p:nvPr/>
          </p:nvSpPr>
          <p:spPr>
            <a:xfrm>
              <a:off x="5123490" y="3575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3" name="pt16523"/>
            <p:cNvSpPr/>
            <p:nvPr/>
          </p:nvSpPr>
          <p:spPr>
            <a:xfrm>
              <a:off x="5173040" y="3566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4" name="pt16524"/>
            <p:cNvSpPr/>
            <p:nvPr/>
          </p:nvSpPr>
          <p:spPr>
            <a:xfrm>
              <a:off x="5177789" y="35899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5" name="pt16525"/>
            <p:cNvSpPr/>
            <p:nvPr/>
          </p:nvSpPr>
          <p:spPr>
            <a:xfrm>
              <a:off x="5130108" y="35429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6" name="pt16526"/>
            <p:cNvSpPr/>
            <p:nvPr/>
          </p:nvSpPr>
          <p:spPr>
            <a:xfrm>
              <a:off x="5136299" y="35350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7" name="pt16527"/>
            <p:cNvSpPr/>
            <p:nvPr/>
          </p:nvSpPr>
          <p:spPr>
            <a:xfrm>
              <a:off x="5147987" y="35580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8" name="pt16528"/>
            <p:cNvSpPr/>
            <p:nvPr/>
          </p:nvSpPr>
          <p:spPr>
            <a:xfrm>
              <a:off x="5129642" y="35493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29" name="pt16529"/>
            <p:cNvSpPr/>
            <p:nvPr/>
          </p:nvSpPr>
          <p:spPr>
            <a:xfrm>
              <a:off x="5335972" y="35626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0" name="pt16530"/>
            <p:cNvSpPr/>
            <p:nvPr/>
          </p:nvSpPr>
          <p:spPr>
            <a:xfrm>
              <a:off x="5165235" y="35527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1" name="pt16531"/>
            <p:cNvSpPr/>
            <p:nvPr/>
          </p:nvSpPr>
          <p:spPr>
            <a:xfrm>
              <a:off x="5132174" y="35612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2" name="pt16532"/>
            <p:cNvSpPr/>
            <p:nvPr/>
          </p:nvSpPr>
          <p:spPr>
            <a:xfrm>
              <a:off x="5141554" y="35641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3" name="pt16533"/>
            <p:cNvSpPr/>
            <p:nvPr/>
          </p:nvSpPr>
          <p:spPr>
            <a:xfrm>
              <a:off x="5142413" y="35549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4" name="pt16534"/>
            <p:cNvSpPr/>
            <p:nvPr/>
          </p:nvSpPr>
          <p:spPr>
            <a:xfrm>
              <a:off x="5143967" y="34234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5" name="pt16535"/>
            <p:cNvSpPr/>
            <p:nvPr/>
          </p:nvSpPr>
          <p:spPr>
            <a:xfrm>
              <a:off x="5111152" y="35694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6" name="pt16536"/>
            <p:cNvSpPr/>
            <p:nvPr/>
          </p:nvSpPr>
          <p:spPr>
            <a:xfrm>
              <a:off x="5198421" y="35256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7" name="pt16537"/>
            <p:cNvSpPr/>
            <p:nvPr/>
          </p:nvSpPr>
          <p:spPr>
            <a:xfrm>
              <a:off x="5135571" y="35624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8" name="pt16538"/>
            <p:cNvSpPr/>
            <p:nvPr/>
          </p:nvSpPr>
          <p:spPr>
            <a:xfrm>
              <a:off x="5144071" y="36086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39" name="pt16539"/>
            <p:cNvSpPr/>
            <p:nvPr/>
          </p:nvSpPr>
          <p:spPr>
            <a:xfrm>
              <a:off x="5151174" y="35330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0" name="pt16540"/>
            <p:cNvSpPr/>
            <p:nvPr/>
          </p:nvSpPr>
          <p:spPr>
            <a:xfrm>
              <a:off x="5149371" y="3518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1" name="pt16541"/>
            <p:cNvSpPr/>
            <p:nvPr/>
          </p:nvSpPr>
          <p:spPr>
            <a:xfrm>
              <a:off x="5104516" y="34998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2" name="pt16542"/>
            <p:cNvSpPr/>
            <p:nvPr/>
          </p:nvSpPr>
          <p:spPr>
            <a:xfrm>
              <a:off x="5124294" y="35377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3" name="pt16543"/>
            <p:cNvSpPr/>
            <p:nvPr/>
          </p:nvSpPr>
          <p:spPr>
            <a:xfrm>
              <a:off x="5120689" y="35723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4" name="pt16544"/>
            <p:cNvSpPr/>
            <p:nvPr/>
          </p:nvSpPr>
          <p:spPr>
            <a:xfrm>
              <a:off x="5162740" y="35639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5" name="pt16545"/>
            <p:cNvSpPr/>
            <p:nvPr/>
          </p:nvSpPr>
          <p:spPr>
            <a:xfrm>
              <a:off x="5201515" y="35596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6" name="pt16546"/>
            <p:cNvSpPr/>
            <p:nvPr/>
          </p:nvSpPr>
          <p:spPr>
            <a:xfrm>
              <a:off x="5123643" y="35514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7" name="pt16547"/>
            <p:cNvSpPr/>
            <p:nvPr/>
          </p:nvSpPr>
          <p:spPr>
            <a:xfrm>
              <a:off x="5142222" y="35875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8" name="pt16548"/>
            <p:cNvSpPr/>
            <p:nvPr/>
          </p:nvSpPr>
          <p:spPr>
            <a:xfrm>
              <a:off x="5176538" y="35611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49" name="pt16549"/>
            <p:cNvSpPr/>
            <p:nvPr/>
          </p:nvSpPr>
          <p:spPr>
            <a:xfrm>
              <a:off x="5145969" y="34703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0" name="pt16550"/>
            <p:cNvSpPr/>
            <p:nvPr/>
          </p:nvSpPr>
          <p:spPr>
            <a:xfrm>
              <a:off x="5145197" y="36060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1" name="pt16551"/>
            <p:cNvSpPr/>
            <p:nvPr/>
          </p:nvSpPr>
          <p:spPr>
            <a:xfrm>
              <a:off x="5126550" y="34942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2" name="pt16552"/>
            <p:cNvSpPr/>
            <p:nvPr/>
          </p:nvSpPr>
          <p:spPr>
            <a:xfrm>
              <a:off x="5127459" y="3549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3" name="pt16553"/>
            <p:cNvSpPr/>
            <p:nvPr/>
          </p:nvSpPr>
          <p:spPr>
            <a:xfrm>
              <a:off x="5204063" y="3554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4" name="pt16554"/>
            <p:cNvSpPr/>
            <p:nvPr/>
          </p:nvSpPr>
          <p:spPr>
            <a:xfrm>
              <a:off x="5145631" y="35613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5" name="pt16555"/>
            <p:cNvSpPr/>
            <p:nvPr/>
          </p:nvSpPr>
          <p:spPr>
            <a:xfrm>
              <a:off x="5168201" y="35645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6" name="pt16556"/>
            <p:cNvSpPr/>
            <p:nvPr/>
          </p:nvSpPr>
          <p:spPr>
            <a:xfrm>
              <a:off x="5190393" y="35436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7" name="pt16557"/>
            <p:cNvSpPr/>
            <p:nvPr/>
          </p:nvSpPr>
          <p:spPr>
            <a:xfrm>
              <a:off x="5173304" y="35510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8" name="pt16558"/>
            <p:cNvSpPr/>
            <p:nvPr/>
          </p:nvSpPr>
          <p:spPr>
            <a:xfrm>
              <a:off x="5117502" y="35590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59" name="pt16559"/>
            <p:cNvSpPr/>
            <p:nvPr/>
          </p:nvSpPr>
          <p:spPr>
            <a:xfrm>
              <a:off x="5104024" y="35636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0" name="pt16560"/>
            <p:cNvSpPr/>
            <p:nvPr/>
          </p:nvSpPr>
          <p:spPr>
            <a:xfrm>
              <a:off x="5181779" y="35459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1" name="pt16561"/>
            <p:cNvSpPr/>
            <p:nvPr/>
          </p:nvSpPr>
          <p:spPr>
            <a:xfrm>
              <a:off x="5180588" y="3556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2" name="pt16562"/>
            <p:cNvSpPr/>
            <p:nvPr/>
          </p:nvSpPr>
          <p:spPr>
            <a:xfrm>
              <a:off x="5118165" y="35722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3" name="pt16563"/>
            <p:cNvSpPr/>
            <p:nvPr/>
          </p:nvSpPr>
          <p:spPr>
            <a:xfrm>
              <a:off x="5173613" y="33461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4" name="pt16564"/>
            <p:cNvSpPr/>
            <p:nvPr/>
          </p:nvSpPr>
          <p:spPr>
            <a:xfrm>
              <a:off x="5114093" y="361863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5" name="pt16565"/>
            <p:cNvSpPr/>
            <p:nvPr/>
          </p:nvSpPr>
          <p:spPr>
            <a:xfrm>
              <a:off x="5138498" y="35983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6" name="pt16566"/>
            <p:cNvSpPr/>
            <p:nvPr/>
          </p:nvSpPr>
          <p:spPr>
            <a:xfrm>
              <a:off x="5137291" y="35456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7" name="pt16567"/>
            <p:cNvSpPr/>
            <p:nvPr/>
          </p:nvSpPr>
          <p:spPr>
            <a:xfrm>
              <a:off x="5146493" y="33410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8" name="pt16568"/>
            <p:cNvSpPr/>
            <p:nvPr/>
          </p:nvSpPr>
          <p:spPr>
            <a:xfrm>
              <a:off x="5158724" y="3552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69" name="pt16569"/>
            <p:cNvSpPr/>
            <p:nvPr/>
          </p:nvSpPr>
          <p:spPr>
            <a:xfrm>
              <a:off x="5084635" y="35460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0" name="pt16570"/>
            <p:cNvSpPr/>
            <p:nvPr/>
          </p:nvSpPr>
          <p:spPr>
            <a:xfrm>
              <a:off x="5128828" y="35910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1" name="pt16571"/>
            <p:cNvSpPr/>
            <p:nvPr/>
          </p:nvSpPr>
          <p:spPr>
            <a:xfrm>
              <a:off x="5149741" y="3587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2" name="pt16572"/>
            <p:cNvSpPr/>
            <p:nvPr/>
          </p:nvSpPr>
          <p:spPr>
            <a:xfrm>
              <a:off x="5133875" y="35178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3" name="pt16573"/>
            <p:cNvSpPr/>
            <p:nvPr/>
          </p:nvSpPr>
          <p:spPr>
            <a:xfrm>
              <a:off x="5610599" y="352812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4" name="pt16574"/>
            <p:cNvSpPr/>
            <p:nvPr/>
          </p:nvSpPr>
          <p:spPr>
            <a:xfrm>
              <a:off x="5112573" y="35778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5" name="pt16575"/>
            <p:cNvSpPr/>
            <p:nvPr/>
          </p:nvSpPr>
          <p:spPr>
            <a:xfrm>
              <a:off x="5173387" y="32871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6" name="pt16576"/>
            <p:cNvSpPr/>
            <p:nvPr/>
          </p:nvSpPr>
          <p:spPr>
            <a:xfrm>
              <a:off x="5136620" y="35665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7" name="pt16577"/>
            <p:cNvSpPr/>
            <p:nvPr/>
          </p:nvSpPr>
          <p:spPr>
            <a:xfrm>
              <a:off x="5103693" y="3620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8" name="pt16578"/>
            <p:cNvSpPr/>
            <p:nvPr/>
          </p:nvSpPr>
          <p:spPr>
            <a:xfrm>
              <a:off x="5140083" y="35606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79" name="pt16579"/>
            <p:cNvSpPr/>
            <p:nvPr/>
          </p:nvSpPr>
          <p:spPr>
            <a:xfrm>
              <a:off x="5107292" y="35428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0" name="pt16580"/>
            <p:cNvSpPr/>
            <p:nvPr/>
          </p:nvSpPr>
          <p:spPr>
            <a:xfrm>
              <a:off x="5147587" y="352792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1" name="pt16581"/>
            <p:cNvSpPr/>
            <p:nvPr/>
          </p:nvSpPr>
          <p:spPr>
            <a:xfrm>
              <a:off x="5126163" y="354265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2" name="pt16582"/>
            <p:cNvSpPr/>
            <p:nvPr/>
          </p:nvSpPr>
          <p:spPr>
            <a:xfrm>
              <a:off x="5158931" y="35424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3" name="pt16583"/>
            <p:cNvSpPr/>
            <p:nvPr/>
          </p:nvSpPr>
          <p:spPr>
            <a:xfrm>
              <a:off x="5160968" y="3591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4" name="pt16584"/>
            <p:cNvSpPr/>
            <p:nvPr/>
          </p:nvSpPr>
          <p:spPr>
            <a:xfrm>
              <a:off x="5157342" y="35625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5" name="pt16585"/>
            <p:cNvSpPr/>
            <p:nvPr/>
          </p:nvSpPr>
          <p:spPr>
            <a:xfrm>
              <a:off x="5136206" y="35723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6" name="pt16586"/>
            <p:cNvSpPr/>
            <p:nvPr/>
          </p:nvSpPr>
          <p:spPr>
            <a:xfrm>
              <a:off x="5099363" y="35778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7" name="pt16587"/>
            <p:cNvSpPr/>
            <p:nvPr/>
          </p:nvSpPr>
          <p:spPr>
            <a:xfrm>
              <a:off x="5136813" y="35562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8" name="pt16588"/>
            <p:cNvSpPr/>
            <p:nvPr/>
          </p:nvSpPr>
          <p:spPr>
            <a:xfrm>
              <a:off x="5098344" y="361870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89" name="pt16589"/>
            <p:cNvSpPr/>
            <p:nvPr/>
          </p:nvSpPr>
          <p:spPr>
            <a:xfrm>
              <a:off x="5101323" y="36123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0" name="pt16590"/>
            <p:cNvSpPr/>
            <p:nvPr/>
          </p:nvSpPr>
          <p:spPr>
            <a:xfrm>
              <a:off x="5124370" y="3524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1" name="pt16591"/>
            <p:cNvSpPr/>
            <p:nvPr/>
          </p:nvSpPr>
          <p:spPr>
            <a:xfrm>
              <a:off x="5185687" y="35664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2" name="pt16592"/>
            <p:cNvSpPr/>
            <p:nvPr/>
          </p:nvSpPr>
          <p:spPr>
            <a:xfrm>
              <a:off x="5082680" y="351907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3" name="pt16593"/>
            <p:cNvSpPr/>
            <p:nvPr/>
          </p:nvSpPr>
          <p:spPr>
            <a:xfrm>
              <a:off x="5134985" y="3547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4" name="pt16594"/>
            <p:cNvSpPr/>
            <p:nvPr/>
          </p:nvSpPr>
          <p:spPr>
            <a:xfrm>
              <a:off x="5155950" y="35718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5" name="pt16595"/>
            <p:cNvSpPr/>
            <p:nvPr/>
          </p:nvSpPr>
          <p:spPr>
            <a:xfrm>
              <a:off x="5089925" y="35444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6" name="pt16596"/>
            <p:cNvSpPr/>
            <p:nvPr/>
          </p:nvSpPr>
          <p:spPr>
            <a:xfrm>
              <a:off x="5169378" y="35578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7" name="pt16597"/>
            <p:cNvSpPr/>
            <p:nvPr/>
          </p:nvSpPr>
          <p:spPr>
            <a:xfrm>
              <a:off x="5076681" y="35600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8" name="pt16598"/>
            <p:cNvSpPr/>
            <p:nvPr/>
          </p:nvSpPr>
          <p:spPr>
            <a:xfrm>
              <a:off x="5137757" y="35560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599" name="pt16599"/>
            <p:cNvSpPr/>
            <p:nvPr/>
          </p:nvSpPr>
          <p:spPr>
            <a:xfrm>
              <a:off x="5162247" y="34362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0" name="pt16600"/>
            <p:cNvSpPr/>
            <p:nvPr/>
          </p:nvSpPr>
          <p:spPr>
            <a:xfrm>
              <a:off x="5147063" y="35019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1" name="pt16601"/>
            <p:cNvSpPr/>
            <p:nvPr/>
          </p:nvSpPr>
          <p:spPr>
            <a:xfrm>
              <a:off x="5144145" y="35508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2" name="pt16602"/>
            <p:cNvSpPr/>
            <p:nvPr/>
          </p:nvSpPr>
          <p:spPr>
            <a:xfrm>
              <a:off x="5154410" y="37194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3" name="pt16603"/>
            <p:cNvSpPr/>
            <p:nvPr/>
          </p:nvSpPr>
          <p:spPr>
            <a:xfrm>
              <a:off x="5114933" y="3542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4" name="pt16604"/>
            <p:cNvSpPr/>
            <p:nvPr/>
          </p:nvSpPr>
          <p:spPr>
            <a:xfrm>
              <a:off x="5127501" y="35591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5" name="pt16605"/>
            <p:cNvSpPr/>
            <p:nvPr/>
          </p:nvSpPr>
          <p:spPr>
            <a:xfrm>
              <a:off x="5094036" y="358057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6" name="pt16606"/>
            <p:cNvSpPr/>
            <p:nvPr/>
          </p:nvSpPr>
          <p:spPr>
            <a:xfrm>
              <a:off x="5126741" y="35422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7" name="pt16607"/>
            <p:cNvSpPr/>
            <p:nvPr/>
          </p:nvSpPr>
          <p:spPr>
            <a:xfrm>
              <a:off x="5176011" y="35282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8" name="pt16608"/>
            <p:cNvSpPr/>
            <p:nvPr/>
          </p:nvSpPr>
          <p:spPr>
            <a:xfrm>
              <a:off x="5161373" y="35730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09" name="pt16609"/>
            <p:cNvSpPr/>
            <p:nvPr/>
          </p:nvSpPr>
          <p:spPr>
            <a:xfrm>
              <a:off x="5144409" y="35556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0" name="pt16610"/>
            <p:cNvSpPr/>
            <p:nvPr/>
          </p:nvSpPr>
          <p:spPr>
            <a:xfrm>
              <a:off x="5142793" y="35578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1" name="pt16611"/>
            <p:cNvSpPr/>
            <p:nvPr/>
          </p:nvSpPr>
          <p:spPr>
            <a:xfrm>
              <a:off x="5085863" y="35790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2" name="pt16612"/>
            <p:cNvSpPr/>
            <p:nvPr/>
          </p:nvSpPr>
          <p:spPr>
            <a:xfrm>
              <a:off x="5106661" y="3564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3" name="pt16613"/>
            <p:cNvSpPr/>
            <p:nvPr/>
          </p:nvSpPr>
          <p:spPr>
            <a:xfrm>
              <a:off x="5084872" y="3588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4" name="pt16614"/>
            <p:cNvSpPr/>
            <p:nvPr/>
          </p:nvSpPr>
          <p:spPr>
            <a:xfrm>
              <a:off x="5141975" y="35316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5" name="pt16615"/>
            <p:cNvSpPr/>
            <p:nvPr/>
          </p:nvSpPr>
          <p:spPr>
            <a:xfrm>
              <a:off x="5144843" y="357372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6" name="pt16616"/>
            <p:cNvSpPr/>
            <p:nvPr/>
          </p:nvSpPr>
          <p:spPr>
            <a:xfrm>
              <a:off x="5099567" y="35550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7" name="pt16617"/>
            <p:cNvSpPr/>
            <p:nvPr/>
          </p:nvSpPr>
          <p:spPr>
            <a:xfrm>
              <a:off x="5143759" y="35448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8" name="pt16618"/>
            <p:cNvSpPr/>
            <p:nvPr/>
          </p:nvSpPr>
          <p:spPr>
            <a:xfrm>
              <a:off x="5144148" y="35958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19" name="pt16619"/>
            <p:cNvSpPr/>
            <p:nvPr/>
          </p:nvSpPr>
          <p:spPr>
            <a:xfrm>
              <a:off x="5121044" y="35433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0" name="pt16620"/>
            <p:cNvSpPr/>
            <p:nvPr/>
          </p:nvSpPr>
          <p:spPr>
            <a:xfrm>
              <a:off x="5147373" y="31216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1" name="pt16621"/>
            <p:cNvSpPr/>
            <p:nvPr/>
          </p:nvSpPr>
          <p:spPr>
            <a:xfrm>
              <a:off x="5132882" y="35238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2" name="pt16622"/>
            <p:cNvSpPr/>
            <p:nvPr/>
          </p:nvSpPr>
          <p:spPr>
            <a:xfrm>
              <a:off x="5163535" y="36071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3" name="pt16623"/>
            <p:cNvSpPr/>
            <p:nvPr/>
          </p:nvSpPr>
          <p:spPr>
            <a:xfrm>
              <a:off x="5144864" y="35248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4" name="pt16624"/>
            <p:cNvSpPr/>
            <p:nvPr/>
          </p:nvSpPr>
          <p:spPr>
            <a:xfrm>
              <a:off x="5099660" y="35553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5" name="pt16625"/>
            <p:cNvSpPr/>
            <p:nvPr/>
          </p:nvSpPr>
          <p:spPr>
            <a:xfrm>
              <a:off x="5117196" y="35462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6" name="pt16626"/>
            <p:cNvSpPr/>
            <p:nvPr/>
          </p:nvSpPr>
          <p:spPr>
            <a:xfrm>
              <a:off x="5137255" y="35683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7" name="pt16627"/>
            <p:cNvSpPr/>
            <p:nvPr/>
          </p:nvSpPr>
          <p:spPr>
            <a:xfrm>
              <a:off x="5149260" y="3575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8" name="pt16628"/>
            <p:cNvSpPr/>
            <p:nvPr/>
          </p:nvSpPr>
          <p:spPr>
            <a:xfrm>
              <a:off x="5112356" y="35619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29" name="pt16629"/>
            <p:cNvSpPr/>
            <p:nvPr/>
          </p:nvSpPr>
          <p:spPr>
            <a:xfrm>
              <a:off x="5075629" y="34698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0" name="pt16630"/>
            <p:cNvSpPr/>
            <p:nvPr/>
          </p:nvSpPr>
          <p:spPr>
            <a:xfrm>
              <a:off x="5147967" y="35793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1" name="pt16631"/>
            <p:cNvSpPr/>
            <p:nvPr/>
          </p:nvSpPr>
          <p:spPr>
            <a:xfrm>
              <a:off x="5115301" y="35441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2" name="pt16632"/>
            <p:cNvSpPr/>
            <p:nvPr/>
          </p:nvSpPr>
          <p:spPr>
            <a:xfrm>
              <a:off x="5157669" y="35665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3" name="pt16633"/>
            <p:cNvSpPr/>
            <p:nvPr/>
          </p:nvSpPr>
          <p:spPr>
            <a:xfrm>
              <a:off x="5091765" y="36170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4" name="pt16634"/>
            <p:cNvSpPr/>
            <p:nvPr/>
          </p:nvSpPr>
          <p:spPr>
            <a:xfrm>
              <a:off x="5122299" y="35499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5" name="pt16635"/>
            <p:cNvSpPr/>
            <p:nvPr/>
          </p:nvSpPr>
          <p:spPr>
            <a:xfrm>
              <a:off x="5130283" y="36028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6" name="pt16636"/>
            <p:cNvSpPr/>
            <p:nvPr/>
          </p:nvSpPr>
          <p:spPr>
            <a:xfrm>
              <a:off x="5146402" y="352788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7" name="pt16637"/>
            <p:cNvSpPr/>
            <p:nvPr/>
          </p:nvSpPr>
          <p:spPr>
            <a:xfrm>
              <a:off x="5132054" y="35521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8" name="pt16638"/>
            <p:cNvSpPr/>
            <p:nvPr/>
          </p:nvSpPr>
          <p:spPr>
            <a:xfrm>
              <a:off x="5126116" y="35321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39" name="pt16639"/>
            <p:cNvSpPr/>
            <p:nvPr/>
          </p:nvSpPr>
          <p:spPr>
            <a:xfrm>
              <a:off x="5138533" y="3584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0" name="pt16640"/>
            <p:cNvSpPr/>
            <p:nvPr/>
          </p:nvSpPr>
          <p:spPr>
            <a:xfrm>
              <a:off x="5127586" y="3597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1" name="pt16641"/>
            <p:cNvSpPr/>
            <p:nvPr/>
          </p:nvSpPr>
          <p:spPr>
            <a:xfrm>
              <a:off x="5187573" y="353784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2" name="pt16642"/>
            <p:cNvSpPr/>
            <p:nvPr/>
          </p:nvSpPr>
          <p:spPr>
            <a:xfrm>
              <a:off x="5131736" y="35419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3" name="pt16643"/>
            <p:cNvSpPr/>
            <p:nvPr/>
          </p:nvSpPr>
          <p:spPr>
            <a:xfrm>
              <a:off x="5146753" y="34525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4" name="pt16644"/>
            <p:cNvSpPr/>
            <p:nvPr/>
          </p:nvSpPr>
          <p:spPr>
            <a:xfrm>
              <a:off x="5136951" y="35583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5" name="pt16645"/>
            <p:cNvSpPr/>
            <p:nvPr/>
          </p:nvSpPr>
          <p:spPr>
            <a:xfrm>
              <a:off x="5146685" y="35425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6" name="pt16646"/>
            <p:cNvSpPr/>
            <p:nvPr/>
          </p:nvSpPr>
          <p:spPr>
            <a:xfrm>
              <a:off x="5133307" y="36080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7" name="pt16647"/>
            <p:cNvSpPr/>
            <p:nvPr/>
          </p:nvSpPr>
          <p:spPr>
            <a:xfrm>
              <a:off x="5157753" y="35533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8" name="pt16648"/>
            <p:cNvSpPr/>
            <p:nvPr/>
          </p:nvSpPr>
          <p:spPr>
            <a:xfrm>
              <a:off x="5163923" y="3655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49" name="pt16649"/>
            <p:cNvSpPr/>
            <p:nvPr/>
          </p:nvSpPr>
          <p:spPr>
            <a:xfrm>
              <a:off x="5163486" y="3570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0" name="pt16650"/>
            <p:cNvSpPr/>
            <p:nvPr/>
          </p:nvSpPr>
          <p:spPr>
            <a:xfrm>
              <a:off x="5168751" y="3565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1" name="pt16651"/>
            <p:cNvSpPr/>
            <p:nvPr/>
          </p:nvSpPr>
          <p:spPr>
            <a:xfrm>
              <a:off x="5160219" y="35705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2" name="pt16652"/>
            <p:cNvSpPr/>
            <p:nvPr/>
          </p:nvSpPr>
          <p:spPr>
            <a:xfrm>
              <a:off x="5123933" y="35555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3" name="pt16653"/>
            <p:cNvSpPr/>
            <p:nvPr/>
          </p:nvSpPr>
          <p:spPr>
            <a:xfrm>
              <a:off x="5149069" y="35669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4" name="pt16654"/>
            <p:cNvSpPr/>
            <p:nvPr/>
          </p:nvSpPr>
          <p:spPr>
            <a:xfrm>
              <a:off x="5164908" y="3548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5" name="pt16655"/>
            <p:cNvSpPr/>
            <p:nvPr/>
          </p:nvSpPr>
          <p:spPr>
            <a:xfrm>
              <a:off x="5115140" y="35608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6" name="pt16656"/>
            <p:cNvSpPr/>
            <p:nvPr/>
          </p:nvSpPr>
          <p:spPr>
            <a:xfrm>
              <a:off x="5151613" y="35539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7" name="pt16657"/>
            <p:cNvSpPr/>
            <p:nvPr/>
          </p:nvSpPr>
          <p:spPr>
            <a:xfrm>
              <a:off x="5124382" y="355439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8" name="pt16658"/>
            <p:cNvSpPr/>
            <p:nvPr/>
          </p:nvSpPr>
          <p:spPr>
            <a:xfrm>
              <a:off x="5090962" y="358637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59" name="pt16659"/>
            <p:cNvSpPr/>
            <p:nvPr/>
          </p:nvSpPr>
          <p:spPr>
            <a:xfrm>
              <a:off x="5140351" y="35746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0" name="pt16660"/>
            <p:cNvSpPr/>
            <p:nvPr/>
          </p:nvSpPr>
          <p:spPr>
            <a:xfrm>
              <a:off x="5151423" y="3575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1" name="pt16661"/>
            <p:cNvSpPr/>
            <p:nvPr/>
          </p:nvSpPr>
          <p:spPr>
            <a:xfrm>
              <a:off x="5137068" y="3548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2" name="pt16662"/>
            <p:cNvSpPr/>
            <p:nvPr/>
          </p:nvSpPr>
          <p:spPr>
            <a:xfrm>
              <a:off x="5152231" y="356918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3" name="pt16663"/>
            <p:cNvSpPr/>
            <p:nvPr/>
          </p:nvSpPr>
          <p:spPr>
            <a:xfrm>
              <a:off x="5130975" y="35440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4" name="pt16664"/>
            <p:cNvSpPr/>
            <p:nvPr/>
          </p:nvSpPr>
          <p:spPr>
            <a:xfrm>
              <a:off x="5156803" y="360456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5" name="pt16665"/>
            <p:cNvSpPr/>
            <p:nvPr/>
          </p:nvSpPr>
          <p:spPr>
            <a:xfrm>
              <a:off x="5137809" y="35625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6" name="pt16666"/>
            <p:cNvSpPr/>
            <p:nvPr/>
          </p:nvSpPr>
          <p:spPr>
            <a:xfrm>
              <a:off x="5091908" y="35429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7" name="pt16667"/>
            <p:cNvSpPr/>
            <p:nvPr/>
          </p:nvSpPr>
          <p:spPr>
            <a:xfrm>
              <a:off x="5119424" y="353641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8" name="pt16668"/>
            <p:cNvSpPr/>
            <p:nvPr/>
          </p:nvSpPr>
          <p:spPr>
            <a:xfrm>
              <a:off x="5193771" y="35543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69" name="pt16669"/>
            <p:cNvSpPr/>
            <p:nvPr/>
          </p:nvSpPr>
          <p:spPr>
            <a:xfrm>
              <a:off x="5178504" y="352481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0" name="pt16670"/>
            <p:cNvSpPr/>
            <p:nvPr/>
          </p:nvSpPr>
          <p:spPr>
            <a:xfrm>
              <a:off x="5154623" y="355370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1" name="pt16671"/>
            <p:cNvSpPr/>
            <p:nvPr/>
          </p:nvSpPr>
          <p:spPr>
            <a:xfrm>
              <a:off x="5174790" y="35554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2" name="pt16672"/>
            <p:cNvSpPr/>
            <p:nvPr/>
          </p:nvSpPr>
          <p:spPr>
            <a:xfrm>
              <a:off x="5142358" y="348925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3" name="pt16673"/>
            <p:cNvSpPr/>
            <p:nvPr/>
          </p:nvSpPr>
          <p:spPr>
            <a:xfrm>
              <a:off x="5290717" y="35511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4" name="pt16674"/>
            <p:cNvSpPr/>
            <p:nvPr/>
          </p:nvSpPr>
          <p:spPr>
            <a:xfrm>
              <a:off x="5129304" y="35597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5" name="pt16675"/>
            <p:cNvSpPr/>
            <p:nvPr/>
          </p:nvSpPr>
          <p:spPr>
            <a:xfrm>
              <a:off x="5148222" y="3564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6" name="pt16676"/>
            <p:cNvSpPr/>
            <p:nvPr/>
          </p:nvSpPr>
          <p:spPr>
            <a:xfrm>
              <a:off x="5145441" y="35717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7" name="pt16677"/>
            <p:cNvSpPr/>
            <p:nvPr/>
          </p:nvSpPr>
          <p:spPr>
            <a:xfrm>
              <a:off x="5135551" y="34990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78" name="pt16678"/>
            <p:cNvSpPr/>
            <p:nvPr/>
          </p:nvSpPr>
          <p:spPr>
            <a:xfrm>
              <a:off x="5262900" y="3631014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79" name="pt16679"/>
            <p:cNvSpPr/>
            <p:nvPr/>
          </p:nvSpPr>
          <p:spPr>
            <a:xfrm>
              <a:off x="5163542" y="356861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0" name="pt16680"/>
            <p:cNvSpPr/>
            <p:nvPr/>
          </p:nvSpPr>
          <p:spPr>
            <a:xfrm>
              <a:off x="5150829" y="361919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1" name="pt16681"/>
            <p:cNvSpPr/>
            <p:nvPr/>
          </p:nvSpPr>
          <p:spPr>
            <a:xfrm>
              <a:off x="5116974" y="357090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2" name="pt16682"/>
            <p:cNvSpPr/>
            <p:nvPr/>
          </p:nvSpPr>
          <p:spPr>
            <a:xfrm>
              <a:off x="5114269" y="35560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3" name="pt16683"/>
            <p:cNvSpPr/>
            <p:nvPr/>
          </p:nvSpPr>
          <p:spPr>
            <a:xfrm>
              <a:off x="5163541" y="356410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4" name="pt16684"/>
            <p:cNvSpPr/>
            <p:nvPr/>
          </p:nvSpPr>
          <p:spPr>
            <a:xfrm>
              <a:off x="5196051" y="34571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5" name="pt16685"/>
            <p:cNvSpPr/>
            <p:nvPr/>
          </p:nvSpPr>
          <p:spPr>
            <a:xfrm>
              <a:off x="5164967" y="35722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6" name="pt16686"/>
            <p:cNvSpPr/>
            <p:nvPr/>
          </p:nvSpPr>
          <p:spPr>
            <a:xfrm>
              <a:off x="5152228" y="36347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7" name="pt16687"/>
            <p:cNvSpPr/>
            <p:nvPr/>
          </p:nvSpPr>
          <p:spPr>
            <a:xfrm>
              <a:off x="5169762" y="356096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8" name="pt16688"/>
            <p:cNvSpPr/>
            <p:nvPr/>
          </p:nvSpPr>
          <p:spPr>
            <a:xfrm>
              <a:off x="5169390" y="35321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89" name="pt16689"/>
            <p:cNvSpPr/>
            <p:nvPr/>
          </p:nvSpPr>
          <p:spPr>
            <a:xfrm>
              <a:off x="5114603" y="35323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0" name="pt16690"/>
            <p:cNvSpPr/>
            <p:nvPr/>
          </p:nvSpPr>
          <p:spPr>
            <a:xfrm>
              <a:off x="5118206" y="3545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1" name="pt16691"/>
            <p:cNvSpPr/>
            <p:nvPr/>
          </p:nvSpPr>
          <p:spPr>
            <a:xfrm>
              <a:off x="5096053" y="35807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2" name="pt16692"/>
            <p:cNvSpPr/>
            <p:nvPr/>
          </p:nvSpPr>
          <p:spPr>
            <a:xfrm>
              <a:off x="5160387" y="355348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3" name="pt16693"/>
            <p:cNvSpPr/>
            <p:nvPr/>
          </p:nvSpPr>
          <p:spPr>
            <a:xfrm>
              <a:off x="5147736" y="35631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4" name="pt16694"/>
            <p:cNvSpPr/>
            <p:nvPr/>
          </p:nvSpPr>
          <p:spPr>
            <a:xfrm>
              <a:off x="5120020" y="35527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5" name="pt16695"/>
            <p:cNvSpPr/>
            <p:nvPr/>
          </p:nvSpPr>
          <p:spPr>
            <a:xfrm>
              <a:off x="5163261" y="351893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6" name="pt16696"/>
            <p:cNvSpPr/>
            <p:nvPr/>
          </p:nvSpPr>
          <p:spPr>
            <a:xfrm>
              <a:off x="5129951" y="35321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7" name="pt16697"/>
            <p:cNvSpPr/>
            <p:nvPr/>
          </p:nvSpPr>
          <p:spPr>
            <a:xfrm>
              <a:off x="5149309" y="35478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8" name="pt16698"/>
            <p:cNvSpPr/>
            <p:nvPr/>
          </p:nvSpPr>
          <p:spPr>
            <a:xfrm>
              <a:off x="5158584" y="3561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699" name="pt16699"/>
            <p:cNvSpPr/>
            <p:nvPr/>
          </p:nvSpPr>
          <p:spPr>
            <a:xfrm>
              <a:off x="5129347" y="362352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0" name="pt16700"/>
            <p:cNvSpPr/>
            <p:nvPr/>
          </p:nvSpPr>
          <p:spPr>
            <a:xfrm>
              <a:off x="5153343" y="35533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1" name="pt16701"/>
            <p:cNvSpPr/>
            <p:nvPr/>
          </p:nvSpPr>
          <p:spPr>
            <a:xfrm>
              <a:off x="5138832" y="35778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2" name="pt16702"/>
            <p:cNvSpPr/>
            <p:nvPr/>
          </p:nvSpPr>
          <p:spPr>
            <a:xfrm>
              <a:off x="5150428" y="35901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3" name="pt16703"/>
            <p:cNvSpPr/>
            <p:nvPr/>
          </p:nvSpPr>
          <p:spPr>
            <a:xfrm>
              <a:off x="5309384" y="3830130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04" name="pt16704"/>
            <p:cNvSpPr/>
            <p:nvPr/>
          </p:nvSpPr>
          <p:spPr>
            <a:xfrm>
              <a:off x="5158576" y="35445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5" name="pt16705"/>
            <p:cNvSpPr/>
            <p:nvPr/>
          </p:nvSpPr>
          <p:spPr>
            <a:xfrm>
              <a:off x="5133274" y="356936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6" name="pt16706"/>
            <p:cNvSpPr/>
            <p:nvPr/>
          </p:nvSpPr>
          <p:spPr>
            <a:xfrm>
              <a:off x="5117969" y="351549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7" name="pt16707"/>
            <p:cNvSpPr/>
            <p:nvPr/>
          </p:nvSpPr>
          <p:spPr>
            <a:xfrm>
              <a:off x="5177680" y="347686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8" name="pt16708"/>
            <p:cNvSpPr/>
            <p:nvPr/>
          </p:nvSpPr>
          <p:spPr>
            <a:xfrm>
              <a:off x="5169971" y="35781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09" name="pt16709"/>
            <p:cNvSpPr/>
            <p:nvPr/>
          </p:nvSpPr>
          <p:spPr>
            <a:xfrm>
              <a:off x="5134888" y="35623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0" name="pt16710"/>
            <p:cNvSpPr/>
            <p:nvPr/>
          </p:nvSpPr>
          <p:spPr>
            <a:xfrm>
              <a:off x="5114770" y="35725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1" name="pt16711"/>
            <p:cNvSpPr/>
            <p:nvPr/>
          </p:nvSpPr>
          <p:spPr>
            <a:xfrm>
              <a:off x="5139282" y="35687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2" name="pt16712"/>
            <p:cNvSpPr/>
            <p:nvPr/>
          </p:nvSpPr>
          <p:spPr>
            <a:xfrm>
              <a:off x="5138721" y="350765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3" name="pt16713"/>
            <p:cNvSpPr/>
            <p:nvPr/>
          </p:nvSpPr>
          <p:spPr>
            <a:xfrm>
              <a:off x="5110691" y="35565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4" name="pt16714"/>
            <p:cNvSpPr/>
            <p:nvPr/>
          </p:nvSpPr>
          <p:spPr>
            <a:xfrm>
              <a:off x="5085096" y="353688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5" name="pt16715"/>
            <p:cNvSpPr/>
            <p:nvPr/>
          </p:nvSpPr>
          <p:spPr>
            <a:xfrm>
              <a:off x="5138599" y="351702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6" name="pt16716"/>
            <p:cNvSpPr/>
            <p:nvPr/>
          </p:nvSpPr>
          <p:spPr>
            <a:xfrm>
              <a:off x="5904119" y="3555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7" name="pt16717"/>
            <p:cNvSpPr/>
            <p:nvPr/>
          </p:nvSpPr>
          <p:spPr>
            <a:xfrm>
              <a:off x="5069311" y="35607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8" name="pt16718"/>
            <p:cNvSpPr/>
            <p:nvPr/>
          </p:nvSpPr>
          <p:spPr>
            <a:xfrm>
              <a:off x="5118601" y="35733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19" name="pt16719"/>
            <p:cNvSpPr/>
            <p:nvPr/>
          </p:nvSpPr>
          <p:spPr>
            <a:xfrm>
              <a:off x="5148599" y="35409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0" name="pt16720"/>
            <p:cNvSpPr/>
            <p:nvPr/>
          </p:nvSpPr>
          <p:spPr>
            <a:xfrm>
              <a:off x="5144527" y="3539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1" name="pt16721"/>
            <p:cNvSpPr/>
            <p:nvPr/>
          </p:nvSpPr>
          <p:spPr>
            <a:xfrm>
              <a:off x="5142347" y="356478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2" name="pt16722"/>
            <p:cNvSpPr/>
            <p:nvPr/>
          </p:nvSpPr>
          <p:spPr>
            <a:xfrm>
              <a:off x="5043978" y="35262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3" name="pt16723"/>
            <p:cNvSpPr/>
            <p:nvPr/>
          </p:nvSpPr>
          <p:spPr>
            <a:xfrm>
              <a:off x="4889530" y="35578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4" name="pt16724"/>
            <p:cNvSpPr/>
            <p:nvPr/>
          </p:nvSpPr>
          <p:spPr>
            <a:xfrm>
              <a:off x="5142489" y="35539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5" name="pt16725"/>
            <p:cNvSpPr/>
            <p:nvPr/>
          </p:nvSpPr>
          <p:spPr>
            <a:xfrm>
              <a:off x="6757510" y="35602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6" name="pt16726"/>
            <p:cNvSpPr/>
            <p:nvPr/>
          </p:nvSpPr>
          <p:spPr>
            <a:xfrm>
              <a:off x="5141132" y="35620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7" name="pt16727"/>
            <p:cNvSpPr/>
            <p:nvPr/>
          </p:nvSpPr>
          <p:spPr>
            <a:xfrm>
              <a:off x="5198558" y="35573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8" name="pt16728"/>
            <p:cNvSpPr/>
            <p:nvPr/>
          </p:nvSpPr>
          <p:spPr>
            <a:xfrm>
              <a:off x="5171568" y="361864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29" name="pt16729"/>
            <p:cNvSpPr/>
            <p:nvPr/>
          </p:nvSpPr>
          <p:spPr>
            <a:xfrm>
              <a:off x="5090709" y="355991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0" name="pt16730"/>
            <p:cNvSpPr/>
            <p:nvPr/>
          </p:nvSpPr>
          <p:spPr>
            <a:xfrm>
              <a:off x="5138148" y="35918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1" name="pt16731"/>
            <p:cNvSpPr/>
            <p:nvPr/>
          </p:nvSpPr>
          <p:spPr>
            <a:xfrm>
              <a:off x="5130783" y="357544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2" name="pt16732"/>
            <p:cNvSpPr/>
            <p:nvPr/>
          </p:nvSpPr>
          <p:spPr>
            <a:xfrm>
              <a:off x="5158804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3" name="pt16733"/>
            <p:cNvSpPr/>
            <p:nvPr/>
          </p:nvSpPr>
          <p:spPr>
            <a:xfrm>
              <a:off x="5088515" y="35555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4" name="pt16734"/>
            <p:cNvSpPr/>
            <p:nvPr/>
          </p:nvSpPr>
          <p:spPr>
            <a:xfrm>
              <a:off x="5109725" y="355510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5" name="pt16735"/>
            <p:cNvSpPr/>
            <p:nvPr/>
          </p:nvSpPr>
          <p:spPr>
            <a:xfrm>
              <a:off x="5096832" y="35512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6" name="pt16736"/>
            <p:cNvSpPr/>
            <p:nvPr/>
          </p:nvSpPr>
          <p:spPr>
            <a:xfrm>
              <a:off x="5194260" y="35331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7" name="pt16737"/>
            <p:cNvSpPr/>
            <p:nvPr/>
          </p:nvSpPr>
          <p:spPr>
            <a:xfrm>
              <a:off x="5163774" y="356904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8" name="pt16738"/>
            <p:cNvSpPr/>
            <p:nvPr/>
          </p:nvSpPr>
          <p:spPr>
            <a:xfrm>
              <a:off x="5152026" y="35684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39" name="pt16739"/>
            <p:cNvSpPr/>
            <p:nvPr/>
          </p:nvSpPr>
          <p:spPr>
            <a:xfrm>
              <a:off x="5131401" y="354564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0" name="pt16740"/>
            <p:cNvSpPr/>
            <p:nvPr/>
          </p:nvSpPr>
          <p:spPr>
            <a:xfrm>
              <a:off x="5124770" y="35610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1" name="pt16741"/>
            <p:cNvSpPr/>
            <p:nvPr/>
          </p:nvSpPr>
          <p:spPr>
            <a:xfrm>
              <a:off x="5099208" y="357360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2" name="pt16742"/>
            <p:cNvSpPr/>
            <p:nvPr/>
          </p:nvSpPr>
          <p:spPr>
            <a:xfrm>
              <a:off x="5160131" y="35534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3" name="pt16743"/>
            <p:cNvSpPr/>
            <p:nvPr/>
          </p:nvSpPr>
          <p:spPr>
            <a:xfrm>
              <a:off x="5162032" y="314540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4" name="pt16744"/>
            <p:cNvSpPr/>
            <p:nvPr/>
          </p:nvSpPr>
          <p:spPr>
            <a:xfrm>
              <a:off x="5119999" y="35543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5" name="pt16745"/>
            <p:cNvSpPr/>
            <p:nvPr/>
          </p:nvSpPr>
          <p:spPr>
            <a:xfrm>
              <a:off x="5087545" y="35569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6" name="pt16746"/>
            <p:cNvSpPr/>
            <p:nvPr/>
          </p:nvSpPr>
          <p:spPr>
            <a:xfrm>
              <a:off x="5171289" y="380404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7" name="pt16747"/>
            <p:cNvSpPr/>
            <p:nvPr/>
          </p:nvSpPr>
          <p:spPr>
            <a:xfrm>
              <a:off x="5144737" y="356211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8" name="pt16748"/>
            <p:cNvSpPr/>
            <p:nvPr/>
          </p:nvSpPr>
          <p:spPr>
            <a:xfrm>
              <a:off x="5143011" y="355145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49" name="pt16749"/>
            <p:cNvSpPr/>
            <p:nvPr/>
          </p:nvSpPr>
          <p:spPr>
            <a:xfrm>
              <a:off x="5187117" y="35456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0" name="pt16750"/>
            <p:cNvSpPr/>
            <p:nvPr/>
          </p:nvSpPr>
          <p:spPr>
            <a:xfrm>
              <a:off x="5119318" y="35607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1" name="pt16751"/>
            <p:cNvSpPr/>
            <p:nvPr/>
          </p:nvSpPr>
          <p:spPr>
            <a:xfrm>
              <a:off x="5143302" y="400346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2" name="pt16752"/>
            <p:cNvSpPr/>
            <p:nvPr/>
          </p:nvSpPr>
          <p:spPr>
            <a:xfrm>
              <a:off x="5119427" y="35701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3" name="pt16753"/>
            <p:cNvSpPr/>
            <p:nvPr/>
          </p:nvSpPr>
          <p:spPr>
            <a:xfrm>
              <a:off x="5129282" y="358938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4" name="pt16754"/>
            <p:cNvSpPr/>
            <p:nvPr/>
          </p:nvSpPr>
          <p:spPr>
            <a:xfrm>
              <a:off x="5159479" y="355722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5" name="pt16755"/>
            <p:cNvSpPr/>
            <p:nvPr/>
          </p:nvSpPr>
          <p:spPr>
            <a:xfrm>
              <a:off x="5137918" y="356357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6" name="pt16756"/>
            <p:cNvSpPr/>
            <p:nvPr/>
          </p:nvSpPr>
          <p:spPr>
            <a:xfrm>
              <a:off x="5106414" y="352813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7" name="pt16757"/>
            <p:cNvSpPr/>
            <p:nvPr/>
          </p:nvSpPr>
          <p:spPr>
            <a:xfrm>
              <a:off x="5144756" y="35808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8" name="pt16758"/>
            <p:cNvSpPr/>
            <p:nvPr/>
          </p:nvSpPr>
          <p:spPr>
            <a:xfrm>
              <a:off x="5144519" y="353831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59" name="pt16759"/>
            <p:cNvSpPr/>
            <p:nvPr/>
          </p:nvSpPr>
          <p:spPr>
            <a:xfrm>
              <a:off x="5138663" y="36143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0" name="pt16760"/>
            <p:cNvSpPr/>
            <p:nvPr/>
          </p:nvSpPr>
          <p:spPr>
            <a:xfrm>
              <a:off x="5146726" y="355361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1" name="pt16761"/>
            <p:cNvSpPr/>
            <p:nvPr/>
          </p:nvSpPr>
          <p:spPr>
            <a:xfrm>
              <a:off x="5183786" y="355987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2" name="pt16762"/>
            <p:cNvSpPr/>
            <p:nvPr/>
          </p:nvSpPr>
          <p:spPr>
            <a:xfrm>
              <a:off x="5127794" y="35757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3" name="pt16763"/>
            <p:cNvSpPr/>
            <p:nvPr/>
          </p:nvSpPr>
          <p:spPr>
            <a:xfrm>
              <a:off x="5080665" y="363439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4" name="pt16764"/>
            <p:cNvSpPr/>
            <p:nvPr/>
          </p:nvSpPr>
          <p:spPr>
            <a:xfrm>
              <a:off x="5125012" y="355790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5" name="pt16765"/>
            <p:cNvSpPr/>
            <p:nvPr/>
          </p:nvSpPr>
          <p:spPr>
            <a:xfrm>
              <a:off x="5139626" y="356522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6" name="pt16766"/>
            <p:cNvSpPr/>
            <p:nvPr/>
          </p:nvSpPr>
          <p:spPr>
            <a:xfrm>
              <a:off x="5077378" y="353468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7" name="pt16767"/>
            <p:cNvSpPr/>
            <p:nvPr/>
          </p:nvSpPr>
          <p:spPr>
            <a:xfrm>
              <a:off x="5144195" y="355080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8" name="pt16768"/>
            <p:cNvSpPr/>
            <p:nvPr/>
          </p:nvSpPr>
          <p:spPr>
            <a:xfrm>
              <a:off x="5108481" y="357561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69" name="pt16769"/>
            <p:cNvSpPr/>
            <p:nvPr/>
          </p:nvSpPr>
          <p:spPr>
            <a:xfrm>
              <a:off x="5149206" y="3578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0" name="pt16770"/>
            <p:cNvSpPr/>
            <p:nvPr/>
          </p:nvSpPr>
          <p:spPr>
            <a:xfrm>
              <a:off x="5135012" y="36065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1" name="pt16771"/>
            <p:cNvSpPr/>
            <p:nvPr/>
          </p:nvSpPr>
          <p:spPr>
            <a:xfrm>
              <a:off x="5149425" y="357388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2" name="pt16772"/>
            <p:cNvSpPr/>
            <p:nvPr/>
          </p:nvSpPr>
          <p:spPr>
            <a:xfrm>
              <a:off x="5188721" y="357419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3" name="pt16773"/>
            <p:cNvSpPr/>
            <p:nvPr/>
          </p:nvSpPr>
          <p:spPr>
            <a:xfrm>
              <a:off x="5165967" y="356045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4" name="pt16774"/>
            <p:cNvSpPr/>
            <p:nvPr/>
          </p:nvSpPr>
          <p:spPr>
            <a:xfrm>
              <a:off x="5114831" y="348515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5" name="pt16775"/>
            <p:cNvSpPr/>
            <p:nvPr/>
          </p:nvSpPr>
          <p:spPr>
            <a:xfrm>
              <a:off x="5152801" y="353112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6" name="pt16776"/>
            <p:cNvSpPr/>
            <p:nvPr/>
          </p:nvSpPr>
          <p:spPr>
            <a:xfrm>
              <a:off x="5144107" y="35520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7" name="pt16777"/>
            <p:cNvSpPr/>
            <p:nvPr/>
          </p:nvSpPr>
          <p:spPr>
            <a:xfrm>
              <a:off x="5140276" y="358744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8" name="pt16778"/>
            <p:cNvSpPr/>
            <p:nvPr/>
          </p:nvSpPr>
          <p:spPr>
            <a:xfrm>
              <a:off x="5112465" y="35221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79" name="pt16779"/>
            <p:cNvSpPr/>
            <p:nvPr/>
          </p:nvSpPr>
          <p:spPr>
            <a:xfrm>
              <a:off x="5161572" y="35491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0" name="pt16780"/>
            <p:cNvSpPr/>
            <p:nvPr/>
          </p:nvSpPr>
          <p:spPr>
            <a:xfrm>
              <a:off x="5083765" y="357089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1" name="pt16781"/>
            <p:cNvSpPr/>
            <p:nvPr/>
          </p:nvSpPr>
          <p:spPr>
            <a:xfrm>
              <a:off x="5142496" y="355495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2" name="pt16782"/>
            <p:cNvSpPr/>
            <p:nvPr/>
          </p:nvSpPr>
          <p:spPr>
            <a:xfrm>
              <a:off x="5121906" y="35729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3" name="pt16783"/>
            <p:cNvSpPr/>
            <p:nvPr/>
          </p:nvSpPr>
          <p:spPr>
            <a:xfrm>
              <a:off x="5841157" y="355497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4" name="pt16784"/>
            <p:cNvSpPr/>
            <p:nvPr/>
          </p:nvSpPr>
          <p:spPr>
            <a:xfrm>
              <a:off x="5144664" y="364228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5" name="pt16785"/>
            <p:cNvSpPr/>
            <p:nvPr/>
          </p:nvSpPr>
          <p:spPr>
            <a:xfrm>
              <a:off x="5216159" y="35537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6" name="pt16786"/>
            <p:cNvSpPr/>
            <p:nvPr/>
          </p:nvSpPr>
          <p:spPr>
            <a:xfrm>
              <a:off x="5197393" y="354773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7" name="pt16787"/>
            <p:cNvSpPr/>
            <p:nvPr/>
          </p:nvSpPr>
          <p:spPr>
            <a:xfrm>
              <a:off x="5120746" y="35577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8" name="pt16788"/>
            <p:cNvSpPr/>
            <p:nvPr/>
          </p:nvSpPr>
          <p:spPr>
            <a:xfrm>
              <a:off x="5175410" y="30135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89" name="pt16789"/>
            <p:cNvSpPr/>
            <p:nvPr/>
          </p:nvSpPr>
          <p:spPr>
            <a:xfrm>
              <a:off x="5140232" y="3576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0" name="pt16790"/>
            <p:cNvSpPr/>
            <p:nvPr/>
          </p:nvSpPr>
          <p:spPr>
            <a:xfrm>
              <a:off x="5154843" y="35930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1" name="pt16791"/>
            <p:cNvSpPr/>
            <p:nvPr/>
          </p:nvSpPr>
          <p:spPr>
            <a:xfrm>
              <a:off x="5132099" y="356059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2" name="pt16792"/>
            <p:cNvSpPr/>
            <p:nvPr/>
          </p:nvSpPr>
          <p:spPr>
            <a:xfrm>
              <a:off x="5142263" y="354021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3" name="pt16793"/>
            <p:cNvSpPr/>
            <p:nvPr/>
          </p:nvSpPr>
          <p:spPr>
            <a:xfrm>
              <a:off x="5149310" y="35764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4" name="pt16794"/>
            <p:cNvSpPr/>
            <p:nvPr/>
          </p:nvSpPr>
          <p:spPr>
            <a:xfrm>
              <a:off x="5136371" y="357059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5" name="pt16795"/>
            <p:cNvSpPr/>
            <p:nvPr/>
          </p:nvSpPr>
          <p:spPr>
            <a:xfrm>
              <a:off x="5124676" y="352743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6" name="pt16796"/>
            <p:cNvSpPr/>
            <p:nvPr/>
          </p:nvSpPr>
          <p:spPr>
            <a:xfrm>
              <a:off x="5129690" y="357167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7" name="pt16797"/>
            <p:cNvSpPr/>
            <p:nvPr/>
          </p:nvSpPr>
          <p:spPr>
            <a:xfrm>
              <a:off x="5090215" y="353466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8" name="pt16798"/>
            <p:cNvSpPr/>
            <p:nvPr/>
          </p:nvSpPr>
          <p:spPr>
            <a:xfrm>
              <a:off x="5142196" y="3561550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799" name="pt16799"/>
            <p:cNvSpPr/>
            <p:nvPr/>
          </p:nvSpPr>
          <p:spPr>
            <a:xfrm>
              <a:off x="5131896" y="354836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0" name="pt16800"/>
            <p:cNvSpPr/>
            <p:nvPr/>
          </p:nvSpPr>
          <p:spPr>
            <a:xfrm>
              <a:off x="5189999" y="354422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1" name="pt16801"/>
            <p:cNvSpPr/>
            <p:nvPr/>
          </p:nvSpPr>
          <p:spPr>
            <a:xfrm>
              <a:off x="5160445" y="35589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2" name="pt16802"/>
            <p:cNvSpPr/>
            <p:nvPr/>
          </p:nvSpPr>
          <p:spPr>
            <a:xfrm>
              <a:off x="5146509" y="356176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3" name="pt16803"/>
            <p:cNvSpPr/>
            <p:nvPr/>
          </p:nvSpPr>
          <p:spPr>
            <a:xfrm>
              <a:off x="5182879" y="358284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4" name="pt16804"/>
            <p:cNvSpPr/>
            <p:nvPr/>
          </p:nvSpPr>
          <p:spPr>
            <a:xfrm>
              <a:off x="5148510" y="3649038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5" name="pt16805"/>
            <p:cNvSpPr/>
            <p:nvPr/>
          </p:nvSpPr>
          <p:spPr>
            <a:xfrm>
              <a:off x="5065061" y="358143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6" name="pt16806"/>
            <p:cNvSpPr/>
            <p:nvPr/>
          </p:nvSpPr>
          <p:spPr>
            <a:xfrm>
              <a:off x="5169807" y="35631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7" name="pt16807"/>
            <p:cNvSpPr/>
            <p:nvPr/>
          </p:nvSpPr>
          <p:spPr>
            <a:xfrm>
              <a:off x="5147008" y="337257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8" name="pt16808"/>
            <p:cNvSpPr/>
            <p:nvPr/>
          </p:nvSpPr>
          <p:spPr>
            <a:xfrm>
              <a:off x="5115825" y="355213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09" name="pt16809"/>
            <p:cNvSpPr/>
            <p:nvPr/>
          </p:nvSpPr>
          <p:spPr>
            <a:xfrm>
              <a:off x="5158854" y="3519463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0" name="pt16810"/>
            <p:cNvSpPr/>
            <p:nvPr/>
          </p:nvSpPr>
          <p:spPr>
            <a:xfrm>
              <a:off x="5107358" y="359113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1" name="pt16811"/>
            <p:cNvSpPr/>
            <p:nvPr/>
          </p:nvSpPr>
          <p:spPr>
            <a:xfrm>
              <a:off x="5158591" y="3536456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2" name="pt16812"/>
            <p:cNvSpPr/>
            <p:nvPr/>
          </p:nvSpPr>
          <p:spPr>
            <a:xfrm>
              <a:off x="5097980" y="358624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3" name="pt16813"/>
            <p:cNvSpPr/>
            <p:nvPr/>
          </p:nvSpPr>
          <p:spPr>
            <a:xfrm>
              <a:off x="5149032" y="3557274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4" name="pt16814"/>
            <p:cNvSpPr/>
            <p:nvPr/>
          </p:nvSpPr>
          <p:spPr>
            <a:xfrm>
              <a:off x="5074225" y="3620767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5" name="pt16815"/>
            <p:cNvSpPr/>
            <p:nvPr/>
          </p:nvSpPr>
          <p:spPr>
            <a:xfrm>
              <a:off x="5115189" y="353268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6" name="pt16816"/>
            <p:cNvSpPr/>
            <p:nvPr/>
          </p:nvSpPr>
          <p:spPr>
            <a:xfrm>
              <a:off x="5147570" y="354259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7" name="pt16817"/>
            <p:cNvSpPr/>
            <p:nvPr/>
          </p:nvSpPr>
          <p:spPr>
            <a:xfrm>
              <a:off x="5135751" y="3568371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8" name="pt16818"/>
            <p:cNvSpPr/>
            <p:nvPr/>
          </p:nvSpPr>
          <p:spPr>
            <a:xfrm>
              <a:off x="5146888" y="3544315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19" name="pt16819"/>
            <p:cNvSpPr/>
            <p:nvPr/>
          </p:nvSpPr>
          <p:spPr>
            <a:xfrm>
              <a:off x="5161101" y="3538202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0" name="pt16820"/>
            <p:cNvSpPr/>
            <p:nvPr/>
          </p:nvSpPr>
          <p:spPr>
            <a:xfrm>
              <a:off x="5155509" y="3564959"/>
              <a:ext cx="54165" cy="54165"/>
            </a:xfrm>
            <a:prstGeom prst="ellipse">
              <a:avLst/>
            </a:prstGeom>
            <a:solidFill>
              <a:srgbClr val="E6F598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1" name="pt16821"/>
            <p:cNvSpPr/>
            <p:nvPr/>
          </p:nvSpPr>
          <p:spPr>
            <a:xfrm>
              <a:off x="5106269" y="3570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2" name="pt16822"/>
            <p:cNvSpPr/>
            <p:nvPr/>
          </p:nvSpPr>
          <p:spPr>
            <a:xfrm>
              <a:off x="5260611" y="35714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3" name="pt16823"/>
            <p:cNvSpPr/>
            <p:nvPr/>
          </p:nvSpPr>
          <p:spPr>
            <a:xfrm>
              <a:off x="5211979" y="35475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4" name="pt16824"/>
            <p:cNvSpPr/>
            <p:nvPr/>
          </p:nvSpPr>
          <p:spPr>
            <a:xfrm>
              <a:off x="5216112" y="3562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5" name="pt16825"/>
            <p:cNvSpPr/>
            <p:nvPr/>
          </p:nvSpPr>
          <p:spPr>
            <a:xfrm>
              <a:off x="5273793" y="3571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6" name="pt16826"/>
            <p:cNvSpPr/>
            <p:nvPr/>
          </p:nvSpPr>
          <p:spPr>
            <a:xfrm>
              <a:off x="5252156" y="3601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7" name="pt16827"/>
            <p:cNvSpPr/>
            <p:nvPr/>
          </p:nvSpPr>
          <p:spPr>
            <a:xfrm>
              <a:off x="5394728" y="35486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8" name="pt16828"/>
            <p:cNvSpPr/>
            <p:nvPr/>
          </p:nvSpPr>
          <p:spPr>
            <a:xfrm>
              <a:off x="5374135" y="35469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29" name="pt16829"/>
            <p:cNvSpPr/>
            <p:nvPr/>
          </p:nvSpPr>
          <p:spPr>
            <a:xfrm>
              <a:off x="5150320" y="3571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0" name="pt16830"/>
            <p:cNvSpPr/>
            <p:nvPr/>
          </p:nvSpPr>
          <p:spPr>
            <a:xfrm>
              <a:off x="5250481" y="3564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1" name="pt16831"/>
            <p:cNvSpPr/>
            <p:nvPr/>
          </p:nvSpPr>
          <p:spPr>
            <a:xfrm>
              <a:off x="5319455" y="3521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2" name="pt16832"/>
            <p:cNvSpPr/>
            <p:nvPr/>
          </p:nvSpPr>
          <p:spPr>
            <a:xfrm>
              <a:off x="5171802" y="3550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3" name="pt16833"/>
            <p:cNvSpPr/>
            <p:nvPr/>
          </p:nvSpPr>
          <p:spPr>
            <a:xfrm>
              <a:off x="5215740" y="35487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4" name="pt16834"/>
            <p:cNvSpPr/>
            <p:nvPr/>
          </p:nvSpPr>
          <p:spPr>
            <a:xfrm>
              <a:off x="6124185" y="35628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5" name="pt16835"/>
            <p:cNvSpPr/>
            <p:nvPr/>
          </p:nvSpPr>
          <p:spPr>
            <a:xfrm>
              <a:off x="5124954" y="3566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6" name="pt16836"/>
            <p:cNvSpPr/>
            <p:nvPr/>
          </p:nvSpPr>
          <p:spPr>
            <a:xfrm>
              <a:off x="5076668" y="35391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7" name="pt16837"/>
            <p:cNvSpPr/>
            <p:nvPr/>
          </p:nvSpPr>
          <p:spPr>
            <a:xfrm>
              <a:off x="5152963" y="35452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8" name="pt16838"/>
            <p:cNvSpPr/>
            <p:nvPr/>
          </p:nvSpPr>
          <p:spPr>
            <a:xfrm>
              <a:off x="5111507" y="35269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39" name="pt16839"/>
            <p:cNvSpPr/>
            <p:nvPr/>
          </p:nvSpPr>
          <p:spPr>
            <a:xfrm>
              <a:off x="5063091" y="35332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0" name="pt16840"/>
            <p:cNvSpPr/>
            <p:nvPr/>
          </p:nvSpPr>
          <p:spPr>
            <a:xfrm>
              <a:off x="5114907" y="2902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1" name="pt16841"/>
            <p:cNvSpPr/>
            <p:nvPr/>
          </p:nvSpPr>
          <p:spPr>
            <a:xfrm>
              <a:off x="5098957" y="3533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2" name="pt16842"/>
            <p:cNvSpPr/>
            <p:nvPr/>
          </p:nvSpPr>
          <p:spPr>
            <a:xfrm>
              <a:off x="5157554" y="3519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3" name="pt16843"/>
            <p:cNvSpPr/>
            <p:nvPr/>
          </p:nvSpPr>
          <p:spPr>
            <a:xfrm>
              <a:off x="5186143" y="2314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4" name="pt16844"/>
            <p:cNvSpPr/>
            <p:nvPr/>
          </p:nvSpPr>
          <p:spPr>
            <a:xfrm>
              <a:off x="5221281" y="37835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5" name="pt16845"/>
            <p:cNvSpPr/>
            <p:nvPr/>
          </p:nvSpPr>
          <p:spPr>
            <a:xfrm>
              <a:off x="5836614" y="3604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6" name="pt16846"/>
            <p:cNvSpPr/>
            <p:nvPr/>
          </p:nvSpPr>
          <p:spPr>
            <a:xfrm>
              <a:off x="5129366" y="2575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7" name="pt16847"/>
            <p:cNvSpPr/>
            <p:nvPr/>
          </p:nvSpPr>
          <p:spPr>
            <a:xfrm>
              <a:off x="5126517" y="3553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8" name="pt16848"/>
            <p:cNvSpPr/>
            <p:nvPr/>
          </p:nvSpPr>
          <p:spPr>
            <a:xfrm>
              <a:off x="5253024" y="1944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49" name="pt16849"/>
            <p:cNvSpPr/>
            <p:nvPr/>
          </p:nvSpPr>
          <p:spPr>
            <a:xfrm>
              <a:off x="5114927" y="3508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0" name="pt16850"/>
            <p:cNvSpPr/>
            <p:nvPr/>
          </p:nvSpPr>
          <p:spPr>
            <a:xfrm>
              <a:off x="5206054" y="38893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1" name="pt16851"/>
            <p:cNvSpPr/>
            <p:nvPr/>
          </p:nvSpPr>
          <p:spPr>
            <a:xfrm>
              <a:off x="5186579" y="35965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2" name="pt16852"/>
            <p:cNvSpPr/>
            <p:nvPr/>
          </p:nvSpPr>
          <p:spPr>
            <a:xfrm>
              <a:off x="5017809" y="35604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3" name="pt16853"/>
            <p:cNvSpPr/>
            <p:nvPr/>
          </p:nvSpPr>
          <p:spPr>
            <a:xfrm>
              <a:off x="5377389" y="35881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4" name="pt16854"/>
            <p:cNvSpPr/>
            <p:nvPr/>
          </p:nvSpPr>
          <p:spPr>
            <a:xfrm>
              <a:off x="5304304" y="35482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5" name="pt16855"/>
            <p:cNvSpPr/>
            <p:nvPr/>
          </p:nvSpPr>
          <p:spPr>
            <a:xfrm>
              <a:off x="5231011" y="3527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6" name="pt16856"/>
            <p:cNvSpPr/>
            <p:nvPr/>
          </p:nvSpPr>
          <p:spPr>
            <a:xfrm>
              <a:off x="5482851" y="35755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7" name="pt16857"/>
            <p:cNvSpPr/>
            <p:nvPr/>
          </p:nvSpPr>
          <p:spPr>
            <a:xfrm>
              <a:off x="5108499" y="3565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8" name="pt16858"/>
            <p:cNvSpPr/>
            <p:nvPr/>
          </p:nvSpPr>
          <p:spPr>
            <a:xfrm>
              <a:off x="5178862" y="35593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59" name="pt16859"/>
            <p:cNvSpPr/>
            <p:nvPr/>
          </p:nvSpPr>
          <p:spPr>
            <a:xfrm>
              <a:off x="5106192" y="3541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0" name="pt16860"/>
            <p:cNvSpPr/>
            <p:nvPr/>
          </p:nvSpPr>
          <p:spPr>
            <a:xfrm>
              <a:off x="5099814" y="3557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1" name="pt16861"/>
            <p:cNvSpPr/>
            <p:nvPr/>
          </p:nvSpPr>
          <p:spPr>
            <a:xfrm>
              <a:off x="5316901" y="35552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2" name="pt16862"/>
            <p:cNvSpPr/>
            <p:nvPr/>
          </p:nvSpPr>
          <p:spPr>
            <a:xfrm>
              <a:off x="5213766" y="3554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3" name="pt16863"/>
            <p:cNvSpPr/>
            <p:nvPr/>
          </p:nvSpPr>
          <p:spPr>
            <a:xfrm>
              <a:off x="5191289" y="3556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4" name="pt16864"/>
            <p:cNvSpPr/>
            <p:nvPr/>
          </p:nvSpPr>
          <p:spPr>
            <a:xfrm>
              <a:off x="5322432" y="3018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5" name="pt16865"/>
            <p:cNvSpPr/>
            <p:nvPr/>
          </p:nvSpPr>
          <p:spPr>
            <a:xfrm>
              <a:off x="5048730" y="37854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6" name="pt16866"/>
            <p:cNvSpPr/>
            <p:nvPr/>
          </p:nvSpPr>
          <p:spPr>
            <a:xfrm>
              <a:off x="5110996" y="35512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7" name="pt16867"/>
            <p:cNvSpPr/>
            <p:nvPr/>
          </p:nvSpPr>
          <p:spPr>
            <a:xfrm>
              <a:off x="5087096" y="3549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8" name="pt16868"/>
            <p:cNvSpPr/>
            <p:nvPr/>
          </p:nvSpPr>
          <p:spPr>
            <a:xfrm>
              <a:off x="5230871" y="35684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69" name="pt16869"/>
            <p:cNvSpPr/>
            <p:nvPr/>
          </p:nvSpPr>
          <p:spPr>
            <a:xfrm>
              <a:off x="5208817" y="3568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0" name="pt16870"/>
            <p:cNvSpPr/>
            <p:nvPr/>
          </p:nvSpPr>
          <p:spPr>
            <a:xfrm>
              <a:off x="5154712" y="34852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1" name="pt16871"/>
            <p:cNvSpPr/>
            <p:nvPr/>
          </p:nvSpPr>
          <p:spPr>
            <a:xfrm>
              <a:off x="5144270" y="3548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2" name="pt16872"/>
            <p:cNvSpPr/>
            <p:nvPr/>
          </p:nvSpPr>
          <p:spPr>
            <a:xfrm>
              <a:off x="5254165" y="35533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3" name="pt16873"/>
            <p:cNvSpPr/>
            <p:nvPr/>
          </p:nvSpPr>
          <p:spPr>
            <a:xfrm>
              <a:off x="5123726" y="3550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4" name="pt16874"/>
            <p:cNvSpPr/>
            <p:nvPr/>
          </p:nvSpPr>
          <p:spPr>
            <a:xfrm>
              <a:off x="5182069" y="35681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5" name="pt16875"/>
            <p:cNvSpPr/>
            <p:nvPr/>
          </p:nvSpPr>
          <p:spPr>
            <a:xfrm>
              <a:off x="5225492" y="3552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6" name="pt16876"/>
            <p:cNvSpPr/>
            <p:nvPr/>
          </p:nvSpPr>
          <p:spPr>
            <a:xfrm>
              <a:off x="5256632" y="35938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7" name="pt16877"/>
            <p:cNvSpPr/>
            <p:nvPr/>
          </p:nvSpPr>
          <p:spPr>
            <a:xfrm>
              <a:off x="5183435" y="35644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8" name="pt16878"/>
            <p:cNvSpPr/>
            <p:nvPr/>
          </p:nvSpPr>
          <p:spPr>
            <a:xfrm>
              <a:off x="5364177" y="3569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79" name="pt16879"/>
            <p:cNvSpPr/>
            <p:nvPr/>
          </p:nvSpPr>
          <p:spPr>
            <a:xfrm>
              <a:off x="5485239" y="3521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0" name="pt16880"/>
            <p:cNvSpPr/>
            <p:nvPr/>
          </p:nvSpPr>
          <p:spPr>
            <a:xfrm>
              <a:off x="5257072" y="35716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1" name="pt16881"/>
            <p:cNvSpPr/>
            <p:nvPr/>
          </p:nvSpPr>
          <p:spPr>
            <a:xfrm>
              <a:off x="5113116" y="3610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2" name="pt16882"/>
            <p:cNvSpPr/>
            <p:nvPr/>
          </p:nvSpPr>
          <p:spPr>
            <a:xfrm>
              <a:off x="5119751" y="36108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3" name="pt16883"/>
            <p:cNvSpPr/>
            <p:nvPr/>
          </p:nvSpPr>
          <p:spPr>
            <a:xfrm>
              <a:off x="5158698" y="35557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4" name="pt16884"/>
            <p:cNvSpPr/>
            <p:nvPr/>
          </p:nvSpPr>
          <p:spPr>
            <a:xfrm>
              <a:off x="5104676" y="35528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5" name="pt16885"/>
            <p:cNvSpPr/>
            <p:nvPr/>
          </p:nvSpPr>
          <p:spPr>
            <a:xfrm>
              <a:off x="5250343" y="35681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6" name="pt16886"/>
            <p:cNvSpPr/>
            <p:nvPr/>
          </p:nvSpPr>
          <p:spPr>
            <a:xfrm>
              <a:off x="5149598" y="3550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7" name="pt16887"/>
            <p:cNvSpPr/>
            <p:nvPr/>
          </p:nvSpPr>
          <p:spPr>
            <a:xfrm>
              <a:off x="5328482" y="35504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8" name="pt16888"/>
            <p:cNvSpPr/>
            <p:nvPr/>
          </p:nvSpPr>
          <p:spPr>
            <a:xfrm>
              <a:off x="5168431" y="3551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89" name="pt16889"/>
            <p:cNvSpPr/>
            <p:nvPr/>
          </p:nvSpPr>
          <p:spPr>
            <a:xfrm>
              <a:off x="5171514" y="34657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0" name="pt16890"/>
            <p:cNvSpPr/>
            <p:nvPr/>
          </p:nvSpPr>
          <p:spPr>
            <a:xfrm>
              <a:off x="5101028" y="35562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1" name="pt16891"/>
            <p:cNvSpPr/>
            <p:nvPr/>
          </p:nvSpPr>
          <p:spPr>
            <a:xfrm>
              <a:off x="5114487" y="34863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2" name="pt16892"/>
            <p:cNvSpPr/>
            <p:nvPr/>
          </p:nvSpPr>
          <p:spPr>
            <a:xfrm>
              <a:off x="5220955" y="35471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3" name="pt16893"/>
            <p:cNvSpPr/>
            <p:nvPr/>
          </p:nvSpPr>
          <p:spPr>
            <a:xfrm>
              <a:off x="5108101" y="3532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4" name="pt16894"/>
            <p:cNvSpPr/>
            <p:nvPr/>
          </p:nvSpPr>
          <p:spPr>
            <a:xfrm>
              <a:off x="5153248" y="3588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5" name="pt16895"/>
            <p:cNvSpPr/>
            <p:nvPr/>
          </p:nvSpPr>
          <p:spPr>
            <a:xfrm>
              <a:off x="5185550" y="3559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6" name="pt16896"/>
            <p:cNvSpPr/>
            <p:nvPr/>
          </p:nvSpPr>
          <p:spPr>
            <a:xfrm>
              <a:off x="5193309" y="35736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7" name="pt16897"/>
            <p:cNvSpPr/>
            <p:nvPr/>
          </p:nvSpPr>
          <p:spPr>
            <a:xfrm>
              <a:off x="5133931" y="3583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8" name="pt16898"/>
            <p:cNvSpPr/>
            <p:nvPr/>
          </p:nvSpPr>
          <p:spPr>
            <a:xfrm>
              <a:off x="5148396" y="35530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899" name="pt16899"/>
            <p:cNvSpPr/>
            <p:nvPr/>
          </p:nvSpPr>
          <p:spPr>
            <a:xfrm>
              <a:off x="5054662" y="35744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0" name="pt16900"/>
            <p:cNvSpPr/>
            <p:nvPr/>
          </p:nvSpPr>
          <p:spPr>
            <a:xfrm>
              <a:off x="5677631" y="3591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1" name="pt16901"/>
            <p:cNvSpPr/>
            <p:nvPr/>
          </p:nvSpPr>
          <p:spPr>
            <a:xfrm>
              <a:off x="5481908" y="333715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02" name="pt16902"/>
            <p:cNvSpPr/>
            <p:nvPr/>
          </p:nvSpPr>
          <p:spPr>
            <a:xfrm>
              <a:off x="5125172" y="3476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3" name="pt16903"/>
            <p:cNvSpPr/>
            <p:nvPr/>
          </p:nvSpPr>
          <p:spPr>
            <a:xfrm>
              <a:off x="5280391" y="3577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4" name="pt16904"/>
            <p:cNvSpPr/>
            <p:nvPr/>
          </p:nvSpPr>
          <p:spPr>
            <a:xfrm>
              <a:off x="5242028" y="35519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5" name="pt16905"/>
            <p:cNvSpPr/>
            <p:nvPr/>
          </p:nvSpPr>
          <p:spPr>
            <a:xfrm>
              <a:off x="5585265" y="35744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6" name="pt16906"/>
            <p:cNvSpPr/>
            <p:nvPr/>
          </p:nvSpPr>
          <p:spPr>
            <a:xfrm>
              <a:off x="5189120" y="32614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7" name="pt16907"/>
            <p:cNvSpPr/>
            <p:nvPr/>
          </p:nvSpPr>
          <p:spPr>
            <a:xfrm>
              <a:off x="5111974" y="3556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8" name="pt16908"/>
            <p:cNvSpPr/>
            <p:nvPr/>
          </p:nvSpPr>
          <p:spPr>
            <a:xfrm>
              <a:off x="5074796" y="35257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09" name="pt16909"/>
            <p:cNvSpPr/>
            <p:nvPr/>
          </p:nvSpPr>
          <p:spPr>
            <a:xfrm>
              <a:off x="5103033" y="35453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0" name="pt16910"/>
            <p:cNvSpPr/>
            <p:nvPr/>
          </p:nvSpPr>
          <p:spPr>
            <a:xfrm>
              <a:off x="5046203" y="3544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1" name="pt16911"/>
            <p:cNvSpPr/>
            <p:nvPr/>
          </p:nvSpPr>
          <p:spPr>
            <a:xfrm>
              <a:off x="5183483" y="35680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2" name="pt16912"/>
            <p:cNvSpPr/>
            <p:nvPr/>
          </p:nvSpPr>
          <p:spPr>
            <a:xfrm>
              <a:off x="3479675" y="3559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3" name="pt16913"/>
            <p:cNvSpPr/>
            <p:nvPr/>
          </p:nvSpPr>
          <p:spPr>
            <a:xfrm>
              <a:off x="5228244" y="3551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4" name="pt16914"/>
            <p:cNvSpPr/>
            <p:nvPr/>
          </p:nvSpPr>
          <p:spPr>
            <a:xfrm>
              <a:off x="5218686" y="32568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5" name="pt16915"/>
            <p:cNvSpPr/>
            <p:nvPr/>
          </p:nvSpPr>
          <p:spPr>
            <a:xfrm>
              <a:off x="5243678" y="3588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6" name="pt16916"/>
            <p:cNvSpPr/>
            <p:nvPr/>
          </p:nvSpPr>
          <p:spPr>
            <a:xfrm>
              <a:off x="5297826" y="3561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7" name="pt16917"/>
            <p:cNvSpPr/>
            <p:nvPr/>
          </p:nvSpPr>
          <p:spPr>
            <a:xfrm>
              <a:off x="5332259" y="35748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8" name="pt16918"/>
            <p:cNvSpPr/>
            <p:nvPr/>
          </p:nvSpPr>
          <p:spPr>
            <a:xfrm>
              <a:off x="5299421" y="3666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19" name="pt16919"/>
            <p:cNvSpPr/>
            <p:nvPr/>
          </p:nvSpPr>
          <p:spPr>
            <a:xfrm>
              <a:off x="5207547" y="3651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0" name="pt16920"/>
            <p:cNvSpPr/>
            <p:nvPr/>
          </p:nvSpPr>
          <p:spPr>
            <a:xfrm>
              <a:off x="5888874" y="3541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1" name="pt16921"/>
            <p:cNvSpPr/>
            <p:nvPr/>
          </p:nvSpPr>
          <p:spPr>
            <a:xfrm>
              <a:off x="5241579" y="3569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2" name="pt16922"/>
            <p:cNvSpPr/>
            <p:nvPr/>
          </p:nvSpPr>
          <p:spPr>
            <a:xfrm>
              <a:off x="5156754" y="35489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3" name="pt16923"/>
            <p:cNvSpPr/>
            <p:nvPr/>
          </p:nvSpPr>
          <p:spPr>
            <a:xfrm>
              <a:off x="5146051" y="3551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4" name="pt16924"/>
            <p:cNvSpPr/>
            <p:nvPr/>
          </p:nvSpPr>
          <p:spPr>
            <a:xfrm>
              <a:off x="5188726" y="35669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5" name="pt16925"/>
            <p:cNvSpPr/>
            <p:nvPr/>
          </p:nvSpPr>
          <p:spPr>
            <a:xfrm>
              <a:off x="4958802" y="35564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6" name="pt16926"/>
            <p:cNvSpPr/>
            <p:nvPr/>
          </p:nvSpPr>
          <p:spPr>
            <a:xfrm>
              <a:off x="5089328" y="35543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7" name="pt16927"/>
            <p:cNvSpPr/>
            <p:nvPr/>
          </p:nvSpPr>
          <p:spPr>
            <a:xfrm>
              <a:off x="5119023" y="35501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8" name="pt16928"/>
            <p:cNvSpPr/>
            <p:nvPr/>
          </p:nvSpPr>
          <p:spPr>
            <a:xfrm>
              <a:off x="5154009" y="3552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29" name="pt16929"/>
            <p:cNvSpPr/>
            <p:nvPr/>
          </p:nvSpPr>
          <p:spPr>
            <a:xfrm>
              <a:off x="5098831" y="3533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0" name="pt16930"/>
            <p:cNvSpPr/>
            <p:nvPr/>
          </p:nvSpPr>
          <p:spPr>
            <a:xfrm>
              <a:off x="5257805" y="3557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1" name="pt16931"/>
            <p:cNvSpPr/>
            <p:nvPr/>
          </p:nvSpPr>
          <p:spPr>
            <a:xfrm>
              <a:off x="5153304" y="3560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2" name="pt16932"/>
            <p:cNvSpPr/>
            <p:nvPr/>
          </p:nvSpPr>
          <p:spPr>
            <a:xfrm>
              <a:off x="5446657" y="35996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3" name="pt16933"/>
            <p:cNvSpPr/>
            <p:nvPr/>
          </p:nvSpPr>
          <p:spPr>
            <a:xfrm>
              <a:off x="5293245" y="3632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4" name="pt16934"/>
            <p:cNvSpPr/>
            <p:nvPr/>
          </p:nvSpPr>
          <p:spPr>
            <a:xfrm>
              <a:off x="5230794" y="35821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5" name="pt16935"/>
            <p:cNvSpPr/>
            <p:nvPr/>
          </p:nvSpPr>
          <p:spPr>
            <a:xfrm>
              <a:off x="5524722" y="3573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6" name="pt16936"/>
            <p:cNvSpPr/>
            <p:nvPr/>
          </p:nvSpPr>
          <p:spPr>
            <a:xfrm>
              <a:off x="5126514" y="35536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7" name="pt16937"/>
            <p:cNvSpPr/>
            <p:nvPr/>
          </p:nvSpPr>
          <p:spPr>
            <a:xfrm>
              <a:off x="5174255" y="3953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8" name="pt16938"/>
            <p:cNvSpPr/>
            <p:nvPr/>
          </p:nvSpPr>
          <p:spPr>
            <a:xfrm>
              <a:off x="5311287" y="3517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39" name="pt16939"/>
            <p:cNvSpPr/>
            <p:nvPr/>
          </p:nvSpPr>
          <p:spPr>
            <a:xfrm>
              <a:off x="5111499" y="35572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0" name="pt16940"/>
            <p:cNvSpPr/>
            <p:nvPr/>
          </p:nvSpPr>
          <p:spPr>
            <a:xfrm>
              <a:off x="5239353" y="35826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1" name="pt16941"/>
            <p:cNvSpPr/>
            <p:nvPr/>
          </p:nvSpPr>
          <p:spPr>
            <a:xfrm>
              <a:off x="5083611" y="35848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2" name="pt16942"/>
            <p:cNvSpPr/>
            <p:nvPr/>
          </p:nvSpPr>
          <p:spPr>
            <a:xfrm>
              <a:off x="5135209" y="3553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3" name="pt16943"/>
            <p:cNvSpPr/>
            <p:nvPr/>
          </p:nvSpPr>
          <p:spPr>
            <a:xfrm>
              <a:off x="5168647" y="3071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4" name="pt16944"/>
            <p:cNvSpPr/>
            <p:nvPr/>
          </p:nvSpPr>
          <p:spPr>
            <a:xfrm>
              <a:off x="5117505" y="3506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5" name="pt16945"/>
            <p:cNvSpPr/>
            <p:nvPr/>
          </p:nvSpPr>
          <p:spPr>
            <a:xfrm>
              <a:off x="5282536" y="3552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6" name="pt16946"/>
            <p:cNvSpPr/>
            <p:nvPr/>
          </p:nvSpPr>
          <p:spPr>
            <a:xfrm>
              <a:off x="5102636" y="2994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7" name="pt16947"/>
            <p:cNvSpPr/>
            <p:nvPr/>
          </p:nvSpPr>
          <p:spPr>
            <a:xfrm>
              <a:off x="5144625" y="3561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8" name="pt16948"/>
            <p:cNvSpPr/>
            <p:nvPr/>
          </p:nvSpPr>
          <p:spPr>
            <a:xfrm>
              <a:off x="5102900" y="35363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49" name="pt16949"/>
            <p:cNvSpPr/>
            <p:nvPr/>
          </p:nvSpPr>
          <p:spPr>
            <a:xfrm>
              <a:off x="5363789" y="3558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0" name="pt16950"/>
            <p:cNvSpPr/>
            <p:nvPr/>
          </p:nvSpPr>
          <p:spPr>
            <a:xfrm>
              <a:off x="5176259" y="31303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1" name="pt16951"/>
            <p:cNvSpPr/>
            <p:nvPr/>
          </p:nvSpPr>
          <p:spPr>
            <a:xfrm>
              <a:off x="5135436" y="3551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2" name="pt16952"/>
            <p:cNvSpPr/>
            <p:nvPr/>
          </p:nvSpPr>
          <p:spPr>
            <a:xfrm>
              <a:off x="5340267" y="3504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3" name="pt16953"/>
            <p:cNvSpPr/>
            <p:nvPr/>
          </p:nvSpPr>
          <p:spPr>
            <a:xfrm>
              <a:off x="5075637" y="3582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4" name="pt16954"/>
            <p:cNvSpPr/>
            <p:nvPr/>
          </p:nvSpPr>
          <p:spPr>
            <a:xfrm>
              <a:off x="5181760" y="35304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5" name="pt16955"/>
            <p:cNvSpPr/>
            <p:nvPr/>
          </p:nvSpPr>
          <p:spPr>
            <a:xfrm>
              <a:off x="5119679" y="3543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6" name="pt16956"/>
            <p:cNvSpPr/>
            <p:nvPr/>
          </p:nvSpPr>
          <p:spPr>
            <a:xfrm>
              <a:off x="5111887" y="35700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7" name="pt16957"/>
            <p:cNvSpPr/>
            <p:nvPr/>
          </p:nvSpPr>
          <p:spPr>
            <a:xfrm>
              <a:off x="5162833" y="36578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8" name="pt16958"/>
            <p:cNvSpPr/>
            <p:nvPr/>
          </p:nvSpPr>
          <p:spPr>
            <a:xfrm>
              <a:off x="5125619" y="35793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59" name="pt16959"/>
            <p:cNvSpPr/>
            <p:nvPr/>
          </p:nvSpPr>
          <p:spPr>
            <a:xfrm>
              <a:off x="5065522" y="3559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0" name="pt16960"/>
            <p:cNvSpPr/>
            <p:nvPr/>
          </p:nvSpPr>
          <p:spPr>
            <a:xfrm>
              <a:off x="4938163" y="31841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1" name="pt16961"/>
            <p:cNvSpPr/>
            <p:nvPr/>
          </p:nvSpPr>
          <p:spPr>
            <a:xfrm>
              <a:off x="5038857" y="3571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2" name="pt16962"/>
            <p:cNvSpPr/>
            <p:nvPr/>
          </p:nvSpPr>
          <p:spPr>
            <a:xfrm>
              <a:off x="5038304" y="3570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3" name="pt16963"/>
            <p:cNvSpPr/>
            <p:nvPr/>
          </p:nvSpPr>
          <p:spPr>
            <a:xfrm>
              <a:off x="5159578" y="35500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4" name="pt16964"/>
            <p:cNvSpPr/>
            <p:nvPr/>
          </p:nvSpPr>
          <p:spPr>
            <a:xfrm>
              <a:off x="5041496" y="3533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5" name="pt16965"/>
            <p:cNvSpPr/>
            <p:nvPr/>
          </p:nvSpPr>
          <p:spPr>
            <a:xfrm>
              <a:off x="5127450" y="3625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6" name="pt16966"/>
            <p:cNvSpPr/>
            <p:nvPr/>
          </p:nvSpPr>
          <p:spPr>
            <a:xfrm>
              <a:off x="5128541" y="3615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7" name="pt16967"/>
            <p:cNvSpPr/>
            <p:nvPr/>
          </p:nvSpPr>
          <p:spPr>
            <a:xfrm>
              <a:off x="5106553" y="3554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8" name="pt16968"/>
            <p:cNvSpPr/>
            <p:nvPr/>
          </p:nvSpPr>
          <p:spPr>
            <a:xfrm>
              <a:off x="5202545" y="3567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69" name="pt16969"/>
            <p:cNvSpPr/>
            <p:nvPr/>
          </p:nvSpPr>
          <p:spPr>
            <a:xfrm>
              <a:off x="5562134" y="35834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0" name="pt16970"/>
            <p:cNvSpPr/>
            <p:nvPr/>
          </p:nvSpPr>
          <p:spPr>
            <a:xfrm>
              <a:off x="5233877" y="3578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1" name="pt16971"/>
            <p:cNvSpPr/>
            <p:nvPr/>
          </p:nvSpPr>
          <p:spPr>
            <a:xfrm>
              <a:off x="5299172" y="3590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2" name="pt16972"/>
            <p:cNvSpPr/>
            <p:nvPr/>
          </p:nvSpPr>
          <p:spPr>
            <a:xfrm>
              <a:off x="5443528" y="35590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3" name="pt16973"/>
            <p:cNvSpPr/>
            <p:nvPr/>
          </p:nvSpPr>
          <p:spPr>
            <a:xfrm>
              <a:off x="5017579" y="35636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4" name="pt16974"/>
            <p:cNvSpPr/>
            <p:nvPr/>
          </p:nvSpPr>
          <p:spPr>
            <a:xfrm>
              <a:off x="5158396" y="35471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5" name="pt16975"/>
            <p:cNvSpPr/>
            <p:nvPr/>
          </p:nvSpPr>
          <p:spPr>
            <a:xfrm>
              <a:off x="5219140" y="3553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6" name="pt16976"/>
            <p:cNvSpPr/>
            <p:nvPr/>
          </p:nvSpPr>
          <p:spPr>
            <a:xfrm>
              <a:off x="5193376" y="3605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7" name="pt16977"/>
            <p:cNvSpPr/>
            <p:nvPr/>
          </p:nvSpPr>
          <p:spPr>
            <a:xfrm>
              <a:off x="5330669" y="3536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8" name="pt16978"/>
            <p:cNvSpPr/>
            <p:nvPr/>
          </p:nvSpPr>
          <p:spPr>
            <a:xfrm>
              <a:off x="5315722" y="35616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79" name="pt16979"/>
            <p:cNvSpPr/>
            <p:nvPr/>
          </p:nvSpPr>
          <p:spPr>
            <a:xfrm>
              <a:off x="5150856" y="3545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0" name="pt16980"/>
            <p:cNvSpPr/>
            <p:nvPr/>
          </p:nvSpPr>
          <p:spPr>
            <a:xfrm>
              <a:off x="5252600" y="3568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1" name="pt16981"/>
            <p:cNvSpPr/>
            <p:nvPr/>
          </p:nvSpPr>
          <p:spPr>
            <a:xfrm>
              <a:off x="5071448" y="35467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2" name="pt16982"/>
            <p:cNvSpPr/>
            <p:nvPr/>
          </p:nvSpPr>
          <p:spPr>
            <a:xfrm>
              <a:off x="5100589" y="3560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3" name="pt16983"/>
            <p:cNvSpPr/>
            <p:nvPr/>
          </p:nvSpPr>
          <p:spPr>
            <a:xfrm>
              <a:off x="5185647" y="35745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4" name="pt16984"/>
            <p:cNvSpPr/>
            <p:nvPr/>
          </p:nvSpPr>
          <p:spPr>
            <a:xfrm>
              <a:off x="5229084" y="3596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5" name="pt16985"/>
            <p:cNvSpPr/>
            <p:nvPr/>
          </p:nvSpPr>
          <p:spPr>
            <a:xfrm>
              <a:off x="5101253" y="3564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6" name="pt16986"/>
            <p:cNvSpPr/>
            <p:nvPr/>
          </p:nvSpPr>
          <p:spPr>
            <a:xfrm>
              <a:off x="5108352" y="35538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7" name="pt16987"/>
            <p:cNvSpPr/>
            <p:nvPr/>
          </p:nvSpPr>
          <p:spPr>
            <a:xfrm>
              <a:off x="5084897" y="3554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8" name="pt16988"/>
            <p:cNvSpPr/>
            <p:nvPr/>
          </p:nvSpPr>
          <p:spPr>
            <a:xfrm>
              <a:off x="5113873" y="35567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89" name="pt16989"/>
            <p:cNvSpPr/>
            <p:nvPr/>
          </p:nvSpPr>
          <p:spPr>
            <a:xfrm>
              <a:off x="5291685" y="35757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0" name="pt16990"/>
            <p:cNvSpPr/>
            <p:nvPr/>
          </p:nvSpPr>
          <p:spPr>
            <a:xfrm>
              <a:off x="5161353" y="3588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1" name="pt16991"/>
            <p:cNvSpPr/>
            <p:nvPr/>
          </p:nvSpPr>
          <p:spPr>
            <a:xfrm>
              <a:off x="5123438" y="3478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2" name="pt16992"/>
            <p:cNvSpPr/>
            <p:nvPr/>
          </p:nvSpPr>
          <p:spPr>
            <a:xfrm>
              <a:off x="5208110" y="35366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3" name="pt16993"/>
            <p:cNvSpPr/>
            <p:nvPr/>
          </p:nvSpPr>
          <p:spPr>
            <a:xfrm>
              <a:off x="5255824" y="35933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4" name="pt16994"/>
            <p:cNvSpPr/>
            <p:nvPr/>
          </p:nvSpPr>
          <p:spPr>
            <a:xfrm>
              <a:off x="5232129" y="3561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5" name="pt16995"/>
            <p:cNvSpPr/>
            <p:nvPr/>
          </p:nvSpPr>
          <p:spPr>
            <a:xfrm>
              <a:off x="5558656" y="35685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6" name="pt16996"/>
            <p:cNvSpPr/>
            <p:nvPr/>
          </p:nvSpPr>
          <p:spPr>
            <a:xfrm>
              <a:off x="5111748" y="35578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7" name="pt16997"/>
            <p:cNvSpPr/>
            <p:nvPr/>
          </p:nvSpPr>
          <p:spPr>
            <a:xfrm>
              <a:off x="5091977" y="36002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8" name="pt16998"/>
            <p:cNvSpPr/>
            <p:nvPr/>
          </p:nvSpPr>
          <p:spPr>
            <a:xfrm>
              <a:off x="5219150" y="35370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6999" name="pt16999"/>
            <p:cNvSpPr/>
            <p:nvPr/>
          </p:nvSpPr>
          <p:spPr>
            <a:xfrm>
              <a:off x="5107172" y="35303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0" name="pt17000"/>
            <p:cNvSpPr/>
            <p:nvPr/>
          </p:nvSpPr>
          <p:spPr>
            <a:xfrm>
              <a:off x="5215424" y="36420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1" name="pt17001"/>
            <p:cNvSpPr/>
            <p:nvPr/>
          </p:nvSpPr>
          <p:spPr>
            <a:xfrm>
              <a:off x="5257763" y="3588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2" name="pt17002"/>
            <p:cNvSpPr/>
            <p:nvPr/>
          </p:nvSpPr>
          <p:spPr>
            <a:xfrm>
              <a:off x="5243614" y="3561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3" name="pt17003"/>
            <p:cNvSpPr/>
            <p:nvPr/>
          </p:nvSpPr>
          <p:spPr>
            <a:xfrm>
              <a:off x="5206764" y="3584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4" name="pt17004"/>
            <p:cNvSpPr/>
            <p:nvPr/>
          </p:nvSpPr>
          <p:spPr>
            <a:xfrm>
              <a:off x="3506962" y="3436116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05" name="pt17005"/>
            <p:cNvSpPr/>
            <p:nvPr/>
          </p:nvSpPr>
          <p:spPr>
            <a:xfrm>
              <a:off x="5268963" y="3580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6" name="pt17006"/>
            <p:cNvSpPr/>
            <p:nvPr/>
          </p:nvSpPr>
          <p:spPr>
            <a:xfrm>
              <a:off x="5351816" y="3625066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07" name="pt17007"/>
            <p:cNvSpPr/>
            <p:nvPr/>
          </p:nvSpPr>
          <p:spPr>
            <a:xfrm>
              <a:off x="5081701" y="36763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8" name="pt17008"/>
            <p:cNvSpPr/>
            <p:nvPr/>
          </p:nvSpPr>
          <p:spPr>
            <a:xfrm>
              <a:off x="5178066" y="35304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09" name="pt17009"/>
            <p:cNvSpPr/>
            <p:nvPr/>
          </p:nvSpPr>
          <p:spPr>
            <a:xfrm>
              <a:off x="5275386" y="3411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0" name="pt17010"/>
            <p:cNvSpPr/>
            <p:nvPr/>
          </p:nvSpPr>
          <p:spPr>
            <a:xfrm>
              <a:off x="5587977" y="35677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1" name="pt17011"/>
            <p:cNvSpPr/>
            <p:nvPr/>
          </p:nvSpPr>
          <p:spPr>
            <a:xfrm>
              <a:off x="5080345" y="36026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2" name="pt17012"/>
            <p:cNvSpPr/>
            <p:nvPr/>
          </p:nvSpPr>
          <p:spPr>
            <a:xfrm>
              <a:off x="5051057" y="35941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3" name="pt17013"/>
            <p:cNvSpPr/>
            <p:nvPr/>
          </p:nvSpPr>
          <p:spPr>
            <a:xfrm>
              <a:off x="6189256" y="35394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4" name="pt17014"/>
            <p:cNvSpPr/>
            <p:nvPr/>
          </p:nvSpPr>
          <p:spPr>
            <a:xfrm>
              <a:off x="5250687" y="35518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5" name="pt17015"/>
            <p:cNvSpPr/>
            <p:nvPr/>
          </p:nvSpPr>
          <p:spPr>
            <a:xfrm>
              <a:off x="5111782" y="3558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6" name="pt17016"/>
            <p:cNvSpPr/>
            <p:nvPr/>
          </p:nvSpPr>
          <p:spPr>
            <a:xfrm>
              <a:off x="5310504" y="35735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7" name="pt17017"/>
            <p:cNvSpPr/>
            <p:nvPr/>
          </p:nvSpPr>
          <p:spPr>
            <a:xfrm>
              <a:off x="5173865" y="35791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8" name="pt17018"/>
            <p:cNvSpPr/>
            <p:nvPr/>
          </p:nvSpPr>
          <p:spPr>
            <a:xfrm>
              <a:off x="5393187" y="3579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19" name="pt17019"/>
            <p:cNvSpPr/>
            <p:nvPr/>
          </p:nvSpPr>
          <p:spPr>
            <a:xfrm>
              <a:off x="5193685" y="36124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0" name="pt17020"/>
            <p:cNvSpPr/>
            <p:nvPr/>
          </p:nvSpPr>
          <p:spPr>
            <a:xfrm>
              <a:off x="5272235" y="3570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1" name="pt17021"/>
            <p:cNvSpPr/>
            <p:nvPr/>
          </p:nvSpPr>
          <p:spPr>
            <a:xfrm>
              <a:off x="5120480" y="3542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2" name="pt17022"/>
            <p:cNvSpPr/>
            <p:nvPr/>
          </p:nvSpPr>
          <p:spPr>
            <a:xfrm>
              <a:off x="5121354" y="34269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3" name="pt17023"/>
            <p:cNvSpPr/>
            <p:nvPr/>
          </p:nvSpPr>
          <p:spPr>
            <a:xfrm>
              <a:off x="5075523" y="3545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4" name="pt17024"/>
            <p:cNvSpPr/>
            <p:nvPr/>
          </p:nvSpPr>
          <p:spPr>
            <a:xfrm>
              <a:off x="5094872" y="35508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5" name="pt17025"/>
            <p:cNvSpPr/>
            <p:nvPr/>
          </p:nvSpPr>
          <p:spPr>
            <a:xfrm>
              <a:off x="5120227" y="35203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6" name="pt17026"/>
            <p:cNvSpPr/>
            <p:nvPr/>
          </p:nvSpPr>
          <p:spPr>
            <a:xfrm>
              <a:off x="5163004" y="35476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7" name="pt17027"/>
            <p:cNvSpPr/>
            <p:nvPr/>
          </p:nvSpPr>
          <p:spPr>
            <a:xfrm>
              <a:off x="5054884" y="35337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8" name="pt17028"/>
            <p:cNvSpPr/>
            <p:nvPr/>
          </p:nvSpPr>
          <p:spPr>
            <a:xfrm>
              <a:off x="5177044" y="35584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29" name="pt17029"/>
            <p:cNvSpPr/>
            <p:nvPr/>
          </p:nvSpPr>
          <p:spPr>
            <a:xfrm>
              <a:off x="5207332" y="35876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0" name="pt17030"/>
            <p:cNvSpPr/>
            <p:nvPr/>
          </p:nvSpPr>
          <p:spPr>
            <a:xfrm>
              <a:off x="5072335" y="35759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1" name="pt17031"/>
            <p:cNvSpPr/>
            <p:nvPr/>
          </p:nvSpPr>
          <p:spPr>
            <a:xfrm>
              <a:off x="5174031" y="35530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2" name="pt17032"/>
            <p:cNvSpPr/>
            <p:nvPr/>
          </p:nvSpPr>
          <p:spPr>
            <a:xfrm>
              <a:off x="5121939" y="35165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3" name="pt17033"/>
            <p:cNvSpPr/>
            <p:nvPr/>
          </p:nvSpPr>
          <p:spPr>
            <a:xfrm>
              <a:off x="5139911" y="3619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4" name="pt17034"/>
            <p:cNvSpPr/>
            <p:nvPr/>
          </p:nvSpPr>
          <p:spPr>
            <a:xfrm>
              <a:off x="5208891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5" name="pt17035"/>
            <p:cNvSpPr/>
            <p:nvPr/>
          </p:nvSpPr>
          <p:spPr>
            <a:xfrm>
              <a:off x="5305185" y="3555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6" name="pt17036"/>
            <p:cNvSpPr/>
            <p:nvPr/>
          </p:nvSpPr>
          <p:spPr>
            <a:xfrm>
              <a:off x="5377825" y="3605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7" name="pt17037"/>
            <p:cNvSpPr/>
            <p:nvPr/>
          </p:nvSpPr>
          <p:spPr>
            <a:xfrm>
              <a:off x="5937645" y="3582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8" name="pt17038"/>
            <p:cNvSpPr/>
            <p:nvPr/>
          </p:nvSpPr>
          <p:spPr>
            <a:xfrm>
              <a:off x="5328636" y="35462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39" name="pt17039"/>
            <p:cNvSpPr/>
            <p:nvPr/>
          </p:nvSpPr>
          <p:spPr>
            <a:xfrm>
              <a:off x="5238444" y="3547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0" name="pt17040"/>
            <p:cNvSpPr/>
            <p:nvPr/>
          </p:nvSpPr>
          <p:spPr>
            <a:xfrm>
              <a:off x="5273918" y="35907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1" name="pt17041"/>
            <p:cNvSpPr/>
            <p:nvPr/>
          </p:nvSpPr>
          <p:spPr>
            <a:xfrm>
              <a:off x="4949720" y="3559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2" name="pt17042"/>
            <p:cNvSpPr/>
            <p:nvPr/>
          </p:nvSpPr>
          <p:spPr>
            <a:xfrm>
              <a:off x="5085723" y="35682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3" name="pt17043"/>
            <p:cNvSpPr/>
            <p:nvPr/>
          </p:nvSpPr>
          <p:spPr>
            <a:xfrm>
              <a:off x="5203727" y="35689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4" name="pt17044"/>
            <p:cNvSpPr/>
            <p:nvPr/>
          </p:nvSpPr>
          <p:spPr>
            <a:xfrm>
              <a:off x="5077273" y="3540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5" name="pt17045"/>
            <p:cNvSpPr/>
            <p:nvPr/>
          </p:nvSpPr>
          <p:spPr>
            <a:xfrm>
              <a:off x="5333523" y="35565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6" name="pt17046"/>
            <p:cNvSpPr/>
            <p:nvPr/>
          </p:nvSpPr>
          <p:spPr>
            <a:xfrm>
              <a:off x="5167518" y="37722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7" name="pt17047"/>
            <p:cNvSpPr/>
            <p:nvPr/>
          </p:nvSpPr>
          <p:spPr>
            <a:xfrm>
              <a:off x="5634324" y="35686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8" name="pt17048"/>
            <p:cNvSpPr/>
            <p:nvPr/>
          </p:nvSpPr>
          <p:spPr>
            <a:xfrm>
              <a:off x="5219731" y="35765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49" name="pt17049"/>
            <p:cNvSpPr/>
            <p:nvPr/>
          </p:nvSpPr>
          <p:spPr>
            <a:xfrm>
              <a:off x="5218241" y="35611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0" name="pt17050"/>
            <p:cNvSpPr/>
            <p:nvPr/>
          </p:nvSpPr>
          <p:spPr>
            <a:xfrm>
              <a:off x="5163224" y="35478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1" name="pt17051"/>
            <p:cNvSpPr/>
            <p:nvPr/>
          </p:nvSpPr>
          <p:spPr>
            <a:xfrm>
              <a:off x="5105897" y="35212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2" name="pt17052"/>
            <p:cNvSpPr/>
            <p:nvPr/>
          </p:nvSpPr>
          <p:spPr>
            <a:xfrm>
              <a:off x="5126981" y="35611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3" name="pt17053"/>
            <p:cNvSpPr/>
            <p:nvPr/>
          </p:nvSpPr>
          <p:spPr>
            <a:xfrm>
              <a:off x="5130273" y="35636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4" name="pt17054"/>
            <p:cNvSpPr/>
            <p:nvPr/>
          </p:nvSpPr>
          <p:spPr>
            <a:xfrm>
              <a:off x="5210959" y="35697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5" name="pt17055"/>
            <p:cNvSpPr/>
            <p:nvPr/>
          </p:nvSpPr>
          <p:spPr>
            <a:xfrm>
              <a:off x="5110881" y="35445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6" name="pt17056"/>
            <p:cNvSpPr/>
            <p:nvPr/>
          </p:nvSpPr>
          <p:spPr>
            <a:xfrm>
              <a:off x="5233553" y="34645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7" name="pt17057"/>
            <p:cNvSpPr/>
            <p:nvPr/>
          </p:nvSpPr>
          <p:spPr>
            <a:xfrm>
              <a:off x="5235543" y="3508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8" name="pt17058"/>
            <p:cNvSpPr/>
            <p:nvPr/>
          </p:nvSpPr>
          <p:spPr>
            <a:xfrm>
              <a:off x="5204499" y="3519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59" name="pt17059"/>
            <p:cNvSpPr/>
            <p:nvPr/>
          </p:nvSpPr>
          <p:spPr>
            <a:xfrm>
              <a:off x="5304939" y="35762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0" name="pt17060"/>
            <p:cNvSpPr/>
            <p:nvPr/>
          </p:nvSpPr>
          <p:spPr>
            <a:xfrm>
              <a:off x="5093364" y="3568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1" name="pt17061"/>
            <p:cNvSpPr/>
            <p:nvPr/>
          </p:nvSpPr>
          <p:spPr>
            <a:xfrm>
              <a:off x="5113810" y="35880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2" name="pt17062"/>
            <p:cNvSpPr/>
            <p:nvPr/>
          </p:nvSpPr>
          <p:spPr>
            <a:xfrm>
              <a:off x="5222463" y="3619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3" name="pt17063"/>
            <p:cNvSpPr/>
            <p:nvPr/>
          </p:nvSpPr>
          <p:spPr>
            <a:xfrm>
              <a:off x="5128723" y="35465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4" name="pt17064"/>
            <p:cNvSpPr/>
            <p:nvPr/>
          </p:nvSpPr>
          <p:spPr>
            <a:xfrm>
              <a:off x="5295135" y="3561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5" name="pt17065"/>
            <p:cNvSpPr/>
            <p:nvPr/>
          </p:nvSpPr>
          <p:spPr>
            <a:xfrm>
              <a:off x="5112732" y="35141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6" name="pt17066"/>
            <p:cNvSpPr/>
            <p:nvPr/>
          </p:nvSpPr>
          <p:spPr>
            <a:xfrm>
              <a:off x="5172000" y="35538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7" name="pt17067"/>
            <p:cNvSpPr/>
            <p:nvPr/>
          </p:nvSpPr>
          <p:spPr>
            <a:xfrm>
              <a:off x="5192603" y="35577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8" name="pt17068"/>
            <p:cNvSpPr/>
            <p:nvPr/>
          </p:nvSpPr>
          <p:spPr>
            <a:xfrm>
              <a:off x="5172725" y="35653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69" name="pt17069"/>
            <p:cNvSpPr/>
            <p:nvPr/>
          </p:nvSpPr>
          <p:spPr>
            <a:xfrm>
              <a:off x="4971128" y="36238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0" name="pt17070"/>
            <p:cNvSpPr/>
            <p:nvPr/>
          </p:nvSpPr>
          <p:spPr>
            <a:xfrm>
              <a:off x="5096425" y="3503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1" name="pt17071"/>
            <p:cNvSpPr/>
            <p:nvPr/>
          </p:nvSpPr>
          <p:spPr>
            <a:xfrm>
              <a:off x="5121467" y="35615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2" name="pt17072"/>
            <p:cNvSpPr/>
            <p:nvPr/>
          </p:nvSpPr>
          <p:spPr>
            <a:xfrm>
              <a:off x="5214256" y="3561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3" name="pt17073"/>
            <p:cNvSpPr/>
            <p:nvPr/>
          </p:nvSpPr>
          <p:spPr>
            <a:xfrm>
              <a:off x="5219933" y="35736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4" name="pt17074"/>
            <p:cNvSpPr/>
            <p:nvPr/>
          </p:nvSpPr>
          <p:spPr>
            <a:xfrm>
              <a:off x="5179989" y="35051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5" name="pt17075"/>
            <p:cNvSpPr/>
            <p:nvPr/>
          </p:nvSpPr>
          <p:spPr>
            <a:xfrm>
              <a:off x="6253014" y="35535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6" name="pt17076"/>
            <p:cNvSpPr/>
            <p:nvPr/>
          </p:nvSpPr>
          <p:spPr>
            <a:xfrm>
              <a:off x="5262897" y="3538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7" name="pt17077"/>
            <p:cNvSpPr/>
            <p:nvPr/>
          </p:nvSpPr>
          <p:spPr>
            <a:xfrm>
              <a:off x="5153880" y="35574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8" name="pt17078"/>
            <p:cNvSpPr/>
            <p:nvPr/>
          </p:nvSpPr>
          <p:spPr>
            <a:xfrm>
              <a:off x="5107551" y="3533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79" name="pt17079"/>
            <p:cNvSpPr/>
            <p:nvPr/>
          </p:nvSpPr>
          <p:spPr>
            <a:xfrm>
              <a:off x="5270037" y="35408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0" name="pt17080"/>
            <p:cNvSpPr/>
            <p:nvPr/>
          </p:nvSpPr>
          <p:spPr>
            <a:xfrm>
              <a:off x="5118603" y="35432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1" name="pt17081"/>
            <p:cNvSpPr/>
            <p:nvPr/>
          </p:nvSpPr>
          <p:spPr>
            <a:xfrm>
              <a:off x="5268558" y="35665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2" name="pt17082"/>
            <p:cNvSpPr/>
            <p:nvPr/>
          </p:nvSpPr>
          <p:spPr>
            <a:xfrm>
              <a:off x="5209217" y="3574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3" name="pt17083"/>
            <p:cNvSpPr/>
            <p:nvPr/>
          </p:nvSpPr>
          <p:spPr>
            <a:xfrm>
              <a:off x="5187073" y="35861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4" name="pt17084"/>
            <p:cNvSpPr/>
            <p:nvPr/>
          </p:nvSpPr>
          <p:spPr>
            <a:xfrm>
              <a:off x="5172676" y="35559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5" name="pt17085"/>
            <p:cNvSpPr/>
            <p:nvPr/>
          </p:nvSpPr>
          <p:spPr>
            <a:xfrm>
              <a:off x="5047241" y="35572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6" name="pt17086"/>
            <p:cNvSpPr/>
            <p:nvPr/>
          </p:nvSpPr>
          <p:spPr>
            <a:xfrm>
              <a:off x="5097044" y="3551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7" name="pt17087"/>
            <p:cNvSpPr/>
            <p:nvPr/>
          </p:nvSpPr>
          <p:spPr>
            <a:xfrm>
              <a:off x="5095644" y="3552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8" name="pt17088"/>
            <p:cNvSpPr/>
            <p:nvPr/>
          </p:nvSpPr>
          <p:spPr>
            <a:xfrm>
              <a:off x="5120569" y="35622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89" name="pt17089"/>
            <p:cNvSpPr/>
            <p:nvPr/>
          </p:nvSpPr>
          <p:spPr>
            <a:xfrm>
              <a:off x="5218159" y="3553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0" name="pt17090"/>
            <p:cNvSpPr/>
            <p:nvPr/>
          </p:nvSpPr>
          <p:spPr>
            <a:xfrm>
              <a:off x="5178481" y="3559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1" name="pt17091"/>
            <p:cNvSpPr/>
            <p:nvPr/>
          </p:nvSpPr>
          <p:spPr>
            <a:xfrm>
              <a:off x="5006970" y="3604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2" name="pt17092"/>
            <p:cNvSpPr/>
            <p:nvPr/>
          </p:nvSpPr>
          <p:spPr>
            <a:xfrm>
              <a:off x="5122651" y="35706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3" name="pt17093"/>
            <p:cNvSpPr/>
            <p:nvPr/>
          </p:nvSpPr>
          <p:spPr>
            <a:xfrm>
              <a:off x="5073052" y="3588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4" name="pt17094"/>
            <p:cNvSpPr/>
            <p:nvPr/>
          </p:nvSpPr>
          <p:spPr>
            <a:xfrm>
              <a:off x="5333982" y="3580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5" name="pt17095"/>
            <p:cNvSpPr/>
            <p:nvPr/>
          </p:nvSpPr>
          <p:spPr>
            <a:xfrm>
              <a:off x="5202368" y="3530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6" name="pt17096"/>
            <p:cNvSpPr/>
            <p:nvPr/>
          </p:nvSpPr>
          <p:spPr>
            <a:xfrm>
              <a:off x="5145159" y="3585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7" name="pt17097"/>
            <p:cNvSpPr/>
            <p:nvPr/>
          </p:nvSpPr>
          <p:spPr>
            <a:xfrm>
              <a:off x="5108267" y="3543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8" name="pt17098"/>
            <p:cNvSpPr/>
            <p:nvPr/>
          </p:nvSpPr>
          <p:spPr>
            <a:xfrm>
              <a:off x="5276297" y="35663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099" name="pt17099"/>
            <p:cNvSpPr/>
            <p:nvPr/>
          </p:nvSpPr>
          <p:spPr>
            <a:xfrm>
              <a:off x="5108376" y="35561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0" name="pt17100"/>
            <p:cNvSpPr/>
            <p:nvPr/>
          </p:nvSpPr>
          <p:spPr>
            <a:xfrm>
              <a:off x="5310920" y="35628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1" name="pt17101"/>
            <p:cNvSpPr/>
            <p:nvPr/>
          </p:nvSpPr>
          <p:spPr>
            <a:xfrm>
              <a:off x="5164750" y="35944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2" name="pt17102"/>
            <p:cNvSpPr/>
            <p:nvPr/>
          </p:nvSpPr>
          <p:spPr>
            <a:xfrm>
              <a:off x="5186355" y="35490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3" name="pt17103"/>
            <p:cNvSpPr/>
            <p:nvPr/>
          </p:nvSpPr>
          <p:spPr>
            <a:xfrm>
              <a:off x="5288121" y="3577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4" name="pt17104"/>
            <p:cNvSpPr/>
            <p:nvPr/>
          </p:nvSpPr>
          <p:spPr>
            <a:xfrm>
              <a:off x="5065938" y="35352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5" name="pt17105"/>
            <p:cNvSpPr/>
            <p:nvPr/>
          </p:nvSpPr>
          <p:spPr>
            <a:xfrm>
              <a:off x="5243727" y="3555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6" name="pt17106"/>
            <p:cNvSpPr/>
            <p:nvPr/>
          </p:nvSpPr>
          <p:spPr>
            <a:xfrm>
              <a:off x="5182932" y="35636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7" name="pt17107"/>
            <p:cNvSpPr/>
            <p:nvPr/>
          </p:nvSpPr>
          <p:spPr>
            <a:xfrm>
              <a:off x="5252082" y="35517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8" name="pt17108"/>
            <p:cNvSpPr/>
            <p:nvPr/>
          </p:nvSpPr>
          <p:spPr>
            <a:xfrm>
              <a:off x="5092423" y="3555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09" name="pt17109"/>
            <p:cNvSpPr/>
            <p:nvPr/>
          </p:nvSpPr>
          <p:spPr>
            <a:xfrm>
              <a:off x="5068102" y="3557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0" name="pt17110"/>
            <p:cNvSpPr/>
            <p:nvPr/>
          </p:nvSpPr>
          <p:spPr>
            <a:xfrm>
              <a:off x="5125885" y="35302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1" name="pt17111"/>
            <p:cNvSpPr/>
            <p:nvPr/>
          </p:nvSpPr>
          <p:spPr>
            <a:xfrm>
              <a:off x="5197625" y="35692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2" name="pt17112"/>
            <p:cNvSpPr/>
            <p:nvPr/>
          </p:nvSpPr>
          <p:spPr>
            <a:xfrm>
              <a:off x="5165433" y="3549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3" name="pt17113"/>
            <p:cNvSpPr/>
            <p:nvPr/>
          </p:nvSpPr>
          <p:spPr>
            <a:xfrm>
              <a:off x="5063575" y="3573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4" name="pt17114"/>
            <p:cNvSpPr/>
            <p:nvPr/>
          </p:nvSpPr>
          <p:spPr>
            <a:xfrm>
              <a:off x="5100846" y="3557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5" name="pt17115"/>
            <p:cNvSpPr/>
            <p:nvPr/>
          </p:nvSpPr>
          <p:spPr>
            <a:xfrm>
              <a:off x="5061638" y="37104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6" name="pt17116"/>
            <p:cNvSpPr/>
            <p:nvPr/>
          </p:nvSpPr>
          <p:spPr>
            <a:xfrm>
              <a:off x="5109915" y="39435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7" name="pt17117"/>
            <p:cNvSpPr/>
            <p:nvPr/>
          </p:nvSpPr>
          <p:spPr>
            <a:xfrm>
              <a:off x="5435067" y="3583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18" name="pt17118"/>
            <p:cNvSpPr/>
            <p:nvPr/>
          </p:nvSpPr>
          <p:spPr>
            <a:xfrm>
              <a:off x="5564021" y="3668762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19" name="pt17119"/>
            <p:cNvSpPr/>
            <p:nvPr/>
          </p:nvSpPr>
          <p:spPr>
            <a:xfrm>
              <a:off x="5258898" y="36480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0" name="pt17120"/>
            <p:cNvSpPr/>
            <p:nvPr/>
          </p:nvSpPr>
          <p:spPr>
            <a:xfrm>
              <a:off x="5138904" y="34515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1" name="pt17121"/>
            <p:cNvSpPr/>
            <p:nvPr/>
          </p:nvSpPr>
          <p:spPr>
            <a:xfrm>
              <a:off x="5186581" y="35200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2" name="pt17122"/>
            <p:cNvSpPr/>
            <p:nvPr/>
          </p:nvSpPr>
          <p:spPr>
            <a:xfrm>
              <a:off x="5035517" y="3540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3" name="pt17123"/>
            <p:cNvSpPr/>
            <p:nvPr/>
          </p:nvSpPr>
          <p:spPr>
            <a:xfrm>
              <a:off x="5357267" y="3537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4" name="pt17124"/>
            <p:cNvSpPr/>
            <p:nvPr/>
          </p:nvSpPr>
          <p:spPr>
            <a:xfrm>
              <a:off x="5264133" y="35565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5" name="pt17125"/>
            <p:cNvSpPr/>
            <p:nvPr/>
          </p:nvSpPr>
          <p:spPr>
            <a:xfrm>
              <a:off x="5186920" y="35359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6" name="pt17126"/>
            <p:cNvSpPr/>
            <p:nvPr/>
          </p:nvSpPr>
          <p:spPr>
            <a:xfrm>
              <a:off x="5288223" y="35729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7" name="pt17127"/>
            <p:cNvSpPr/>
            <p:nvPr/>
          </p:nvSpPr>
          <p:spPr>
            <a:xfrm>
              <a:off x="5124083" y="3561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8" name="pt17128"/>
            <p:cNvSpPr/>
            <p:nvPr/>
          </p:nvSpPr>
          <p:spPr>
            <a:xfrm>
              <a:off x="5146756" y="3561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29" name="pt17129"/>
            <p:cNvSpPr/>
            <p:nvPr/>
          </p:nvSpPr>
          <p:spPr>
            <a:xfrm>
              <a:off x="5263903" y="35470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0" name="pt17130"/>
            <p:cNvSpPr/>
            <p:nvPr/>
          </p:nvSpPr>
          <p:spPr>
            <a:xfrm>
              <a:off x="5252889" y="35532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1" name="pt17131"/>
            <p:cNvSpPr/>
            <p:nvPr/>
          </p:nvSpPr>
          <p:spPr>
            <a:xfrm>
              <a:off x="5105691" y="3558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2" name="pt17132"/>
            <p:cNvSpPr/>
            <p:nvPr/>
          </p:nvSpPr>
          <p:spPr>
            <a:xfrm>
              <a:off x="5132206" y="35565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3" name="pt17133"/>
            <p:cNvSpPr/>
            <p:nvPr/>
          </p:nvSpPr>
          <p:spPr>
            <a:xfrm>
              <a:off x="5070682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4" name="pt17134"/>
            <p:cNvSpPr/>
            <p:nvPr/>
          </p:nvSpPr>
          <p:spPr>
            <a:xfrm>
              <a:off x="5134212" y="29093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5" name="pt17135"/>
            <p:cNvSpPr/>
            <p:nvPr/>
          </p:nvSpPr>
          <p:spPr>
            <a:xfrm>
              <a:off x="5158707" y="31511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6" name="pt17136"/>
            <p:cNvSpPr/>
            <p:nvPr/>
          </p:nvSpPr>
          <p:spPr>
            <a:xfrm>
              <a:off x="5165072" y="35359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7" name="pt17137"/>
            <p:cNvSpPr/>
            <p:nvPr/>
          </p:nvSpPr>
          <p:spPr>
            <a:xfrm>
              <a:off x="5567900" y="35690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8" name="pt17138"/>
            <p:cNvSpPr/>
            <p:nvPr/>
          </p:nvSpPr>
          <p:spPr>
            <a:xfrm>
              <a:off x="5282114" y="3625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39" name="pt17139"/>
            <p:cNvSpPr/>
            <p:nvPr/>
          </p:nvSpPr>
          <p:spPr>
            <a:xfrm>
              <a:off x="5358811" y="3541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0" name="pt17140"/>
            <p:cNvSpPr/>
            <p:nvPr/>
          </p:nvSpPr>
          <p:spPr>
            <a:xfrm>
              <a:off x="5292109" y="35711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1" name="pt17141"/>
            <p:cNvSpPr/>
            <p:nvPr/>
          </p:nvSpPr>
          <p:spPr>
            <a:xfrm>
              <a:off x="5197522" y="35458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2" name="pt17142"/>
            <p:cNvSpPr/>
            <p:nvPr/>
          </p:nvSpPr>
          <p:spPr>
            <a:xfrm>
              <a:off x="5244702" y="25990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3" name="pt17143"/>
            <p:cNvSpPr/>
            <p:nvPr/>
          </p:nvSpPr>
          <p:spPr>
            <a:xfrm>
              <a:off x="5063844" y="3552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4" name="pt17144"/>
            <p:cNvSpPr/>
            <p:nvPr/>
          </p:nvSpPr>
          <p:spPr>
            <a:xfrm>
              <a:off x="5296543" y="3579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5" name="pt17145"/>
            <p:cNvSpPr/>
            <p:nvPr/>
          </p:nvSpPr>
          <p:spPr>
            <a:xfrm>
              <a:off x="5309632" y="3580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6" name="pt17146"/>
            <p:cNvSpPr/>
            <p:nvPr/>
          </p:nvSpPr>
          <p:spPr>
            <a:xfrm>
              <a:off x="5299947" y="3572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7" name="pt17147"/>
            <p:cNvSpPr/>
            <p:nvPr/>
          </p:nvSpPr>
          <p:spPr>
            <a:xfrm>
              <a:off x="5192248" y="3557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8" name="pt17148"/>
            <p:cNvSpPr/>
            <p:nvPr/>
          </p:nvSpPr>
          <p:spPr>
            <a:xfrm>
              <a:off x="5281789" y="3528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49" name="pt17149"/>
            <p:cNvSpPr/>
            <p:nvPr/>
          </p:nvSpPr>
          <p:spPr>
            <a:xfrm>
              <a:off x="5219327" y="3487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0" name="pt17150"/>
            <p:cNvSpPr/>
            <p:nvPr/>
          </p:nvSpPr>
          <p:spPr>
            <a:xfrm>
              <a:off x="5178642" y="3564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1" name="pt17151"/>
            <p:cNvSpPr/>
            <p:nvPr/>
          </p:nvSpPr>
          <p:spPr>
            <a:xfrm>
              <a:off x="5157398" y="3565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2" name="pt17152"/>
            <p:cNvSpPr/>
            <p:nvPr/>
          </p:nvSpPr>
          <p:spPr>
            <a:xfrm>
              <a:off x="5153554" y="3566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3" name="pt17153"/>
            <p:cNvSpPr/>
            <p:nvPr/>
          </p:nvSpPr>
          <p:spPr>
            <a:xfrm>
              <a:off x="5039074" y="3553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4" name="pt17154"/>
            <p:cNvSpPr/>
            <p:nvPr/>
          </p:nvSpPr>
          <p:spPr>
            <a:xfrm>
              <a:off x="6006203" y="3572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5" name="pt17155"/>
            <p:cNvSpPr/>
            <p:nvPr/>
          </p:nvSpPr>
          <p:spPr>
            <a:xfrm>
              <a:off x="5352959" y="35690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6" name="pt17156"/>
            <p:cNvSpPr/>
            <p:nvPr/>
          </p:nvSpPr>
          <p:spPr>
            <a:xfrm>
              <a:off x="5279675" y="35649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7" name="pt17157"/>
            <p:cNvSpPr/>
            <p:nvPr/>
          </p:nvSpPr>
          <p:spPr>
            <a:xfrm>
              <a:off x="5149757" y="3557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8" name="pt17158"/>
            <p:cNvSpPr/>
            <p:nvPr/>
          </p:nvSpPr>
          <p:spPr>
            <a:xfrm>
              <a:off x="4971520" y="3541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59" name="pt17159"/>
            <p:cNvSpPr/>
            <p:nvPr/>
          </p:nvSpPr>
          <p:spPr>
            <a:xfrm>
              <a:off x="5260368" y="3572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0" name="pt17160"/>
            <p:cNvSpPr/>
            <p:nvPr/>
          </p:nvSpPr>
          <p:spPr>
            <a:xfrm>
              <a:off x="5167379" y="35482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1" name="pt17161"/>
            <p:cNvSpPr/>
            <p:nvPr/>
          </p:nvSpPr>
          <p:spPr>
            <a:xfrm>
              <a:off x="5151433" y="35599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2" name="pt17162"/>
            <p:cNvSpPr/>
            <p:nvPr/>
          </p:nvSpPr>
          <p:spPr>
            <a:xfrm>
              <a:off x="5153668" y="35459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3" name="pt17163"/>
            <p:cNvSpPr/>
            <p:nvPr/>
          </p:nvSpPr>
          <p:spPr>
            <a:xfrm>
              <a:off x="5077471" y="3572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4" name="pt17164"/>
            <p:cNvSpPr/>
            <p:nvPr/>
          </p:nvSpPr>
          <p:spPr>
            <a:xfrm>
              <a:off x="5220643" y="35458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5" name="pt17165"/>
            <p:cNvSpPr/>
            <p:nvPr/>
          </p:nvSpPr>
          <p:spPr>
            <a:xfrm>
              <a:off x="5146057" y="3515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6" name="pt17166"/>
            <p:cNvSpPr/>
            <p:nvPr/>
          </p:nvSpPr>
          <p:spPr>
            <a:xfrm>
              <a:off x="5414418" y="306599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67" name="pt17167"/>
            <p:cNvSpPr/>
            <p:nvPr/>
          </p:nvSpPr>
          <p:spPr>
            <a:xfrm>
              <a:off x="5095067" y="35488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8" name="pt17168"/>
            <p:cNvSpPr/>
            <p:nvPr/>
          </p:nvSpPr>
          <p:spPr>
            <a:xfrm>
              <a:off x="5034279" y="3553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69" name="pt17169"/>
            <p:cNvSpPr/>
            <p:nvPr/>
          </p:nvSpPr>
          <p:spPr>
            <a:xfrm>
              <a:off x="5158415" y="3556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0" name="pt17170"/>
            <p:cNvSpPr/>
            <p:nvPr/>
          </p:nvSpPr>
          <p:spPr>
            <a:xfrm>
              <a:off x="5097348" y="3564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1" name="pt17171"/>
            <p:cNvSpPr/>
            <p:nvPr/>
          </p:nvSpPr>
          <p:spPr>
            <a:xfrm>
              <a:off x="5225740" y="3528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2" name="pt17172"/>
            <p:cNvSpPr/>
            <p:nvPr/>
          </p:nvSpPr>
          <p:spPr>
            <a:xfrm>
              <a:off x="5186232" y="35566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3" name="pt17173"/>
            <p:cNvSpPr/>
            <p:nvPr/>
          </p:nvSpPr>
          <p:spPr>
            <a:xfrm>
              <a:off x="5194740" y="3565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4" name="pt17174"/>
            <p:cNvSpPr/>
            <p:nvPr/>
          </p:nvSpPr>
          <p:spPr>
            <a:xfrm>
              <a:off x="5183718" y="35864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5" name="pt17175"/>
            <p:cNvSpPr/>
            <p:nvPr/>
          </p:nvSpPr>
          <p:spPr>
            <a:xfrm>
              <a:off x="5245819" y="3598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6" name="pt17176"/>
            <p:cNvSpPr/>
            <p:nvPr/>
          </p:nvSpPr>
          <p:spPr>
            <a:xfrm>
              <a:off x="5033419" y="35498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7" name="pt17177"/>
            <p:cNvSpPr/>
            <p:nvPr/>
          </p:nvSpPr>
          <p:spPr>
            <a:xfrm>
              <a:off x="5222566" y="3592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8" name="pt17178"/>
            <p:cNvSpPr/>
            <p:nvPr/>
          </p:nvSpPr>
          <p:spPr>
            <a:xfrm>
              <a:off x="5211583" y="35602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79" name="pt17179"/>
            <p:cNvSpPr/>
            <p:nvPr/>
          </p:nvSpPr>
          <p:spPr>
            <a:xfrm>
              <a:off x="5106177" y="35764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0" name="pt17180"/>
            <p:cNvSpPr/>
            <p:nvPr/>
          </p:nvSpPr>
          <p:spPr>
            <a:xfrm>
              <a:off x="4953471" y="35967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1" name="pt17181"/>
            <p:cNvSpPr/>
            <p:nvPr/>
          </p:nvSpPr>
          <p:spPr>
            <a:xfrm>
              <a:off x="5168508" y="35653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2" name="pt17182"/>
            <p:cNvSpPr/>
            <p:nvPr/>
          </p:nvSpPr>
          <p:spPr>
            <a:xfrm>
              <a:off x="5110653" y="36021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3" name="pt17183"/>
            <p:cNvSpPr/>
            <p:nvPr/>
          </p:nvSpPr>
          <p:spPr>
            <a:xfrm>
              <a:off x="4981292" y="35628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4" name="pt17184"/>
            <p:cNvSpPr/>
            <p:nvPr/>
          </p:nvSpPr>
          <p:spPr>
            <a:xfrm>
              <a:off x="5088627" y="3601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5" name="pt17185"/>
            <p:cNvSpPr/>
            <p:nvPr/>
          </p:nvSpPr>
          <p:spPr>
            <a:xfrm>
              <a:off x="5175638" y="35587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6" name="pt17186"/>
            <p:cNvSpPr/>
            <p:nvPr/>
          </p:nvSpPr>
          <p:spPr>
            <a:xfrm>
              <a:off x="5147695" y="3553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7" name="pt17187"/>
            <p:cNvSpPr/>
            <p:nvPr/>
          </p:nvSpPr>
          <p:spPr>
            <a:xfrm>
              <a:off x="5033971" y="35530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8" name="pt17188"/>
            <p:cNvSpPr/>
            <p:nvPr/>
          </p:nvSpPr>
          <p:spPr>
            <a:xfrm>
              <a:off x="5160592" y="3419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89" name="pt17189"/>
            <p:cNvSpPr/>
            <p:nvPr/>
          </p:nvSpPr>
          <p:spPr>
            <a:xfrm>
              <a:off x="5187574" y="3478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0" name="pt17190"/>
            <p:cNvSpPr/>
            <p:nvPr/>
          </p:nvSpPr>
          <p:spPr>
            <a:xfrm>
              <a:off x="5111867" y="35628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1" name="pt17191"/>
            <p:cNvSpPr/>
            <p:nvPr/>
          </p:nvSpPr>
          <p:spPr>
            <a:xfrm>
              <a:off x="5140498" y="3509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2" name="pt17192"/>
            <p:cNvSpPr/>
            <p:nvPr/>
          </p:nvSpPr>
          <p:spPr>
            <a:xfrm>
              <a:off x="5108404" y="3556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3" name="pt17193"/>
            <p:cNvSpPr/>
            <p:nvPr/>
          </p:nvSpPr>
          <p:spPr>
            <a:xfrm>
              <a:off x="5109859" y="35061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4" name="pt17194"/>
            <p:cNvSpPr/>
            <p:nvPr/>
          </p:nvSpPr>
          <p:spPr>
            <a:xfrm>
              <a:off x="5097389" y="3570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5" name="pt17195"/>
            <p:cNvSpPr/>
            <p:nvPr/>
          </p:nvSpPr>
          <p:spPr>
            <a:xfrm>
              <a:off x="5158621" y="3527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6" name="pt17196"/>
            <p:cNvSpPr/>
            <p:nvPr/>
          </p:nvSpPr>
          <p:spPr>
            <a:xfrm>
              <a:off x="5237855" y="35656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7" name="pt17197"/>
            <p:cNvSpPr/>
            <p:nvPr/>
          </p:nvSpPr>
          <p:spPr>
            <a:xfrm>
              <a:off x="5302032" y="36424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8" name="pt17198"/>
            <p:cNvSpPr/>
            <p:nvPr/>
          </p:nvSpPr>
          <p:spPr>
            <a:xfrm>
              <a:off x="5171306" y="3538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199" name="pt17199"/>
            <p:cNvSpPr/>
            <p:nvPr/>
          </p:nvSpPr>
          <p:spPr>
            <a:xfrm>
              <a:off x="5120450" y="3508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0" name="pt17200"/>
            <p:cNvSpPr/>
            <p:nvPr/>
          </p:nvSpPr>
          <p:spPr>
            <a:xfrm>
              <a:off x="5186035" y="3517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1" name="pt17201"/>
            <p:cNvSpPr/>
            <p:nvPr/>
          </p:nvSpPr>
          <p:spPr>
            <a:xfrm>
              <a:off x="5197478" y="3569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2" name="pt17202"/>
            <p:cNvSpPr/>
            <p:nvPr/>
          </p:nvSpPr>
          <p:spPr>
            <a:xfrm>
              <a:off x="5190286" y="35615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3" name="pt17203"/>
            <p:cNvSpPr/>
            <p:nvPr/>
          </p:nvSpPr>
          <p:spPr>
            <a:xfrm>
              <a:off x="5207763" y="3557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4" name="pt17204"/>
            <p:cNvSpPr/>
            <p:nvPr/>
          </p:nvSpPr>
          <p:spPr>
            <a:xfrm>
              <a:off x="5172338" y="35298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5" name="pt17205"/>
            <p:cNvSpPr/>
            <p:nvPr/>
          </p:nvSpPr>
          <p:spPr>
            <a:xfrm>
              <a:off x="5144712" y="35724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6" name="pt17206"/>
            <p:cNvSpPr/>
            <p:nvPr/>
          </p:nvSpPr>
          <p:spPr>
            <a:xfrm>
              <a:off x="5277841" y="34864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7" name="pt17207"/>
            <p:cNvSpPr/>
            <p:nvPr/>
          </p:nvSpPr>
          <p:spPr>
            <a:xfrm>
              <a:off x="5175942" y="35648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8" name="pt17208"/>
            <p:cNvSpPr/>
            <p:nvPr/>
          </p:nvSpPr>
          <p:spPr>
            <a:xfrm>
              <a:off x="5205505" y="35093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09" name="pt17209"/>
            <p:cNvSpPr/>
            <p:nvPr/>
          </p:nvSpPr>
          <p:spPr>
            <a:xfrm>
              <a:off x="5237050" y="3576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0" name="pt17210"/>
            <p:cNvSpPr/>
            <p:nvPr/>
          </p:nvSpPr>
          <p:spPr>
            <a:xfrm>
              <a:off x="5149598" y="3551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1" name="pt17211"/>
            <p:cNvSpPr/>
            <p:nvPr/>
          </p:nvSpPr>
          <p:spPr>
            <a:xfrm>
              <a:off x="5142140" y="34977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2" name="pt17212"/>
            <p:cNvSpPr/>
            <p:nvPr/>
          </p:nvSpPr>
          <p:spPr>
            <a:xfrm>
              <a:off x="5217958" y="3567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3" name="pt17213"/>
            <p:cNvSpPr/>
            <p:nvPr/>
          </p:nvSpPr>
          <p:spPr>
            <a:xfrm>
              <a:off x="5240688" y="3577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4" name="pt17214"/>
            <p:cNvSpPr/>
            <p:nvPr/>
          </p:nvSpPr>
          <p:spPr>
            <a:xfrm>
              <a:off x="5169946" y="3546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5" name="pt17215"/>
            <p:cNvSpPr/>
            <p:nvPr/>
          </p:nvSpPr>
          <p:spPr>
            <a:xfrm>
              <a:off x="5207851" y="35413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6" name="pt17216"/>
            <p:cNvSpPr/>
            <p:nvPr/>
          </p:nvSpPr>
          <p:spPr>
            <a:xfrm>
              <a:off x="5188915" y="3574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7" name="pt17217"/>
            <p:cNvSpPr/>
            <p:nvPr/>
          </p:nvSpPr>
          <p:spPr>
            <a:xfrm>
              <a:off x="5340995" y="3559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8" name="pt17218"/>
            <p:cNvSpPr/>
            <p:nvPr/>
          </p:nvSpPr>
          <p:spPr>
            <a:xfrm>
              <a:off x="5289987" y="36333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19" name="pt17219"/>
            <p:cNvSpPr/>
            <p:nvPr/>
          </p:nvSpPr>
          <p:spPr>
            <a:xfrm>
              <a:off x="5281428" y="35583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0" name="pt17220"/>
            <p:cNvSpPr/>
            <p:nvPr/>
          </p:nvSpPr>
          <p:spPr>
            <a:xfrm>
              <a:off x="5034575" y="3523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1" name="pt17221"/>
            <p:cNvSpPr/>
            <p:nvPr/>
          </p:nvSpPr>
          <p:spPr>
            <a:xfrm>
              <a:off x="5187066" y="35662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2" name="pt17222"/>
            <p:cNvSpPr/>
            <p:nvPr/>
          </p:nvSpPr>
          <p:spPr>
            <a:xfrm>
              <a:off x="5058004" y="3522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3" name="pt17223"/>
            <p:cNvSpPr/>
            <p:nvPr/>
          </p:nvSpPr>
          <p:spPr>
            <a:xfrm>
              <a:off x="5278421" y="35326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4" name="pt17224"/>
            <p:cNvSpPr/>
            <p:nvPr/>
          </p:nvSpPr>
          <p:spPr>
            <a:xfrm>
              <a:off x="5267013" y="3553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5" name="pt17225"/>
            <p:cNvSpPr/>
            <p:nvPr/>
          </p:nvSpPr>
          <p:spPr>
            <a:xfrm>
              <a:off x="5105834" y="3526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6" name="pt17226"/>
            <p:cNvSpPr/>
            <p:nvPr/>
          </p:nvSpPr>
          <p:spPr>
            <a:xfrm>
              <a:off x="5053024" y="35594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7" name="pt17227"/>
            <p:cNvSpPr/>
            <p:nvPr/>
          </p:nvSpPr>
          <p:spPr>
            <a:xfrm>
              <a:off x="5206709" y="35153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8" name="pt17228"/>
            <p:cNvSpPr/>
            <p:nvPr/>
          </p:nvSpPr>
          <p:spPr>
            <a:xfrm>
              <a:off x="5196975" y="36521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29" name="pt17229"/>
            <p:cNvSpPr/>
            <p:nvPr/>
          </p:nvSpPr>
          <p:spPr>
            <a:xfrm>
              <a:off x="5160475" y="35535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0" name="pt17230"/>
            <p:cNvSpPr/>
            <p:nvPr/>
          </p:nvSpPr>
          <p:spPr>
            <a:xfrm>
              <a:off x="4997157" y="3482174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31" name="pt17231"/>
            <p:cNvSpPr/>
            <p:nvPr/>
          </p:nvSpPr>
          <p:spPr>
            <a:xfrm>
              <a:off x="5102476" y="34632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2" name="pt17232"/>
            <p:cNvSpPr/>
            <p:nvPr/>
          </p:nvSpPr>
          <p:spPr>
            <a:xfrm>
              <a:off x="5173635" y="35138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3" name="pt17233"/>
            <p:cNvSpPr/>
            <p:nvPr/>
          </p:nvSpPr>
          <p:spPr>
            <a:xfrm>
              <a:off x="5093896" y="35549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4" name="pt17234"/>
            <p:cNvSpPr/>
            <p:nvPr/>
          </p:nvSpPr>
          <p:spPr>
            <a:xfrm>
              <a:off x="5120265" y="35536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5" name="pt17235"/>
            <p:cNvSpPr/>
            <p:nvPr/>
          </p:nvSpPr>
          <p:spPr>
            <a:xfrm>
              <a:off x="5364217" y="3559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6" name="pt17236"/>
            <p:cNvSpPr/>
            <p:nvPr/>
          </p:nvSpPr>
          <p:spPr>
            <a:xfrm>
              <a:off x="5345766" y="35535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7" name="pt17237"/>
            <p:cNvSpPr/>
            <p:nvPr/>
          </p:nvSpPr>
          <p:spPr>
            <a:xfrm>
              <a:off x="5165588" y="35557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8" name="pt17238"/>
            <p:cNvSpPr/>
            <p:nvPr/>
          </p:nvSpPr>
          <p:spPr>
            <a:xfrm>
              <a:off x="5172444" y="3562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39" name="pt17239"/>
            <p:cNvSpPr/>
            <p:nvPr/>
          </p:nvSpPr>
          <p:spPr>
            <a:xfrm>
              <a:off x="5087451" y="35421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0" name="pt17240"/>
            <p:cNvSpPr/>
            <p:nvPr/>
          </p:nvSpPr>
          <p:spPr>
            <a:xfrm>
              <a:off x="5142614" y="34882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1" name="pt17241"/>
            <p:cNvSpPr/>
            <p:nvPr/>
          </p:nvSpPr>
          <p:spPr>
            <a:xfrm>
              <a:off x="5100188" y="35523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2" name="pt17242"/>
            <p:cNvSpPr/>
            <p:nvPr/>
          </p:nvSpPr>
          <p:spPr>
            <a:xfrm>
              <a:off x="5186643" y="3533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3" name="pt17243"/>
            <p:cNvSpPr/>
            <p:nvPr/>
          </p:nvSpPr>
          <p:spPr>
            <a:xfrm>
              <a:off x="5062474" y="3560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4" name="pt17244"/>
            <p:cNvSpPr/>
            <p:nvPr/>
          </p:nvSpPr>
          <p:spPr>
            <a:xfrm>
              <a:off x="5134788" y="34481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5" name="pt17245"/>
            <p:cNvSpPr/>
            <p:nvPr/>
          </p:nvSpPr>
          <p:spPr>
            <a:xfrm>
              <a:off x="5166136" y="3550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6" name="pt17246"/>
            <p:cNvSpPr/>
            <p:nvPr/>
          </p:nvSpPr>
          <p:spPr>
            <a:xfrm>
              <a:off x="4990445" y="3557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7" name="pt17247"/>
            <p:cNvSpPr/>
            <p:nvPr/>
          </p:nvSpPr>
          <p:spPr>
            <a:xfrm>
              <a:off x="5075718" y="3548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8" name="pt17248"/>
            <p:cNvSpPr/>
            <p:nvPr/>
          </p:nvSpPr>
          <p:spPr>
            <a:xfrm>
              <a:off x="5049874" y="3545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49" name="pt17249"/>
            <p:cNvSpPr/>
            <p:nvPr/>
          </p:nvSpPr>
          <p:spPr>
            <a:xfrm>
              <a:off x="4947914" y="35722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0" name="pt17250"/>
            <p:cNvSpPr/>
            <p:nvPr/>
          </p:nvSpPr>
          <p:spPr>
            <a:xfrm>
              <a:off x="5160640" y="3551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1" name="pt17251"/>
            <p:cNvSpPr/>
            <p:nvPr/>
          </p:nvSpPr>
          <p:spPr>
            <a:xfrm>
              <a:off x="5057364" y="35625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2" name="pt17252"/>
            <p:cNvSpPr/>
            <p:nvPr/>
          </p:nvSpPr>
          <p:spPr>
            <a:xfrm>
              <a:off x="5125724" y="35665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3" name="pt17253"/>
            <p:cNvSpPr/>
            <p:nvPr/>
          </p:nvSpPr>
          <p:spPr>
            <a:xfrm>
              <a:off x="5080690" y="3551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4" name="pt17254"/>
            <p:cNvSpPr/>
            <p:nvPr/>
          </p:nvSpPr>
          <p:spPr>
            <a:xfrm>
              <a:off x="5103727" y="35926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5" name="pt17255"/>
            <p:cNvSpPr/>
            <p:nvPr/>
          </p:nvSpPr>
          <p:spPr>
            <a:xfrm>
              <a:off x="5142318" y="4072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6" name="pt17256"/>
            <p:cNvSpPr/>
            <p:nvPr/>
          </p:nvSpPr>
          <p:spPr>
            <a:xfrm>
              <a:off x="5022457" y="3568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7" name="pt17257"/>
            <p:cNvSpPr/>
            <p:nvPr/>
          </p:nvSpPr>
          <p:spPr>
            <a:xfrm>
              <a:off x="5193032" y="3529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8" name="pt17258"/>
            <p:cNvSpPr/>
            <p:nvPr/>
          </p:nvSpPr>
          <p:spPr>
            <a:xfrm>
              <a:off x="5259097" y="35644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59" name="pt17259"/>
            <p:cNvSpPr/>
            <p:nvPr/>
          </p:nvSpPr>
          <p:spPr>
            <a:xfrm>
              <a:off x="5173409" y="3572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0" name="pt17260"/>
            <p:cNvSpPr/>
            <p:nvPr/>
          </p:nvSpPr>
          <p:spPr>
            <a:xfrm>
              <a:off x="5190571" y="3545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1" name="pt17261"/>
            <p:cNvSpPr/>
            <p:nvPr/>
          </p:nvSpPr>
          <p:spPr>
            <a:xfrm>
              <a:off x="5117938" y="3573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2" name="pt17262"/>
            <p:cNvSpPr/>
            <p:nvPr/>
          </p:nvSpPr>
          <p:spPr>
            <a:xfrm>
              <a:off x="5910105" y="35696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3" name="pt17263"/>
            <p:cNvSpPr/>
            <p:nvPr/>
          </p:nvSpPr>
          <p:spPr>
            <a:xfrm>
              <a:off x="5091528" y="35819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4" name="pt17264"/>
            <p:cNvSpPr/>
            <p:nvPr/>
          </p:nvSpPr>
          <p:spPr>
            <a:xfrm>
              <a:off x="5075072" y="3553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5" name="pt17265"/>
            <p:cNvSpPr/>
            <p:nvPr/>
          </p:nvSpPr>
          <p:spPr>
            <a:xfrm>
              <a:off x="5276531" y="35645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6" name="pt17266"/>
            <p:cNvSpPr/>
            <p:nvPr/>
          </p:nvSpPr>
          <p:spPr>
            <a:xfrm>
              <a:off x="5154039" y="3566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7" name="pt17267"/>
            <p:cNvSpPr/>
            <p:nvPr/>
          </p:nvSpPr>
          <p:spPr>
            <a:xfrm>
              <a:off x="5147013" y="35547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8" name="pt17268"/>
            <p:cNvSpPr/>
            <p:nvPr/>
          </p:nvSpPr>
          <p:spPr>
            <a:xfrm>
              <a:off x="5082532" y="35654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69" name="pt17269"/>
            <p:cNvSpPr/>
            <p:nvPr/>
          </p:nvSpPr>
          <p:spPr>
            <a:xfrm>
              <a:off x="5211876" y="3628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0" name="pt17270"/>
            <p:cNvSpPr/>
            <p:nvPr/>
          </p:nvSpPr>
          <p:spPr>
            <a:xfrm>
              <a:off x="5072255" y="3552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1" name="pt17271"/>
            <p:cNvSpPr/>
            <p:nvPr/>
          </p:nvSpPr>
          <p:spPr>
            <a:xfrm>
              <a:off x="5034525" y="3550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2" name="pt17272"/>
            <p:cNvSpPr/>
            <p:nvPr/>
          </p:nvSpPr>
          <p:spPr>
            <a:xfrm>
              <a:off x="5121066" y="35584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3" name="pt17273"/>
            <p:cNvSpPr/>
            <p:nvPr/>
          </p:nvSpPr>
          <p:spPr>
            <a:xfrm>
              <a:off x="5200834" y="35508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4" name="pt17274"/>
            <p:cNvSpPr/>
            <p:nvPr/>
          </p:nvSpPr>
          <p:spPr>
            <a:xfrm>
              <a:off x="5163645" y="35497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5" name="pt17275"/>
            <p:cNvSpPr/>
            <p:nvPr/>
          </p:nvSpPr>
          <p:spPr>
            <a:xfrm>
              <a:off x="5191831" y="35590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6" name="pt17276"/>
            <p:cNvSpPr/>
            <p:nvPr/>
          </p:nvSpPr>
          <p:spPr>
            <a:xfrm>
              <a:off x="5071286" y="36308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7" name="pt17277"/>
            <p:cNvSpPr/>
            <p:nvPr/>
          </p:nvSpPr>
          <p:spPr>
            <a:xfrm>
              <a:off x="5200572" y="3551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8" name="pt17278"/>
            <p:cNvSpPr/>
            <p:nvPr/>
          </p:nvSpPr>
          <p:spPr>
            <a:xfrm>
              <a:off x="5070425" y="3561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79" name="pt17279"/>
            <p:cNvSpPr/>
            <p:nvPr/>
          </p:nvSpPr>
          <p:spPr>
            <a:xfrm>
              <a:off x="5334559" y="35850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0" name="pt17280"/>
            <p:cNvSpPr/>
            <p:nvPr/>
          </p:nvSpPr>
          <p:spPr>
            <a:xfrm>
              <a:off x="5219507" y="35988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1" name="pt17281"/>
            <p:cNvSpPr/>
            <p:nvPr/>
          </p:nvSpPr>
          <p:spPr>
            <a:xfrm>
              <a:off x="5142194" y="2392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2" name="pt17282"/>
            <p:cNvSpPr/>
            <p:nvPr/>
          </p:nvSpPr>
          <p:spPr>
            <a:xfrm>
              <a:off x="5162573" y="3559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3" name="pt17283"/>
            <p:cNvSpPr/>
            <p:nvPr/>
          </p:nvSpPr>
          <p:spPr>
            <a:xfrm>
              <a:off x="5366970" y="35350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4" name="pt17284"/>
            <p:cNvSpPr/>
            <p:nvPr/>
          </p:nvSpPr>
          <p:spPr>
            <a:xfrm>
              <a:off x="5015574" y="3568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5" name="pt17285"/>
            <p:cNvSpPr/>
            <p:nvPr/>
          </p:nvSpPr>
          <p:spPr>
            <a:xfrm>
              <a:off x="5362996" y="3826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6" name="pt17286"/>
            <p:cNvSpPr/>
            <p:nvPr/>
          </p:nvSpPr>
          <p:spPr>
            <a:xfrm>
              <a:off x="5148798" y="35588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7" name="pt17287"/>
            <p:cNvSpPr/>
            <p:nvPr/>
          </p:nvSpPr>
          <p:spPr>
            <a:xfrm>
              <a:off x="5015516" y="34995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8" name="pt17288"/>
            <p:cNvSpPr/>
            <p:nvPr/>
          </p:nvSpPr>
          <p:spPr>
            <a:xfrm>
              <a:off x="5139352" y="35235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89" name="pt17289"/>
            <p:cNvSpPr/>
            <p:nvPr/>
          </p:nvSpPr>
          <p:spPr>
            <a:xfrm>
              <a:off x="5079150" y="36333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0" name="pt17290"/>
            <p:cNvSpPr/>
            <p:nvPr/>
          </p:nvSpPr>
          <p:spPr>
            <a:xfrm>
              <a:off x="5170922" y="35855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1" name="pt17291"/>
            <p:cNvSpPr/>
            <p:nvPr/>
          </p:nvSpPr>
          <p:spPr>
            <a:xfrm>
              <a:off x="5254748" y="35640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2" name="pt17292"/>
            <p:cNvSpPr/>
            <p:nvPr/>
          </p:nvSpPr>
          <p:spPr>
            <a:xfrm>
              <a:off x="5208067" y="35516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3" name="pt17293"/>
            <p:cNvSpPr/>
            <p:nvPr/>
          </p:nvSpPr>
          <p:spPr>
            <a:xfrm>
              <a:off x="5245913" y="35635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4" name="pt17294"/>
            <p:cNvSpPr/>
            <p:nvPr/>
          </p:nvSpPr>
          <p:spPr>
            <a:xfrm>
              <a:off x="5113697" y="3549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5" name="pt17295"/>
            <p:cNvSpPr/>
            <p:nvPr/>
          </p:nvSpPr>
          <p:spPr>
            <a:xfrm>
              <a:off x="5246249" y="3600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6" name="pt17296"/>
            <p:cNvSpPr/>
            <p:nvPr/>
          </p:nvSpPr>
          <p:spPr>
            <a:xfrm>
              <a:off x="5090909" y="36059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7" name="pt17297"/>
            <p:cNvSpPr/>
            <p:nvPr/>
          </p:nvSpPr>
          <p:spPr>
            <a:xfrm>
              <a:off x="5263849" y="3588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8" name="pt17298"/>
            <p:cNvSpPr/>
            <p:nvPr/>
          </p:nvSpPr>
          <p:spPr>
            <a:xfrm>
              <a:off x="5245672" y="3557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299" name="pt17299"/>
            <p:cNvSpPr/>
            <p:nvPr/>
          </p:nvSpPr>
          <p:spPr>
            <a:xfrm>
              <a:off x="5132547" y="3537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0" name="pt17300"/>
            <p:cNvSpPr/>
            <p:nvPr/>
          </p:nvSpPr>
          <p:spPr>
            <a:xfrm>
              <a:off x="5328999" y="3612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1" name="pt17301"/>
            <p:cNvSpPr/>
            <p:nvPr/>
          </p:nvSpPr>
          <p:spPr>
            <a:xfrm>
              <a:off x="5091826" y="35389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2" name="pt17302"/>
            <p:cNvSpPr/>
            <p:nvPr/>
          </p:nvSpPr>
          <p:spPr>
            <a:xfrm>
              <a:off x="5190645" y="3631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3" name="pt17303"/>
            <p:cNvSpPr/>
            <p:nvPr/>
          </p:nvSpPr>
          <p:spPr>
            <a:xfrm>
              <a:off x="5131757" y="29095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4" name="pt17304"/>
            <p:cNvSpPr/>
            <p:nvPr/>
          </p:nvSpPr>
          <p:spPr>
            <a:xfrm>
              <a:off x="5490382" y="3578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5" name="pt17305"/>
            <p:cNvSpPr/>
            <p:nvPr/>
          </p:nvSpPr>
          <p:spPr>
            <a:xfrm>
              <a:off x="5224744" y="3537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6" name="pt17306"/>
            <p:cNvSpPr/>
            <p:nvPr/>
          </p:nvSpPr>
          <p:spPr>
            <a:xfrm>
              <a:off x="5261470" y="35436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7" name="pt17307"/>
            <p:cNvSpPr/>
            <p:nvPr/>
          </p:nvSpPr>
          <p:spPr>
            <a:xfrm>
              <a:off x="5301013" y="3541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8" name="pt17308"/>
            <p:cNvSpPr/>
            <p:nvPr/>
          </p:nvSpPr>
          <p:spPr>
            <a:xfrm>
              <a:off x="5185035" y="35774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09" name="pt17309"/>
            <p:cNvSpPr/>
            <p:nvPr/>
          </p:nvSpPr>
          <p:spPr>
            <a:xfrm>
              <a:off x="5298234" y="3529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0" name="pt17310"/>
            <p:cNvSpPr/>
            <p:nvPr/>
          </p:nvSpPr>
          <p:spPr>
            <a:xfrm>
              <a:off x="5179983" y="35558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1" name="pt17311"/>
            <p:cNvSpPr/>
            <p:nvPr/>
          </p:nvSpPr>
          <p:spPr>
            <a:xfrm>
              <a:off x="5115952" y="3517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2" name="pt17312"/>
            <p:cNvSpPr/>
            <p:nvPr/>
          </p:nvSpPr>
          <p:spPr>
            <a:xfrm>
              <a:off x="5237786" y="3537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3" name="pt17313"/>
            <p:cNvSpPr/>
            <p:nvPr/>
          </p:nvSpPr>
          <p:spPr>
            <a:xfrm>
              <a:off x="5149008" y="35299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4" name="pt17314"/>
            <p:cNvSpPr/>
            <p:nvPr/>
          </p:nvSpPr>
          <p:spPr>
            <a:xfrm>
              <a:off x="5219944" y="35635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5" name="pt17315"/>
            <p:cNvSpPr/>
            <p:nvPr/>
          </p:nvSpPr>
          <p:spPr>
            <a:xfrm>
              <a:off x="5127170" y="35565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6" name="pt17316"/>
            <p:cNvSpPr/>
            <p:nvPr/>
          </p:nvSpPr>
          <p:spPr>
            <a:xfrm>
              <a:off x="4867923" y="35820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7" name="pt17317"/>
            <p:cNvSpPr/>
            <p:nvPr/>
          </p:nvSpPr>
          <p:spPr>
            <a:xfrm>
              <a:off x="5245595" y="3554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8" name="pt17318"/>
            <p:cNvSpPr/>
            <p:nvPr/>
          </p:nvSpPr>
          <p:spPr>
            <a:xfrm>
              <a:off x="5159623" y="35738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19" name="pt17319"/>
            <p:cNvSpPr/>
            <p:nvPr/>
          </p:nvSpPr>
          <p:spPr>
            <a:xfrm>
              <a:off x="5127351" y="35444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0" name="pt17320"/>
            <p:cNvSpPr/>
            <p:nvPr/>
          </p:nvSpPr>
          <p:spPr>
            <a:xfrm>
              <a:off x="4982630" y="35514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1" name="pt17321"/>
            <p:cNvSpPr/>
            <p:nvPr/>
          </p:nvSpPr>
          <p:spPr>
            <a:xfrm>
              <a:off x="4721078" y="35529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2" name="pt17322"/>
            <p:cNvSpPr/>
            <p:nvPr/>
          </p:nvSpPr>
          <p:spPr>
            <a:xfrm>
              <a:off x="5093343" y="35521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3" name="pt17323"/>
            <p:cNvSpPr/>
            <p:nvPr/>
          </p:nvSpPr>
          <p:spPr>
            <a:xfrm>
              <a:off x="5182699" y="3585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4" name="pt17324"/>
            <p:cNvSpPr/>
            <p:nvPr/>
          </p:nvSpPr>
          <p:spPr>
            <a:xfrm>
              <a:off x="5162934" y="3603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5" name="pt17325"/>
            <p:cNvSpPr/>
            <p:nvPr/>
          </p:nvSpPr>
          <p:spPr>
            <a:xfrm>
              <a:off x="6163034" y="3591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6" name="pt17326"/>
            <p:cNvSpPr/>
            <p:nvPr/>
          </p:nvSpPr>
          <p:spPr>
            <a:xfrm>
              <a:off x="5154239" y="3533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7" name="pt17327"/>
            <p:cNvSpPr/>
            <p:nvPr/>
          </p:nvSpPr>
          <p:spPr>
            <a:xfrm>
              <a:off x="5128735" y="3576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8" name="pt17328"/>
            <p:cNvSpPr/>
            <p:nvPr/>
          </p:nvSpPr>
          <p:spPr>
            <a:xfrm>
              <a:off x="5182329" y="3554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29" name="pt17329"/>
            <p:cNvSpPr/>
            <p:nvPr/>
          </p:nvSpPr>
          <p:spPr>
            <a:xfrm>
              <a:off x="5088828" y="3577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0" name="pt17330"/>
            <p:cNvSpPr/>
            <p:nvPr/>
          </p:nvSpPr>
          <p:spPr>
            <a:xfrm>
              <a:off x="5142877" y="3542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1" name="pt17331"/>
            <p:cNvSpPr/>
            <p:nvPr/>
          </p:nvSpPr>
          <p:spPr>
            <a:xfrm>
              <a:off x="5313811" y="3473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2" name="pt17332"/>
            <p:cNvSpPr/>
            <p:nvPr/>
          </p:nvSpPr>
          <p:spPr>
            <a:xfrm>
              <a:off x="5222857" y="3558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3" name="pt17333"/>
            <p:cNvSpPr/>
            <p:nvPr/>
          </p:nvSpPr>
          <p:spPr>
            <a:xfrm>
              <a:off x="5069171" y="3548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4" name="pt17334"/>
            <p:cNvSpPr/>
            <p:nvPr/>
          </p:nvSpPr>
          <p:spPr>
            <a:xfrm>
              <a:off x="5300314" y="35775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5" name="pt17335"/>
            <p:cNvSpPr/>
            <p:nvPr/>
          </p:nvSpPr>
          <p:spPr>
            <a:xfrm>
              <a:off x="5151590" y="3526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6" name="pt17336"/>
            <p:cNvSpPr/>
            <p:nvPr/>
          </p:nvSpPr>
          <p:spPr>
            <a:xfrm>
              <a:off x="5152640" y="3520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7" name="pt17337"/>
            <p:cNvSpPr/>
            <p:nvPr/>
          </p:nvSpPr>
          <p:spPr>
            <a:xfrm>
              <a:off x="5163399" y="35234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8" name="pt17338"/>
            <p:cNvSpPr/>
            <p:nvPr/>
          </p:nvSpPr>
          <p:spPr>
            <a:xfrm>
              <a:off x="5178279" y="3563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39" name="pt17339"/>
            <p:cNvSpPr/>
            <p:nvPr/>
          </p:nvSpPr>
          <p:spPr>
            <a:xfrm>
              <a:off x="5141533" y="3542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0" name="pt17340"/>
            <p:cNvSpPr/>
            <p:nvPr/>
          </p:nvSpPr>
          <p:spPr>
            <a:xfrm>
              <a:off x="5223290" y="35711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1" name="pt17341"/>
            <p:cNvSpPr/>
            <p:nvPr/>
          </p:nvSpPr>
          <p:spPr>
            <a:xfrm>
              <a:off x="5224595" y="3562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2" name="pt17342"/>
            <p:cNvSpPr/>
            <p:nvPr/>
          </p:nvSpPr>
          <p:spPr>
            <a:xfrm>
              <a:off x="5222164" y="3584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3" name="pt17343"/>
            <p:cNvSpPr/>
            <p:nvPr/>
          </p:nvSpPr>
          <p:spPr>
            <a:xfrm>
              <a:off x="5293242" y="3577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4" name="pt17344"/>
            <p:cNvSpPr/>
            <p:nvPr/>
          </p:nvSpPr>
          <p:spPr>
            <a:xfrm>
              <a:off x="5079687" y="3542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5" name="pt17345"/>
            <p:cNvSpPr/>
            <p:nvPr/>
          </p:nvSpPr>
          <p:spPr>
            <a:xfrm>
              <a:off x="5257936" y="35624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6" name="pt17346"/>
            <p:cNvSpPr/>
            <p:nvPr/>
          </p:nvSpPr>
          <p:spPr>
            <a:xfrm>
              <a:off x="5301799" y="3569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7" name="pt17347"/>
            <p:cNvSpPr/>
            <p:nvPr/>
          </p:nvSpPr>
          <p:spPr>
            <a:xfrm>
              <a:off x="5248322" y="35171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8" name="pt17348"/>
            <p:cNvSpPr/>
            <p:nvPr/>
          </p:nvSpPr>
          <p:spPr>
            <a:xfrm>
              <a:off x="5264478" y="3680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49" name="pt17349"/>
            <p:cNvSpPr/>
            <p:nvPr/>
          </p:nvSpPr>
          <p:spPr>
            <a:xfrm>
              <a:off x="5143216" y="35380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0" name="pt17350"/>
            <p:cNvSpPr/>
            <p:nvPr/>
          </p:nvSpPr>
          <p:spPr>
            <a:xfrm>
              <a:off x="5194089" y="35742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1" name="pt17351"/>
            <p:cNvSpPr/>
            <p:nvPr/>
          </p:nvSpPr>
          <p:spPr>
            <a:xfrm>
              <a:off x="5165643" y="35591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2" name="pt17352"/>
            <p:cNvSpPr/>
            <p:nvPr/>
          </p:nvSpPr>
          <p:spPr>
            <a:xfrm>
              <a:off x="4915836" y="3548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3" name="pt17353"/>
            <p:cNvSpPr/>
            <p:nvPr/>
          </p:nvSpPr>
          <p:spPr>
            <a:xfrm>
              <a:off x="4991747" y="3560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4" name="pt17354"/>
            <p:cNvSpPr/>
            <p:nvPr/>
          </p:nvSpPr>
          <p:spPr>
            <a:xfrm>
              <a:off x="5052787" y="35610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5" name="pt17355"/>
            <p:cNvSpPr/>
            <p:nvPr/>
          </p:nvSpPr>
          <p:spPr>
            <a:xfrm>
              <a:off x="5129368" y="35663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6" name="pt17356"/>
            <p:cNvSpPr/>
            <p:nvPr/>
          </p:nvSpPr>
          <p:spPr>
            <a:xfrm>
              <a:off x="5170712" y="35599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7" name="pt17357"/>
            <p:cNvSpPr/>
            <p:nvPr/>
          </p:nvSpPr>
          <p:spPr>
            <a:xfrm>
              <a:off x="5165337" y="35440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8" name="pt17358"/>
            <p:cNvSpPr/>
            <p:nvPr/>
          </p:nvSpPr>
          <p:spPr>
            <a:xfrm>
              <a:off x="5364530" y="35524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59" name="pt17359"/>
            <p:cNvSpPr/>
            <p:nvPr/>
          </p:nvSpPr>
          <p:spPr>
            <a:xfrm>
              <a:off x="5103822" y="35548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0" name="pt17360"/>
            <p:cNvSpPr/>
            <p:nvPr/>
          </p:nvSpPr>
          <p:spPr>
            <a:xfrm>
              <a:off x="5110184" y="35561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1" name="pt17361"/>
            <p:cNvSpPr/>
            <p:nvPr/>
          </p:nvSpPr>
          <p:spPr>
            <a:xfrm>
              <a:off x="5077195" y="35474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2" name="pt17362"/>
            <p:cNvSpPr/>
            <p:nvPr/>
          </p:nvSpPr>
          <p:spPr>
            <a:xfrm>
              <a:off x="5125744" y="35601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3" name="pt17363"/>
            <p:cNvSpPr/>
            <p:nvPr/>
          </p:nvSpPr>
          <p:spPr>
            <a:xfrm>
              <a:off x="5355402" y="35540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4" name="pt17364"/>
            <p:cNvSpPr/>
            <p:nvPr/>
          </p:nvSpPr>
          <p:spPr>
            <a:xfrm>
              <a:off x="5163344" y="3562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5" name="pt17365"/>
            <p:cNvSpPr/>
            <p:nvPr/>
          </p:nvSpPr>
          <p:spPr>
            <a:xfrm>
              <a:off x="5298222" y="3562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6" name="pt17366"/>
            <p:cNvSpPr/>
            <p:nvPr/>
          </p:nvSpPr>
          <p:spPr>
            <a:xfrm>
              <a:off x="5164517" y="35383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7" name="pt17367"/>
            <p:cNvSpPr/>
            <p:nvPr/>
          </p:nvSpPr>
          <p:spPr>
            <a:xfrm>
              <a:off x="5083175" y="36974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8" name="pt17368"/>
            <p:cNvSpPr/>
            <p:nvPr/>
          </p:nvSpPr>
          <p:spPr>
            <a:xfrm>
              <a:off x="5375007" y="3567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69" name="pt17369"/>
            <p:cNvSpPr/>
            <p:nvPr/>
          </p:nvSpPr>
          <p:spPr>
            <a:xfrm>
              <a:off x="5253094" y="35861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0" name="pt17370"/>
            <p:cNvSpPr/>
            <p:nvPr/>
          </p:nvSpPr>
          <p:spPr>
            <a:xfrm>
              <a:off x="5112785" y="35453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1" name="pt17371"/>
            <p:cNvSpPr/>
            <p:nvPr/>
          </p:nvSpPr>
          <p:spPr>
            <a:xfrm>
              <a:off x="5144685" y="3555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2" name="pt17372"/>
            <p:cNvSpPr/>
            <p:nvPr/>
          </p:nvSpPr>
          <p:spPr>
            <a:xfrm>
              <a:off x="5129670" y="3556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3" name="pt17373"/>
            <p:cNvSpPr/>
            <p:nvPr/>
          </p:nvSpPr>
          <p:spPr>
            <a:xfrm>
              <a:off x="5072988" y="3564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4" name="pt17374"/>
            <p:cNvSpPr/>
            <p:nvPr/>
          </p:nvSpPr>
          <p:spPr>
            <a:xfrm>
              <a:off x="5233356" y="3577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5" name="pt17375"/>
            <p:cNvSpPr/>
            <p:nvPr/>
          </p:nvSpPr>
          <p:spPr>
            <a:xfrm>
              <a:off x="5070069" y="35617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6" name="pt17376"/>
            <p:cNvSpPr/>
            <p:nvPr/>
          </p:nvSpPr>
          <p:spPr>
            <a:xfrm>
              <a:off x="5243776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7" name="pt17377"/>
            <p:cNvSpPr/>
            <p:nvPr/>
          </p:nvSpPr>
          <p:spPr>
            <a:xfrm>
              <a:off x="5095885" y="3545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8" name="pt17378"/>
            <p:cNvSpPr/>
            <p:nvPr/>
          </p:nvSpPr>
          <p:spPr>
            <a:xfrm>
              <a:off x="5151968" y="3726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79" name="pt17379"/>
            <p:cNvSpPr/>
            <p:nvPr/>
          </p:nvSpPr>
          <p:spPr>
            <a:xfrm>
              <a:off x="5179588" y="35907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0" name="pt17380"/>
            <p:cNvSpPr/>
            <p:nvPr/>
          </p:nvSpPr>
          <p:spPr>
            <a:xfrm>
              <a:off x="4675024" y="35557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1" name="pt17381"/>
            <p:cNvSpPr/>
            <p:nvPr/>
          </p:nvSpPr>
          <p:spPr>
            <a:xfrm>
              <a:off x="5214095" y="3551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2" name="pt17382"/>
            <p:cNvSpPr/>
            <p:nvPr/>
          </p:nvSpPr>
          <p:spPr>
            <a:xfrm>
              <a:off x="5248759" y="35621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3" name="pt17383"/>
            <p:cNvSpPr/>
            <p:nvPr/>
          </p:nvSpPr>
          <p:spPr>
            <a:xfrm>
              <a:off x="5194754" y="35818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4" name="pt17384"/>
            <p:cNvSpPr/>
            <p:nvPr/>
          </p:nvSpPr>
          <p:spPr>
            <a:xfrm>
              <a:off x="5297777" y="3484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5" name="pt17385"/>
            <p:cNvSpPr/>
            <p:nvPr/>
          </p:nvSpPr>
          <p:spPr>
            <a:xfrm>
              <a:off x="5244855" y="3596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6" name="pt17386"/>
            <p:cNvSpPr/>
            <p:nvPr/>
          </p:nvSpPr>
          <p:spPr>
            <a:xfrm>
              <a:off x="5818479" y="3651924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87" name="pt17387"/>
            <p:cNvSpPr/>
            <p:nvPr/>
          </p:nvSpPr>
          <p:spPr>
            <a:xfrm>
              <a:off x="5180869" y="37312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8" name="pt17388"/>
            <p:cNvSpPr/>
            <p:nvPr/>
          </p:nvSpPr>
          <p:spPr>
            <a:xfrm>
              <a:off x="5164641" y="36508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89" name="pt17389"/>
            <p:cNvSpPr/>
            <p:nvPr/>
          </p:nvSpPr>
          <p:spPr>
            <a:xfrm>
              <a:off x="5231704" y="35506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0" name="pt17390"/>
            <p:cNvSpPr/>
            <p:nvPr/>
          </p:nvSpPr>
          <p:spPr>
            <a:xfrm>
              <a:off x="5186247" y="3552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1" name="pt17391"/>
            <p:cNvSpPr/>
            <p:nvPr/>
          </p:nvSpPr>
          <p:spPr>
            <a:xfrm>
              <a:off x="5168808" y="35466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2" name="pt17392"/>
            <p:cNvSpPr/>
            <p:nvPr/>
          </p:nvSpPr>
          <p:spPr>
            <a:xfrm>
              <a:off x="5074568" y="35697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3" name="pt17393"/>
            <p:cNvSpPr/>
            <p:nvPr/>
          </p:nvSpPr>
          <p:spPr>
            <a:xfrm>
              <a:off x="5244843" y="35685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4" name="pt17394"/>
            <p:cNvSpPr/>
            <p:nvPr/>
          </p:nvSpPr>
          <p:spPr>
            <a:xfrm>
              <a:off x="5213696" y="3561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5" name="pt17395"/>
            <p:cNvSpPr/>
            <p:nvPr/>
          </p:nvSpPr>
          <p:spPr>
            <a:xfrm>
              <a:off x="5127634" y="35403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6" name="pt17396"/>
            <p:cNvSpPr/>
            <p:nvPr/>
          </p:nvSpPr>
          <p:spPr>
            <a:xfrm>
              <a:off x="5375696" y="36027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7" name="pt17397"/>
            <p:cNvSpPr/>
            <p:nvPr/>
          </p:nvSpPr>
          <p:spPr>
            <a:xfrm>
              <a:off x="5260076" y="36041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398" name="pt17398"/>
            <p:cNvSpPr/>
            <p:nvPr/>
          </p:nvSpPr>
          <p:spPr>
            <a:xfrm>
              <a:off x="5423977" y="3630988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99" name="pt17399"/>
            <p:cNvSpPr/>
            <p:nvPr/>
          </p:nvSpPr>
          <p:spPr>
            <a:xfrm>
              <a:off x="5270880" y="35346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0" name="pt17400"/>
            <p:cNvSpPr/>
            <p:nvPr/>
          </p:nvSpPr>
          <p:spPr>
            <a:xfrm>
              <a:off x="5358218" y="3577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1" name="pt17401"/>
            <p:cNvSpPr/>
            <p:nvPr/>
          </p:nvSpPr>
          <p:spPr>
            <a:xfrm>
              <a:off x="5067715" y="36149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2" name="pt17402"/>
            <p:cNvSpPr/>
            <p:nvPr/>
          </p:nvSpPr>
          <p:spPr>
            <a:xfrm>
              <a:off x="5119784" y="3598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3" name="pt17403"/>
            <p:cNvSpPr/>
            <p:nvPr/>
          </p:nvSpPr>
          <p:spPr>
            <a:xfrm>
              <a:off x="5133875" y="3563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4" name="pt17404"/>
            <p:cNvSpPr/>
            <p:nvPr/>
          </p:nvSpPr>
          <p:spPr>
            <a:xfrm>
              <a:off x="5207011" y="3558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5" name="pt17405"/>
            <p:cNvSpPr/>
            <p:nvPr/>
          </p:nvSpPr>
          <p:spPr>
            <a:xfrm>
              <a:off x="5133505" y="35480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6" name="pt17406"/>
            <p:cNvSpPr/>
            <p:nvPr/>
          </p:nvSpPr>
          <p:spPr>
            <a:xfrm>
              <a:off x="5178160" y="3566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7" name="pt17407"/>
            <p:cNvSpPr/>
            <p:nvPr/>
          </p:nvSpPr>
          <p:spPr>
            <a:xfrm>
              <a:off x="5251166" y="35525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8" name="pt17408"/>
            <p:cNvSpPr/>
            <p:nvPr/>
          </p:nvSpPr>
          <p:spPr>
            <a:xfrm>
              <a:off x="5267705" y="3548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09" name="pt17409"/>
            <p:cNvSpPr/>
            <p:nvPr/>
          </p:nvSpPr>
          <p:spPr>
            <a:xfrm>
              <a:off x="5262000" y="35659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0" name="pt17410"/>
            <p:cNvSpPr/>
            <p:nvPr/>
          </p:nvSpPr>
          <p:spPr>
            <a:xfrm>
              <a:off x="5197369" y="35582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1" name="pt17411"/>
            <p:cNvSpPr/>
            <p:nvPr/>
          </p:nvSpPr>
          <p:spPr>
            <a:xfrm>
              <a:off x="5132986" y="3553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2" name="pt17412"/>
            <p:cNvSpPr/>
            <p:nvPr/>
          </p:nvSpPr>
          <p:spPr>
            <a:xfrm>
              <a:off x="5167154" y="3555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3" name="pt17413"/>
            <p:cNvSpPr/>
            <p:nvPr/>
          </p:nvSpPr>
          <p:spPr>
            <a:xfrm>
              <a:off x="5073259" y="35576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4" name="pt17414"/>
            <p:cNvSpPr/>
            <p:nvPr/>
          </p:nvSpPr>
          <p:spPr>
            <a:xfrm>
              <a:off x="5195777" y="35036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5" name="pt17415"/>
            <p:cNvSpPr/>
            <p:nvPr/>
          </p:nvSpPr>
          <p:spPr>
            <a:xfrm>
              <a:off x="5077366" y="35645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6" name="pt17416"/>
            <p:cNvSpPr/>
            <p:nvPr/>
          </p:nvSpPr>
          <p:spPr>
            <a:xfrm>
              <a:off x="5293208" y="3832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7" name="pt17417"/>
            <p:cNvSpPr/>
            <p:nvPr/>
          </p:nvSpPr>
          <p:spPr>
            <a:xfrm>
              <a:off x="5123616" y="35664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8" name="pt17418"/>
            <p:cNvSpPr/>
            <p:nvPr/>
          </p:nvSpPr>
          <p:spPr>
            <a:xfrm>
              <a:off x="5293892" y="2956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19" name="pt17419"/>
            <p:cNvSpPr/>
            <p:nvPr/>
          </p:nvSpPr>
          <p:spPr>
            <a:xfrm>
              <a:off x="5105414" y="3772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0" name="pt17420"/>
            <p:cNvSpPr/>
            <p:nvPr/>
          </p:nvSpPr>
          <p:spPr>
            <a:xfrm>
              <a:off x="5123441" y="3535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1" name="pt17421"/>
            <p:cNvSpPr/>
            <p:nvPr/>
          </p:nvSpPr>
          <p:spPr>
            <a:xfrm>
              <a:off x="5064881" y="35732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2" name="pt17422"/>
            <p:cNvSpPr/>
            <p:nvPr/>
          </p:nvSpPr>
          <p:spPr>
            <a:xfrm>
              <a:off x="5209601" y="35505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3" name="pt17423"/>
            <p:cNvSpPr/>
            <p:nvPr/>
          </p:nvSpPr>
          <p:spPr>
            <a:xfrm>
              <a:off x="5259798" y="35863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4" name="pt17424"/>
            <p:cNvSpPr/>
            <p:nvPr/>
          </p:nvSpPr>
          <p:spPr>
            <a:xfrm>
              <a:off x="4913797" y="35677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5" name="pt17425"/>
            <p:cNvSpPr/>
            <p:nvPr/>
          </p:nvSpPr>
          <p:spPr>
            <a:xfrm>
              <a:off x="5168712" y="35682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6" name="pt17426"/>
            <p:cNvSpPr/>
            <p:nvPr/>
          </p:nvSpPr>
          <p:spPr>
            <a:xfrm>
              <a:off x="5222063" y="35555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7" name="pt17427"/>
            <p:cNvSpPr/>
            <p:nvPr/>
          </p:nvSpPr>
          <p:spPr>
            <a:xfrm>
              <a:off x="5120484" y="35897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8" name="pt17428"/>
            <p:cNvSpPr/>
            <p:nvPr/>
          </p:nvSpPr>
          <p:spPr>
            <a:xfrm>
              <a:off x="5270199" y="3579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29" name="pt17429"/>
            <p:cNvSpPr/>
            <p:nvPr/>
          </p:nvSpPr>
          <p:spPr>
            <a:xfrm>
              <a:off x="4904074" y="35256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0" name="pt17430"/>
            <p:cNvSpPr/>
            <p:nvPr/>
          </p:nvSpPr>
          <p:spPr>
            <a:xfrm>
              <a:off x="5131210" y="35411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1" name="pt17431"/>
            <p:cNvSpPr/>
            <p:nvPr/>
          </p:nvSpPr>
          <p:spPr>
            <a:xfrm>
              <a:off x="5298840" y="36630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2" name="pt17432"/>
            <p:cNvSpPr/>
            <p:nvPr/>
          </p:nvSpPr>
          <p:spPr>
            <a:xfrm>
              <a:off x="5164564" y="36071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3" name="pt17433"/>
            <p:cNvSpPr/>
            <p:nvPr/>
          </p:nvSpPr>
          <p:spPr>
            <a:xfrm>
              <a:off x="5233244" y="35558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4" name="pt17434"/>
            <p:cNvSpPr/>
            <p:nvPr/>
          </p:nvSpPr>
          <p:spPr>
            <a:xfrm>
              <a:off x="5263154" y="35364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5" name="pt17435"/>
            <p:cNvSpPr/>
            <p:nvPr/>
          </p:nvSpPr>
          <p:spPr>
            <a:xfrm>
              <a:off x="5128755" y="3557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6" name="pt17436"/>
            <p:cNvSpPr/>
            <p:nvPr/>
          </p:nvSpPr>
          <p:spPr>
            <a:xfrm>
              <a:off x="5172965" y="35926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7" name="pt17437"/>
            <p:cNvSpPr/>
            <p:nvPr/>
          </p:nvSpPr>
          <p:spPr>
            <a:xfrm>
              <a:off x="5215661" y="3552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8" name="pt17438"/>
            <p:cNvSpPr/>
            <p:nvPr/>
          </p:nvSpPr>
          <p:spPr>
            <a:xfrm>
              <a:off x="5104385" y="3521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39" name="pt17439"/>
            <p:cNvSpPr/>
            <p:nvPr/>
          </p:nvSpPr>
          <p:spPr>
            <a:xfrm>
              <a:off x="5143744" y="35832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0" name="pt17440"/>
            <p:cNvSpPr/>
            <p:nvPr/>
          </p:nvSpPr>
          <p:spPr>
            <a:xfrm>
              <a:off x="5134115" y="3623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1" name="pt17441"/>
            <p:cNvSpPr/>
            <p:nvPr/>
          </p:nvSpPr>
          <p:spPr>
            <a:xfrm>
              <a:off x="5103616" y="3550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2" name="pt17442"/>
            <p:cNvSpPr/>
            <p:nvPr/>
          </p:nvSpPr>
          <p:spPr>
            <a:xfrm>
              <a:off x="5208431" y="3558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3" name="pt17443"/>
            <p:cNvSpPr/>
            <p:nvPr/>
          </p:nvSpPr>
          <p:spPr>
            <a:xfrm>
              <a:off x="5232335" y="35595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4" name="pt17444"/>
            <p:cNvSpPr/>
            <p:nvPr/>
          </p:nvSpPr>
          <p:spPr>
            <a:xfrm>
              <a:off x="5141451" y="35558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5" name="pt17445"/>
            <p:cNvSpPr/>
            <p:nvPr/>
          </p:nvSpPr>
          <p:spPr>
            <a:xfrm>
              <a:off x="5103523" y="35276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6" name="pt17446"/>
            <p:cNvSpPr/>
            <p:nvPr/>
          </p:nvSpPr>
          <p:spPr>
            <a:xfrm>
              <a:off x="5193431" y="35682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7" name="pt17447"/>
            <p:cNvSpPr/>
            <p:nvPr/>
          </p:nvSpPr>
          <p:spPr>
            <a:xfrm>
              <a:off x="5273991" y="35549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8" name="pt17448"/>
            <p:cNvSpPr/>
            <p:nvPr/>
          </p:nvSpPr>
          <p:spPr>
            <a:xfrm>
              <a:off x="5182483" y="3540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49" name="pt17449"/>
            <p:cNvSpPr/>
            <p:nvPr/>
          </p:nvSpPr>
          <p:spPr>
            <a:xfrm>
              <a:off x="5942859" y="3531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0" name="pt17450"/>
            <p:cNvSpPr/>
            <p:nvPr/>
          </p:nvSpPr>
          <p:spPr>
            <a:xfrm>
              <a:off x="5194139" y="3558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1" name="pt17451"/>
            <p:cNvSpPr/>
            <p:nvPr/>
          </p:nvSpPr>
          <p:spPr>
            <a:xfrm>
              <a:off x="5203652" y="3552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2" name="pt17452"/>
            <p:cNvSpPr/>
            <p:nvPr/>
          </p:nvSpPr>
          <p:spPr>
            <a:xfrm>
              <a:off x="5365475" y="3544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3" name="pt17453"/>
            <p:cNvSpPr/>
            <p:nvPr/>
          </p:nvSpPr>
          <p:spPr>
            <a:xfrm>
              <a:off x="5161125" y="36190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4" name="pt17454"/>
            <p:cNvSpPr/>
            <p:nvPr/>
          </p:nvSpPr>
          <p:spPr>
            <a:xfrm>
              <a:off x="5014233" y="35942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5" name="pt17455"/>
            <p:cNvSpPr/>
            <p:nvPr/>
          </p:nvSpPr>
          <p:spPr>
            <a:xfrm>
              <a:off x="5188670" y="3570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6" name="pt17456"/>
            <p:cNvSpPr/>
            <p:nvPr/>
          </p:nvSpPr>
          <p:spPr>
            <a:xfrm>
              <a:off x="5219898" y="35957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7" name="pt17457"/>
            <p:cNvSpPr/>
            <p:nvPr/>
          </p:nvSpPr>
          <p:spPr>
            <a:xfrm>
              <a:off x="5168281" y="35598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8" name="pt17458"/>
            <p:cNvSpPr/>
            <p:nvPr/>
          </p:nvSpPr>
          <p:spPr>
            <a:xfrm>
              <a:off x="5181832" y="35518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59" name="pt17459"/>
            <p:cNvSpPr/>
            <p:nvPr/>
          </p:nvSpPr>
          <p:spPr>
            <a:xfrm>
              <a:off x="5127401" y="35669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0" name="pt17460"/>
            <p:cNvSpPr/>
            <p:nvPr/>
          </p:nvSpPr>
          <p:spPr>
            <a:xfrm>
              <a:off x="5402767" y="35916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1" name="pt17461"/>
            <p:cNvSpPr/>
            <p:nvPr/>
          </p:nvSpPr>
          <p:spPr>
            <a:xfrm>
              <a:off x="5155800" y="3531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2" name="pt17462"/>
            <p:cNvSpPr/>
            <p:nvPr/>
          </p:nvSpPr>
          <p:spPr>
            <a:xfrm>
              <a:off x="4957479" y="35885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3" name="pt17463"/>
            <p:cNvSpPr/>
            <p:nvPr/>
          </p:nvSpPr>
          <p:spPr>
            <a:xfrm>
              <a:off x="5147645" y="3159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4" name="pt17464"/>
            <p:cNvSpPr/>
            <p:nvPr/>
          </p:nvSpPr>
          <p:spPr>
            <a:xfrm>
              <a:off x="5193995" y="35930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5" name="pt17465"/>
            <p:cNvSpPr/>
            <p:nvPr/>
          </p:nvSpPr>
          <p:spPr>
            <a:xfrm>
              <a:off x="5243873" y="35512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6" name="pt17466"/>
            <p:cNvSpPr/>
            <p:nvPr/>
          </p:nvSpPr>
          <p:spPr>
            <a:xfrm>
              <a:off x="5301385" y="35529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7" name="pt17467"/>
            <p:cNvSpPr/>
            <p:nvPr/>
          </p:nvSpPr>
          <p:spPr>
            <a:xfrm>
              <a:off x="4898767" y="3536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8" name="pt17468"/>
            <p:cNvSpPr/>
            <p:nvPr/>
          </p:nvSpPr>
          <p:spPr>
            <a:xfrm>
              <a:off x="5011377" y="35165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69" name="pt17469"/>
            <p:cNvSpPr/>
            <p:nvPr/>
          </p:nvSpPr>
          <p:spPr>
            <a:xfrm>
              <a:off x="5167939" y="39741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0" name="pt17470"/>
            <p:cNvSpPr/>
            <p:nvPr/>
          </p:nvSpPr>
          <p:spPr>
            <a:xfrm>
              <a:off x="5145498" y="35852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1" name="pt17471"/>
            <p:cNvSpPr/>
            <p:nvPr/>
          </p:nvSpPr>
          <p:spPr>
            <a:xfrm>
              <a:off x="5202591" y="36015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2" name="pt17472"/>
            <p:cNvSpPr/>
            <p:nvPr/>
          </p:nvSpPr>
          <p:spPr>
            <a:xfrm>
              <a:off x="5056633" y="3544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3" name="pt17473"/>
            <p:cNvSpPr/>
            <p:nvPr/>
          </p:nvSpPr>
          <p:spPr>
            <a:xfrm>
              <a:off x="5276392" y="3559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4" name="pt17474"/>
            <p:cNvSpPr/>
            <p:nvPr/>
          </p:nvSpPr>
          <p:spPr>
            <a:xfrm>
              <a:off x="5143406" y="3532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5" name="pt17475"/>
            <p:cNvSpPr/>
            <p:nvPr/>
          </p:nvSpPr>
          <p:spPr>
            <a:xfrm>
              <a:off x="5209551" y="3549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6" name="pt17476"/>
            <p:cNvSpPr/>
            <p:nvPr/>
          </p:nvSpPr>
          <p:spPr>
            <a:xfrm>
              <a:off x="5198024" y="3553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7" name="pt17477"/>
            <p:cNvSpPr/>
            <p:nvPr/>
          </p:nvSpPr>
          <p:spPr>
            <a:xfrm>
              <a:off x="5298471" y="35373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8" name="pt17478"/>
            <p:cNvSpPr/>
            <p:nvPr/>
          </p:nvSpPr>
          <p:spPr>
            <a:xfrm>
              <a:off x="5190597" y="35820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79" name="pt17479"/>
            <p:cNvSpPr/>
            <p:nvPr/>
          </p:nvSpPr>
          <p:spPr>
            <a:xfrm>
              <a:off x="5150918" y="35684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0" name="pt17480"/>
            <p:cNvSpPr/>
            <p:nvPr/>
          </p:nvSpPr>
          <p:spPr>
            <a:xfrm>
              <a:off x="5142463" y="3562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1" name="pt17481"/>
            <p:cNvSpPr/>
            <p:nvPr/>
          </p:nvSpPr>
          <p:spPr>
            <a:xfrm>
              <a:off x="5242506" y="35595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2" name="pt17482"/>
            <p:cNvSpPr/>
            <p:nvPr/>
          </p:nvSpPr>
          <p:spPr>
            <a:xfrm>
              <a:off x="5214979" y="3561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3" name="pt17483"/>
            <p:cNvSpPr/>
            <p:nvPr/>
          </p:nvSpPr>
          <p:spPr>
            <a:xfrm>
              <a:off x="5134028" y="35771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4" name="pt17484"/>
            <p:cNvSpPr/>
            <p:nvPr/>
          </p:nvSpPr>
          <p:spPr>
            <a:xfrm>
              <a:off x="5238762" y="35462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5" name="pt17485"/>
            <p:cNvSpPr/>
            <p:nvPr/>
          </p:nvSpPr>
          <p:spPr>
            <a:xfrm>
              <a:off x="5212136" y="3559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6" name="pt17486"/>
            <p:cNvSpPr/>
            <p:nvPr/>
          </p:nvSpPr>
          <p:spPr>
            <a:xfrm>
              <a:off x="5104265" y="3564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7" name="pt17487"/>
            <p:cNvSpPr/>
            <p:nvPr/>
          </p:nvSpPr>
          <p:spPr>
            <a:xfrm>
              <a:off x="5304013" y="3561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8" name="pt17488"/>
            <p:cNvSpPr/>
            <p:nvPr/>
          </p:nvSpPr>
          <p:spPr>
            <a:xfrm>
              <a:off x="5228385" y="35516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89" name="pt17489"/>
            <p:cNvSpPr/>
            <p:nvPr/>
          </p:nvSpPr>
          <p:spPr>
            <a:xfrm>
              <a:off x="5263201" y="3581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0" name="pt17490"/>
            <p:cNvSpPr/>
            <p:nvPr/>
          </p:nvSpPr>
          <p:spPr>
            <a:xfrm>
              <a:off x="5294072" y="35886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1" name="pt17491"/>
            <p:cNvSpPr/>
            <p:nvPr/>
          </p:nvSpPr>
          <p:spPr>
            <a:xfrm>
              <a:off x="5137424" y="34507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2" name="pt17492"/>
            <p:cNvSpPr/>
            <p:nvPr/>
          </p:nvSpPr>
          <p:spPr>
            <a:xfrm>
              <a:off x="5111420" y="35538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3" name="pt17493"/>
            <p:cNvSpPr/>
            <p:nvPr/>
          </p:nvSpPr>
          <p:spPr>
            <a:xfrm>
              <a:off x="5057013" y="35600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4" name="pt17494"/>
            <p:cNvSpPr/>
            <p:nvPr/>
          </p:nvSpPr>
          <p:spPr>
            <a:xfrm>
              <a:off x="5088656" y="35660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5" name="pt17495"/>
            <p:cNvSpPr/>
            <p:nvPr/>
          </p:nvSpPr>
          <p:spPr>
            <a:xfrm>
              <a:off x="5083080" y="3556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6" name="pt17496"/>
            <p:cNvSpPr/>
            <p:nvPr/>
          </p:nvSpPr>
          <p:spPr>
            <a:xfrm>
              <a:off x="5236812" y="35488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7" name="pt17497"/>
            <p:cNvSpPr/>
            <p:nvPr/>
          </p:nvSpPr>
          <p:spPr>
            <a:xfrm>
              <a:off x="5460454" y="3551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8" name="pt17498"/>
            <p:cNvSpPr/>
            <p:nvPr/>
          </p:nvSpPr>
          <p:spPr>
            <a:xfrm>
              <a:off x="5249526" y="3487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499" name="pt17499"/>
            <p:cNvSpPr/>
            <p:nvPr/>
          </p:nvSpPr>
          <p:spPr>
            <a:xfrm>
              <a:off x="5212109" y="35372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0" name="pt17500"/>
            <p:cNvSpPr/>
            <p:nvPr/>
          </p:nvSpPr>
          <p:spPr>
            <a:xfrm>
              <a:off x="5074237" y="35629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1" name="pt17501"/>
            <p:cNvSpPr/>
            <p:nvPr/>
          </p:nvSpPr>
          <p:spPr>
            <a:xfrm>
              <a:off x="5046644" y="3537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2" name="pt17502"/>
            <p:cNvSpPr/>
            <p:nvPr/>
          </p:nvSpPr>
          <p:spPr>
            <a:xfrm>
              <a:off x="5101220" y="35165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3" name="pt17503"/>
            <p:cNvSpPr/>
            <p:nvPr/>
          </p:nvSpPr>
          <p:spPr>
            <a:xfrm>
              <a:off x="5250461" y="3604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4" name="pt17504"/>
            <p:cNvSpPr/>
            <p:nvPr/>
          </p:nvSpPr>
          <p:spPr>
            <a:xfrm>
              <a:off x="5201370" y="3604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5" name="pt17505"/>
            <p:cNvSpPr/>
            <p:nvPr/>
          </p:nvSpPr>
          <p:spPr>
            <a:xfrm>
              <a:off x="5242324" y="3549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6" name="pt17506"/>
            <p:cNvSpPr/>
            <p:nvPr/>
          </p:nvSpPr>
          <p:spPr>
            <a:xfrm>
              <a:off x="5180780" y="3540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7" name="pt17507"/>
            <p:cNvSpPr/>
            <p:nvPr/>
          </p:nvSpPr>
          <p:spPr>
            <a:xfrm>
              <a:off x="5210282" y="3548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8" name="pt17508"/>
            <p:cNvSpPr/>
            <p:nvPr/>
          </p:nvSpPr>
          <p:spPr>
            <a:xfrm>
              <a:off x="5087336" y="35866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09" name="pt17509"/>
            <p:cNvSpPr/>
            <p:nvPr/>
          </p:nvSpPr>
          <p:spPr>
            <a:xfrm>
              <a:off x="5271992" y="35546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0" name="pt17510"/>
            <p:cNvSpPr/>
            <p:nvPr/>
          </p:nvSpPr>
          <p:spPr>
            <a:xfrm>
              <a:off x="5140705" y="3554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1" name="pt17511"/>
            <p:cNvSpPr/>
            <p:nvPr/>
          </p:nvSpPr>
          <p:spPr>
            <a:xfrm>
              <a:off x="5143484" y="35889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2" name="pt17512"/>
            <p:cNvSpPr/>
            <p:nvPr/>
          </p:nvSpPr>
          <p:spPr>
            <a:xfrm>
              <a:off x="5217399" y="36065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3" name="pt17513"/>
            <p:cNvSpPr/>
            <p:nvPr/>
          </p:nvSpPr>
          <p:spPr>
            <a:xfrm>
              <a:off x="4970285" y="35657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4" name="pt17514"/>
            <p:cNvSpPr/>
            <p:nvPr/>
          </p:nvSpPr>
          <p:spPr>
            <a:xfrm>
              <a:off x="5150484" y="35164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5" name="pt17515"/>
            <p:cNvSpPr/>
            <p:nvPr/>
          </p:nvSpPr>
          <p:spPr>
            <a:xfrm>
              <a:off x="5060300" y="35581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6" name="pt17516"/>
            <p:cNvSpPr/>
            <p:nvPr/>
          </p:nvSpPr>
          <p:spPr>
            <a:xfrm>
              <a:off x="5383008" y="35716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7" name="pt17517"/>
            <p:cNvSpPr/>
            <p:nvPr/>
          </p:nvSpPr>
          <p:spPr>
            <a:xfrm>
              <a:off x="5230569" y="35033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8" name="pt17518"/>
            <p:cNvSpPr/>
            <p:nvPr/>
          </p:nvSpPr>
          <p:spPr>
            <a:xfrm>
              <a:off x="5432150" y="35893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19" name="pt17519"/>
            <p:cNvSpPr/>
            <p:nvPr/>
          </p:nvSpPr>
          <p:spPr>
            <a:xfrm>
              <a:off x="5196804" y="3534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0" name="pt17520"/>
            <p:cNvSpPr/>
            <p:nvPr/>
          </p:nvSpPr>
          <p:spPr>
            <a:xfrm>
              <a:off x="5035119" y="3672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1" name="pt17521"/>
            <p:cNvSpPr/>
            <p:nvPr/>
          </p:nvSpPr>
          <p:spPr>
            <a:xfrm>
              <a:off x="5144474" y="3606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2" name="pt17522"/>
            <p:cNvSpPr/>
            <p:nvPr/>
          </p:nvSpPr>
          <p:spPr>
            <a:xfrm>
              <a:off x="5350727" y="35646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3" name="pt17523"/>
            <p:cNvSpPr/>
            <p:nvPr/>
          </p:nvSpPr>
          <p:spPr>
            <a:xfrm>
              <a:off x="5199770" y="35319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4" name="pt17524"/>
            <p:cNvSpPr/>
            <p:nvPr/>
          </p:nvSpPr>
          <p:spPr>
            <a:xfrm>
              <a:off x="5344435" y="35822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5" name="pt17525"/>
            <p:cNvSpPr/>
            <p:nvPr/>
          </p:nvSpPr>
          <p:spPr>
            <a:xfrm>
              <a:off x="5087228" y="35604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6" name="pt17526"/>
            <p:cNvSpPr/>
            <p:nvPr/>
          </p:nvSpPr>
          <p:spPr>
            <a:xfrm>
              <a:off x="4966502" y="35062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7" name="pt17527"/>
            <p:cNvSpPr/>
            <p:nvPr/>
          </p:nvSpPr>
          <p:spPr>
            <a:xfrm>
              <a:off x="5114640" y="35395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8" name="pt17528"/>
            <p:cNvSpPr/>
            <p:nvPr/>
          </p:nvSpPr>
          <p:spPr>
            <a:xfrm>
              <a:off x="5116095" y="3544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29" name="pt17529"/>
            <p:cNvSpPr/>
            <p:nvPr/>
          </p:nvSpPr>
          <p:spPr>
            <a:xfrm>
              <a:off x="5110602" y="35095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0" name="pt17530"/>
            <p:cNvSpPr/>
            <p:nvPr/>
          </p:nvSpPr>
          <p:spPr>
            <a:xfrm>
              <a:off x="5206260" y="35618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1" name="pt17531"/>
            <p:cNvSpPr/>
            <p:nvPr/>
          </p:nvSpPr>
          <p:spPr>
            <a:xfrm>
              <a:off x="5186588" y="35225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2" name="pt17532"/>
            <p:cNvSpPr/>
            <p:nvPr/>
          </p:nvSpPr>
          <p:spPr>
            <a:xfrm>
              <a:off x="5197903" y="3571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3" name="pt17533"/>
            <p:cNvSpPr/>
            <p:nvPr/>
          </p:nvSpPr>
          <p:spPr>
            <a:xfrm>
              <a:off x="5222028" y="3552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4" name="pt17534"/>
            <p:cNvSpPr/>
            <p:nvPr/>
          </p:nvSpPr>
          <p:spPr>
            <a:xfrm>
              <a:off x="5173807" y="3511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5" name="pt17535"/>
            <p:cNvSpPr/>
            <p:nvPr/>
          </p:nvSpPr>
          <p:spPr>
            <a:xfrm>
              <a:off x="5280481" y="3682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6" name="pt17536"/>
            <p:cNvSpPr/>
            <p:nvPr/>
          </p:nvSpPr>
          <p:spPr>
            <a:xfrm>
              <a:off x="5184658" y="35352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7" name="pt17537"/>
            <p:cNvSpPr/>
            <p:nvPr/>
          </p:nvSpPr>
          <p:spPr>
            <a:xfrm>
              <a:off x="5120498" y="3527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8" name="pt17538"/>
            <p:cNvSpPr/>
            <p:nvPr/>
          </p:nvSpPr>
          <p:spPr>
            <a:xfrm>
              <a:off x="5293182" y="35405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39" name="pt17539"/>
            <p:cNvSpPr/>
            <p:nvPr/>
          </p:nvSpPr>
          <p:spPr>
            <a:xfrm>
              <a:off x="5111531" y="35309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0" name="pt17540"/>
            <p:cNvSpPr/>
            <p:nvPr/>
          </p:nvSpPr>
          <p:spPr>
            <a:xfrm>
              <a:off x="5123781" y="3538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1" name="pt17541"/>
            <p:cNvSpPr/>
            <p:nvPr/>
          </p:nvSpPr>
          <p:spPr>
            <a:xfrm>
              <a:off x="5232744" y="3591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2" name="pt17542"/>
            <p:cNvSpPr/>
            <p:nvPr/>
          </p:nvSpPr>
          <p:spPr>
            <a:xfrm>
              <a:off x="5870529" y="3559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3" name="pt17543"/>
            <p:cNvSpPr/>
            <p:nvPr/>
          </p:nvSpPr>
          <p:spPr>
            <a:xfrm>
              <a:off x="5181910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4" name="pt17544"/>
            <p:cNvSpPr/>
            <p:nvPr/>
          </p:nvSpPr>
          <p:spPr>
            <a:xfrm>
              <a:off x="5158704" y="3551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5" name="pt17545"/>
            <p:cNvSpPr/>
            <p:nvPr/>
          </p:nvSpPr>
          <p:spPr>
            <a:xfrm>
              <a:off x="5284101" y="3566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6" name="pt17546"/>
            <p:cNvSpPr/>
            <p:nvPr/>
          </p:nvSpPr>
          <p:spPr>
            <a:xfrm>
              <a:off x="5362935" y="3543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7" name="pt17547"/>
            <p:cNvSpPr/>
            <p:nvPr/>
          </p:nvSpPr>
          <p:spPr>
            <a:xfrm>
              <a:off x="5302131" y="35697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8" name="pt17548"/>
            <p:cNvSpPr/>
            <p:nvPr/>
          </p:nvSpPr>
          <p:spPr>
            <a:xfrm>
              <a:off x="5336968" y="35841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49" name="pt17549"/>
            <p:cNvSpPr/>
            <p:nvPr/>
          </p:nvSpPr>
          <p:spPr>
            <a:xfrm>
              <a:off x="5266817" y="3535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0" name="pt17550"/>
            <p:cNvSpPr/>
            <p:nvPr/>
          </p:nvSpPr>
          <p:spPr>
            <a:xfrm>
              <a:off x="5294505" y="35634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1" name="pt17551"/>
            <p:cNvSpPr/>
            <p:nvPr/>
          </p:nvSpPr>
          <p:spPr>
            <a:xfrm>
              <a:off x="5282626" y="3511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2" name="pt17552"/>
            <p:cNvSpPr/>
            <p:nvPr/>
          </p:nvSpPr>
          <p:spPr>
            <a:xfrm>
              <a:off x="5326063" y="35101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3" name="pt17553"/>
            <p:cNvSpPr/>
            <p:nvPr/>
          </p:nvSpPr>
          <p:spPr>
            <a:xfrm>
              <a:off x="5179003" y="36216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4" name="pt17554"/>
            <p:cNvSpPr/>
            <p:nvPr/>
          </p:nvSpPr>
          <p:spPr>
            <a:xfrm>
              <a:off x="5164166" y="35490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5" name="pt17555"/>
            <p:cNvSpPr/>
            <p:nvPr/>
          </p:nvSpPr>
          <p:spPr>
            <a:xfrm>
              <a:off x="5280214" y="3550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6" name="pt17556"/>
            <p:cNvSpPr/>
            <p:nvPr/>
          </p:nvSpPr>
          <p:spPr>
            <a:xfrm>
              <a:off x="5086271" y="35609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7" name="pt17557"/>
            <p:cNvSpPr/>
            <p:nvPr/>
          </p:nvSpPr>
          <p:spPr>
            <a:xfrm>
              <a:off x="5172722" y="3589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8" name="pt17558"/>
            <p:cNvSpPr/>
            <p:nvPr/>
          </p:nvSpPr>
          <p:spPr>
            <a:xfrm>
              <a:off x="5317625" y="3539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59" name="pt17559"/>
            <p:cNvSpPr/>
            <p:nvPr/>
          </p:nvSpPr>
          <p:spPr>
            <a:xfrm>
              <a:off x="5173176" y="36013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0" name="pt17560"/>
            <p:cNvSpPr/>
            <p:nvPr/>
          </p:nvSpPr>
          <p:spPr>
            <a:xfrm>
              <a:off x="5185808" y="3575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1" name="pt17561"/>
            <p:cNvSpPr/>
            <p:nvPr/>
          </p:nvSpPr>
          <p:spPr>
            <a:xfrm>
              <a:off x="5190272" y="35628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2" name="pt17562"/>
            <p:cNvSpPr/>
            <p:nvPr/>
          </p:nvSpPr>
          <p:spPr>
            <a:xfrm>
              <a:off x="5269537" y="35770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3" name="pt17563"/>
            <p:cNvSpPr/>
            <p:nvPr/>
          </p:nvSpPr>
          <p:spPr>
            <a:xfrm>
              <a:off x="5382917" y="35579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4" name="pt17564"/>
            <p:cNvSpPr/>
            <p:nvPr/>
          </p:nvSpPr>
          <p:spPr>
            <a:xfrm>
              <a:off x="5157965" y="35745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5" name="pt17565"/>
            <p:cNvSpPr/>
            <p:nvPr/>
          </p:nvSpPr>
          <p:spPr>
            <a:xfrm>
              <a:off x="5142133" y="3538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6" name="pt17566"/>
            <p:cNvSpPr/>
            <p:nvPr/>
          </p:nvSpPr>
          <p:spPr>
            <a:xfrm>
              <a:off x="5191087" y="3546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7" name="pt17567"/>
            <p:cNvSpPr/>
            <p:nvPr/>
          </p:nvSpPr>
          <p:spPr>
            <a:xfrm>
              <a:off x="5297176" y="3560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8" name="pt17568"/>
            <p:cNvSpPr/>
            <p:nvPr/>
          </p:nvSpPr>
          <p:spPr>
            <a:xfrm>
              <a:off x="5327557" y="3548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69" name="pt17569"/>
            <p:cNvSpPr/>
            <p:nvPr/>
          </p:nvSpPr>
          <p:spPr>
            <a:xfrm>
              <a:off x="5182740" y="36400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0" name="pt17570"/>
            <p:cNvSpPr/>
            <p:nvPr/>
          </p:nvSpPr>
          <p:spPr>
            <a:xfrm>
              <a:off x="5292064" y="33346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1" name="pt17571"/>
            <p:cNvSpPr/>
            <p:nvPr/>
          </p:nvSpPr>
          <p:spPr>
            <a:xfrm>
              <a:off x="5240550" y="3566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2" name="pt17572"/>
            <p:cNvSpPr/>
            <p:nvPr/>
          </p:nvSpPr>
          <p:spPr>
            <a:xfrm>
              <a:off x="5179652" y="3580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3" name="pt17573"/>
            <p:cNvSpPr/>
            <p:nvPr/>
          </p:nvSpPr>
          <p:spPr>
            <a:xfrm>
              <a:off x="5462334" y="35451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4" name="pt17574"/>
            <p:cNvSpPr/>
            <p:nvPr/>
          </p:nvSpPr>
          <p:spPr>
            <a:xfrm>
              <a:off x="5064980" y="35423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5" name="pt17575"/>
            <p:cNvSpPr/>
            <p:nvPr/>
          </p:nvSpPr>
          <p:spPr>
            <a:xfrm>
              <a:off x="5091952" y="35518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6" name="pt17576"/>
            <p:cNvSpPr/>
            <p:nvPr/>
          </p:nvSpPr>
          <p:spPr>
            <a:xfrm>
              <a:off x="5227456" y="35626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7" name="pt17577"/>
            <p:cNvSpPr/>
            <p:nvPr/>
          </p:nvSpPr>
          <p:spPr>
            <a:xfrm>
              <a:off x="5083749" y="3540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8" name="pt17578"/>
            <p:cNvSpPr/>
            <p:nvPr/>
          </p:nvSpPr>
          <p:spPr>
            <a:xfrm>
              <a:off x="5179063" y="3565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79" name="pt17579"/>
            <p:cNvSpPr/>
            <p:nvPr/>
          </p:nvSpPr>
          <p:spPr>
            <a:xfrm>
              <a:off x="5073025" y="35929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0" name="pt17580"/>
            <p:cNvSpPr/>
            <p:nvPr/>
          </p:nvSpPr>
          <p:spPr>
            <a:xfrm>
              <a:off x="5127228" y="36011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1" name="pt17581"/>
            <p:cNvSpPr/>
            <p:nvPr/>
          </p:nvSpPr>
          <p:spPr>
            <a:xfrm>
              <a:off x="5194067" y="35773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2" name="pt17582"/>
            <p:cNvSpPr/>
            <p:nvPr/>
          </p:nvSpPr>
          <p:spPr>
            <a:xfrm>
              <a:off x="5163143" y="35841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3" name="pt17583"/>
            <p:cNvSpPr/>
            <p:nvPr/>
          </p:nvSpPr>
          <p:spPr>
            <a:xfrm>
              <a:off x="5064757" y="35518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4" name="pt17584"/>
            <p:cNvSpPr/>
            <p:nvPr/>
          </p:nvSpPr>
          <p:spPr>
            <a:xfrm>
              <a:off x="5377007" y="3588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5" name="pt17585"/>
            <p:cNvSpPr/>
            <p:nvPr/>
          </p:nvSpPr>
          <p:spPr>
            <a:xfrm>
              <a:off x="5094042" y="3552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6" name="pt17586"/>
            <p:cNvSpPr/>
            <p:nvPr/>
          </p:nvSpPr>
          <p:spPr>
            <a:xfrm>
              <a:off x="4919937" y="3529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7" name="pt17587"/>
            <p:cNvSpPr/>
            <p:nvPr/>
          </p:nvSpPr>
          <p:spPr>
            <a:xfrm>
              <a:off x="5097081" y="35524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8" name="pt17588"/>
            <p:cNvSpPr/>
            <p:nvPr/>
          </p:nvSpPr>
          <p:spPr>
            <a:xfrm>
              <a:off x="5119263" y="3568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89" name="pt17589"/>
            <p:cNvSpPr/>
            <p:nvPr/>
          </p:nvSpPr>
          <p:spPr>
            <a:xfrm>
              <a:off x="5233211" y="4029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0" name="pt17590"/>
            <p:cNvSpPr/>
            <p:nvPr/>
          </p:nvSpPr>
          <p:spPr>
            <a:xfrm>
              <a:off x="5131702" y="35218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1" name="pt17591"/>
            <p:cNvSpPr/>
            <p:nvPr/>
          </p:nvSpPr>
          <p:spPr>
            <a:xfrm>
              <a:off x="5061180" y="3574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2" name="pt17592"/>
            <p:cNvSpPr/>
            <p:nvPr/>
          </p:nvSpPr>
          <p:spPr>
            <a:xfrm>
              <a:off x="5238587" y="35503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3" name="pt17593"/>
            <p:cNvSpPr/>
            <p:nvPr/>
          </p:nvSpPr>
          <p:spPr>
            <a:xfrm>
              <a:off x="5276732" y="3599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4" name="pt17594"/>
            <p:cNvSpPr/>
            <p:nvPr/>
          </p:nvSpPr>
          <p:spPr>
            <a:xfrm>
              <a:off x="5333259" y="3571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5" name="pt17595"/>
            <p:cNvSpPr/>
            <p:nvPr/>
          </p:nvSpPr>
          <p:spPr>
            <a:xfrm>
              <a:off x="5247775" y="35582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6" name="pt17596"/>
            <p:cNvSpPr/>
            <p:nvPr/>
          </p:nvSpPr>
          <p:spPr>
            <a:xfrm>
              <a:off x="5198432" y="3568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7" name="pt17597"/>
            <p:cNvSpPr/>
            <p:nvPr/>
          </p:nvSpPr>
          <p:spPr>
            <a:xfrm>
              <a:off x="5231796" y="3604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8" name="pt17598"/>
            <p:cNvSpPr/>
            <p:nvPr/>
          </p:nvSpPr>
          <p:spPr>
            <a:xfrm>
              <a:off x="5202106" y="3583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599" name="pt17599"/>
            <p:cNvSpPr/>
            <p:nvPr/>
          </p:nvSpPr>
          <p:spPr>
            <a:xfrm>
              <a:off x="5262134" y="3539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0" name="pt17600"/>
            <p:cNvSpPr/>
            <p:nvPr/>
          </p:nvSpPr>
          <p:spPr>
            <a:xfrm>
              <a:off x="5191618" y="3571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1" name="pt17601"/>
            <p:cNvSpPr/>
            <p:nvPr/>
          </p:nvSpPr>
          <p:spPr>
            <a:xfrm>
              <a:off x="5280184" y="35571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2" name="pt17602"/>
            <p:cNvSpPr/>
            <p:nvPr/>
          </p:nvSpPr>
          <p:spPr>
            <a:xfrm>
              <a:off x="5155769" y="3579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3" name="pt17603"/>
            <p:cNvSpPr/>
            <p:nvPr/>
          </p:nvSpPr>
          <p:spPr>
            <a:xfrm>
              <a:off x="5261005" y="35728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4" name="pt17604"/>
            <p:cNvSpPr/>
            <p:nvPr/>
          </p:nvSpPr>
          <p:spPr>
            <a:xfrm>
              <a:off x="5074929" y="3473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5" name="pt17605"/>
            <p:cNvSpPr/>
            <p:nvPr/>
          </p:nvSpPr>
          <p:spPr>
            <a:xfrm>
              <a:off x="5097528" y="3530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6" name="pt17606"/>
            <p:cNvSpPr/>
            <p:nvPr/>
          </p:nvSpPr>
          <p:spPr>
            <a:xfrm>
              <a:off x="5045126" y="3555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7" name="pt17607"/>
            <p:cNvSpPr/>
            <p:nvPr/>
          </p:nvSpPr>
          <p:spPr>
            <a:xfrm>
              <a:off x="5794915" y="35173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8" name="pt17608"/>
            <p:cNvSpPr/>
            <p:nvPr/>
          </p:nvSpPr>
          <p:spPr>
            <a:xfrm>
              <a:off x="5292712" y="3516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09" name="pt17609"/>
            <p:cNvSpPr/>
            <p:nvPr/>
          </p:nvSpPr>
          <p:spPr>
            <a:xfrm>
              <a:off x="5152395" y="3495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0" name="pt17610"/>
            <p:cNvSpPr/>
            <p:nvPr/>
          </p:nvSpPr>
          <p:spPr>
            <a:xfrm>
              <a:off x="5028238" y="3546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1" name="pt17611"/>
            <p:cNvSpPr/>
            <p:nvPr/>
          </p:nvSpPr>
          <p:spPr>
            <a:xfrm>
              <a:off x="5129877" y="35842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2" name="pt17612"/>
            <p:cNvSpPr/>
            <p:nvPr/>
          </p:nvSpPr>
          <p:spPr>
            <a:xfrm>
              <a:off x="5186801" y="3560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3" name="pt17613"/>
            <p:cNvSpPr/>
            <p:nvPr/>
          </p:nvSpPr>
          <p:spPr>
            <a:xfrm>
              <a:off x="5141078" y="3578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4" name="pt17614"/>
            <p:cNvSpPr/>
            <p:nvPr/>
          </p:nvSpPr>
          <p:spPr>
            <a:xfrm>
              <a:off x="5189760" y="3506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5" name="pt17615"/>
            <p:cNvSpPr/>
            <p:nvPr/>
          </p:nvSpPr>
          <p:spPr>
            <a:xfrm>
              <a:off x="5259366" y="3534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6" name="pt17616"/>
            <p:cNvSpPr/>
            <p:nvPr/>
          </p:nvSpPr>
          <p:spPr>
            <a:xfrm>
              <a:off x="5114364" y="35890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7" name="pt17617"/>
            <p:cNvSpPr/>
            <p:nvPr/>
          </p:nvSpPr>
          <p:spPr>
            <a:xfrm>
              <a:off x="5233683" y="3614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8" name="pt17618"/>
            <p:cNvSpPr/>
            <p:nvPr/>
          </p:nvSpPr>
          <p:spPr>
            <a:xfrm>
              <a:off x="5143194" y="3504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19" name="pt17619"/>
            <p:cNvSpPr/>
            <p:nvPr/>
          </p:nvSpPr>
          <p:spPr>
            <a:xfrm>
              <a:off x="5231604" y="35843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0" name="pt17620"/>
            <p:cNvSpPr/>
            <p:nvPr/>
          </p:nvSpPr>
          <p:spPr>
            <a:xfrm>
              <a:off x="5013155" y="35819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1" name="pt17621"/>
            <p:cNvSpPr/>
            <p:nvPr/>
          </p:nvSpPr>
          <p:spPr>
            <a:xfrm>
              <a:off x="5159370" y="35626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2" name="pt17622"/>
            <p:cNvSpPr/>
            <p:nvPr/>
          </p:nvSpPr>
          <p:spPr>
            <a:xfrm>
              <a:off x="5277236" y="35330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3" name="pt17623"/>
            <p:cNvSpPr/>
            <p:nvPr/>
          </p:nvSpPr>
          <p:spPr>
            <a:xfrm>
              <a:off x="5215762" y="35697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4" name="pt17624"/>
            <p:cNvSpPr/>
            <p:nvPr/>
          </p:nvSpPr>
          <p:spPr>
            <a:xfrm>
              <a:off x="4984976" y="3537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5" name="pt17625"/>
            <p:cNvSpPr/>
            <p:nvPr/>
          </p:nvSpPr>
          <p:spPr>
            <a:xfrm>
              <a:off x="5209433" y="35898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6" name="pt17626"/>
            <p:cNvSpPr/>
            <p:nvPr/>
          </p:nvSpPr>
          <p:spPr>
            <a:xfrm>
              <a:off x="5266077" y="3564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7" name="pt17627"/>
            <p:cNvSpPr/>
            <p:nvPr/>
          </p:nvSpPr>
          <p:spPr>
            <a:xfrm>
              <a:off x="5143036" y="3537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8" name="pt17628"/>
            <p:cNvSpPr/>
            <p:nvPr/>
          </p:nvSpPr>
          <p:spPr>
            <a:xfrm>
              <a:off x="5124656" y="35541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29" name="pt17629"/>
            <p:cNvSpPr/>
            <p:nvPr/>
          </p:nvSpPr>
          <p:spPr>
            <a:xfrm>
              <a:off x="5099852" y="35565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0" name="pt17630"/>
            <p:cNvSpPr/>
            <p:nvPr/>
          </p:nvSpPr>
          <p:spPr>
            <a:xfrm>
              <a:off x="5199148" y="35729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1" name="pt17631"/>
            <p:cNvSpPr/>
            <p:nvPr/>
          </p:nvSpPr>
          <p:spPr>
            <a:xfrm>
              <a:off x="5164114" y="3553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2" name="pt17632"/>
            <p:cNvSpPr/>
            <p:nvPr/>
          </p:nvSpPr>
          <p:spPr>
            <a:xfrm>
              <a:off x="5139128" y="31059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3" name="pt17633"/>
            <p:cNvSpPr/>
            <p:nvPr/>
          </p:nvSpPr>
          <p:spPr>
            <a:xfrm>
              <a:off x="5170805" y="3590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4" name="pt17634"/>
            <p:cNvSpPr/>
            <p:nvPr/>
          </p:nvSpPr>
          <p:spPr>
            <a:xfrm>
              <a:off x="5115170" y="3584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5" name="pt17635"/>
            <p:cNvSpPr/>
            <p:nvPr/>
          </p:nvSpPr>
          <p:spPr>
            <a:xfrm>
              <a:off x="5252900" y="35859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6" name="pt17636"/>
            <p:cNvSpPr/>
            <p:nvPr/>
          </p:nvSpPr>
          <p:spPr>
            <a:xfrm>
              <a:off x="5062332" y="34729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7" name="pt17637"/>
            <p:cNvSpPr/>
            <p:nvPr/>
          </p:nvSpPr>
          <p:spPr>
            <a:xfrm>
              <a:off x="5236812" y="3550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8" name="pt17638"/>
            <p:cNvSpPr/>
            <p:nvPr/>
          </p:nvSpPr>
          <p:spPr>
            <a:xfrm>
              <a:off x="5012345" y="3509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39" name="pt17639"/>
            <p:cNvSpPr/>
            <p:nvPr/>
          </p:nvSpPr>
          <p:spPr>
            <a:xfrm>
              <a:off x="5150756" y="3449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0" name="pt17640"/>
            <p:cNvSpPr/>
            <p:nvPr/>
          </p:nvSpPr>
          <p:spPr>
            <a:xfrm>
              <a:off x="5094492" y="34813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1" name="pt17641"/>
            <p:cNvSpPr/>
            <p:nvPr/>
          </p:nvSpPr>
          <p:spPr>
            <a:xfrm>
              <a:off x="5227882" y="3570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2" name="pt17642"/>
            <p:cNvSpPr/>
            <p:nvPr/>
          </p:nvSpPr>
          <p:spPr>
            <a:xfrm>
              <a:off x="5202589" y="3590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3" name="pt17643"/>
            <p:cNvSpPr/>
            <p:nvPr/>
          </p:nvSpPr>
          <p:spPr>
            <a:xfrm>
              <a:off x="5114104" y="3563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4" name="pt17644"/>
            <p:cNvSpPr/>
            <p:nvPr/>
          </p:nvSpPr>
          <p:spPr>
            <a:xfrm>
              <a:off x="5301987" y="3565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5" name="pt17645"/>
            <p:cNvSpPr/>
            <p:nvPr/>
          </p:nvSpPr>
          <p:spPr>
            <a:xfrm>
              <a:off x="5167746" y="35542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6" name="pt17646"/>
            <p:cNvSpPr/>
            <p:nvPr/>
          </p:nvSpPr>
          <p:spPr>
            <a:xfrm>
              <a:off x="5281506" y="35842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7" name="pt17647"/>
            <p:cNvSpPr/>
            <p:nvPr/>
          </p:nvSpPr>
          <p:spPr>
            <a:xfrm>
              <a:off x="5237054" y="35431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8" name="pt17648"/>
            <p:cNvSpPr/>
            <p:nvPr/>
          </p:nvSpPr>
          <p:spPr>
            <a:xfrm>
              <a:off x="5173278" y="3590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49" name="pt17649"/>
            <p:cNvSpPr/>
            <p:nvPr/>
          </p:nvSpPr>
          <p:spPr>
            <a:xfrm>
              <a:off x="5008009" y="35214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0" name="pt17650"/>
            <p:cNvSpPr/>
            <p:nvPr/>
          </p:nvSpPr>
          <p:spPr>
            <a:xfrm>
              <a:off x="5136092" y="3555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1" name="pt17651"/>
            <p:cNvSpPr/>
            <p:nvPr/>
          </p:nvSpPr>
          <p:spPr>
            <a:xfrm>
              <a:off x="5061837" y="35427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2" name="pt17652"/>
            <p:cNvSpPr/>
            <p:nvPr/>
          </p:nvSpPr>
          <p:spPr>
            <a:xfrm>
              <a:off x="5031572" y="3543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3" name="pt17653"/>
            <p:cNvSpPr/>
            <p:nvPr/>
          </p:nvSpPr>
          <p:spPr>
            <a:xfrm>
              <a:off x="5257039" y="3509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4" name="pt17654"/>
            <p:cNvSpPr/>
            <p:nvPr/>
          </p:nvSpPr>
          <p:spPr>
            <a:xfrm>
              <a:off x="5024413" y="3556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5" name="pt17655"/>
            <p:cNvSpPr/>
            <p:nvPr/>
          </p:nvSpPr>
          <p:spPr>
            <a:xfrm>
              <a:off x="5197897" y="3521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6" name="pt17656"/>
            <p:cNvSpPr/>
            <p:nvPr/>
          </p:nvSpPr>
          <p:spPr>
            <a:xfrm>
              <a:off x="5338719" y="3551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7" name="pt17657"/>
            <p:cNvSpPr/>
            <p:nvPr/>
          </p:nvSpPr>
          <p:spPr>
            <a:xfrm>
              <a:off x="5177109" y="35678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8" name="pt17658"/>
            <p:cNvSpPr/>
            <p:nvPr/>
          </p:nvSpPr>
          <p:spPr>
            <a:xfrm>
              <a:off x="5314469" y="35414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59" name="pt17659"/>
            <p:cNvSpPr/>
            <p:nvPr/>
          </p:nvSpPr>
          <p:spPr>
            <a:xfrm>
              <a:off x="5184766" y="3553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0" name="pt17660"/>
            <p:cNvSpPr/>
            <p:nvPr/>
          </p:nvSpPr>
          <p:spPr>
            <a:xfrm>
              <a:off x="5177878" y="3815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1" name="pt17661"/>
            <p:cNvSpPr/>
            <p:nvPr/>
          </p:nvSpPr>
          <p:spPr>
            <a:xfrm>
              <a:off x="5213272" y="35812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2" name="pt17662"/>
            <p:cNvSpPr/>
            <p:nvPr/>
          </p:nvSpPr>
          <p:spPr>
            <a:xfrm>
              <a:off x="5352385" y="3582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3" name="pt17663"/>
            <p:cNvSpPr/>
            <p:nvPr/>
          </p:nvSpPr>
          <p:spPr>
            <a:xfrm>
              <a:off x="5130957" y="3538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4" name="pt17664"/>
            <p:cNvSpPr/>
            <p:nvPr/>
          </p:nvSpPr>
          <p:spPr>
            <a:xfrm>
              <a:off x="5219601" y="3559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5" name="pt17665"/>
            <p:cNvSpPr/>
            <p:nvPr/>
          </p:nvSpPr>
          <p:spPr>
            <a:xfrm>
              <a:off x="5199775" y="3653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6" name="pt17666"/>
            <p:cNvSpPr/>
            <p:nvPr/>
          </p:nvSpPr>
          <p:spPr>
            <a:xfrm>
              <a:off x="5172330" y="3421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7" name="pt17667"/>
            <p:cNvSpPr/>
            <p:nvPr/>
          </p:nvSpPr>
          <p:spPr>
            <a:xfrm>
              <a:off x="5127742" y="35698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8" name="pt17668"/>
            <p:cNvSpPr/>
            <p:nvPr/>
          </p:nvSpPr>
          <p:spPr>
            <a:xfrm>
              <a:off x="5163157" y="3528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69" name="pt17669"/>
            <p:cNvSpPr/>
            <p:nvPr/>
          </p:nvSpPr>
          <p:spPr>
            <a:xfrm>
              <a:off x="5151962" y="35691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0" name="pt17670"/>
            <p:cNvSpPr/>
            <p:nvPr/>
          </p:nvSpPr>
          <p:spPr>
            <a:xfrm>
              <a:off x="5114375" y="3551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1" name="pt17671"/>
            <p:cNvSpPr/>
            <p:nvPr/>
          </p:nvSpPr>
          <p:spPr>
            <a:xfrm>
              <a:off x="5240906" y="35324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2" name="pt17672"/>
            <p:cNvSpPr/>
            <p:nvPr/>
          </p:nvSpPr>
          <p:spPr>
            <a:xfrm>
              <a:off x="5267889" y="2963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3" name="pt17673"/>
            <p:cNvSpPr/>
            <p:nvPr/>
          </p:nvSpPr>
          <p:spPr>
            <a:xfrm>
              <a:off x="5347906" y="3555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4" name="pt17674"/>
            <p:cNvSpPr/>
            <p:nvPr/>
          </p:nvSpPr>
          <p:spPr>
            <a:xfrm>
              <a:off x="5340865" y="3564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5" name="pt17675"/>
            <p:cNvSpPr/>
            <p:nvPr/>
          </p:nvSpPr>
          <p:spPr>
            <a:xfrm>
              <a:off x="5195341" y="32136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6" name="pt17676"/>
            <p:cNvSpPr/>
            <p:nvPr/>
          </p:nvSpPr>
          <p:spPr>
            <a:xfrm>
              <a:off x="5127904" y="35606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7" name="pt17677"/>
            <p:cNvSpPr/>
            <p:nvPr/>
          </p:nvSpPr>
          <p:spPr>
            <a:xfrm>
              <a:off x="5106033" y="3535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8" name="pt17678"/>
            <p:cNvSpPr/>
            <p:nvPr/>
          </p:nvSpPr>
          <p:spPr>
            <a:xfrm>
              <a:off x="5130152" y="35888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79" name="pt17679"/>
            <p:cNvSpPr/>
            <p:nvPr/>
          </p:nvSpPr>
          <p:spPr>
            <a:xfrm>
              <a:off x="5122041" y="36244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0" name="pt17680"/>
            <p:cNvSpPr/>
            <p:nvPr/>
          </p:nvSpPr>
          <p:spPr>
            <a:xfrm>
              <a:off x="4967173" y="35549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1" name="pt17681"/>
            <p:cNvSpPr/>
            <p:nvPr/>
          </p:nvSpPr>
          <p:spPr>
            <a:xfrm>
              <a:off x="5121084" y="35650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2" name="pt17682"/>
            <p:cNvSpPr/>
            <p:nvPr/>
          </p:nvSpPr>
          <p:spPr>
            <a:xfrm>
              <a:off x="5190088" y="35587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3" name="pt17683"/>
            <p:cNvSpPr/>
            <p:nvPr/>
          </p:nvSpPr>
          <p:spPr>
            <a:xfrm>
              <a:off x="5270032" y="35898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4" name="pt17684"/>
            <p:cNvSpPr/>
            <p:nvPr/>
          </p:nvSpPr>
          <p:spPr>
            <a:xfrm>
              <a:off x="5103899" y="3545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5" name="pt17685"/>
            <p:cNvSpPr/>
            <p:nvPr/>
          </p:nvSpPr>
          <p:spPr>
            <a:xfrm>
              <a:off x="5217270" y="3559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6" name="pt17686"/>
            <p:cNvSpPr/>
            <p:nvPr/>
          </p:nvSpPr>
          <p:spPr>
            <a:xfrm>
              <a:off x="5177486" y="35932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7" name="pt17687"/>
            <p:cNvSpPr/>
            <p:nvPr/>
          </p:nvSpPr>
          <p:spPr>
            <a:xfrm>
              <a:off x="5118344" y="3556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8" name="pt17688"/>
            <p:cNvSpPr/>
            <p:nvPr/>
          </p:nvSpPr>
          <p:spPr>
            <a:xfrm>
              <a:off x="5188383" y="35705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89" name="pt17689"/>
            <p:cNvSpPr/>
            <p:nvPr/>
          </p:nvSpPr>
          <p:spPr>
            <a:xfrm>
              <a:off x="5198637" y="3540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0" name="pt17690"/>
            <p:cNvSpPr/>
            <p:nvPr/>
          </p:nvSpPr>
          <p:spPr>
            <a:xfrm>
              <a:off x="5618248" y="35427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1" name="pt17691"/>
            <p:cNvSpPr/>
            <p:nvPr/>
          </p:nvSpPr>
          <p:spPr>
            <a:xfrm>
              <a:off x="5239642" y="3556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2" name="pt17692"/>
            <p:cNvSpPr/>
            <p:nvPr/>
          </p:nvSpPr>
          <p:spPr>
            <a:xfrm>
              <a:off x="5377074" y="3545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3" name="pt17693"/>
            <p:cNvSpPr/>
            <p:nvPr/>
          </p:nvSpPr>
          <p:spPr>
            <a:xfrm>
              <a:off x="5224851" y="35580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4" name="pt17694"/>
            <p:cNvSpPr/>
            <p:nvPr/>
          </p:nvSpPr>
          <p:spPr>
            <a:xfrm>
              <a:off x="5192457" y="35507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5" name="pt17695"/>
            <p:cNvSpPr/>
            <p:nvPr/>
          </p:nvSpPr>
          <p:spPr>
            <a:xfrm>
              <a:off x="5290965" y="3565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6" name="pt17696"/>
            <p:cNvSpPr/>
            <p:nvPr/>
          </p:nvSpPr>
          <p:spPr>
            <a:xfrm>
              <a:off x="5188803" y="3556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7" name="pt17697"/>
            <p:cNvSpPr/>
            <p:nvPr/>
          </p:nvSpPr>
          <p:spPr>
            <a:xfrm>
              <a:off x="5100950" y="35419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8" name="pt17698"/>
            <p:cNvSpPr/>
            <p:nvPr/>
          </p:nvSpPr>
          <p:spPr>
            <a:xfrm>
              <a:off x="5406756" y="3571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699" name="pt17699"/>
            <p:cNvSpPr/>
            <p:nvPr/>
          </p:nvSpPr>
          <p:spPr>
            <a:xfrm>
              <a:off x="5147020" y="3521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0" name="pt17700"/>
            <p:cNvSpPr/>
            <p:nvPr/>
          </p:nvSpPr>
          <p:spPr>
            <a:xfrm>
              <a:off x="5264943" y="35332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1" name="pt17701"/>
            <p:cNvSpPr/>
            <p:nvPr/>
          </p:nvSpPr>
          <p:spPr>
            <a:xfrm>
              <a:off x="5169135" y="3290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2" name="pt17702"/>
            <p:cNvSpPr/>
            <p:nvPr/>
          </p:nvSpPr>
          <p:spPr>
            <a:xfrm>
              <a:off x="5283642" y="35258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3" name="pt17703"/>
            <p:cNvSpPr/>
            <p:nvPr/>
          </p:nvSpPr>
          <p:spPr>
            <a:xfrm>
              <a:off x="5212571" y="35462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4" name="pt17704"/>
            <p:cNvSpPr/>
            <p:nvPr/>
          </p:nvSpPr>
          <p:spPr>
            <a:xfrm>
              <a:off x="5286190" y="35587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5" name="pt17705"/>
            <p:cNvSpPr/>
            <p:nvPr/>
          </p:nvSpPr>
          <p:spPr>
            <a:xfrm>
              <a:off x="5078594" y="35315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6" name="pt17706"/>
            <p:cNvSpPr/>
            <p:nvPr/>
          </p:nvSpPr>
          <p:spPr>
            <a:xfrm>
              <a:off x="5197326" y="35546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7" name="pt17707"/>
            <p:cNvSpPr/>
            <p:nvPr/>
          </p:nvSpPr>
          <p:spPr>
            <a:xfrm>
              <a:off x="4976477" y="35290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8" name="pt17708"/>
            <p:cNvSpPr/>
            <p:nvPr/>
          </p:nvSpPr>
          <p:spPr>
            <a:xfrm>
              <a:off x="5330431" y="3548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09" name="pt17709"/>
            <p:cNvSpPr/>
            <p:nvPr/>
          </p:nvSpPr>
          <p:spPr>
            <a:xfrm>
              <a:off x="5262975" y="3561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0" name="pt17710"/>
            <p:cNvSpPr/>
            <p:nvPr/>
          </p:nvSpPr>
          <p:spPr>
            <a:xfrm>
              <a:off x="5118913" y="35316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1" name="pt17711"/>
            <p:cNvSpPr/>
            <p:nvPr/>
          </p:nvSpPr>
          <p:spPr>
            <a:xfrm>
              <a:off x="5246105" y="31772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2" name="pt17712"/>
            <p:cNvSpPr/>
            <p:nvPr/>
          </p:nvSpPr>
          <p:spPr>
            <a:xfrm>
              <a:off x="5200211" y="3505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3" name="pt17713"/>
            <p:cNvSpPr/>
            <p:nvPr/>
          </p:nvSpPr>
          <p:spPr>
            <a:xfrm>
              <a:off x="5115060" y="34802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4" name="pt17714"/>
            <p:cNvSpPr/>
            <p:nvPr/>
          </p:nvSpPr>
          <p:spPr>
            <a:xfrm>
              <a:off x="5114882" y="35384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5" name="pt17715"/>
            <p:cNvSpPr/>
            <p:nvPr/>
          </p:nvSpPr>
          <p:spPr>
            <a:xfrm>
              <a:off x="5403998" y="3563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6" name="pt17716"/>
            <p:cNvSpPr/>
            <p:nvPr/>
          </p:nvSpPr>
          <p:spPr>
            <a:xfrm>
              <a:off x="5262506" y="35752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7" name="pt17717"/>
            <p:cNvSpPr/>
            <p:nvPr/>
          </p:nvSpPr>
          <p:spPr>
            <a:xfrm>
              <a:off x="5250440" y="3499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8" name="pt17718"/>
            <p:cNvSpPr/>
            <p:nvPr/>
          </p:nvSpPr>
          <p:spPr>
            <a:xfrm>
              <a:off x="5048225" y="35585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19" name="pt17719"/>
            <p:cNvSpPr/>
            <p:nvPr/>
          </p:nvSpPr>
          <p:spPr>
            <a:xfrm>
              <a:off x="5090703" y="35558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0" name="pt17720"/>
            <p:cNvSpPr/>
            <p:nvPr/>
          </p:nvSpPr>
          <p:spPr>
            <a:xfrm>
              <a:off x="5065391" y="3555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1" name="pt17721"/>
            <p:cNvSpPr/>
            <p:nvPr/>
          </p:nvSpPr>
          <p:spPr>
            <a:xfrm>
              <a:off x="5147172" y="35688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2" name="pt17722"/>
            <p:cNvSpPr/>
            <p:nvPr/>
          </p:nvSpPr>
          <p:spPr>
            <a:xfrm>
              <a:off x="5275811" y="35676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3" name="pt17723"/>
            <p:cNvSpPr/>
            <p:nvPr/>
          </p:nvSpPr>
          <p:spPr>
            <a:xfrm>
              <a:off x="5091598" y="35561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4" name="pt17724"/>
            <p:cNvSpPr/>
            <p:nvPr/>
          </p:nvSpPr>
          <p:spPr>
            <a:xfrm>
              <a:off x="5010717" y="3485960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25" name="pt17725"/>
            <p:cNvSpPr/>
            <p:nvPr/>
          </p:nvSpPr>
          <p:spPr>
            <a:xfrm>
              <a:off x="5351624" y="35551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6" name="pt17726"/>
            <p:cNvSpPr/>
            <p:nvPr/>
          </p:nvSpPr>
          <p:spPr>
            <a:xfrm>
              <a:off x="5264301" y="38755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7" name="pt17727"/>
            <p:cNvSpPr/>
            <p:nvPr/>
          </p:nvSpPr>
          <p:spPr>
            <a:xfrm>
              <a:off x="5247261" y="35784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8" name="pt17728"/>
            <p:cNvSpPr/>
            <p:nvPr/>
          </p:nvSpPr>
          <p:spPr>
            <a:xfrm>
              <a:off x="5126525" y="3533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29" name="pt17729"/>
            <p:cNvSpPr/>
            <p:nvPr/>
          </p:nvSpPr>
          <p:spPr>
            <a:xfrm>
              <a:off x="5252923" y="3477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0" name="pt17730"/>
            <p:cNvSpPr/>
            <p:nvPr/>
          </p:nvSpPr>
          <p:spPr>
            <a:xfrm>
              <a:off x="5097876" y="35326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1" name="pt17731"/>
            <p:cNvSpPr/>
            <p:nvPr/>
          </p:nvSpPr>
          <p:spPr>
            <a:xfrm>
              <a:off x="5068748" y="35867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2" name="pt17732"/>
            <p:cNvSpPr/>
            <p:nvPr/>
          </p:nvSpPr>
          <p:spPr>
            <a:xfrm>
              <a:off x="5113430" y="35573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3" name="pt17733"/>
            <p:cNvSpPr/>
            <p:nvPr/>
          </p:nvSpPr>
          <p:spPr>
            <a:xfrm>
              <a:off x="5139158" y="35601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4" name="pt17734"/>
            <p:cNvSpPr/>
            <p:nvPr/>
          </p:nvSpPr>
          <p:spPr>
            <a:xfrm>
              <a:off x="5269626" y="3574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5" name="pt17735"/>
            <p:cNvSpPr/>
            <p:nvPr/>
          </p:nvSpPr>
          <p:spPr>
            <a:xfrm>
              <a:off x="5191390" y="35958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6" name="pt17736"/>
            <p:cNvSpPr/>
            <p:nvPr/>
          </p:nvSpPr>
          <p:spPr>
            <a:xfrm>
              <a:off x="5237599" y="3554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7" name="pt17737"/>
            <p:cNvSpPr/>
            <p:nvPr/>
          </p:nvSpPr>
          <p:spPr>
            <a:xfrm>
              <a:off x="5132120" y="3556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8" name="pt17738"/>
            <p:cNvSpPr/>
            <p:nvPr/>
          </p:nvSpPr>
          <p:spPr>
            <a:xfrm>
              <a:off x="5115762" y="35764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39" name="pt17739"/>
            <p:cNvSpPr/>
            <p:nvPr/>
          </p:nvSpPr>
          <p:spPr>
            <a:xfrm>
              <a:off x="5229086" y="35175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0" name="pt17740"/>
            <p:cNvSpPr/>
            <p:nvPr/>
          </p:nvSpPr>
          <p:spPr>
            <a:xfrm>
              <a:off x="5165576" y="3578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1" name="pt17741"/>
            <p:cNvSpPr/>
            <p:nvPr/>
          </p:nvSpPr>
          <p:spPr>
            <a:xfrm>
              <a:off x="4910811" y="35427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2" name="pt17742"/>
            <p:cNvSpPr/>
            <p:nvPr/>
          </p:nvSpPr>
          <p:spPr>
            <a:xfrm>
              <a:off x="5631178" y="3519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3" name="pt17743"/>
            <p:cNvSpPr/>
            <p:nvPr/>
          </p:nvSpPr>
          <p:spPr>
            <a:xfrm>
              <a:off x="5206611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4" name="pt17744"/>
            <p:cNvSpPr/>
            <p:nvPr/>
          </p:nvSpPr>
          <p:spPr>
            <a:xfrm>
              <a:off x="5201937" y="35669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5" name="pt17745"/>
            <p:cNvSpPr/>
            <p:nvPr/>
          </p:nvSpPr>
          <p:spPr>
            <a:xfrm>
              <a:off x="5014308" y="35317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6" name="pt17746"/>
            <p:cNvSpPr/>
            <p:nvPr/>
          </p:nvSpPr>
          <p:spPr>
            <a:xfrm>
              <a:off x="5036799" y="35694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7" name="pt17747"/>
            <p:cNvSpPr/>
            <p:nvPr/>
          </p:nvSpPr>
          <p:spPr>
            <a:xfrm>
              <a:off x="5131716" y="3533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8" name="pt17748"/>
            <p:cNvSpPr/>
            <p:nvPr/>
          </p:nvSpPr>
          <p:spPr>
            <a:xfrm>
              <a:off x="5261710" y="3549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49" name="pt17749"/>
            <p:cNvSpPr/>
            <p:nvPr/>
          </p:nvSpPr>
          <p:spPr>
            <a:xfrm>
              <a:off x="5120473" y="3561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0" name="pt17750"/>
            <p:cNvSpPr/>
            <p:nvPr/>
          </p:nvSpPr>
          <p:spPr>
            <a:xfrm>
              <a:off x="5244329" y="3552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1" name="pt17751"/>
            <p:cNvSpPr/>
            <p:nvPr/>
          </p:nvSpPr>
          <p:spPr>
            <a:xfrm>
              <a:off x="5254423" y="3544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2" name="pt17752"/>
            <p:cNvSpPr/>
            <p:nvPr/>
          </p:nvSpPr>
          <p:spPr>
            <a:xfrm>
              <a:off x="5178070" y="35518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3" name="pt17753"/>
            <p:cNvSpPr/>
            <p:nvPr/>
          </p:nvSpPr>
          <p:spPr>
            <a:xfrm>
              <a:off x="5035773" y="35420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4" name="pt17754"/>
            <p:cNvSpPr/>
            <p:nvPr/>
          </p:nvSpPr>
          <p:spPr>
            <a:xfrm>
              <a:off x="5036249" y="3504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5" name="pt17755"/>
            <p:cNvSpPr/>
            <p:nvPr/>
          </p:nvSpPr>
          <p:spPr>
            <a:xfrm>
              <a:off x="4923421" y="35517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6" name="pt17756"/>
            <p:cNvSpPr/>
            <p:nvPr/>
          </p:nvSpPr>
          <p:spPr>
            <a:xfrm>
              <a:off x="5168567" y="3549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7" name="pt17757"/>
            <p:cNvSpPr/>
            <p:nvPr/>
          </p:nvSpPr>
          <p:spPr>
            <a:xfrm>
              <a:off x="5252516" y="35511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8" name="pt17758"/>
            <p:cNvSpPr/>
            <p:nvPr/>
          </p:nvSpPr>
          <p:spPr>
            <a:xfrm>
              <a:off x="5068156" y="3564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59" name="pt17759"/>
            <p:cNvSpPr/>
            <p:nvPr/>
          </p:nvSpPr>
          <p:spPr>
            <a:xfrm>
              <a:off x="5118584" y="3552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0" name="pt17760"/>
            <p:cNvSpPr/>
            <p:nvPr/>
          </p:nvSpPr>
          <p:spPr>
            <a:xfrm>
              <a:off x="5734205" y="3565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1" name="pt17761"/>
            <p:cNvSpPr/>
            <p:nvPr/>
          </p:nvSpPr>
          <p:spPr>
            <a:xfrm>
              <a:off x="5145397" y="3578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2" name="pt17762"/>
            <p:cNvSpPr/>
            <p:nvPr/>
          </p:nvSpPr>
          <p:spPr>
            <a:xfrm>
              <a:off x="5097761" y="34778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3" name="pt17763"/>
            <p:cNvSpPr/>
            <p:nvPr/>
          </p:nvSpPr>
          <p:spPr>
            <a:xfrm>
              <a:off x="5220680" y="35643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4" name="pt17764"/>
            <p:cNvSpPr/>
            <p:nvPr/>
          </p:nvSpPr>
          <p:spPr>
            <a:xfrm>
              <a:off x="5151049" y="35583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5" name="pt17765"/>
            <p:cNvSpPr/>
            <p:nvPr/>
          </p:nvSpPr>
          <p:spPr>
            <a:xfrm>
              <a:off x="5138624" y="35903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6" name="pt17766"/>
            <p:cNvSpPr/>
            <p:nvPr/>
          </p:nvSpPr>
          <p:spPr>
            <a:xfrm>
              <a:off x="5104332" y="3513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7" name="pt17767"/>
            <p:cNvSpPr/>
            <p:nvPr/>
          </p:nvSpPr>
          <p:spPr>
            <a:xfrm>
              <a:off x="5112907" y="3626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8" name="pt17768"/>
            <p:cNvSpPr/>
            <p:nvPr/>
          </p:nvSpPr>
          <p:spPr>
            <a:xfrm>
              <a:off x="5322276" y="35689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69" name="pt17769"/>
            <p:cNvSpPr/>
            <p:nvPr/>
          </p:nvSpPr>
          <p:spPr>
            <a:xfrm>
              <a:off x="5201387" y="36381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0" name="pt17770"/>
            <p:cNvSpPr/>
            <p:nvPr/>
          </p:nvSpPr>
          <p:spPr>
            <a:xfrm>
              <a:off x="5184645" y="3572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1" name="pt17771"/>
            <p:cNvSpPr/>
            <p:nvPr/>
          </p:nvSpPr>
          <p:spPr>
            <a:xfrm>
              <a:off x="5150255" y="3577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2" name="pt17772"/>
            <p:cNvSpPr/>
            <p:nvPr/>
          </p:nvSpPr>
          <p:spPr>
            <a:xfrm>
              <a:off x="5003973" y="3559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3" name="pt17773"/>
            <p:cNvSpPr/>
            <p:nvPr/>
          </p:nvSpPr>
          <p:spPr>
            <a:xfrm>
              <a:off x="5144455" y="35638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4" name="pt17774"/>
            <p:cNvSpPr/>
            <p:nvPr/>
          </p:nvSpPr>
          <p:spPr>
            <a:xfrm>
              <a:off x="5070219" y="3536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5" name="pt17775"/>
            <p:cNvSpPr/>
            <p:nvPr/>
          </p:nvSpPr>
          <p:spPr>
            <a:xfrm>
              <a:off x="5119895" y="35153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6" name="pt17776"/>
            <p:cNvSpPr/>
            <p:nvPr/>
          </p:nvSpPr>
          <p:spPr>
            <a:xfrm>
              <a:off x="5114903" y="3497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7" name="pt17777"/>
            <p:cNvSpPr/>
            <p:nvPr/>
          </p:nvSpPr>
          <p:spPr>
            <a:xfrm>
              <a:off x="5032703" y="3537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8" name="pt17778"/>
            <p:cNvSpPr/>
            <p:nvPr/>
          </p:nvSpPr>
          <p:spPr>
            <a:xfrm>
              <a:off x="5039470" y="3543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79" name="pt17779"/>
            <p:cNvSpPr/>
            <p:nvPr/>
          </p:nvSpPr>
          <p:spPr>
            <a:xfrm>
              <a:off x="5154164" y="35507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0" name="pt17780"/>
            <p:cNvSpPr/>
            <p:nvPr/>
          </p:nvSpPr>
          <p:spPr>
            <a:xfrm>
              <a:off x="5163240" y="3557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1" name="pt17781"/>
            <p:cNvSpPr/>
            <p:nvPr/>
          </p:nvSpPr>
          <p:spPr>
            <a:xfrm>
              <a:off x="5038600" y="35604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2" name="pt17782"/>
            <p:cNvSpPr/>
            <p:nvPr/>
          </p:nvSpPr>
          <p:spPr>
            <a:xfrm>
              <a:off x="5106085" y="3759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3" name="pt17783"/>
            <p:cNvSpPr/>
            <p:nvPr/>
          </p:nvSpPr>
          <p:spPr>
            <a:xfrm>
              <a:off x="4848313" y="3551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4" name="pt17784"/>
            <p:cNvSpPr/>
            <p:nvPr/>
          </p:nvSpPr>
          <p:spPr>
            <a:xfrm>
              <a:off x="5094878" y="3563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5" name="pt17785"/>
            <p:cNvSpPr/>
            <p:nvPr/>
          </p:nvSpPr>
          <p:spPr>
            <a:xfrm>
              <a:off x="5261438" y="3379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6" name="pt17786"/>
            <p:cNvSpPr/>
            <p:nvPr/>
          </p:nvSpPr>
          <p:spPr>
            <a:xfrm>
              <a:off x="5147391" y="3564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7" name="pt17787"/>
            <p:cNvSpPr/>
            <p:nvPr/>
          </p:nvSpPr>
          <p:spPr>
            <a:xfrm>
              <a:off x="5207033" y="35281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8" name="pt17788"/>
            <p:cNvSpPr/>
            <p:nvPr/>
          </p:nvSpPr>
          <p:spPr>
            <a:xfrm>
              <a:off x="5195540" y="3481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89" name="pt17789"/>
            <p:cNvSpPr/>
            <p:nvPr/>
          </p:nvSpPr>
          <p:spPr>
            <a:xfrm>
              <a:off x="5198708" y="3564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0" name="pt17790"/>
            <p:cNvSpPr/>
            <p:nvPr/>
          </p:nvSpPr>
          <p:spPr>
            <a:xfrm>
              <a:off x="4896782" y="35811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1" name="pt17791"/>
            <p:cNvSpPr/>
            <p:nvPr/>
          </p:nvSpPr>
          <p:spPr>
            <a:xfrm>
              <a:off x="5223750" y="3530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2" name="pt17792"/>
            <p:cNvSpPr/>
            <p:nvPr/>
          </p:nvSpPr>
          <p:spPr>
            <a:xfrm>
              <a:off x="5162251" y="3553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3" name="pt17793"/>
            <p:cNvSpPr/>
            <p:nvPr/>
          </p:nvSpPr>
          <p:spPr>
            <a:xfrm>
              <a:off x="5178860" y="3517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4" name="pt17794"/>
            <p:cNvSpPr/>
            <p:nvPr/>
          </p:nvSpPr>
          <p:spPr>
            <a:xfrm>
              <a:off x="5101706" y="35629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5" name="pt17795"/>
            <p:cNvSpPr/>
            <p:nvPr/>
          </p:nvSpPr>
          <p:spPr>
            <a:xfrm>
              <a:off x="5158873" y="35563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6" name="pt17796"/>
            <p:cNvSpPr/>
            <p:nvPr/>
          </p:nvSpPr>
          <p:spPr>
            <a:xfrm>
              <a:off x="5525391" y="35598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7" name="pt17797"/>
            <p:cNvSpPr/>
            <p:nvPr/>
          </p:nvSpPr>
          <p:spPr>
            <a:xfrm>
              <a:off x="5171493" y="35451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8" name="pt17798"/>
            <p:cNvSpPr/>
            <p:nvPr/>
          </p:nvSpPr>
          <p:spPr>
            <a:xfrm>
              <a:off x="5220438" y="3547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799" name="pt17799"/>
            <p:cNvSpPr/>
            <p:nvPr/>
          </p:nvSpPr>
          <p:spPr>
            <a:xfrm>
              <a:off x="5006485" y="35418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0" name="pt17800"/>
            <p:cNvSpPr/>
            <p:nvPr/>
          </p:nvSpPr>
          <p:spPr>
            <a:xfrm>
              <a:off x="5224477" y="3160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1" name="pt17801"/>
            <p:cNvSpPr/>
            <p:nvPr/>
          </p:nvSpPr>
          <p:spPr>
            <a:xfrm>
              <a:off x="5074761" y="3536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2" name="pt17802"/>
            <p:cNvSpPr/>
            <p:nvPr/>
          </p:nvSpPr>
          <p:spPr>
            <a:xfrm>
              <a:off x="5124410" y="35931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3" name="pt17803"/>
            <p:cNvSpPr/>
            <p:nvPr/>
          </p:nvSpPr>
          <p:spPr>
            <a:xfrm>
              <a:off x="5182302" y="3501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4" name="pt17804"/>
            <p:cNvSpPr/>
            <p:nvPr/>
          </p:nvSpPr>
          <p:spPr>
            <a:xfrm>
              <a:off x="5130489" y="3614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5" name="pt17805"/>
            <p:cNvSpPr/>
            <p:nvPr/>
          </p:nvSpPr>
          <p:spPr>
            <a:xfrm>
              <a:off x="5110735" y="35780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6" name="pt17806"/>
            <p:cNvSpPr/>
            <p:nvPr/>
          </p:nvSpPr>
          <p:spPr>
            <a:xfrm>
              <a:off x="5137957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7" name="pt17807"/>
            <p:cNvSpPr/>
            <p:nvPr/>
          </p:nvSpPr>
          <p:spPr>
            <a:xfrm>
              <a:off x="5152287" y="3562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8" name="pt17808"/>
            <p:cNvSpPr/>
            <p:nvPr/>
          </p:nvSpPr>
          <p:spPr>
            <a:xfrm>
              <a:off x="5133942" y="3537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09" name="pt17809"/>
            <p:cNvSpPr/>
            <p:nvPr/>
          </p:nvSpPr>
          <p:spPr>
            <a:xfrm>
              <a:off x="5223168" y="3544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0" name="pt17810"/>
            <p:cNvSpPr/>
            <p:nvPr/>
          </p:nvSpPr>
          <p:spPr>
            <a:xfrm>
              <a:off x="5157278" y="35407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1" name="pt17811"/>
            <p:cNvSpPr/>
            <p:nvPr/>
          </p:nvSpPr>
          <p:spPr>
            <a:xfrm>
              <a:off x="5101097" y="35212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2" name="pt17812"/>
            <p:cNvSpPr/>
            <p:nvPr/>
          </p:nvSpPr>
          <p:spPr>
            <a:xfrm>
              <a:off x="5217042" y="3552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3" name="pt17813"/>
            <p:cNvSpPr/>
            <p:nvPr/>
          </p:nvSpPr>
          <p:spPr>
            <a:xfrm>
              <a:off x="5189205" y="35657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4" name="pt17814"/>
            <p:cNvSpPr/>
            <p:nvPr/>
          </p:nvSpPr>
          <p:spPr>
            <a:xfrm>
              <a:off x="5184372" y="3593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5" name="pt17815"/>
            <p:cNvSpPr/>
            <p:nvPr/>
          </p:nvSpPr>
          <p:spPr>
            <a:xfrm>
              <a:off x="5298409" y="3563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6" name="pt17816"/>
            <p:cNvSpPr/>
            <p:nvPr/>
          </p:nvSpPr>
          <p:spPr>
            <a:xfrm>
              <a:off x="5112546" y="3555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7" name="pt17817"/>
            <p:cNvSpPr/>
            <p:nvPr/>
          </p:nvSpPr>
          <p:spPr>
            <a:xfrm>
              <a:off x="5244098" y="3569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8" name="pt17818"/>
            <p:cNvSpPr/>
            <p:nvPr/>
          </p:nvSpPr>
          <p:spPr>
            <a:xfrm>
              <a:off x="5064779" y="3531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19" name="pt17819"/>
            <p:cNvSpPr/>
            <p:nvPr/>
          </p:nvSpPr>
          <p:spPr>
            <a:xfrm>
              <a:off x="5102697" y="3557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0" name="pt17820"/>
            <p:cNvSpPr/>
            <p:nvPr/>
          </p:nvSpPr>
          <p:spPr>
            <a:xfrm>
              <a:off x="5101144" y="35572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1" name="pt17821"/>
            <p:cNvSpPr/>
            <p:nvPr/>
          </p:nvSpPr>
          <p:spPr>
            <a:xfrm>
              <a:off x="5247030" y="3575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2" name="pt17822"/>
            <p:cNvSpPr/>
            <p:nvPr/>
          </p:nvSpPr>
          <p:spPr>
            <a:xfrm>
              <a:off x="5246054" y="35769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3" name="pt17823"/>
            <p:cNvSpPr/>
            <p:nvPr/>
          </p:nvSpPr>
          <p:spPr>
            <a:xfrm>
              <a:off x="5104201" y="3577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4" name="pt17824"/>
            <p:cNvSpPr/>
            <p:nvPr/>
          </p:nvSpPr>
          <p:spPr>
            <a:xfrm>
              <a:off x="5216360" y="35495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5" name="pt17825"/>
            <p:cNvSpPr/>
            <p:nvPr/>
          </p:nvSpPr>
          <p:spPr>
            <a:xfrm>
              <a:off x="5143857" y="35686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6" name="pt17826"/>
            <p:cNvSpPr/>
            <p:nvPr/>
          </p:nvSpPr>
          <p:spPr>
            <a:xfrm>
              <a:off x="5044161" y="3512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7" name="pt17827"/>
            <p:cNvSpPr/>
            <p:nvPr/>
          </p:nvSpPr>
          <p:spPr>
            <a:xfrm>
              <a:off x="5097315" y="35503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8" name="pt17828"/>
            <p:cNvSpPr/>
            <p:nvPr/>
          </p:nvSpPr>
          <p:spPr>
            <a:xfrm>
              <a:off x="5133990" y="35610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29" name="pt17829"/>
            <p:cNvSpPr/>
            <p:nvPr/>
          </p:nvSpPr>
          <p:spPr>
            <a:xfrm>
              <a:off x="5622627" y="3546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0" name="pt17830"/>
            <p:cNvSpPr/>
            <p:nvPr/>
          </p:nvSpPr>
          <p:spPr>
            <a:xfrm>
              <a:off x="5107677" y="35225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1" name="pt17831"/>
            <p:cNvSpPr/>
            <p:nvPr/>
          </p:nvSpPr>
          <p:spPr>
            <a:xfrm>
              <a:off x="5032665" y="35363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2" name="pt17832"/>
            <p:cNvSpPr/>
            <p:nvPr/>
          </p:nvSpPr>
          <p:spPr>
            <a:xfrm>
              <a:off x="5283793" y="3551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3" name="pt17833"/>
            <p:cNvSpPr/>
            <p:nvPr/>
          </p:nvSpPr>
          <p:spPr>
            <a:xfrm>
              <a:off x="5179407" y="35627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4" name="pt17834"/>
            <p:cNvSpPr/>
            <p:nvPr/>
          </p:nvSpPr>
          <p:spPr>
            <a:xfrm>
              <a:off x="5316321" y="3590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5" name="pt17835"/>
            <p:cNvSpPr/>
            <p:nvPr/>
          </p:nvSpPr>
          <p:spPr>
            <a:xfrm>
              <a:off x="5176166" y="3323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6" name="pt17836"/>
            <p:cNvSpPr/>
            <p:nvPr/>
          </p:nvSpPr>
          <p:spPr>
            <a:xfrm>
              <a:off x="5203987" y="3546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7" name="pt17837"/>
            <p:cNvSpPr/>
            <p:nvPr/>
          </p:nvSpPr>
          <p:spPr>
            <a:xfrm>
              <a:off x="5129122" y="35403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8" name="pt17838"/>
            <p:cNvSpPr/>
            <p:nvPr/>
          </p:nvSpPr>
          <p:spPr>
            <a:xfrm>
              <a:off x="5218006" y="3605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39" name="pt17839"/>
            <p:cNvSpPr/>
            <p:nvPr/>
          </p:nvSpPr>
          <p:spPr>
            <a:xfrm>
              <a:off x="5092971" y="3507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0" name="pt17840"/>
            <p:cNvSpPr/>
            <p:nvPr/>
          </p:nvSpPr>
          <p:spPr>
            <a:xfrm>
              <a:off x="5231925" y="35710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1" name="pt17841"/>
            <p:cNvSpPr/>
            <p:nvPr/>
          </p:nvSpPr>
          <p:spPr>
            <a:xfrm>
              <a:off x="5135647" y="34807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2" name="pt17842"/>
            <p:cNvSpPr/>
            <p:nvPr/>
          </p:nvSpPr>
          <p:spPr>
            <a:xfrm>
              <a:off x="5225288" y="35597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3" name="pt17843"/>
            <p:cNvSpPr/>
            <p:nvPr/>
          </p:nvSpPr>
          <p:spPr>
            <a:xfrm>
              <a:off x="5185190" y="35513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4" name="pt17844"/>
            <p:cNvSpPr/>
            <p:nvPr/>
          </p:nvSpPr>
          <p:spPr>
            <a:xfrm>
              <a:off x="5017539" y="3601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5" name="pt17845"/>
            <p:cNvSpPr/>
            <p:nvPr/>
          </p:nvSpPr>
          <p:spPr>
            <a:xfrm>
              <a:off x="4977636" y="35541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6" name="pt17846"/>
            <p:cNvSpPr/>
            <p:nvPr/>
          </p:nvSpPr>
          <p:spPr>
            <a:xfrm>
              <a:off x="5177656" y="3559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7" name="pt17847"/>
            <p:cNvSpPr/>
            <p:nvPr/>
          </p:nvSpPr>
          <p:spPr>
            <a:xfrm>
              <a:off x="5291641" y="35541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8" name="pt17848"/>
            <p:cNvSpPr/>
            <p:nvPr/>
          </p:nvSpPr>
          <p:spPr>
            <a:xfrm>
              <a:off x="4870765" y="3562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49" name="pt17849"/>
            <p:cNvSpPr/>
            <p:nvPr/>
          </p:nvSpPr>
          <p:spPr>
            <a:xfrm>
              <a:off x="5160877" y="3651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0" name="pt17850"/>
            <p:cNvSpPr/>
            <p:nvPr/>
          </p:nvSpPr>
          <p:spPr>
            <a:xfrm>
              <a:off x="5068611" y="35080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1" name="pt17851"/>
            <p:cNvSpPr/>
            <p:nvPr/>
          </p:nvSpPr>
          <p:spPr>
            <a:xfrm>
              <a:off x="5189493" y="3546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2" name="pt17852"/>
            <p:cNvSpPr/>
            <p:nvPr/>
          </p:nvSpPr>
          <p:spPr>
            <a:xfrm>
              <a:off x="5216974" y="35531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3" name="pt17853"/>
            <p:cNvSpPr/>
            <p:nvPr/>
          </p:nvSpPr>
          <p:spPr>
            <a:xfrm>
              <a:off x="5308392" y="35713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4" name="pt17854"/>
            <p:cNvSpPr/>
            <p:nvPr/>
          </p:nvSpPr>
          <p:spPr>
            <a:xfrm>
              <a:off x="5292228" y="35699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5" name="pt17855"/>
            <p:cNvSpPr/>
            <p:nvPr/>
          </p:nvSpPr>
          <p:spPr>
            <a:xfrm>
              <a:off x="5247455" y="35803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6" name="pt17856"/>
            <p:cNvSpPr/>
            <p:nvPr/>
          </p:nvSpPr>
          <p:spPr>
            <a:xfrm>
              <a:off x="5103286" y="35111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7" name="pt17857"/>
            <p:cNvSpPr/>
            <p:nvPr/>
          </p:nvSpPr>
          <p:spPr>
            <a:xfrm>
              <a:off x="5084869" y="34901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8" name="pt17858"/>
            <p:cNvSpPr/>
            <p:nvPr/>
          </p:nvSpPr>
          <p:spPr>
            <a:xfrm>
              <a:off x="5109875" y="35801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59" name="pt17859"/>
            <p:cNvSpPr/>
            <p:nvPr/>
          </p:nvSpPr>
          <p:spPr>
            <a:xfrm>
              <a:off x="5075896" y="3555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0" name="pt17860"/>
            <p:cNvSpPr/>
            <p:nvPr/>
          </p:nvSpPr>
          <p:spPr>
            <a:xfrm>
              <a:off x="5092295" y="3556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1" name="pt17861"/>
            <p:cNvSpPr/>
            <p:nvPr/>
          </p:nvSpPr>
          <p:spPr>
            <a:xfrm>
              <a:off x="5109437" y="35859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2" name="pt17862"/>
            <p:cNvSpPr/>
            <p:nvPr/>
          </p:nvSpPr>
          <p:spPr>
            <a:xfrm>
              <a:off x="5126900" y="35137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3" name="pt17863"/>
            <p:cNvSpPr/>
            <p:nvPr/>
          </p:nvSpPr>
          <p:spPr>
            <a:xfrm>
              <a:off x="5409926" y="3558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4" name="pt17864"/>
            <p:cNvSpPr/>
            <p:nvPr/>
          </p:nvSpPr>
          <p:spPr>
            <a:xfrm>
              <a:off x="5236209" y="3593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5" name="pt17865"/>
            <p:cNvSpPr/>
            <p:nvPr/>
          </p:nvSpPr>
          <p:spPr>
            <a:xfrm>
              <a:off x="5042805" y="34661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6" name="pt17866"/>
            <p:cNvSpPr/>
            <p:nvPr/>
          </p:nvSpPr>
          <p:spPr>
            <a:xfrm>
              <a:off x="5229131" y="3572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7" name="pt17867"/>
            <p:cNvSpPr/>
            <p:nvPr/>
          </p:nvSpPr>
          <p:spPr>
            <a:xfrm>
              <a:off x="5088673" y="3595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8" name="pt17868"/>
            <p:cNvSpPr/>
            <p:nvPr/>
          </p:nvSpPr>
          <p:spPr>
            <a:xfrm>
              <a:off x="5146813" y="35487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69" name="pt17869"/>
            <p:cNvSpPr/>
            <p:nvPr/>
          </p:nvSpPr>
          <p:spPr>
            <a:xfrm>
              <a:off x="5141309" y="35569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0" name="pt17870"/>
            <p:cNvSpPr/>
            <p:nvPr/>
          </p:nvSpPr>
          <p:spPr>
            <a:xfrm>
              <a:off x="5203328" y="3562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1" name="pt17871"/>
            <p:cNvSpPr/>
            <p:nvPr/>
          </p:nvSpPr>
          <p:spPr>
            <a:xfrm>
              <a:off x="5339305" y="35731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2" name="pt17872"/>
            <p:cNvSpPr/>
            <p:nvPr/>
          </p:nvSpPr>
          <p:spPr>
            <a:xfrm>
              <a:off x="5119293" y="35558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3" name="pt17873"/>
            <p:cNvSpPr/>
            <p:nvPr/>
          </p:nvSpPr>
          <p:spPr>
            <a:xfrm>
              <a:off x="5284564" y="3554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4" name="pt17874"/>
            <p:cNvSpPr/>
            <p:nvPr/>
          </p:nvSpPr>
          <p:spPr>
            <a:xfrm>
              <a:off x="5098768" y="3558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5" name="pt17875"/>
            <p:cNvSpPr/>
            <p:nvPr/>
          </p:nvSpPr>
          <p:spPr>
            <a:xfrm>
              <a:off x="5162730" y="35674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6" name="pt17876"/>
            <p:cNvSpPr/>
            <p:nvPr/>
          </p:nvSpPr>
          <p:spPr>
            <a:xfrm>
              <a:off x="5238847" y="35734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7" name="pt17877"/>
            <p:cNvSpPr/>
            <p:nvPr/>
          </p:nvSpPr>
          <p:spPr>
            <a:xfrm>
              <a:off x="4991089" y="35586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8" name="pt17878"/>
            <p:cNvSpPr/>
            <p:nvPr/>
          </p:nvSpPr>
          <p:spPr>
            <a:xfrm>
              <a:off x="5064933" y="3537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79" name="pt17879"/>
            <p:cNvSpPr/>
            <p:nvPr/>
          </p:nvSpPr>
          <p:spPr>
            <a:xfrm>
              <a:off x="5002806" y="3539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0" name="pt17880"/>
            <p:cNvSpPr/>
            <p:nvPr/>
          </p:nvSpPr>
          <p:spPr>
            <a:xfrm>
              <a:off x="5196762" y="3628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1" name="pt17881"/>
            <p:cNvSpPr/>
            <p:nvPr/>
          </p:nvSpPr>
          <p:spPr>
            <a:xfrm>
              <a:off x="5153660" y="35637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2" name="pt17882"/>
            <p:cNvSpPr/>
            <p:nvPr/>
          </p:nvSpPr>
          <p:spPr>
            <a:xfrm>
              <a:off x="5142757" y="3566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3" name="pt17883"/>
            <p:cNvSpPr/>
            <p:nvPr/>
          </p:nvSpPr>
          <p:spPr>
            <a:xfrm>
              <a:off x="4916007" y="35291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4" name="pt17884"/>
            <p:cNvSpPr/>
            <p:nvPr/>
          </p:nvSpPr>
          <p:spPr>
            <a:xfrm>
              <a:off x="4990570" y="35461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5" name="pt17885"/>
            <p:cNvSpPr/>
            <p:nvPr/>
          </p:nvSpPr>
          <p:spPr>
            <a:xfrm>
              <a:off x="5206005" y="3556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6" name="pt17886"/>
            <p:cNvSpPr/>
            <p:nvPr/>
          </p:nvSpPr>
          <p:spPr>
            <a:xfrm>
              <a:off x="5088779" y="35583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7" name="pt17887"/>
            <p:cNvSpPr/>
            <p:nvPr/>
          </p:nvSpPr>
          <p:spPr>
            <a:xfrm>
              <a:off x="5336411" y="348206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88" name="pt17888"/>
            <p:cNvSpPr/>
            <p:nvPr/>
          </p:nvSpPr>
          <p:spPr>
            <a:xfrm>
              <a:off x="5036038" y="35432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89" name="pt17889"/>
            <p:cNvSpPr/>
            <p:nvPr/>
          </p:nvSpPr>
          <p:spPr>
            <a:xfrm>
              <a:off x="5078513" y="35375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0" name="pt17890"/>
            <p:cNvSpPr/>
            <p:nvPr/>
          </p:nvSpPr>
          <p:spPr>
            <a:xfrm>
              <a:off x="4361787" y="35590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1" name="pt17891"/>
            <p:cNvSpPr/>
            <p:nvPr/>
          </p:nvSpPr>
          <p:spPr>
            <a:xfrm>
              <a:off x="5261857" y="3567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2" name="pt17892"/>
            <p:cNvSpPr/>
            <p:nvPr/>
          </p:nvSpPr>
          <p:spPr>
            <a:xfrm>
              <a:off x="5163125" y="35725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3" name="pt17893"/>
            <p:cNvSpPr/>
            <p:nvPr/>
          </p:nvSpPr>
          <p:spPr>
            <a:xfrm>
              <a:off x="5109358" y="3535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4" name="pt17894"/>
            <p:cNvSpPr/>
            <p:nvPr/>
          </p:nvSpPr>
          <p:spPr>
            <a:xfrm>
              <a:off x="5201679" y="3565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5" name="pt17895"/>
            <p:cNvSpPr/>
            <p:nvPr/>
          </p:nvSpPr>
          <p:spPr>
            <a:xfrm>
              <a:off x="5195856" y="35288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6" name="pt17896"/>
            <p:cNvSpPr/>
            <p:nvPr/>
          </p:nvSpPr>
          <p:spPr>
            <a:xfrm>
              <a:off x="5145901" y="3564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7" name="pt17897"/>
            <p:cNvSpPr/>
            <p:nvPr/>
          </p:nvSpPr>
          <p:spPr>
            <a:xfrm>
              <a:off x="5190000" y="3562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8" name="pt17898"/>
            <p:cNvSpPr/>
            <p:nvPr/>
          </p:nvSpPr>
          <p:spPr>
            <a:xfrm>
              <a:off x="5367916" y="3564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899" name="pt17899"/>
            <p:cNvSpPr/>
            <p:nvPr/>
          </p:nvSpPr>
          <p:spPr>
            <a:xfrm>
              <a:off x="5170738" y="35600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0" name="pt17900"/>
            <p:cNvSpPr/>
            <p:nvPr/>
          </p:nvSpPr>
          <p:spPr>
            <a:xfrm>
              <a:off x="5129885" y="35043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1" name="pt17901"/>
            <p:cNvSpPr/>
            <p:nvPr/>
          </p:nvSpPr>
          <p:spPr>
            <a:xfrm>
              <a:off x="5094739" y="3475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2" name="pt17902"/>
            <p:cNvSpPr/>
            <p:nvPr/>
          </p:nvSpPr>
          <p:spPr>
            <a:xfrm>
              <a:off x="5054609" y="3545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3" name="pt17903"/>
            <p:cNvSpPr/>
            <p:nvPr/>
          </p:nvSpPr>
          <p:spPr>
            <a:xfrm>
              <a:off x="5166526" y="35582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4" name="pt17904"/>
            <p:cNvSpPr/>
            <p:nvPr/>
          </p:nvSpPr>
          <p:spPr>
            <a:xfrm>
              <a:off x="5234013" y="35786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5" name="pt17905"/>
            <p:cNvSpPr/>
            <p:nvPr/>
          </p:nvSpPr>
          <p:spPr>
            <a:xfrm>
              <a:off x="5016857" y="3565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6" name="pt17906"/>
            <p:cNvSpPr/>
            <p:nvPr/>
          </p:nvSpPr>
          <p:spPr>
            <a:xfrm>
              <a:off x="5315416" y="3556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7" name="pt17907"/>
            <p:cNvSpPr/>
            <p:nvPr/>
          </p:nvSpPr>
          <p:spPr>
            <a:xfrm>
              <a:off x="5145620" y="3367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8" name="pt17908"/>
            <p:cNvSpPr/>
            <p:nvPr/>
          </p:nvSpPr>
          <p:spPr>
            <a:xfrm>
              <a:off x="5226643" y="3558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09" name="pt17909"/>
            <p:cNvSpPr/>
            <p:nvPr/>
          </p:nvSpPr>
          <p:spPr>
            <a:xfrm>
              <a:off x="5298833" y="35893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0" name="pt17910"/>
            <p:cNvSpPr/>
            <p:nvPr/>
          </p:nvSpPr>
          <p:spPr>
            <a:xfrm>
              <a:off x="5092640" y="35637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1" name="pt17911"/>
            <p:cNvSpPr/>
            <p:nvPr/>
          </p:nvSpPr>
          <p:spPr>
            <a:xfrm>
              <a:off x="5231830" y="3587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2" name="pt17912"/>
            <p:cNvSpPr/>
            <p:nvPr/>
          </p:nvSpPr>
          <p:spPr>
            <a:xfrm>
              <a:off x="5287330" y="35790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3" name="pt17913"/>
            <p:cNvSpPr/>
            <p:nvPr/>
          </p:nvSpPr>
          <p:spPr>
            <a:xfrm>
              <a:off x="5035303" y="3577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4" name="pt17914"/>
            <p:cNvSpPr/>
            <p:nvPr/>
          </p:nvSpPr>
          <p:spPr>
            <a:xfrm>
              <a:off x="5017177" y="3530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5" name="pt17915"/>
            <p:cNvSpPr/>
            <p:nvPr/>
          </p:nvSpPr>
          <p:spPr>
            <a:xfrm>
              <a:off x="5038279" y="31367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6" name="pt17916"/>
            <p:cNvSpPr/>
            <p:nvPr/>
          </p:nvSpPr>
          <p:spPr>
            <a:xfrm>
              <a:off x="5208601" y="3621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7" name="pt17917"/>
            <p:cNvSpPr/>
            <p:nvPr/>
          </p:nvSpPr>
          <p:spPr>
            <a:xfrm>
              <a:off x="5127826" y="3565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8" name="pt17918"/>
            <p:cNvSpPr/>
            <p:nvPr/>
          </p:nvSpPr>
          <p:spPr>
            <a:xfrm>
              <a:off x="5198725" y="35081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19" name="pt17919"/>
            <p:cNvSpPr/>
            <p:nvPr/>
          </p:nvSpPr>
          <p:spPr>
            <a:xfrm>
              <a:off x="5214405" y="35654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0" name="pt17920"/>
            <p:cNvSpPr/>
            <p:nvPr/>
          </p:nvSpPr>
          <p:spPr>
            <a:xfrm>
              <a:off x="5140473" y="35497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1" name="pt17921"/>
            <p:cNvSpPr/>
            <p:nvPr/>
          </p:nvSpPr>
          <p:spPr>
            <a:xfrm>
              <a:off x="5128367" y="3551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2" name="pt17922"/>
            <p:cNvSpPr/>
            <p:nvPr/>
          </p:nvSpPr>
          <p:spPr>
            <a:xfrm>
              <a:off x="5039866" y="34537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3" name="pt17923"/>
            <p:cNvSpPr/>
            <p:nvPr/>
          </p:nvSpPr>
          <p:spPr>
            <a:xfrm>
              <a:off x="5266132" y="35832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4" name="pt17924"/>
            <p:cNvSpPr/>
            <p:nvPr/>
          </p:nvSpPr>
          <p:spPr>
            <a:xfrm>
              <a:off x="5265459" y="3558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5" name="pt17925"/>
            <p:cNvSpPr/>
            <p:nvPr/>
          </p:nvSpPr>
          <p:spPr>
            <a:xfrm>
              <a:off x="5075035" y="3552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6" name="pt17926"/>
            <p:cNvSpPr/>
            <p:nvPr/>
          </p:nvSpPr>
          <p:spPr>
            <a:xfrm>
              <a:off x="5110850" y="3563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7" name="pt17927"/>
            <p:cNvSpPr/>
            <p:nvPr/>
          </p:nvSpPr>
          <p:spPr>
            <a:xfrm>
              <a:off x="5255420" y="34931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8" name="pt17928"/>
            <p:cNvSpPr/>
            <p:nvPr/>
          </p:nvSpPr>
          <p:spPr>
            <a:xfrm>
              <a:off x="5276408" y="35842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29" name="pt17929"/>
            <p:cNvSpPr/>
            <p:nvPr/>
          </p:nvSpPr>
          <p:spPr>
            <a:xfrm>
              <a:off x="5060503" y="35478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0" name="pt17930"/>
            <p:cNvSpPr/>
            <p:nvPr/>
          </p:nvSpPr>
          <p:spPr>
            <a:xfrm>
              <a:off x="5095476" y="3554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1" name="pt17931"/>
            <p:cNvSpPr/>
            <p:nvPr/>
          </p:nvSpPr>
          <p:spPr>
            <a:xfrm>
              <a:off x="5365934" y="3553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2" name="pt17932"/>
            <p:cNvSpPr/>
            <p:nvPr/>
          </p:nvSpPr>
          <p:spPr>
            <a:xfrm>
              <a:off x="5074612" y="3574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3" name="pt17933"/>
            <p:cNvSpPr/>
            <p:nvPr/>
          </p:nvSpPr>
          <p:spPr>
            <a:xfrm>
              <a:off x="5126124" y="30107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4" name="pt17934"/>
            <p:cNvSpPr/>
            <p:nvPr/>
          </p:nvSpPr>
          <p:spPr>
            <a:xfrm>
              <a:off x="5163745" y="3557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5" name="pt17935"/>
            <p:cNvSpPr/>
            <p:nvPr/>
          </p:nvSpPr>
          <p:spPr>
            <a:xfrm>
              <a:off x="5071452" y="3560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6" name="pt17936"/>
            <p:cNvSpPr/>
            <p:nvPr/>
          </p:nvSpPr>
          <p:spPr>
            <a:xfrm>
              <a:off x="5277912" y="35671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7" name="pt17937"/>
            <p:cNvSpPr/>
            <p:nvPr/>
          </p:nvSpPr>
          <p:spPr>
            <a:xfrm>
              <a:off x="5230972" y="35761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8" name="pt17938"/>
            <p:cNvSpPr/>
            <p:nvPr/>
          </p:nvSpPr>
          <p:spPr>
            <a:xfrm>
              <a:off x="5157971" y="3565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39" name="pt17939"/>
            <p:cNvSpPr/>
            <p:nvPr/>
          </p:nvSpPr>
          <p:spPr>
            <a:xfrm>
              <a:off x="5008944" y="35102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0" name="pt17940"/>
            <p:cNvSpPr/>
            <p:nvPr/>
          </p:nvSpPr>
          <p:spPr>
            <a:xfrm>
              <a:off x="5121299" y="35562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1" name="pt17941"/>
            <p:cNvSpPr/>
            <p:nvPr/>
          </p:nvSpPr>
          <p:spPr>
            <a:xfrm>
              <a:off x="5289377" y="3605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2" name="pt17942"/>
            <p:cNvSpPr/>
            <p:nvPr/>
          </p:nvSpPr>
          <p:spPr>
            <a:xfrm>
              <a:off x="5228884" y="3572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3" name="pt17943"/>
            <p:cNvSpPr/>
            <p:nvPr/>
          </p:nvSpPr>
          <p:spPr>
            <a:xfrm>
              <a:off x="5160375" y="3566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4" name="pt17944"/>
            <p:cNvSpPr/>
            <p:nvPr/>
          </p:nvSpPr>
          <p:spPr>
            <a:xfrm>
              <a:off x="5198576" y="35422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5" name="pt17945"/>
            <p:cNvSpPr/>
            <p:nvPr/>
          </p:nvSpPr>
          <p:spPr>
            <a:xfrm>
              <a:off x="5085920" y="3550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6" name="pt17946"/>
            <p:cNvSpPr/>
            <p:nvPr/>
          </p:nvSpPr>
          <p:spPr>
            <a:xfrm>
              <a:off x="5195387" y="3555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7" name="pt17947"/>
            <p:cNvSpPr/>
            <p:nvPr/>
          </p:nvSpPr>
          <p:spPr>
            <a:xfrm>
              <a:off x="5243048" y="3527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8" name="pt17948"/>
            <p:cNvSpPr/>
            <p:nvPr/>
          </p:nvSpPr>
          <p:spPr>
            <a:xfrm>
              <a:off x="5144996" y="3564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49" name="pt17949"/>
            <p:cNvSpPr/>
            <p:nvPr/>
          </p:nvSpPr>
          <p:spPr>
            <a:xfrm>
              <a:off x="5207943" y="35708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0" name="pt17950"/>
            <p:cNvSpPr/>
            <p:nvPr/>
          </p:nvSpPr>
          <p:spPr>
            <a:xfrm>
              <a:off x="5351820" y="35528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1" name="pt17951"/>
            <p:cNvSpPr/>
            <p:nvPr/>
          </p:nvSpPr>
          <p:spPr>
            <a:xfrm>
              <a:off x="5224880" y="3580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2" name="pt17952"/>
            <p:cNvSpPr/>
            <p:nvPr/>
          </p:nvSpPr>
          <p:spPr>
            <a:xfrm>
              <a:off x="5106441" y="35491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3" name="pt17953"/>
            <p:cNvSpPr/>
            <p:nvPr/>
          </p:nvSpPr>
          <p:spPr>
            <a:xfrm>
              <a:off x="5076734" y="3547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4" name="pt17954"/>
            <p:cNvSpPr/>
            <p:nvPr/>
          </p:nvSpPr>
          <p:spPr>
            <a:xfrm>
              <a:off x="5106075" y="3556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5" name="pt17955"/>
            <p:cNvSpPr/>
            <p:nvPr/>
          </p:nvSpPr>
          <p:spPr>
            <a:xfrm>
              <a:off x="5114529" y="35687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6" name="pt17956"/>
            <p:cNvSpPr/>
            <p:nvPr/>
          </p:nvSpPr>
          <p:spPr>
            <a:xfrm>
              <a:off x="5126453" y="3528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7" name="pt17957"/>
            <p:cNvSpPr/>
            <p:nvPr/>
          </p:nvSpPr>
          <p:spPr>
            <a:xfrm>
              <a:off x="5155225" y="35339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8" name="pt17958"/>
            <p:cNvSpPr/>
            <p:nvPr/>
          </p:nvSpPr>
          <p:spPr>
            <a:xfrm>
              <a:off x="5216990" y="35612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59" name="pt17959"/>
            <p:cNvSpPr/>
            <p:nvPr/>
          </p:nvSpPr>
          <p:spPr>
            <a:xfrm>
              <a:off x="5108352" y="3533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0" name="pt17960"/>
            <p:cNvSpPr/>
            <p:nvPr/>
          </p:nvSpPr>
          <p:spPr>
            <a:xfrm>
              <a:off x="5017661" y="3563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1" name="pt17961"/>
            <p:cNvSpPr/>
            <p:nvPr/>
          </p:nvSpPr>
          <p:spPr>
            <a:xfrm>
              <a:off x="4536398" y="35546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2" name="pt17962"/>
            <p:cNvSpPr/>
            <p:nvPr/>
          </p:nvSpPr>
          <p:spPr>
            <a:xfrm>
              <a:off x="4602601" y="3554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3" name="pt17963"/>
            <p:cNvSpPr/>
            <p:nvPr/>
          </p:nvSpPr>
          <p:spPr>
            <a:xfrm>
              <a:off x="5120329" y="35335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4" name="pt17964"/>
            <p:cNvSpPr/>
            <p:nvPr/>
          </p:nvSpPr>
          <p:spPr>
            <a:xfrm>
              <a:off x="5194477" y="35159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5" name="pt17965"/>
            <p:cNvSpPr/>
            <p:nvPr/>
          </p:nvSpPr>
          <p:spPr>
            <a:xfrm>
              <a:off x="5083346" y="35765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6" name="pt17966"/>
            <p:cNvSpPr/>
            <p:nvPr/>
          </p:nvSpPr>
          <p:spPr>
            <a:xfrm>
              <a:off x="5099355" y="3492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7" name="pt17967"/>
            <p:cNvSpPr/>
            <p:nvPr/>
          </p:nvSpPr>
          <p:spPr>
            <a:xfrm>
              <a:off x="5107923" y="3512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8" name="pt17968"/>
            <p:cNvSpPr/>
            <p:nvPr/>
          </p:nvSpPr>
          <p:spPr>
            <a:xfrm>
              <a:off x="5126903" y="35386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69" name="pt17969"/>
            <p:cNvSpPr/>
            <p:nvPr/>
          </p:nvSpPr>
          <p:spPr>
            <a:xfrm>
              <a:off x="5202097" y="3440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0" name="pt17970"/>
            <p:cNvSpPr/>
            <p:nvPr/>
          </p:nvSpPr>
          <p:spPr>
            <a:xfrm>
              <a:off x="5186484" y="25428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1" name="pt17971"/>
            <p:cNvSpPr/>
            <p:nvPr/>
          </p:nvSpPr>
          <p:spPr>
            <a:xfrm>
              <a:off x="5076201" y="35418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2" name="pt17972"/>
            <p:cNvSpPr/>
            <p:nvPr/>
          </p:nvSpPr>
          <p:spPr>
            <a:xfrm>
              <a:off x="5012886" y="3542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3" name="pt17973"/>
            <p:cNvSpPr/>
            <p:nvPr/>
          </p:nvSpPr>
          <p:spPr>
            <a:xfrm>
              <a:off x="4844842" y="35554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4" name="pt17974"/>
            <p:cNvSpPr/>
            <p:nvPr/>
          </p:nvSpPr>
          <p:spPr>
            <a:xfrm>
              <a:off x="5203812" y="3490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5" name="pt17975"/>
            <p:cNvSpPr/>
            <p:nvPr/>
          </p:nvSpPr>
          <p:spPr>
            <a:xfrm>
              <a:off x="5137003" y="3556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6" name="pt17976"/>
            <p:cNvSpPr/>
            <p:nvPr/>
          </p:nvSpPr>
          <p:spPr>
            <a:xfrm>
              <a:off x="5224117" y="3573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7" name="pt17977"/>
            <p:cNvSpPr/>
            <p:nvPr/>
          </p:nvSpPr>
          <p:spPr>
            <a:xfrm>
              <a:off x="5215166" y="36707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8" name="pt17978"/>
            <p:cNvSpPr/>
            <p:nvPr/>
          </p:nvSpPr>
          <p:spPr>
            <a:xfrm>
              <a:off x="5135067" y="35556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79" name="pt17979"/>
            <p:cNvSpPr/>
            <p:nvPr/>
          </p:nvSpPr>
          <p:spPr>
            <a:xfrm>
              <a:off x="5276737" y="35576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0" name="pt17980"/>
            <p:cNvSpPr/>
            <p:nvPr/>
          </p:nvSpPr>
          <p:spPr>
            <a:xfrm>
              <a:off x="5233084" y="35581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1" name="pt17981"/>
            <p:cNvSpPr/>
            <p:nvPr/>
          </p:nvSpPr>
          <p:spPr>
            <a:xfrm>
              <a:off x="5103112" y="35419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2" name="pt17982"/>
            <p:cNvSpPr/>
            <p:nvPr/>
          </p:nvSpPr>
          <p:spPr>
            <a:xfrm>
              <a:off x="5134400" y="3553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3" name="pt17983"/>
            <p:cNvSpPr/>
            <p:nvPr/>
          </p:nvSpPr>
          <p:spPr>
            <a:xfrm>
              <a:off x="5149539" y="3569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4" name="pt17984"/>
            <p:cNvSpPr/>
            <p:nvPr/>
          </p:nvSpPr>
          <p:spPr>
            <a:xfrm>
              <a:off x="5132722" y="3585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5" name="pt17985"/>
            <p:cNvSpPr/>
            <p:nvPr/>
          </p:nvSpPr>
          <p:spPr>
            <a:xfrm>
              <a:off x="5124862" y="35437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6" name="pt17986"/>
            <p:cNvSpPr/>
            <p:nvPr/>
          </p:nvSpPr>
          <p:spPr>
            <a:xfrm>
              <a:off x="5155081" y="3549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7" name="pt17987"/>
            <p:cNvSpPr/>
            <p:nvPr/>
          </p:nvSpPr>
          <p:spPr>
            <a:xfrm>
              <a:off x="5003023" y="3522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8" name="pt17988"/>
            <p:cNvSpPr/>
            <p:nvPr/>
          </p:nvSpPr>
          <p:spPr>
            <a:xfrm>
              <a:off x="5144713" y="3550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89" name="pt17989"/>
            <p:cNvSpPr/>
            <p:nvPr/>
          </p:nvSpPr>
          <p:spPr>
            <a:xfrm>
              <a:off x="5155831" y="35306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0" name="pt17990"/>
            <p:cNvSpPr/>
            <p:nvPr/>
          </p:nvSpPr>
          <p:spPr>
            <a:xfrm>
              <a:off x="5076365" y="35575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1" name="pt17991"/>
            <p:cNvSpPr/>
            <p:nvPr/>
          </p:nvSpPr>
          <p:spPr>
            <a:xfrm>
              <a:off x="5157750" y="35750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2" name="pt17992"/>
            <p:cNvSpPr/>
            <p:nvPr/>
          </p:nvSpPr>
          <p:spPr>
            <a:xfrm>
              <a:off x="5077754" y="35493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3" name="pt17993"/>
            <p:cNvSpPr/>
            <p:nvPr/>
          </p:nvSpPr>
          <p:spPr>
            <a:xfrm>
              <a:off x="5032838" y="3542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4" name="pt17994"/>
            <p:cNvSpPr/>
            <p:nvPr/>
          </p:nvSpPr>
          <p:spPr>
            <a:xfrm>
              <a:off x="4940380" y="3581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5" name="pt17995"/>
            <p:cNvSpPr/>
            <p:nvPr/>
          </p:nvSpPr>
          <p:spPr>
            <a:xfrm>
              <a:off x="5129178" y="35290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6" name="pt17996"/>
            <p:cNvSpPr/>
            <p:nvPr/>
          </p:nvSpPr>
          <p:spPr>
            <a:xfrm>
              <a:off x="5084539" y="35423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7" name="pt17997"/>
            <p:cNvSpPr/>
            <p:nvPr/>
          </p:nvSpPr>
          <p:spPr>
            <a:xfrm>
              <a:off x="5018446" y="3544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8" name="pt17998"/>
            <p:cNvSpPr/>
            <p:nvPr/>
          </p:nvSpPr>
          <p:spPr>
            <a:xfrm>
              <a:off x="4711846" y="35621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7999" name="pt17999"/>
            <p:cNvSpPr/>
            <p:nvPr/>
          </p:nvSpPr>
          <p:spPr>
            <a:xfrm>
              <a:off x="5114027" y="3547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0" name="pt18000"/>
            <p:cNvSpPr/>
            <p:nvPr/>
          </p:nvSpPr>
          <p:spPr>
            <a:xfrm>
              <a:off x="5025726" y="35585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1" name="pt18001"/>
            <p:cNvSpPr/>
            <p:nvPr/>
          </p:nvSpPr>
          <p:spPr>
            <a:xfrm>
              <a:off x="5007428" y="3561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2" name="pt18002"/>
            <p:cNvSpPr/>
            <p:nvPr/>
          </p:nvSpPr>
          <p:spPr>
            <a:xfrm>
              <a:off x="5245278" y="39601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3" name="pt18003"/>
            <p:cNvSpPr/>
            <p:nvPr/>
          </p:nvSpPr>
          <p:spPr>
            <a:xfrm>
              <a:off x="5013012" y="3549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4" name="pt18004"/>
            <p:cNvSpPr/>
            <p:nvPr/>
          </p:nvSpPr>
          <p:spPr>
            <a:xfrm>
              <a:off x="5112863" y="3528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5" name="pt18005"/>
            <p:cNvSpPr/>
            <p:nvPr/>
          </p:nvSpPr>
          <p:spPr>
            <a:xfrm>
              <a:off x="5239560" y="35656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6" name="pt18006"/>
            <p:cNvSpPr/>
            <p:nvPr/>
          </p:nvSpPr>
          <p:spPr>
            <a:xfrm>
              <a:off x="5131101" y="3558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7" name="pt18007"/>
            <p:cNvSpPr/>
            <p:nvPr/>
          </p:nvSpPr>
          <p:spPr>
            <a:xfrm>
              <a:off x="5079468" y="35457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8" name="pt18008"/>
            <p:cNvSpPr/>
            <p:nvPr/>
          </p:nvSpPr>
          <p:spPr>
            <a:xfrm>
              <a:off x="5569593" y="35666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09" name="pt18009"/>
            <p:cNvSpPr/>
            <p:nvPr/>
          </p:nvSpPr>
          <p:spPr>
            <a:xfrm>
              <a:off x="5153490" y="35807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0" name="pt18010"/>
            <p:cNvSpPr/>
            <p:nvPr/>
          </p:nvSpPr>
          <p:spPr>
            <a:xfrm>
              <a:off x="5141089" y="35694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1" name="pt18011"/>
            <p:cNvSpPr/>
            <p:nvPr/>
          </p:nvSpPr>
          <p:spPr>
            <a:xfrm>
              <a:off x="5284746" y="35811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2" name="pt18012"/>
            <p:cNvSpPr/>
            <p:nvPr/>
          </p:nvSpPr>
          <p:spPr>
            <a:xfrm>
              <a:off x="5139529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3" name="pt18013"/>
            <p:cNvSpPr/>
            <p:nvPr/>
          </p:nvSpPr>
          <p:spPr>
            <a:xfrm>
              <a:off x="5128085" y="35739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4" name="pt18014"/>
            <p:cNvSpPr/>
            <p:nvPr/>
          </p:nvSpPr>
          <p:spPr>
            <a:xfrm>
              <a:off x="5087596" y="3617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5" name="pt18015"/>
            <p:cNvSpPr/>
            <p:nvPr/>
          </p:nvSpPr>
          <p:spPr>
            <a:xfrm>
              <a:off x="5209596" y="36263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6" name="pt18016"/>
            <p:cNvSpPr/>
            <p:nvPr/>
          </p:nvSpPr>
          <p:spPr>
            <a:xfrm>
              <a:off x="5343717" y="3525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7" name="pt18017"/>
            <p:cNvSpPr/>
            <p:nvPr/>
          </p:nvSpPr>
          <p:spPr>
            <a:xfrm>
              <a:off x="5006456" y="34973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8" name="pt18018"/>
            <p:cNvSpPr/>
            <p:nvPr/>
          </p:nvSpPr>
          <p:spPr>
            <a:xfrm>
              <a:off x="5060333" y="35308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19" name="pt18019"/>
            <p:cNvSpPr/>
            <p:nvPr/>
          </p:nvSpPr>
          <p:spPr>
            <a:xfrm>
              <a:off x="4970013" y="3555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0" name="pt18020"/>
            <p:cNvSpPr/>
            <p:nvPr/>
          </p:nvSpPr>
          <p:spPr>
            <a:xfrm>
              <a:off x="5062499" y="3576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1" name="pt18021"/>
            <p:cNvSpPr/>
            <p:nvPr/>
          </p:nvSpPr>
          <p:spPr>
            <a:xfrm>
              <a:off x="4978092" y="35841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2" name="pt18022"/>
            <p:cNvSpPr/>
            <p:nvPr/>
          </p:nvSpPr>
          <p:spPr>
            <a:xfrm>
              <a:off x="5158057" y="3568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3" name="pt18023"/>
            <p:cNvSpPr/>
            <p:nvPr/>
          </p:nvSpPr>
          <p:spPr>
            <a:xfrm>
              <a:off x="5056370" y="35152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4" name="pt18024"/>
            <p:cNvSpPr/>
            <p:nvPr/>
          </p:nvSpPr>
          <p:spPr>
            <a:xfrm>
              <a:off x="5081598" y="35691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5" name="pt18025"/>
            <p:cNvSpPr/>
            <p:nvPr/>
          </p:nvSpPr>
          <p:spPr>
            <a:xfrm>
              <a:off x="5144064" y="35439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6" name="pt18026"/>
            <p:cNvSpPr/>
            <p:nvPr/>
          </p:nvSpPr>
          <p:spPr>
            <a:xfrm>
              <a:off x="5109361" y="35253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7" name="pt18027"/>
            <p:cNvSpPr/>
            <p:nvPr/>
          </p:nvSpPr>
          <p:spPr>
            <a:xfrm>
              <a:off x="5193549" y="36203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8" name="pt18028"/>
            <p:cNvSpPr/>
            <p:nvPr/>
          </p:nvSpPr>
          <p:spPr>
            <a:xfrm>
              <a:off x="5152137" y="35617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29" name="pt18029"/>
            <p:cNvSpPr/>
            <p:nvPr/>
          </p:nvSpPr>
          <p:spPr>
            <a:xfrm>
              <a:off x="5280387" y="35853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0" name="pt18030"/>
            <p:cNvSpPr/>
            <p:nvPr/>
          </p:nvSpPr>
          <p:spPr>
            <a:xfrm>
              <a:off x="5082195" y="36054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1" name="pt18031"/>
            <p:cNvSpPr/>
            <p:nvPr/>
          </p:nvSpPr>
          <p:spPr>
            <a:xfrm>
              <a:off x="5206408" y="35371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2" name="pt18032"/>
            <p:cNvSpPr/>
            <p:nvPr/>
          </p:nvSpPr>
          <p:spPr>
            <a:xfrm>
              <a:off x="5014095" y="3549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3" name="pt18033"/>
            <p:cNvSpPr/>
            <p:nvPr/>
          </p:nvSpPr>
          <p:spPr>
            <a:xfrm>
              <a:off x="5019679" y="3559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4" name="pt18034"/>
            <p:cNvSpPr/>
            <p:nvPr/>
          </p:nvSpPr>
          <p:spPr>
            <a:xfrm>
              <a:off x="5203850" y="3546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5" name="pt18035"/>
            <p:cNvSpPr/>
            <p:nvPr/>
          </p:nvSpPr>
          <p:spPr>
            <a:xfrm>
              <a:off x="5229554" y="35406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6" name="pt18036"/>
            <p:cNvSpPr/>
            <p:nvPr/>
          </p:nvSpPr>
          <p:spPr>
            <a:xfrm>
              <a:off x="5196820" y="35611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7" name="pt18037"/>
            <p:cNvSpPr/>
            <p:nvPr/>
          </p:nvSpPr>
          <p:spPr>
            <a:xfrm>
              <a:off x="5248457" y="33149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8" name="pt18038"/>
            <p:cNvSpPr/>
            <p:nvPr/>
          </p:nvSpPr>
          <p:spPr>
            <a:xfrm>
              <a:off x="5209186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39" name="pt18039"/>
            <p:cNvSpPr/>
            <p:nvPr/>
          </p:nvSpPr>
          <p:spPr>
            <a:xfrm>
              <a:off x="5171667" y="35153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0" name="pt18040"/>
            <p:cNvSpPr/>
            <p:nvPr/>
          </p:nvSpPr>
          <p:spPr>
            <a:xfrm>
              <a:off x="5396435" y="3556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1" name="pt18041"/>
            <p:cNvSpPr/>
            <p:nvPr/>
          </p:nvSpPr>
          <p:spPr>
            <a:xfrm>
              <a:off x="5116188" y="3543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2" name="pt18042"/>
            <p:cNvSpPr/>
            <p:nvPr/>
          </p:nvSpPr>
          <p:spPr>
            <a:xfrm>
              <a:off x="5066557" y="3551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3" name="pt18043"/>
            <p:cNvSpPr/>
            <p:nvPr/>
          </p:nvSpPr>
          <p:spPr>
            <a:xfrm>
              <a:off x="5195767" y="35553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4" name="pt18044"/>
            <p:cNvSpPr/>
            <p:nvPr/>
          </p:nvSpPr>
          <p:spPr>
            <a:xfrm>
              <a:off x="5178563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5" name="pt18045"/>
            <p:cNvSpPr/>
            <p:nvPr/>
          </p:nvSpPr>
          <p:spPr>
            <a:xfrm>
              <a:off x="5114795" y="3465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6" name="pt18046"/>
            <p:cNvSpPr/>
            <p:nvPr/>
          </p:nvSpPr>
          <p:spPr>
            <a:xfrm>
              <a:off x="5192981" y="3569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7" name="pt18047"/>
            <p:cNvSpPr/>
            <p:nvPr/>
          </p:nvSpPr>
          <p:spPr>
            <a:xfrm>
              <a:off x="5043689" y="34884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8" name="pt18048"/>
            <p:cNvSpPr/>
            <p:nvPr/>
          </p:nvSpPr>
          <p:spPr>
            <a:xfrm>
              <a:off x="5115361" y="3550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49" name="pt18049"/>
            <p:cNvSpPr/>
            <p:nvPr/>
          </p:nvSpPr>
          <p:spPr>
            <a:xfrm>
              <a:off x="5186614" y="35730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0" name="pt18050"/>
            <p:cNvSpPr/>
            <p:nvPr/>
          </p:nvSpPr>
          <p:spPr>
            <a:xfrm>
              <a:off x="5111446" y="35844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1" name="pt18051"/>
            <p:cNvSpPr/>
            <p:nvPr/>
          </p:nvSpPr>
          <p:spPr>
            <a:xfrm>
              <a:off x="4937434" y="3573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2" name="pt18052"/>
            <p:cNvSpPr/>
            <p:nvPr/>
          </p:nvSpPr>
          <p:spPr>
            <a:xfrm>
              <a:off x="5258098" y="35537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3" name="pt18053"/>
            <p:cNvSpPr/>
            <p:nvPr/>
          </p:nvSpPr>
          <p:spPr>
            <a:xfrm>
              <a:off x="5033871" y="35522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4" name="pt18054"/>
            <p:cNvSpPr/>
            <p:nvPr/>
          </p:nvSpPr>
          <p:spPr>
            <a:xfrm>
              <a:off x="5179877" y="35618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5" name="pt18055"/>
            <p:cNvSpPr/>
            <p:nvPr/>
          </p:nvSpPr>
          <p:spPr>
            <a:xfrm>
              <a:off x="5066394" y="35887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6" name="pt18056"/>
            <p:cNvSpPr/>
            <p:nvPr/>
          </p:nvSpPr>
          <p:spPr>
            <a:xfrm>
              <a:off x="5158795" y="35214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7" name="pt18057"/>
            <p:cNvSpPr/>
            <p:nvPr/>
          </p:nvSpPr>
          <p:spPr>
            <a:xfrm>
              <a:off x="5036331" y="35659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8" name="pt18058"/>
            <p:cNvSpPr/>
            <p:nvPr/>
          </p:nvSpPr>
          <p:spPr>
            <a:xfrm>
              <a:off x="5358990" y="35574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59" name="pt18059"/>
            <p:cNvSpPr/>
            <p:nvPr/>
          </p:nvSpPr>
          <p:spPr>
            <a:xfrm>
              <a:off x="5364462" y="35618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0" name="pt18060"/>
            <p:cNvSpPr/>
            <p:nvPr/>
          </p:nvSpPr>
          <p:spPr>
            <a:xfrm>
              <a:off x="5115097" y="35598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1" name="pt18061"/>
            <p:cNvSpPr/>
            <p:nvPr/>
          </p:nvSpPr>
          <p:spPr>
            <a:xfrm>
              <a:off x="5141813" y="3561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2" name="pt18062"/>
            <p:cNvSpPr/>
            <p:nvPr/>
          </p:nvSpPr>
          <p:spPr>
            <a:xfrm>
              <a:off x="5071565" y="35142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3" name="pt18063"/>
            <p:cNvSpPr/>
            <p:nvPr/>
          </p:nvSpPr>
          <p:spPr>
            <a:xfrm>
              <a:off x="5102885" y="3525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4" name="pt18064"/>
            <p:cNvSpPr/>
            <p:nvPr/>
          </p:nvSpPr>
          <p:spPr>
            <a:xfrm>
              <a:off x="5114643" y="3539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5" name="pt18065"/>
            <p:cNvSpPr/>
            <p:nvPr/>
          </p:nvSpPr>
          <p:spPr>
            <a:xfrm>
              <a:off x="5194424" y="3558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6" name="pt18066"/>
            <p:cNvSpPr/>
            <p:nvPr/>
          </p:nvSpPr>
          <p:spPr>
            <a:xfrm>
              <a:off x="5174737" y="35609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7" name="pt18067"/>
            <p:cNvSpPr/>
            <p:nvPr/>
          </p:nvSpPr>
          <p:spPr>
            <a:xfrm>
              <a:off x="5096629" y="3568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8" name="pt18068"/>
            <p:cNvSpPr/>
            <p:nvPr/>
          </p:nvSpPr>
          <p:spPr>
            <a:xfrm>
              <a:off x="5146066" y="3545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69" name="pt18069"/>
            <p:cNvSpPr/>
            <p:nvPr/>
          </p:nvSpPr>
          <p:spPr>
            <a:xfrm>
              <a:off x="5288830" y="3210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0" name="pt18070"/>
            <p:cNvSpPr/>
            <p:nvPr/>
          </p:nvSpPr>
          <p:spPr>
            <a:xfrm>
              <a:off x="5067728" y="3570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1" name="pt18071"/>
            <p:cNvSpPr/>
            <p:nvPr/>
          </p:nvSpPr>
          <p:spPr>
            <a:xfrm>
              <a:off x="5145271" y="35526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2" name="pt18072"/>
            <p:cNvSpPr/>
            <p:nvPr/>
          </p:nvSpPr>
          <p:spPr>
            <a:xfrm>
              <a:off x="5297724" y="3569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3" name="pt18073"/>
            <p:cNvSpPr/>
            <p:nvPr/>
          </p:nvSpPr>
          <p:spPr>
            <a:xfrm>
              <a:off x="5168448" y="3581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4" name="pt18074"/>
            <p:cNvSpPr/>
            <p:nvPr/>
          </p:nvSpPr>
          <p:spPr>
            <a:xfrm>
              <a:off x="5078835" y="35399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5" name="pt18075"/>
            <p:cNvSpPr/>
            <p:nvPr/>
          </p:nvSpPr>
          <p:spPr>
            <a:xfrm>
              <a:off x="5224912" y="35594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6" name="pt18076"/>
            <p:cNvSpPr/>
            <p:nvPr/>
          </p:nvSpPr>
          <p:spPr>
            <a:xfrm>
              <a:off x="5187700" y="3555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7" name="pt18077"/>
            <p:cNvSpPr/>
            <p:nvPr/>
          </p:nvSpPr>
          <p:spPr>
            <a:xfrm>
              <a:off x="5205426" y="3587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8" name="pt18078"/>
            <p:cNvSpPr/>
            <p:nvPr/>
          </p:nvSpPr>
          <p:spPr>
            <a:xfrm>
              <a:off x="5062284" y="35954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79" name="pt18079"/>
            <p:cNvSpPr/>
            <p:nvPr/>
          </p:nvSpPr>
          <p:spPr>
            <a:xfrm>
              <a:off x="5110201" y="3487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0" name="pt18080"/>
            <p:cNvSpPr/>
            <p:nvPr/>
          </p:nvSpPr>
          <p:spPr>
            <a:xfrm>
              <a:off x="5065906" y="35442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1" name="pt18081"/>
            <p:cNvSpPr/>
            <p:nvPr/>
          </p:nvSpPr>
          <p:spPr>
            <a:xfrm>
              <a:off x="5130390" y="35811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2" name="pt18082"/>
            <p:cNvSpPr/>
            <p:nvPr/>
          </p:nvSpPr>
          <p:spPr>
            <a:xfrm>
              <a:off x="5349146" y="36637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3" name="pt18083"/>
            <p:cNvSpPr/>
            <p:nvPr/>
          </p:nvSpPr>
          <p:spPr>
            <a:xfrm>
              <a:off x="5067936" y="35490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4" name="pt18084"/>
            <p:cNvSpPr/>
            <p:nvPr/>
          </p:nvSpPr>
          <p:spPr>
            <a:xfrm>
              <a:off x="4930531" y="3532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5" name="pt18085"/>
            <p:cNvSpPr/>
            <p:nvPr/>
          </p:nvSpPr>
          <p:spPr>
            <a:xfrm>
              <a:off x="5100319" y="35147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6" name="pt18086"/>
            <p:cNvSpPr/>
            <p:nvPr/>
          </p:nvSpPr>
          <p:spPr>
            <a:xfrm>
              <a:off x="5653006" y="3552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7" name="pt18087"/>
            <p:cNvSpPr/>
            <p:nvPr/>
          </p:nvSpPr>
          <p:spPr>
            <a:xfrm>
              <a:off x="5203538" y="3567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8" name="pt18088"/>
            <p:cNvSpPr/>
            <p:nvPr/>
          </p:nvSpPr>
          <p:spPr>
            <a:xfrm>
              <a:off x="5092976" y="35434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89" name="pt18089"/>
            <p:cNvSpPr/>
            <p:nvPr/>
          </p:nvSpPr>
          <p:spPr>
            <a:xfrm>
              <a:off x="5146923" y="35718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0" name="pt18090"/>
            <p:cNvSpPr/>
            <p:nvPr/>
          </p:nvSpPr>
          <p:spPr>
            <a:xfrm>
              <a:off x="5174536" y="35640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1" name="pt18091"/>
            <p:cNvSpPr/>
            <p:nvPr/>
          </p:nvSpPr>
          <p:spPr>
            <a:xfrm>
              <a:off x="5207999" y="35523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2" name="pt18092"/>
            <p:cNvSpPr/>
            <p:nvPr/>
          </p:nvSpPr>
          <p:spPr>
            <a:xfrm>
              <a:off x="5178928" y="35791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3" name="pt18093"/>
            <p:cNvSpPr/>
            <p:nvPr/>
          </p:nvSpPr>
          <p:spPr>
            <a:xfrm>
              <a:off x="5168980" y="3554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4" name="pt18094"/>
            <p:cNvSpPr/>
            <p:nvPr/>
          </p:nvSpPr>
          <p:spPr>
            <a:xfrm>
              <a:off x="5101124" y="35293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5" name="pt18095"/>
            <p:cNvSpPr/>
            <p:nvPr/>
          </p:nvSpPr>
          <p:spPr>
            <a:xfrm>
              <a:off x="5077127" y="35660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6" name="pt18096"/>
            <p:cNvSpPr/>
            <p:nvPr/>
          </p:nvSpPr>
          <p:spPr>
            <a:xfrm>
              <a:off x="5162751" y="3609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7" name="pt18097"/>
            <p:cNvSpPr/>
            <p:nvPr/>
          </p:nvSpPr>
          <p:spPr>
            <a:xfrm>
              <a:off x="5120612" y="34868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8" name="pt18098"/>
            <p:cNvSpPr/>
            <p:nvPr/>
          </p:nvSpPr>
          <p:spPr>
            <a:xfrm>
              <a:off x="5417974" y="3558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099" name="pt18099"/>
            <p:cNvSpPr/>
            <p:nvPr/>
          </p:nvSpPr>
          <p:spPr>
            <a:xfrm>
              <a:off x="5216886" y="3525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0" name="pt18100"/>
            <p:cNvSpPr/>
            <p:nvPr/>
          </p:nvSpPr>
          <p:spPr>
            <a:xfrm>
              <a:off x="5192051" y="35376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1" name="pt18101"/>
            <p:cNvSpPr/>
            <p:nvPr/>
          </p:nvSpPr>
          <p:spPr>
            <a:xfrm>
              <a:off x="5131402" y="35236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2" name="pt18102"/>
            <p:cNvSpPr/>
            <p:nvPr/>
          </p:nvSpPr>
          <p:spPr>
            <a:xfrm>
              <a:off x="5178558" y="36501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3" name="pt18103"/>
            <p:cNvSpPr/>
            <p:nvPr/>
          </p:nvSpPr>
          <p:spPr>
            <a:xfrm>
              <a:off x="5011955" y="35463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4" name="pt18104"/>
            <p:cNvSpPr/>
            <p:nvPr/>
          </p:nvSpPr>
          <p:spPr>
            <a:xfrm>
              <a:off x="5301130" y="3568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5" name="pt18105"/>
            <p:cNvSpPr/>
            <p:nvPr/>
          </p:nvSpPr>
          <p:spPr>
            <a:xfrm>
              <a:off x="5165608" y="3570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6" name="pt18106"/>
            <p:cNvSpPr/>
            <p:nvPr/>
          </p:nvSpPr>
          <p:spPr>
            <a:xfrm>
              <a:off x="5395566" y="35883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7" name="pt18107"/>
            <p:cNvSpPr/>
            <p:nvPr/>
          </p:nvSpPr>
          <p:spPr>
            <a:xfrm>
              <a:off x="5158321" y="35461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8" name="pt18108"/>
            <p:cNvSpPr/>
            <p:nvPr/>
          </p:nvSpPr>
          <p:spPr>
            <a:xfrm>
              <a:off x="5009113" y="3593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09" name="pt18109"/>
            <p:cNvSpPr/>
            <p:nvPr/>
          </p:nvSpPr>
          <p:spPr>
            <a:xfrm>
              <a:off x="5145690" y="3573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0" name="pt18110"/>
            <p:cNvSpPr/>
            <p:nvPr/>
          </p:nvSpPr>
          <p:spPr>
            <a:xfrm>
              <a:off x="5071766" y="35293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1" name="pt18111"/>
            <p:cNvSpPr/>
            <p:nvPr/>
          </p:nvSpPr>
          <p:spPr>
            <a:xfrm>
              <a:off x="5214675" y="35593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2" name="pt18112"/>
            <p:cNvSpPr/>
            <p:nvPr/>
          </p:nvSpPr>
          <p:spPr>
            <a:xfrm>
              <a:off x="5145025" y="35268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3" name="pt18113"/>
            <p:cNvSpPr/>
            <p:nvPr/>
          </p:nvSpPr>
          <p:spPr>
            <a:xfrm>
              <a:off x="5097910" y="35438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4" name="pt18114"/>
            <p:cNvSpPr/>
            <p:nvPr/>
          </p:nvSpPr>
          <p:spPr>
            <a:xfrm>
              <a:off x="5090070" y="3557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5" name="pt18115"/>
            <p:cNvSpPr/>
            <p:nvPr/>
          </p:nvSpPr>
          <p:spPr>
            <a:xfrm>
              <a:off x="5025861" y="35244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6" name="pt18116"/>
            <p:cNvSpPr/>
            <p:nvPr/>
          </p:nvSpPr>
          <p:spPr>
            <a:xfrm>
              <a:off x="5145446" y="35550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7" name="pt18117"/>
            <p:cNvSpPr/>
            <p:nvPr/>
          </p:nvSpPr>
          <p:spPr>
            <a:xfrm>
              <a:off x="5134356" y="3573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8" name="pt18118"/>
            <p:cNvSpPr/>
            <p:nvPr/>
          </p:nvSpPr>
          <p:spPr>
            <a:xfrm>
              <a:off x="5382942" y="3545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19" name="pt18119"/>
            <p:cNvSpPr/>
            <p:nvPr/>
          </p:nvSpPr>
          <p:spPr>
            <a:xfrm>
              <a:off x="5146261" y="3571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0" name="pt18120"/>
            <p:cNvSpPr/>
            <p:nvPr/>
          </p:nvSpPr>
          <p:spPr>
            <a:xfrm>
              <a:off x="5246882" y="3504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1" name="pt18121"/>
            <p:cNvSpPr/>
            <p:nvPr/>
          </p:nvSpPr>
          <p:spPr>
            <a:xfrm>
              <a:off x="5105022" y="3587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2" name="pt18122"/>
            <p:cNvSpPr/>
            <p:nvPr/>
          </p:nvSpPr>
          <p:spPr>
            <a:xfrm>
              <a:off x="5031422" y="3546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3" name="pt18123"/>
            <p:cNvSpPr/>
            <p:nvPr/>
          </p:nvSpPr>
          <p:spPr>
            <a:xfrm>
              <a:off x="5247204" y="3488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4" name="pt18124"/>
            <p:cNvSpPr/>
            <p:nvPr/>
          </p:nvSpPr>
          <p:spPr>
            <a:xfrm>
              <a:off x="5305843" y="3515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5" name="pt18125"/>
            <p:cNvSpPr/>
            <p:nvPr/>
          </p:nvSpPr>
          <p:spPr>
            <a:xfrm>
              <a:off x="5224086" y="35485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6" name="pt18126"/>
            <p:cNvSpPr/>
            <p:nvPr/>
          </p:nvSpPr>
          <p:spPr>
            <a:xfrm>
              <a:off x="5112704" y="3570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7" name="pt18127"/>
            <p:cNvSpPr/>
            <p:nvPr/>
          </p:nvSpPr>
          <p:spPr>
            <a:xfrm>
              <a:off x="5113327" y="35407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8" name="pt18128"/>
            <p:cNvSpPr/>
            <p:nvPr/>
          </p:nvSpPr>
          <p:spPr>
            <a:xfrm>
              <a:off x="5057252" y="3608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29" name="pt18129"/>
            <p:cNvSpPr/>
            <p:nvPr/>
          </p:nvSpPr>
          <p:spPr>
            <a:xfrm>
              <a:off x="5081706" y="3551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0" name="pt18130"/>
            <p:cNvSpPr/>
            <p:nvPr/>
          </p:nvSpPr>
          <p:spPr>
            <a:xfrm>
              <a:off x="5159017" y="3475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1" name="pt18131"/>
            <p:cNvSpPr/>
            <p:nvPr/>
          </p:nvSpPr>
          <p:spPr>
            <a:xfrm>
              <a:off x="5071523" y="3425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2" name="pt18132"/>
            <p:cNvSpPr/>
            <p:nvPr/>
          </p:nvSpPr>
          <p:spPr>
            <a:xfrm>
              <a:off x="5187230" y="3525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3" name="pt18133"/>
            <p:cNvSpPr/>
            <p:nvPr/>
          </p:nvSpPr>
          <p:spPr>
            <a:xfrm>
              <a:off x="5207110" y="35672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4" name="pt18134"/>
            <p:cNvSpPr/>
            <p:nvPr/>
          </p:nvSpPr>
          <p:spPr>
            <a:xfrm>
              <a:off x="5070296" y="35646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5" name="pt18135"/>
            <p:cNvSpPr/>
            <p:nvPr/>
          </p:nvSpPr>
          <p:spPr>
            <a:xfrm>
              <a:off x="5301536" y="3568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6" name="pt18136"/>
            <p:cNvSpPr/>
            <p:nvPr/>
          </p:nvSpPr>
          <p:spPr>
            <a:xfrm>
              <a:off x="5008980" y="35592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7" name="pt18137"/>
            <p:cNvSpPr/>
            <p:nvPr/>
          </p:nvSpPr>
          <p:spPr>
            <a:xfrm>
              <a:off x="5179372" y="35530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8" name="pt18138"/>
            <p:cNvSpPr/>
            <p:nvPr/>
          </p:nvSpPr>
          <p:spPr>
            <a:xfrm>
              <a:off x="5306314" y="35967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39" name="pt18139"/>
            <p:cNvSpPr/>
            <p:nvPr/>
          </p:nvSpPr>
          <p:spPr>
            <a:xfrm>
              <a:off x="5228463" y="3556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0" name="pt18140"/>
            <p:cNvSpPr/>
            <p:nvPr/>
          </p:nvSpPr>
          <p:spPr>
            <a:xfrm>
              <a:off x="4985429" y="35935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1" name="pt18141"/>
            <p:cNvSpPr/>
            <p:nvPr/>
          </p:nvSpPr>
          <p:spPr>
            <a:xfrm>
              <a:off x="5198487" y="3558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2" name="pt18142"/>
            <p:cNvSpPr/>
            <p:nvPr/>
          </p:nvSpPr>
          <p:spPr>
            <a:xfrm>
              <a:off x="6037959" y="35807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3" name="pt18143"/>
            <p:cNvSpPr/>
            <p:nvPr/>
          </p:nvSpPr>
          <p:spPr>
            <a:xfrm>
              <a:off x="5421019" y="35789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4" name="pt18144"/>
            <p:cNvSpPr/>
            <p:nvPr/>
          </p:nvSpPr>
          <p:spPr>
            <a:xfrm>
              <a:off x="5399584" y="3566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5" name="pt18145"/>
            <p:cNvSpPr/>
            <p:nvPr/>
          </p:nvSpPr>
          <p:spPr>
            <a:xfrm>
              <a:off x="5156464" y="35652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6" name="pt18146"/>
            <p:cNvSpPr/>
            <p:nvPr/>
          </p:nvSpPr>
          <p:spPr>
            <a:xfrm>
              <a:off x="5336783" y="35366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7" name="pt18147"/>
            <p:cNvSpPr/>
            <p:nvPr/>
          </p:nvSpPr>
          <p:spPr>
            <a:xfrm>
              <a:off x="5223595" y="3512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8" name="pt18148"/>
            <p:cNvSpPr/>
            <p:nvPr/>
          </p:nvSpPr>
          <p:spPr>
            <a:xfrm>
              <a:off x="5092319" y="35618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49" name="pt18149"/>
            <p:cNvSpPr/>
            <p:nvPr/>
          </p:nvSpPr>
          <p:spPr>
            <a:xfrm>
              <a:off x="5184141" y="3522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0" name="pt18150"/>
            <p:cNvSpPr/>
            <p:nvPr/>
          </p:nvSpPr>
          <p:spPr>
            <a:xfrm>
              <a:off x="5342318" y="35473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1" name="pt18151"/>
            <p:cNvSpPr/>
            <p:nvPr/>
          </p:nvSpPr>
          <p:spPr>
            <a:xfrm>
              <a:off x="5530439" y="3553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2" name="pt18152"/>
            <p:cNvSpPr/>
            <p:nvPr/>
          </p:nvSpPr>
          <p:spPr>
            <a:xfrm>
              <a:off x="5139441" y="35723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3" name="pt18153"/>
            <p:cNvSpPr/>
            <p:nvPr/>
          </p:nvSpPr>
          <p:spPr>
            <a:xfrm>
              <a:off x="5149400" y="3554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4" name="pt18154"/>
            <p:cNvSpPr/>
            <p:nvPr/>
          </p:nvSpPr>
          <p:spPr>
            <a:xfrm>
              <a:off x="5188265" y="3618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5" name="pt18155"/>
            <p:cNvSpPr/>
            <p:nvPr/>
          </p:nvSpPr>
          <p:spPr>
            <a:xfrm>
              <a:off x="5219380" y="35488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6" name="pt18156"/>
            <p:cNvSpPr/>
            <p:nvPr/>
          </p:nvSpPr>
          <p:spPr>
            <a:xfrm>
              <a:off x="5343451" y="3544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7" name="pt18157"/>
            <p:cNvSpPr/>
            <p:nvPr/>
          </p:nvSpPr>
          <p:spPr>
            <a:xfrm>
              <a:off x="5224764" y="35423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8" name="pt18158"/>
            <p:cNvSpPr/>
            <p:nvPr/>
          </p:nvSpPr>
          <p:spPr>
            <a:xfrm>
              <a:off x="5132460" y="35315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59" name="pt18159"/>
            <p:cNvSpPr/>
            <p:nvPr/>
          </p:nvSpPr>
          <p:spPr>
            <a:xfrm>
              <a:off x="5319597" y="3590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0" name="pt18160"/>
            <p:cNvSpPr/>
            <p:nvPr/>
          </p:nvSpPr>
          <p:spPr>
            <a:xfrm>
              <a:off x="5375346" y="35487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1" name="pt18161"/>
            <p:cNvSpPr/>
            <p:nvPr/>
          </p:nvSpPr>
          <p:spPr>
            <a:xfrm>
              <a:off x="5369641" y="3589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2" name="pt18162"/>
            <p:cNvSpPr/>
            <p:nvPr/>
          </p:nvSpPr>
          <p:spPr>
            <a:xfrm>
              <a:off x="5071652" y="3549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3" name="pt18163"/>
            <p:cNvSpPr/>
            <p:nvPr/>
          </p:nvSpPr>
          <p:spPr>
            <a:xfrm>
              <a:off x="5271220" y="35724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4" name="pt18164"/>
            <p:cNvSpPr/>
            <p:nvPr/>
          </p:nvSpPr>
          <p:spPr>
            <a:xfrm>
              <a:off x="5162043" y="33973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5" name="pt18165"/>
            <p:cNvSpPr/>
            <p:nvPr/>
          </p:nvSpPr>
          <p:spPr>
            <a:xfrm>
              <a:off x="5105224" y="35544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6" name="pt18166"/>
            <p:cNvSpPr/>
            <p:nvPr/>
          </p:nvSpPr>
          <p:spPr>
            <a:xfrm>
              <a:off x="5094981" y="35740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7" name="pt18167"/>
            <p:cNvSpPr/>
            <p:nvPr/>
          </p:nvSpPr>
          <p:spPr>
            <a:xfrm>
              <a:off x="5210679" y="3449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8" name="pt18168"/>
            <p:cNvSpPr/>
            <p:nvPr/>
          </p:nvSpPr>
          <p:spPr>
            <a:xfrm>
              <a:off x="5477810" y="3553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69" name="pt18169"/>
            <p:cNvSpPr/>
            <p:nvPr/>
          </p:nvSpPr>
          <p:spPr>
            <a:xfrm>
              <a:off x="5205359" y="3576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0" name="pt18170"/>
            <p:cNvSpPr/>
            <p:nvPr/>
          </p:nvSpPr>
          <p:spPr>
            <a:xfrm>
              <a:off x="5134627" y="3570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1" name="pt18171"/>
            <p:cNvSpPr/>
            <p:nvPr/>
          </p:nvSpPr>
          <p:spPr>
            <a:xfrm>
              <a:off x="5169717" y="3544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2" name="pt18172"/>
            <p:cNvSpPr/>
            <p:nvPr/>
          </p:nvSpPr>
          <p:spPr>
            <a:xfrm>
              <a:off x="5001122" y="35589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3" name="pt18173"/>
            <p:cNvSpPr/>
            <p:nvPr/>
          </p:nvSpPr>
          <p:spPr>
            <a:xfrm>
              <a:off x="5559966" y="35376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4" name="pt18174"/>
            <p:cNvSpPr/>
            <p:nvPr/>
          </p:nvSpPr>
          <p:spPr>
            <a:xfrm>
              <a:off x="5320729" y="35906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5" name="pt18175"/>
            <p:cNvSpPr/>
            <p:nvPr/>
          </p:nvSpPr>
          <p:spPr>
            <a:xfrm>
              <a:off x="4968180" y="3555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6" name="pt18176"/>
            <p:cNvSpPr/>
            <p:nvPr/>
          </p:nvSpPr>
          <p:spPr>
            <a:xfrm>
              <a:off x="5190168" y="3565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7" name="pt18177"/>
            <p:cNvSpPr/>
            <p:nvPr/>
          </p:nvSpPr>
          <p:spPr>
            <a:xfrm>
              <a:off x="5149221" y="35644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8" name="pt18178"/>
            <p:cNvSpPr/>
            <p:nvPr/>
          </p:nvSpPr>
          <p:spPr>
            <a:xfrm>
              <a:off x="5217385" y="3558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79" name="pt18179"/>
            <p:cNvSpPr/>
            <p:nvPr/>
          </p:nvSpPr>
          <p:spPr>
            <a:xfrm>
              <a:off x="4982221" y="3546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0" name="pt18180"/>
            <p:cNvSpPr/>
            <p:nvPr/>
          </p:nvSpPr>
          <p:spPr>
            <a:xfrm>
              <a:off x="5216689" y="35733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1" name="pt18181"/>
            <p:cNvSpPr/>
            <p:nvPr/>
          </p:nvSpPr>
          <p:spPr>
            <a:xfrm>
              <a:off x="5271697" y="3569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2" name="pt18182"/>
            <p:cNvSpPr/>
            <p:nvPr/>
          </p:nvSpPr>
          <p:spPr>
            <a:xfrm>
              <a:off x="5573434" y="3545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3" name="pt18183"/>
            <p:cNvSpPr/>
            <p:nvPr/>
          </p:nvSpPr>
          <p:spPr>
            <a:xfrm>
              <a:off x="5102751" y="35430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4" name="pt18184"/>
            <p:cNvSpPr/>
            <p:nvPr/>
          </p:nvSpPr>
          <p:spPr>
            <a:xfrm>
              <a:off x="5053346" y="3546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5" name="pt18185"/>
            <p:cNvSpPr/>
            <p:nvPr/>
          </p:nvSpPr>
          <p:spPr>
            <a:xfrm>
              <a:off x="5029101" y="35584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6" name="pt18186"/>
            <p:cNvSpPr/>
            <p:nvPr/>
          </p:nvSpPr>
          <p:spPr>
            <a:xfrm>
              <a:off x="5120588" y="3565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7" name="pt18187"/>
            <p:cNvSpPr/>
            <p:nvPr/>
          </p:nvSpPr>
          <p:spPr>
            <a:xfrm>
              <a:off x="5193308" y="3539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8" name="pt18188"/>
            <p:cNvSpPr/>
            <p:nvPr/>
          </p:nvSpPr>
          <p:spPr>
            <a:xfrm>
              <a:off x="5270835" y="3549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89" name="pt18189"/>
            <p:cNvSpPr/>
            <p:nvPr/>
          </p:nvSpPr>
          <p:spPr>
            <a:xfrm>
              <a:off x="5148010" y="3535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0" name="pt18190"/>
            <p:cNvSpPr/>
            <p:nvPr/>
          </p:nvSpPr>
          <p:spPr>
            <a:xfrm>
              <a:off x="5310614" y="35573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1" name="pt18191"/>
            <p:cNvSpPr/>
            <p:nvPr/>
          </p:nvSpPr>
          <p:spPr>
            <a:xfrm>
              <a:off x="5118363" y="3600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2" name="pt18192"/>
            <p:cNvSpPr/>
            <p:nvPr/>
          </p:nvSpPr>
          <p:spPr>
            <a:xfrm>
              <a:off x="5165938" y="3553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3" name="pt18193"/>
            <p:cNvSpPr/>
            <p:nvPr/>
          </p:nvSpPr>
          <p:spPr>
            <a:xfrm>
              <a:off x="5257317" y="3583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4" name="pt18194"/>
            <p:cNvSpPr/>
            <p:nvPr/>
          </p:nvSpPr>
          <p:spPr>
            <a:xfrm>
              <a:off x="4828982" y="35613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5" name="pt18195"/>
            <p:cNvSpPr/>
            <p:nvPr/>
          </p:nvSpPr>
          <p:spPr>
            <a:xfrm>
              <a:off x="5174474" y="35103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6" name="pt18196"/>
            <p:cNvSpPr/>
            <p:nvPr/>
          </p:nvSpPr>
          <p:spPr>
            <a:xfrm>
              <a:off x="5104530" y="3557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7" name="pt18197"/>
            <p:cNvSpPr/>
            <p:nvPr/>
          </p:nvSpPr>
          <p:spPr>
            <a:xfrm>
              <a:off x="5178011" y="35831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8" name="pt18198"/>
            <p:cNvSpPr/>
            <p:nvPr/>
          </p:nvSpPr>
          <p:spPr>
            <a:xfrm>
              <a:off x="5324428" y="35610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199" name="pt18199"/>
            <p:cNvSpPr/>
            <p:nvPr/>
          </p:nvSpPr>
          <p:spPr>
            <a:xfrm>
              <a:off x="5239527" y="3558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0" name="pt18200"/>
            <p:cNvSpPr/>
            <p:nvPr/>
          </p:nvSpPr>
          <p:spPr>
            <a:xfrm>
              <a:off x="5101488" y="35656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1" name="pt18201"/>
            <p:cNvSpPr/>
            <p:nvPr/>
          </p:nvSpPr>
          <p:spPr>
            <a:xfrm>
              <a:off x="5201833" y="3550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2" name="pt18202"/>
            <p:cNvSpPr/>
            <p:nvPr/>
          </p:nvSpPr>
          <p:spPr>
            <a:xfrm>
              <a:off x="5042910" y="35271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3" name="pt18203"/>
            <p:cNvSpPr/>
            <p:nvPr/>
          </p:nvSpPr>
          <p:spPr>
            <a:xfrm>
              <a:off x="5155252" y="3564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4" name="pt18204"/>
            <p:cNvSpPr/>
            <p:nvPr/>
          </p:nvSpPr>
          <p:spPr>
            <a:xfrm>
              <a:off x="5091508" y="3582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5" name="pt18205"/>
            <p:cNvSpPr/>
            <p:nvPr/>
          </p:nvSpPr>
          <p:spPr>
            <a:xfrm>
              <a:off x="5990695" y="3580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6" name="pt18206"/>
            <p:cNvSpPr/>
            <p:nvPr/>
          </p:nvSpPr>
          <p:spPr>
            <a:xfrm>
              <a:off x="4996153" y="35464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7" name="pt18207"/>
            <p:cNvSpPr/>
            <p:nvPr/>
          </p:nvSpPr>
          <p:spPr>
            <a:xfrm>
              <a:off x="5132554" y="35529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8" name="pt18208"/>
            <p:cNvSpPr/>
            <p:nvPr/>
          </p:nvSpPr>
          <p:spPr>
            <a:xfrm>
              <a:off x="5184073" y="3597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09" name="pt18209"/>
            <p:cNvSpPr/>
            <p:nvPr/>
          </p:nvSpPr>
          <p:spPr>
            <a:xfrm>
              <a:off x="5075217" y="3527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0" name="pt18210"/>
            <p:cNvSpPr/>
            <p:nvPr/>
          </p:nvSpPr>
          <p:spPr>
            <a:xfrm>
              <a:off x="5147004" y="3551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1" name="pt18211"/>
            <p:cNvSpPr/>
            <p:nvPr/>
          </p:nvSpPr>
          <p:spPr>
            <a:xfrm>
              <a:off x="5032364" y="35337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2" name="pt18212"/>
            <p:cNvSpPr/>
            <p:nvPr/>
          </p:nvSpPr>
          <p:spPr>
            <a:xfrm>
              <a:off x="5181795" y="35472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3" name="pt18213"/>
            <p:cNvSpPr/>
            <p:nvPr/>
          </p:nvSpPr>
          <p:spPr>
            <a:xfrm>
              <a:off x="5105350" y="3555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4" name="pt18214"/>
            <p:cNvSpPr/>
            <p:nvPr/>
          </p:nvSpPr>
          <p:spPr>
            <a:xfrm>
              <a:off x="5260308" y="35585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5" name="pt18215"/>
            <p:cNvSpPr/>
            <p:nvPr/>
          </p:nvSpPr>
          <p:spPr>
            <a:xfrm>
              <a:off x="5260540" y="3569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6" name="pt18216"/>
            <p:cNvSpPr/>
            <p:nvPr/>
          </p:nvSpPr>
          <p:spPr>
            <a:xfrm>
              <a:off x="5216136" y="35568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7" name="pt18217"/>
            <p:cNvSpPr/>
            <p:nvPr/>
          </p:nvSpPr>
          <p:spPr>
            <a:xfrm>
              <a:off x="5033056" y="3560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8" name="pt18218"/>
            <p:cNvSpPr/>
            <p:nvPr/>
          </p:nvSpPr>
          <p:spPr>
            <a:xfrm>
              <a:off x="5120476" y="35302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19" name="pt18219"/>
            <p:cNvSpPr/>
            <p:nvPr/>
          </p:nvSpPr>
          <p:spPr>
            <a:xfrm>
              <a:off x="5222647" y="35595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0" name="pt18220"/>
            <p:cNvSpPr/>
            <p:nvPr/>
          </p:nvSpPr>
          <p:spPr>
            <a:xfrm>
              <a:off x="5155024" y="3575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1" name="pt18221"/>
            <p:cNvSpPr/>
            <p:nvPr/>
          </p:nvSpPr>
          <p:spPr>
            <a:xfrm>
              <a:off x="5364119" y="35739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2" name="pt18222"/>
            <p:cNvSpPr/>
            <p:nvPr/>
          </p:nvSpPr>
          <p:spPr>
            <a:xfrm>
              <a:off x="5102553" y="35174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3" name="pt18223"/>
            <p:cNvSpPr/>
            <p:nvPr/>
          </p:nvSpPr>
          <p:spPr>
            <a:xfrm>
              <a:off x="5013663" y="3507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4" name="pt18224"/>
            <p:cNvSpPr/>
            <p:nvPr/>
          </p:nvSpPr>
          <p:spPr>
            <a:xfrm>
              <a:off x="5273535" y="35568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5" name="pt18225"/>
            <p:cNvSpPr/>
            <p:nvPr/>
          </p:nvSpPr>
          <p:spPr>
            <a:xfrm>
              <a:off x="5167433" y="3574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6" name="pt18226"/>
            <p:cNvSpPr/>
            <p:nvPr/>
          </p:nvSpPr>
          <p:spPr>
            <a:xfrm>
              <a:off x="4945305" y="3576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7" name="pt18227"/>
            <p:cNvSpPr/>
            <p:nvPr/>
          </p:nvSpPr>
          <p:spPr>
            <a:xfrm>
              <a:off x="5225009" y="35547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8" name="pt18228"/>
            <p:cNvSpPr/>
            <p:nvPr/>
          </p:nvSpPr>
          <p:spPr>
            <a:xfrm>
              <a:off x="5105239" y="35744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29" name="pt18229"/>
            <p:cNvSpPr/>
            <p:nvPr/>
          </p:nvSpPr>
          <p:spPr>
            <a:xfrm>
              <a:off x="5050601" y="3568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0" name="pt18230"/>
            <p:cNvSpPr/>
            <p:nvPr/>
          </p:nvSpPr>
          <p:spPr>
            <a:xfrm>
              <a:off x="5031112" y="35388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1" name="pt18231"/>
            <p:cNvSpPr/>
            <p:nvPr/>
          </p:nvSpPr>
          <p:spPr>
            <a:xfrm>
              <a:off x="5295496" y="3551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2" name="pt18232"/>
            <p:cNvSpPr/>
            <p:nvPr/>
          </p:nvSpPr>
          <p:spPr>
            <a:xfrm>
              <a:off x="5172776" y="35719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3" name="pt18233"/>
            <p:cNvSpPr/>
            <p:nvPr/>
          </p:nvSpPr>
          <p:spPr>
            <a:xfrm>
              <a:off x="5097572" y="35383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4" name="pt18234"/>
            <p:cNvSpPr/>
            <p:nvPr/>
          </p:nvSpPr>
          <p:spPr>
            <a:xfrm>
              <a:off x="5315407" y="3559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5" name="pt18235"/>
            <p:cNvSpPr/>
            <p:nvPr/>
          </p:nvSpPr>
          <p:spPr>
            <a:xfrm>
              <a:off x="5268978" y="35440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6" name="pt18236"/>
            <p:cNvSpPr/>
            <p:nvPr/>
          </p:nvSpPr>
          <p:spPr>
            <a:xfrm>
              <a:off x="5250562" y="35800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7" name="pt18237"/>
            <p:cNvSpPr/>
            <p:nvPr/>
          </p:nvSpPr>
          <p:spPr>
            <a:xfrm>
              <a:off x="5060144" y="3557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8" name="pt18238"/>
            <p:cNvSpPr/>
            <p:nvPr/>
          </p:nvSpPr>
          <p:spPr>
            <a:xfrm>
              <a:off x="5146681" y="35460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39" name="pt18239"/>
            <p:cNvSpPr/>
            <p:nvPr/>
          </p:nvSpPr>
          <p:spPr>
            <a:xfrm>
              <a:off x="5224648" y="35551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0" name="pt18240"/>
            <p:cNvSpPr/>
            <p:nvPr/>
          </p:nvSpPr>
          <p:spPr>
            <a:xfrm>
              <a:off x="5110366" y="35658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1" name="pt18241"/>
            <p:cNvSpPr/>
            <p:nvPr/>
          </p:nvSpPr>
          <p:spPr>
            <a:xfrm>
              <a:off x="5140635" y="3555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2" name="pt18242"/>
            <p:cNvSpPr/>
            <p:nvPr/>
          </p:nvSpPr>
          <p:spPr>
            <a:xfrm>
              <a:off x="5069824" y="35470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3" name="pt18243"/>
            <p:cNvSpPr/>
            <p:nvPr/>
          </p:nvSpPr>
          <p:spPr>
            <a:xfrm>
              <a:off x="5032405" y="3516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4" name="pt18244"/>
            <p:cNvSpPr/>
            <p:nvPr/>
          </p:nvSpPr>
          <p:spPr>
            <a:xfrm>
              <a:off x="4938644" y="3555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5" name="pt18245"/>
            <p:cNvSpPr/>
            <p:nvPr/>
          </p:nvSpPr>
          <p:spPr>
            <a:xfrm>
              <a:off x="5021467" y="3523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6" name="pt18246"/>
            <p:cNvSpPr/>
            <p:nvPr/>
          </p:nvSpPr>
          <p:spPr>
            <a:xfrm>
              <a:off x="5054617" y="35732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7" name="pt18247"/>
            <p:cNvSpPr/>
            <p:nvPr/>
          </p:nvSpPr>
          <p:spPr>
            <a:xfrm>
              <a:off x="5182329" y="3527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8" name="pt18248"/>
            <p:cNvSpPr/>
            <p:nvPr/>
          </p:nvSpPr>
          <p:spPr>
            <a:xfrm>
              <a:off x="5171678" y="35596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49" name="pt18249"/>
            <p:cNvSpPr/>
            <p:nvPr/>
          </p:nvSpPr>
          <p:spPr>
            <a:xfrm>
              <a:off x="5183347" y="3562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0" name="pt18250"/>
            <p:cNvSpPr/>
            <p:nvPr/>
          </p:nvSpPr>
          <p:spPr>
            <a:xfrm>
              <a:off x="5222532" y="35196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1" name="pt18251"/>
            <p:cNvSpPr/>
            <p:nvPr/>
          </p:nvSpPr>
          <p:spPr>
            <a:xfrm>
              <a:off x="5094138" y="35431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2" name="pt18252"/>
            <p:cNvSpPr/>
            <p:nvPr/>
          </p:nvSpPr>
          <p:spPr>
            <a:xfrm>
              <a:off x="5090288" y="3543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3" name="pt18253"/>
            <p:cNvSpPr/>
            <p:nvPr/>
          </p:nvSpPr>
          <p:spPr>
            <a:xfrm>
              <a:off x="5136394" y="35492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4" name="pt18254"/>
            <p:cNvSpPr/>
            <p:nvPr/>
          </p:nvSpPr>
          <p:spPr>
            <a:xfrm>
              <a:off x="5139392" y="35735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5" name="pt18255"/>
            <p:cNvSpPr/>
            <p:nvPr/>
          </p:nvSpPr>
          <p:spPr>
            <a:xfrm>
              <a:off x="5044617" y="35692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6" name="pt18256"/>
            <p:cNvSpPr/>
            <p:nvPr/>
          </p:nvSpPr>
          <p:spPr>
            <a:xfrm>
              <a:off x="5163370" y="35720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7" name="pt18257"/>
            <p:cNvSpPr/>
            <p:nvPr/>
          </p:nvSpPr>
          <p:spPr>
            <a:xfrm>
              <a:off x="5073282" y="35397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8" name="pt18258"/>
            <p:cNvSpPr/>
            <p:nvPr/>
          </p:nvSpPr>
          <p:spPr>
            <a:xfrm>
              <a:off x="5208086" y="35344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59" name="pt18259"/>
            <p:cNvSpPr/>
            <p:nvPr/>
          </p:nvSpPr>
          <p:spPr>
            <a:xfrm>
              <a:off x="5064873" y="34931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0" name="pt18260"/>
            <p:cNvSpPr/>
            <p:nvPr/>
          </p:nvSpPr>
          <p:spPr>
            <a:xfrm>
              <a:off x="5143213" y="3549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1" name="pt18261"/>
            <p:cNvSpPr/>
            <p:nvPr/>
          </p:nvSpPr>
          <p:spPr>
            <a:xfrm>
              <a:off x="5159492" y="3555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2" name="pt18262"/>
            <p:cNvSpPr/>
            <p:nvPr/>
          </p:nvSpPr>
          <p:spPr>
            <a:xfrm>
              <a:off x="5260690" y="3557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3" name="pt18263"/>
            <p:cNvSpPr/>
            <p:nvPr/>
          </p:nvSpPr>
          <p:spPr>
            <a:xfrm>
              <a:off x="5081196" y="3529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4" name="pt18264"/>
            <p:cNvSpPr/>
            <p:nvPr/>
          </p:nvSpPr>
          <p:spPr>
            <a:xfrm>
              <a:off x="5254341" y="3551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5" name="pt18265"/>
            <p:cNvSpPr/>
            <p:nvPr/>
          </p:nvSpPr>
          <p:spPr>
            <a:xfrm>
              <a:off x="5139253" y="3607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6" name="pt18266"/>
            <p:cNvSpPr/>
            <p:nvPr/>
          </p:nvSpPr>
          <p:spPr>
            <a:xfrm>
              <a:off x="5203953" y="35656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7" name="pt18267"/>
            <p:cNvSpPr/>
            <p:nvPr/>
          </p:nvSpPr>
          <p:spPr>
            <a:xfrm>
              <a:off x="5291632" y="35707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8" name="pt18268"/>
            <p:cNvSpPr/>
            <p:nvPr/>
          </p:nvSpPr>
          <p:spPr>
            <a:xfrm>
              <a:off x="5074684" y="35762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69" name="pt18269"/>
            <p:cNvSpPr/>
            <p:nvPr/>
          </p:nvSpPr>
          <p:spPr>
            <a:xfrm>
              <a:off x="5219455" y="3558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0" name="pt18270"/>
            <p:cNvSpPr/>
            <p:nvPr/>
          </p:nvSpPr>
          <p:spPr>
            <a:xfrm>
              <a:off x="5278172" y="35495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1" name="pt18271"/>
            <p:cNvSpPr/>
            <p:nvPr/>
          </p:nvSpPr>
          <p:spPr>
            <a:xfrm>
              <a:off x="5181668" y="35283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2" name="pt18272"/>
            <p:cNvSpPr/>
            <p:nvPr/>
          </p:nvSpPr>
          <p:spPr>
            <a:xfrm>
              <a:off x="5172957" y="35301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3" name="pt18273"/>
            <p:cNvSpPr/>
            <p:nvPr/>
          </p:nvSpPr>
          <p:spPr>
            <a:xfrm>
              <a:off x="5270919" y="3544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4" name="pt18274"/>
            <p:cNvSpPr/>
            <p:nvPr/>
          </p:nvSpPr>
          <p:spPr>
            <a:xfrm>
              <a:off x="5146627" y="3555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5" name="pt18275"/>
            <p:cNvSpPr/>
            <p:nvPr/>
          </p:nvSpPr>
          <p:spPr>
            <a:xfrm>
              <a:off x="5329333" y="3550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6" name="pt18276"/>
            <p:cNvSpPr/>
            <p:nvPr/>
          </p:nvSpPr>
          <p:spPr>
            <a:xfrm>
              <a:off x="5190288" y="35620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7" name="pt18277"/>
            <p:cNvSpPr/>
            <p:nvPr/>
          </p:nvSpPr>
          <p:spPr>
            <a:xfrm>
              <a:off x="5236406" y="3583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8" name="pt18278"/>
            <p:cNvSpPr/>
            <p:nvPr/>
          </p:nvSpPr>
          <p:spPr>
            <a:xfrm>
              <a:off x="5209631" y="3566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79" name="pt18279"/>
            <p:cNvSpPr/>
            <p:nvPr/>
          </p:nvSpPr>
          <p:spPr>
            <a:xfrm>
              <a:off x="5145001" y="3557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0" name="pt18280"/>
            <p:cNvSpPr/>
            <p:nvPr/>
          </p:nvSpPr>
          <p:spPr>
            <a:xfrm>
              <a:off x="5342726" y="35848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1" name="pt18281"/>
            <p:cNvSpPr/>
            <p:nvPr/>
          </p:nvSpPr>
          <p:spPr>
            <a:xfrm>
              <a:off x="5283281" y="3361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2" name="pt18282"/>
            <p:cNvSpPr/>
            <p:nvPr/>
          </p:nvSpPr>
          <p:spPr>
            <a:xfrm>
              <a:off x="5033727" y="3533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3" name="pt18283"/>
            <p:cNvSpPr/>
            <p:nvPr/>
          </p:nvSpPr>
          <p:spPr>
            <a:xfrm>
              <a:off x="6012377" y="36040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4" name="pt18284"/>
            <p:cNvSpPr/>
            <p:nvPr/>
          </p:nvSpPr>
          <p:spPr>
            <a:xfrm>
              <a:off x="5163938" y="3559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5" name="pt18285"/>
            <p:cNvSpPr/>
            <p:nvPr/>
          </p:nvSpPr>
          <p:spPr>
            <a:xfrm>
              <a:off x="5059206" y="3576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6" name="pt18286"/>
            <p:cNvSpPr/>
            <p:nvPr/>
          </p:nvSpPr>
          <p:spPr>
            <a:xfrm>
              <a:off x="5122088" y="35462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7" name="pt18287"/>
            <p:cNvSpPr/>
            <p:nvPr/>
          </p:nvSpPr>
          <p:spPr>
            <a:xfrm>
              <a:off x="5166773" y="3245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8" name="pt18288"/>
            <p:cNvSpPr/>
            <p:nvPr/>
          </p:nvSpPr>
          <p:spPr>
            <a:xfrm>
              <a:off x="5134934" y="35467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89" name="pt18289"/>
            <p:cNvSpPr/>
            <p:nvPr/>
          </p:nvSpPr>
          <p:spPr>
            <a:xfrm>
              <a:off x="5211237" y="3564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0" name="pt18290"/>
            <p:cNvSpPr/>
            <p:nvPr/>
          </p:nvSpPr>
          <p:spPr>
            <a:xfrm>
              <a:off x="5401589" y="35327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1" name="pt18291"/>
            <p:cNvSpPr/>
            <p:nvPr/>
          </p:nvSpPr>
          <p:spPr>
            <a:xfrm>
              <a:off x="5170476" y="3573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2" name="pt18292"/>
            <p:cNvSpPr/>
            <p:nvPr/>
          </p:nvSpPr>
          <p:spPr>
            <a:xfrm>
              <a:off x="5114533" y="35573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3" name="pt18293"/>
            <p:cNvSpPr/>
            <p:nvPr/>
          </p:nvSpPr>
          <p:spPr>
            <a:xfrm>
              <a:off x="5250915" y="3546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4" name="pt18294"/>
            <p:cNvSpPr/>
            <p:nvPr/>
          </p:nvSpPr>
          <p:spPr>
            <a:xfrm>
              <a:off x="5204060" y="3581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5" name="pt18295"/>
            <p:cNvSpPr/>
            <p:nvPr/>
          </p:nvSpPr>
          <p:spPr>
            <a:xfrm>
              <a:off x="5349202" y="3567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6" name="pt18296"/>
            <p:cNvSpPr/>
            <p:nvPr/>
          </p:nvSpPr>
          <p:spPr>
            <a:xfrm>
              <a:off x="5183743" y="3509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7" name="pt18297"/>
            <p:cNvSpPr/>
            <p:nvPr/>
          </p:nvSpPr>
          <p:spPr>
            <a:xfrm>
              <a:off x="5211577" y="35612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8" name="pt18298"/>
            <p:cNvSpPr/>
            <p:nvPr/>
          </p:nvSpPr>
          <p:spPr>
            <a:xfrm>
              <a:off x="5237570" y="3564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299" name="pt18299"/>
            <p:cNvSpPr/>
            <p:nvPr/>
          </p:nvSpPr>
          <p:spPr>
            <a:xfrm>
              <a:off x="5010568" y="35053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0" name="pt18300"/>
            <p:cNvSpPr/>
            <p:nvPr/>
          </p:nvSpPr>
          <p:spPr>
            <a:xfrm>
              <a:off x="5311379" y="35646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1" name="pt18301"/>
            <p:cNvSpPr/>
            <p:nvPr/>
          </p:nvSpPr>
          <p:spPr>
            <a:xfrm>
              <a:off x="5114774" y="3551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2" name="pt18302"/>
            <p:cNvSpPr/>
            <p:nvPr/>
          </p:nvSpPr>
          <p:spPr>
            <a:xfrm>
              <a:off x="5231323" y="3582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3" name="pt18303"/>
            <p:cNvSpPr/>
            <p:nvPr/>
          </p:nvSpPr>
          <p:spPr>
            <a:xfrm>
              <a:off x="5118946" y="3557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4" name="pt18304"/>
            <p:cNvSpPr/>
            <p:nvPr/>
          </p:nvSpPr>
          <p:spPr>
            <a:xfrm>
              <a:off x="5220676" y="3571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5" name="pt18305"/>
            <p:cNvSpPr/>
            <p:nvPr/>
          </p:nvSpPr>
          <p:spPr>
            <a:xfrm>
              <a:off x="5128614" y="34754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6" name="pt18306"/>
            <p:cNvSpPr/>
            <p:nvPr/>
          </p:nvSpPr>
          <p:spPr>
            <a:xfrm>
              <a:off x="4982392" y="3481963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07" name="pt18307"/>
            <p:cNvSpPr/>
            <p:nvPr/>
          </p:nvSpPr>
          <p:spPr>
            <a:xfrm>
              <a:off x="5230115" y="3561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8" name="pt18308"/>
            <p:cNvSpPr/>
            <p:nvPr/>
          </p:nvSpPr>
          <p:spPr>
            <a:xfrm>
              <a:off x="5158251" y="35536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09" name="pt18309"/>
            <p:cNvSpPr/>
            <p:nvPr/>
          </p:nvSpPr>
          <p:spPr>
            <a:xfrm>
              <a:off x="5122135" y="35121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0" name="pt18310"/>
            <p:cNvSpPr/>
            <p:nvPr/>
          </p:nvSpPr>
          <p:spPr>
            <a:xfrm>
              <a:off x="5231497" y="35143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1" name="pt18311"/>
            <p:cNvSpPr/>
            <p:nvPr/>
          </p:nvSpPr>
          <p:spPr>
            <a:xfrm>
              <a:off x="5157051" y="35378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2" name="pt18312"/>
            <p:cNvSpPr/>
            <p:nvPr/>
          </p:nvSpPr>
          <p:spPr>
            <a:xfrm>
              <a:off x="5207739" y="3567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3" name="pt18313"/>
            <p:cNvSpPr/>
            <p:nvPr/>
          </p:nvSpPr>
          <p:spPr>
            <a:xfrm>
              <a:off x="5107338" y="35769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4" name="pt18314"/>
            <p:cNvSpPr/>
            <p:nvPr/>
          </p:nvSpPr>
          <p:spPr>
            <a:xfrm>
              <a:off x="5101136" y="3541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5" name="pt18315"/>
            <p:cNvSpPr/>
            <p:nvPr/>
          </p:nvSpPr>
          <p:spPr>
            <a:xfrm>
              <a:off x="4997412" y="3549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6" name="pt18316"/>
            <p:cNvSpPr/>
            <p:nvPr/>
          </p:nvSpPr>
          <p:spPr>
            <a:xfrm>
              <a:off x="5250177" y="3474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7" name="pt18317"/>
            <p:cNvSpPr/>
            <p:nvPr/>
          </p:nvSpPr>
          <p:spPr>
            <a:xfrm>
              <a:off x="5147836" y="3525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8" name="pt18318"/>
            <p:cNvSpPr/>
            <p:nvPr/>
          </p:nvSpPr>
          <p:spPr>
            <a:xfrm>
              <a:off x="5096691" y="3506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19" name="pt18319"/>
            <p:cNvSpPr/>
            <p:nvPr/>
          </p:nvSpPr>
          <p:spPr>
            <a:xfrm>
              <a:off x="5276833" y="35305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0" name="pt18320"/>
            <p:cNvSpPr/>
            <p:nvPr/>
          </p:nvSpPr>
          <p:spPr>
            <a:xfrm>
              <a:off x="5358980" y="3550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1" name="pt18321"/>
            <p:cNvSpPr/>
            <p:nvPr/>
          </p:nvSpPr>
          <p:spPr>
            <a:xfrm>
              <a:off x="5085893" y="35247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2" name="pt18322"/>
            <p:cNvSpPr/>
            <p:nvPr/>
          </p:nvSpPr>
          <p:spPr>
            <a:xfrm>
              <a:off x="5196781" y="35382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3" name="pt18323"/>
            <p:cNvSpPr/>
            <p:nvPr/>
          </p:nvSpPr>
          <p:spPr>
            <a:xfrm>
              <a:off x="5252657" y="35640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4" name="pt18324"/>
            <p:cNvSpPr/>
            <p:nvPr/>
          </p:nvSpPr>
          <p:spPr>
            <a:xfrm>
              <a:off x="5085136" y="35957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5" name="pt18325"/>
            <p:cNvSpPr/>
            <p:nvPr/>
          </p:nvSpPr>
          <p:spPr>
            <a:xfrm>
              <a:off x="5062645" y="35272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6" name="pt18326"/>
            <p:cNvSpPr/>
            <p:nvPr/>
          </p:nvSpPr>
          <p:spPr>
            <a:xfrm>
              <a:off x="5196005" y="34239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7" name="pt18327"/>
            <p:cNvSpPr/>
            <p:nvPr/>
          </p:nvSpPr>
          <p:spPr>
            <a:xfrm>
              <a:off x="5036626" y="3560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8" name="pt18328"/>
            <p:cNvSpPr/>
            <p:nvPr/>
          </p:nvSpPr>
          <p:spPr>
            <a:xfrm>
              <a:off x="5225578" y="3559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29" name="pt18329"/>
            <p:cNvSpPr/>
            <p:nvPr/>
          </p:nvSpPr>
          <p:spPr>
            <a:xfrm>
              <a:off x="5081635" y="3533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0" name="pt18330"/>
            <p:cNvSpPr/>
            <p:nvPr/>
          </p:nvSpPr>
          <p:spPr>
            <a:xfrm>
              <a:off x="5043919" y="35273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1" name="pt18331"/>
            <p:cNvSpPr/>
            <p:nvPr/>
          </p:nvSpPr>
          <p:spPr>
            <a:xfrm>
              <a:off x="5308773" y="3578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2" name="pt18332"/>
            <p:cNvSpPr/>
            <p:nvPr/>
          </p:nvSpPr>
          <p:spPr>
            <a:xfrm>
              <a:off x="5061135" y="3572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3" name="pt18333"/>
            <p:cNvSpPr/>
            <p:nvPr/>
          </p:nvSpPr>
          <p:spPr>
            <a:xfrm>
              <a:off x="5179099" y="3605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4" name="pt18334"/>
            <p:cNvSpPr/>
            <p:nvPr/>
          </p:nvSpPr>
          <p:spPr>
            <a:xfrm>
              <a:off x="5137339" y="35681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5" name="pt18335"/>
            <p:cNvSpPr/>
            <p:nvPr/>
          </p:nvSpPr>
          <p:spPr>
            <a:xfrm>
              <a:off x="5127494" y="3470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6" name="pt18336"/>
            <p:cNvSpPr/>
            <p:nvPr/>
          </p:nvSpPr>
          <p:spPr>
            <a:xfrm>
              <a:off x="5327140" y="3566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7" name="pt18337"/>
            <p:cNvSpPr/>
            <p:nvPr/>
          </p:nvSpPr>
          <p:spPr>
            <a:xfrm>
              <a:off x="5123986" y="35094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8" name="pt18338"/>
            <p:cNvSpPr/>
            <p:nvPr/>
          </p:nvSpPr>
          <p:spPr>
            <a:xfrm>
              <a:off x="5156327" y="35868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39" name="pt18339"/>
            <p:cNvSpPr/>
            <p:nvPr/>
          </p:nvSpPr>
          <p:spPr>
            <a:xfrm>
              <a:off x="5173352" y="35602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0" name="pt18340"/>
            <p:cNvSpPr/>
            <p:nvPr/>
          </p:nvSpPr>
          <p:spPr>
            <a:xfrm>
              <a:off x="5301401" y="3593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1" name="pt18341"/>
            <p:cNvSpPr/>
            <p:nvPr/>
          </p:nvSpPr>
          <p:spPr>
            <a:xfrm>
              <a:off x="5266102" y="3568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2" name="pt18342"/>
            <p:cNvSpPr/>
            <p:nvPr/>
          </p:nvSpPr>
          <p:spPr>
            <a:xfrm>
              <a:off x="5119688" y="3560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3" name="pt18343"/>
            <p:cNvSpPr/>
            <p:nvPr/>
          </p:nvSpPr>
          <p:spPr>
            <a:xfrm>
              <a:off x="5336497" y="35992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4" name="pt18344"/>
            <p:cNvSpPr/>
            <p:nvPr/>
          </p:nvSpPr>
          <p:spPr>
            <a:xfrm>
              <a:off x="5295610" y="35359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5" name="pt18345"/>
            <p:cNvSpPr/>
            <p:nvPr/>
          </p:nvSpPr>
          <p:spPr>
            <a:xfrm>
              <a:off x="5141324" y="35277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6" name="pt18346"/>
            <p:cNvSpPr/>
            <p:nvPr/>
          </p:nvSpPr>
          <p:spPr>
            <a:xfrm>
              <a:off x="5181814" y="35596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7" name="pt18347"/>
            <p:cNvSpPr/>
            <p:nvPr/>
          </p:nvSpPr>
          <p:spPr>
            <a:xfrm>
              <a:off x="5265609" y="35797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8" name="pt18348"/>
            <p:cNvSpPr/>
            <p:nvPr/>
          </p:nvSpPr>
          <p:spPr>
            <a:xfrm>
              <a:off x="5488887" y="3563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49" name="pt18349"/>
            <p:cNvSpPr/>
            <p:nvPr/>
          </p:nvSpPr>
          <p:spPr>
            <a:xfrm>
              <a:off x="5110613" y="3509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0" name="pt18350"/>
            <p:cNvSpPr/>
            <p:nvPr/>
          </p:nvSpPr>
          <p:spPr>
            <a:xfrm>
              <a:off x="5238784" y="3571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1" name="pt18351"/>
            <p:cNvSpPr/>
            <p:nvPr/>
          </p:nvSpPr>
          <p:spPr>
            <a:xfrm>
              <a:off x="5266232" y="35251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2" name="pt18352"/>
            <p:cNvSpPr/>
            <p:nvPr/>
          </p:nvSpPr>
          <p:spPr>
            <a:xfrm>
              <a:off x="4986867" y="3567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3" name="pt18353"/>
            <p:cNvSpPr/>
            <p:nvPr/>
          </p:nvSpPr>
          <p:spPr>
            <a:xfrm>
              <a:off x="5094305" y="3543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4" name="pt18354"/>
            <p:cNvSpPr/>
            <p:nvPr/>
          </p:nvSpPr>
          <p:spPr>
            <a:xfrm>
              <a:off x="5153823" y="3518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5" name="pt18355"/>
            <p:cNvSpPr/>
            <p:nvPr/>
          </p:nvSpPr>
          <p:spPr>
            <a:xfrm>
              <a:off x="5151141" y="3541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6" name="pt18356"/>
            <p:cNvSpPr/>
            <p:nvPr/>
          </p:nvSpPr>
          <p:spPr>
            <a:xfrm>
              <a:off x="5228467" y="3600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7" name="pt18357"/>
            <p:cNvSpPr/>
            <p:nvPr/>
          </p:nvSpPr>
          <p:spPr>
            <a:xfrm>
              <a:off x="5165884" y="35869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8" name="pt18358"/>
            <p:cNvSpPr/>
            <p:nvPr/>
          </p:nvSpPr>
          <p:spPr>
            <a:xfrm>
              <a:off x="5305790" y="35520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59" name="pt18359"/>
            <p:cNvSpPr/>
            <p:nvPr/>
          </p:nvSpPr>
          <p:spPr>
            <a:xfrm>
              <a:off x="5364476" y="35588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0" name="pt18360"/>
            <p:cNvSpPr/>
            <p:nvPr/>
          </p:nvSpPr>
          <p:spPr>
            <a:xfrm>
              <a:off x="5082592" y="35087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1" name="pt18361"/>
            <p:cNvSpPr/>
            <p:nvPr/>
          </p:nvSpPr>
          <p:spPr>
            <a:xfrm>
              <a:off x="5340888" y="35810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2" name="pt18362"/>
            <p:cNvSpPr/>
            <p:nvPr/>
          </p:nvSpPr>
          <p:spPr>
            <a:xfrm>
              <a:off x="5204428" y="3558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3" name="pt18363"/>
            <p:cNvSpPr/>
            <p:nvPr/>
          </p:nvSpPr>
          <p:spPr>
            <a:xfrm>
              <a:off x="5159731" y="3572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4" name="pt18364"/>
            <p:cNvSpPr/>
            <p:nvPr/>
          </p:nvSpPr>
          <p:spPr>
            <a:xfrm>
              <a:off x="5097257" y="3564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5" name="pt18365"/>
            <p:cNvSpPr/>
            <p:nvPr/>
          </p:nvSpPr>
          <p:spPr>
            <a:xfrm>
              <a:off x="5071888" y="35462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6" name="pt18366"/>
            <p:cNvSpPr/>
            <p:nvPr/>
          </p:nvSpPr>
          <p:spPr>
            <a:xfrm>
              <a:off x="5088291" y="35554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7" name="pt18367"/>
            <p:cNvSpPr/>
            <p:nvPr/>
          </p:nvSpPr>
          <p:spPr>
            <a:xfrm>
              <a:off x="5164411" y="35788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8" name="pt18368"/>
            <p:cNvSpPr/>
            <p:nvPr/>
          </p:nvSpPr>
          <p:spPr>
            <a:xfrm>
              <a:off x="5067648" y="35736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69" name="pt18369"/>
            <p:cNvSpPr/>
            <p:nvPr/>
          </p:nvSpPr>
          <p:spPr>
            <a:xfrm>
              <a:off x="5098226" y="3567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0" name="pt18370"/>
            <p:cNvSpPr/>
            <p:nvPr/>
          </p:nvSpPr>
          <p:spPr>
            <a:xfrm>
              <a:off x="5234529" y="35691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1" name="pt18371"/>
            <p:cNvSpPr/>
            <p:nvPr/>
          </p:nvSpPr>
          <p:spPr>
            <a:xfrm>
              <a:off x="5165292" y="3540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2" name="pt18372"/>
            <p:cNvSpPr/>
            <p:nvPr/>
          </p:nvSpPr>
          <p:spPr>
            <a:xfrm>
              <a:off x="5281008" y="35807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3" name="pt18373"/>
            <p:cNvSpPr/>
            <p:nvPr/>
          </p:nvSpPr>
          <p:spPr>
            <a:xfrm>
              <a:off x="5316030" y="3563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4" name="pt18374"/>
            <p:cNvSpPr/>
            <p:nvPr/>
          </p:nvSpPr>
          <p:spPr>
            <a:xfrm>
              <a:off x="5469103" y="3563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5" name="pt18375"/>
            <p:cNvSpPr/>
            <p:nvPr/>
          </p:nvSpPr>
          <p:spPr>
            <a:xfrm>
              <a:off x="5066065" y="3519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6" name="pt18376"/>
            <p:cNvSpPr/>
            <p:nvPr/>
          </p:nvSpPr>
          <p:spPr>
            <a:xfrm>
              <a:off x="5189232" y="3588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7" name="pt18377"/>
            <p:cNvSpPr/>
            <p:nvPr/>
          </p:nvSpPr>
          <p:spPr>
            <a:xfrm>
              <a:off x="5119159" y="3574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8" name="pt18378"/>
            <p:cNvSpPr/>
            <p:nvPr/>
          </p:nvSpPr>
          <p:spPr>
            <a:xfrm>
              <a:off x="5093962" y="3550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79" name="pt18379"/>
            <p:cNvSpPr/>
            <p:nvPr/>
          </p:nvSpPr>
          <p:spPr>
            <a:xfrm>
              <a:off x="5137100" y="3552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0" name="pt18380"/>
            <p:cNvSpPr/>
            <p:nvPr/>
          </p:nvSpPr>
          <p:spPr>
            <a:xfrm>
              <a:off x="5243715" y="35909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1" name="pt18381"/>
            <p:cNvSpPr/>
            <p:nvPr/>
          </p:nvSpPr>
          <p:spPr>
            <a:xfrm>
              <a:off x="5357799" y="3588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2" name="pt18382"/>
            <p:cNvSpPr/>
            <p:nvPr/>
          </p:nvSpPr>
          <p:spPr>
            <a:xfrm>
              <a:off x="5266419" y="35701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3" name="pt18383"/>
            <p:cNvSpPr/>
            <p:nvPr/>
          </p:nvSpPr>
          <p:spPr>
            <a:xfrm>
              <a:off x="5114459" y="3522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4" name="pt18384"/>
            <p:cNvSpPr/>
            <p:nvPr/>
          </p:nvSpPr>
          <p:spPr>
            <a:xfrm>
              <a:off x="5274748" y="35687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5" name="pt18385"/>
            <p:cNvSpPr/>
            <p:nvPr/>
          </p:nvSpPr>
          <p:spPr>
            <a:xfrm>
              <a:off x="5214660" y="3565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6" name="pt18386"/>
            <p:cNvSpPr/>
            <p:nvPr/>
          </p:nvSpPr>
          <p:spPr>
            <a:xfrm>
              <a:off x="5192966" y="3555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7" name="pt18387"/>
            <p:cNvSpPr/>
            <p:nvPr/>
          </p:nvSpPr>
          <p:spPr>
            <a:xfrm>
              <a:off x="5068507" y="35514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8" name="pt18388"/>
            <p:cNvSpPr/>
            <p:nvPr/>
          </p:nvSpPr>
          <p:spPr>
            <a:xfrm>
              <a:off x="5219912" y="35758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89" name="pt18389"/>
            <p:cNvSpPr/>
            <p:nvPr/>
          </p:nvSpPr>
          <p:spPr>
            <a:xfrm>
              <a:off x="5298592" y="3555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0" name="pt18390"/>
            <p:cNvSpPr/>
            <p:nvPr/>
          </p:nvSpPr>
          <p:spPr>
            <a:xfrm>
              <a:off x="5178903" y="35381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1" name="pt18391"/>
            <p:cNvSpPr/>
            <p:nvPr/>
          </p:nvSpPr>
          <p:spPr>
            <a:xfrm>
              <a:off x="5160839" y="35741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2" name="pt18392"/>
            <p:cNvSpPr/>
            <p:nvPr/>
          </p:nvSpPr>
          <p:spPr>
            <a:xfrm>
              <a:off x="5227911" y="35582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3" name="pt18393"/>
            <p:cNvSpPr/>
            <p:nvPr/>
          </p:nvSpPr>
          <p:spPr>
            <a:xfrm>
              <a:off x="5327510" y="3589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4" name="pt18394"/>
            <p:cNvSpPr/>
            <p:nvPr/>
          </p:nvSpPr>
          <p:spPr>
            <a:xfrm>
              <a:off x="5322432" y="35459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5" name="pt18395"/>
            <p:cNvSpPr/>
            <p:nvPr/>
          </p:nvSpPr>
          <p:spPr>
            <a:xfrm>
              <a:off x="5363166" y="3618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6" name="pt18396"/>
            <p:cNvSpPr/>
            <p:nvPr/>
          </p:nvSpPr>
          <p:spPr>
            <a:xfrm>
              <a:off x="5611403" y="35435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7" name="pt18397"/>
            <p:cNvSpPr/>
            <p:nvPr/>
          </p:nvSpPr>
          <p:spPr>
            <a:xfrm>
              <a:off x="5321044" y="35876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8" name="pt18398"/>
            <p:cNvSpPr/>
            <p:nvPr/>
          </p:nvSpPr>
          <p:spPr>
            <a:xfrm>
              <a:off x="5246121" y="35639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399" name="pt18399"/>
            <p:cNvSpPr/>
            <p:nvPr/>
          </p:nvSpPr>
          <p:spPr>
            <a:xfrm>
              <a:off x="5256219" y="35802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0" name="pt18400"/>
            <p:cNvSpPr/>
            <p:nvPr/>
          </p:nvSpPr>
          <p:spPr>
            <a:xfrm>
              <a:off x="5189089" y="35688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1" name="pt18401"/>
            <p:cNvSpPr/>
            <p:nvPr/>
          </p:nvSpPr>
          <p:spPr>
            <a:xfrm>
              <a:off x="5123323" y="3579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2" name="pt18402"/>
            <p:cNvSpPr/>
            <p:nvPr/>
          </p:nvSpPr>
          <p:spPr>
            <a:xfrm>
              <a:off x="5088951" y="3524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3" name="pt18403"/>
            <p:cNvSpPr/>
            <p:nvPr/>
          </p:nvSpPr>
          <p:spPr>
            <a:xfrm>
              <a:off x="5096749" y="34972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4" name="pt18404"/>
            <p:cNvSpPr/>
            <p:nvPr/>
          </p:nvSpPr>
          <p:spPr>
            <a:xfrm>
              <a:off x="5001704" y="35026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5" name="pt18405"/>
            <p:cNvSpPr/>
            <p:nvPr/>
          </p:nvSpPr>
          <p:spPr>
            <a:xfrm>
              <a:off x="5207105" y="3580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6" name="pt18406"/>
            <p:cNvSpPr/>
            <p:nvPr/>
          </p:nvSpPr>
          <p:spPr>
            <a:xfrm>
              <a:off x="5160540" y="34582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7" name="pt18407"/>
            <p:cNvSpPr/>
            <p:nvPr/>
          </p:nvSpPr>
          <p:spPr>
            <a:xfrm>
              <a:off x="5325139" y="36049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8" name="pt18408"/>
            <p:cNvSpPr/>
            <p:nvPr/>
          </p:nvSpPr>
          <p:spPr>
            <a:xfrm>
              <a:off x="5265873" y="35614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09" name="pt18409"/>
            <p:cNvSpPr/>
            <p:nvPr/>
          </p:nvSpPr>
          <p:spPr>
            <a:xfrm>
              <a:off x="5319659" y="35556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0" name="pt18410"/>
            <p:cNvSpPr/>
            <p:nvPr/>
          </p:nvSpPr>
          <p:spPr>
            <a:xfrm>
              <a:off x="5094444" y="3556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1" name="pt18411"/>
            <p:cNvSpPr/>
            <p:nvPr/>
          </p:nvSpPr>
          <p:spPr>
            <a:xfrm>
              <a:off x="5125133" y="3549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2" name="pt18412"/>
            <p:cNvSpPr/>
            <p:nvPr/>
          </p:nvSpPr>
          <p:spPr>
            <a:xfrm>
              <a:off x="5195502" y="35689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3" name="pt18413"/>
            <p:cNvSpPr/>
            <p:nvPr/>
          </p:nvSpPr>
          <p:spPr>
            <a:xfrm>
              <a:off x="5284737" y="35673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4" name="pt18414"/>
            <p:cNvSpPr/>
            <p:nvPr/>
          </p:nvSpPr>
          <p:spPr>
            <a:xfrm>
              <a:off x="5271316" y="35502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5" name="pt18415"/>
            <p:cNvSpPr/>
            <p:nvPr/>
          </p:nvSpPr>
          <p:spPr>
            <a:xfrm>
              <a:off x="5010031" y="35607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6" name="pt18416"/>
            <p:cNvSpPr/>
            <p:nvPr/>
          </p:nvSpPr>
          <p:spPr>
            <a:xfrm>
              <a:off x="5299791" y="35729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7" name="pt18417"/>
            <p:cNvSpPr/>
            <p:nvPr/>
          </p:nvSpPr>
          <p:spPr>
            <a:xfrm>
              <a:off x="5244875" y="35601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8" name="pt18418"/>
            <p:cNvSpPr/>
            <p:nvPr/>
          </p:nvSpPr>
          <p:spPr>
            <a:xfrm>
              <a:off x="4999481" y="35058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19" name="pt18419"/>
            <p:cNvSpPr/>
            <p:nvPr/>
          </p:nvSpPr>
          <p:spPr>
            <a:xfrm>
              <a:off x="5056213" y="3534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0" name="pt18420"/>
            <p:cNvSpPr/>
            <p:nvPr/>
          </p:nvSpPr>
          <p:spPr>
            <a:xfrm>
              <a:off x="5264385" y="35777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1" name="pt18421"/>
            <p:cNvSpPr/>
            <p:nvPr/>
          </p:nvSpPr>
          <p:spPr>
            <a:xfrm>
              <a:off x="5221975" y="35641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2" name="pt18422"/>
            <p:cNvSpPr/>
            <p:nvPr/>
          </p:nvSpPr>
          <p:spPr>
            <a:xfrm>
              <a:off x="5308637" y="35732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3" name="pt18423"/>
            <p:cNvSpPr/>
            <p:nvPr/>
          </p:nvSpPr>
          <p:spPr>
            <a:xfrm>
              <a:off x="5326714" y="3571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4" name="pt18424"/>
            <p:cNvSpPr/>
            <p:nvPr/>
          </p:nvSpPr>
          <p:spPr>
            <a:xfrm>
              <a:off x="5175282" y="3551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5" name="pt18425"/>
            <p:cNvSpPr/>
            <p:nvPr/>
          </p:nvSpPr>
          <p:spPr>
            <a:xfrm>
              <a:off x="5183133" y="3567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6" name="pt18426"/>
            <p:cNvSpPr/>
            <p:nvPr/>
          </p:nvSpPr>
          <p:spPr>
            <a:xfrm>
              <a:off x="5283669" y="3569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7" name="pt18427"/>
            <p:cNvSpPr/>
            <p:nvPr/>
          </p:nvSpPr>
          <p:spPr>
            <a:xfrm>
              <a:off x="5200892" y="3556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8" name="pt18428"/>
            <p:cNvSpPr/>
            <p:nvPr/>
          </p:nvSpPr>
          <p:spPr>
            <a:xfrm>
              <a:off x="5137328" y="35595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29" name="pt18429"/>
            <p:cNvSpPr/>
            <p:nvPr/>
          </p:nvSpPr>
          <p:spPr>
            <a:xfrm>
              <a:off x="5127139" y="35374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0" name="pt18430"/>
            <p:cNvSpPr/>
            <p:nvPr/>
          </p:nvSpPr>
          <p:spPr>
            <a:xfrm>
              <a:off x="5176152" y="35515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1" name="pt18431"/>
            <p:cNvSpPr/>
            <p:nvPr/>
          </p:nvSpPr>
          <p:spPr>
            <a:xfrm>
              <a:off x="5289929" y="35937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2" name="pt18432"/>
            <p:cNvSpPr/>
            <p:nvPr/>
          </p:nvSpPr>
          <p:spPr>
            <a:xfrm>
              <a:off x="5025866" y="35971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3" name="pt18433"/>
            <p:cNvSpPr/>
            <p:nvPr/>
          </p:nvSpPr>
          <p:spPr>
            <a:xfrm>
              <a:off x="5108655" y="3575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4" name="pt18434"/>
            <p:cNvSpPr/>
            <p:nvPr/>
          </p:nvSpPr>
          <p:spPr>
            <a:xfrm>
              <a:off x="5193237" y="3554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5" name="pt18435"/>
            <p:cNvSpPr/>
            <p:nvPr/>
          </p:nvSpPr>
          <p:spPr>
            <a:xfrm>
              <a:off x="5268954" y="35647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6" name="pt18436"/>
            <p:cNvSpPr/>
            <p:nvPr/>
          </p:nvSpPr>
          <p:spPr>
            <a:xfrm>
              <a:off x="5176490" y="35473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7" name="pt18437"/>
            <p:cNvSpPr/>
            <p:nvPr/>
          </p:nvSpPr>
          <p:spPr>
            <a:xfrm>
              <a:off x="5033589" y="35313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8" name="pt18438"/>
            <p:cNvSpPr/>
            <p:nvPr/>
          </p:nvSpPr>
          <p:spPr>
            <a:xfrm>
              <a:off x="5078647" y="35594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39" name="pt18439"/>
            <p:cNvSpPr/>
            <p:nvPr/>
          </p:nvSpPr>
          <p:spPr>
            <a:xfrm>
              <a:off x="5210268" y="3568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0" name="pt18440"/>
            <p:cNvSpPr/>
            <p:nvPr/>
          </p:nvSpPr>
          <p:spPr>
            <a:xfrm>
              <a:off x="5085041" y="3571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1" name="pt18441"/>
            <p:cNvSpPr/>
            <p:nvPr/>
          </p:nvSpPr>
          <p:spPr>
            <a:xfrm>
              <a:off x="5138905" y="35780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2" name="pt18442"/>
            <p:cNvSpPr/>
            <p:nvPr/>
          </p:nvSpPr>
          <p:spPr>
            <a:xfrm>
              <a:off x="5146735" y="36213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3" name="pt18443"/>
            <p:cNvSpPr/>
            <p:nvPr/>
          </p:nvSpPr>
          <p:spPr>
            <a:xfrm>
              <a:off x="5104562" y="3561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4" name="pt18444"/>
            <p:cNvSpPr/>
            <p:nvPr/>
          </p:nvSpPr>
          <p:spPr>
            <a:xfrm>
              <a:off x="5465404" y="36094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5" name="pt18445"/>
            <p:cNvSpPr/>
            <p:nvPr/>
          </p:nvSpPr>
          <p:spPr>
            <a:xfrm>
              <a:off x="5211630" y="35609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6" name="pt18446"/>
            <p:cNvSpPr/>
            <p:nvPr/>
          </p:nvSpPr>
          <p:spPr>
            <a:xfrm>
              <a:off x="5081907" y="35007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7" name="pt18447"/>
            <p:cNvSpPr/>
            <p:nvPr/>
          </p:nvSpPr>
          <p:spPr>
            <a:xfrm>
              <a:off x="5173926" y="3548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8" name="pt18448"/>
            <p:cNvSpPr/>
            <p:nvPr/>
          </p:nvSpPr>
          <p:spPr>
            <a:xfrm>
              <a:off x="5244033" y="35724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49" name="pt18449"/>
            <p:cNvSpPr/>
            <p:nvPr/>
          </p:nvSpPr>
          <p:spPr>
            <a:xfrm>
              <a:off x="5222471" y="35776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0" name="pt18450"/>
            <p:cNvSpPr/>
            <p:nvPr/>
          </p:nvSpPr>
          <p:spPr>
            <a:xfrm>
              <a:off x="5223037" y="36053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1" name="pt18451"/>
            <p:cNvSpPr/>
            <p:nvPr/>
          </p:nvSpPr>
          <p:spPr>
            <a:xfrm>
              <a:off x="5071552" y="35830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2" name="pt18452"/>
            <p:cNvSpPr/>
            <p:nvPr/>
          </p:nvSpPr>
          <p:spPr>
            <a:xfrm>
              <a:off x="5213435" y="3552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3" name="pt18453"/>
            <p:cNvSpPr/>
            <p:nvPr/>
          </p:nvSpPr>
          <p:spPr>
            <a:xfrm>
              <a:off x="5311776" y="35628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4" name="pt18454"/>
            <p:cNvSpPr/>
            <p:nvPr/>
          </p:nvSpPr>
          <p:spPr>
            <a:xfrm>
              <a:off x="5103905" y="35609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5" name="pt18455"/>
            <p:cNvSpPr/>
            <p:nvPr/>
          </p:nvSpPr>
          <p:spPr>
            <a:xfrm>
              <a:off x="5264824" y="35622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6" name="pt18456"/>
            <p:cNvSpPr/>
            <p:nvPr/>
          </p:nvSpPr>
          <p:spPr>
            <a:xfrm>
              <a:off x="5297946" y="35671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7" name="pt18457"/>
            <p:cNvSpPr/>
            <p:nvPr/>
          </p:nvSpPr>
          <p:spPr>
            <a:xfrm>
              <a:off x="5351253" y="3554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8" name="pt18458"/>
            <p:cNvSpPr/>
            <p:nvPr/>
          </p:nvSpPr>
          <p:spPr>
            <a:xfrm>
              <a:off x="5228280" y="35502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59" name="pt18459"/>
            <p:cNvSpPr/>
            <p:nvPr/>
          </p:nvSpPr>
          <p:spPr>
            <a:xfrm>
              <a:off x="5141379" y="35690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0" name="pt18460"/>
            <p:cNvSpPr/>
            <p:nvPr/>
          </p:nvSpPr>
          <p:spPr>
            <a:xfrm>
              <a:off x="5096027" y="35978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1" name="pt18461"/>
            <p:cNvSpPr/>
            <p:nvPr/>
          </p:nvSpPr>
          <p:spPr>
            <a:xfrm>
              <a:off x="5264606" y="3530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2" name="pt18462"/>
            <p:cNvSpPr/>
            <p:nvPr/>
          </p:nvSpPr>
          <p:spPr>
            <a:xfrm>
              <a:off x="5196514" y="35692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3" name="pt18463"/>
            <p:cNvSpPr/>
            <p:nvPr/>
          </p:nvSpPr>
          <p:spPr>
            <a:xfrm>
              <a:off x="5214686" y="35745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4" name="pt18464"/>
            <p:cNvSpPr/>
            <p:nvPr/>
          </p:nvSpPr>
          <p:spPr>
            <a:xfrm>
              <a:off x="5278255" y="35632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5" name="pt18465"/>
            <p:cNvSpPr/>
            <p:nvPr/>
          </p:nvSpPr>
          <p:spPr>
            <a:xfrm>
              <a:off x="5270188" y="35749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6" name="pt18466"/>
            <p:cNvSpPr/>
            <p:nvPr/>
          </p:nvSpPr>
          <p:spPr>
            <a:xfrm>
              <a:off x="5214199" y="3524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7" name="pt18467"/>
            <p:cNvSpPr/>
            <p:nvPr/>
          </p:nvSpPr>
          <p:spPr>
            <a:xfrm>
              <a:off x="5076267" y="35169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8" name="pt18468"/>
            <p:cNvSpPr/>
            <p:nvPr/>
          </p:nvSpPr>
          <p:spPr>
            <a:xfrm>
              <a:off x="5181804" y="3574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69" name="pt18469"/>
            <p:cNvSpPr/>
            <p:nvPr/>
          </p:nvSpPr>
          <p:spPr>
            <a:xfrm>
              <a:off x="4935182" y="35914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0" name="pt18470"/>
            <p:cNvSpPr/>
            <p:nvPr/>
          </p:nvSpPr>
          <p:spPr>
            <a:xfrm>
              <a:off x="4984086" y="35787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1" name="pt18471"/>
            <p:cNvSpPr/>
            <p:nvPr/>
          </p:nvSpPr>
          <p:spPr>
            <a:xfrm>
              <a:off x="5227463" y="35671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2" name="pt18472"/>
            <p:cNvSpPr/>
            <p:nvPr/>
          </p:nvSpPr>
          <p:spPr>
            <a:xfrm>
              <a:off x="5414958" y="3555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3" name="pt18473"/>
            <p:cNvSpPr/>
            <p:nvPr/>
          </p:nvSpPr>
          <p:spPr>
            <a:xfrm>
              <a:off x="5098551" y="3553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4" name="pt18474"/>
            <p:cNvSpPr/>
            <p:nvPr/>
          </p:nvSpPr>
          <p:spPr>
            <a:xfrm>
              <a:off x="5087848" y="35627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5" name="pt18475"/>
            <p:cNvSpPr/>
            <p:nvPr/>
          </p:nvSpPr>
          <p:spPr>
            <a:xfrm>
              <a:off x="5039746" y="3563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6" name="pt18476"/>
            <p:cNvSpPr/>
            <p:nvPr/>
          </p:nvSpPr>
          <p:spPr>
            <a:xfrm>
              <a:off x="5120247" y="3583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7" name="pt18477"/>
            <p:cNvSpPr/>
            <p:nvPr/>
          </p:nvSpPr>
          <p:spPr>
            <a:xfrm>
              <a:off x="5370100" y="35598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8" name="pt18478"/>
            <p:cNvSpPr/>
            <p:nvPr/>
          </p:nvSpPr>
          <p:spPr>
            <a:xfrm>
              <a:off x="5118682" y="3602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79" name="pt18479"/>
            <p:cNvSpPr/>
            <p:nvPr/>
          </p:nvSpPr>
          <p:spPr>
            <a:xfrm>
              <a:off x="5177622" y="3576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0" name="pt18480"/>
            <p:cNvSpPr/>
            <p:nvPr/>
          </p:nvSpPr>
          <p:spPr>
            <a:xfrm>
              <a:off x="5161196" y="3572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1" name="pt18481"/>
            <p:cNvSpPr/>
            <p:nvPr/>
          </p:nvSpPr>
          <p:spPr>
            <a:xfrm>
              <a:off x="5257824" y="35612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2" name="pt18482"/>
            <p:cNvSpPr/>
            <p:nvPr/>
          </p:nvSpPr>
          <p:spPr>
            <a:xfrm>
              <a:off x="5246692" y="3486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3" name="pt18483"/>
            <p:cNvSpPr/>
            <p:nvPr/>
          </p:nvSpPr>
          <p:spPr>
            <a:xfrm>
              <a:off x="5420253" y="3587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4" name="pt18484"/>
            <p:cNvSpPr/>
            <p:nvPr/>
          </p:nvSpPr>
          <p:spPr>
            <a:xfrm>
              <a:off x="5618600" y="35635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5" name="pt18485"/>
            <p:cNvSpPr/>
            <p:nvPr/>
          </p:nvSpPr>
          <p:spPr>
            <a:xfrm>
              <a:off x="5236315" y="35463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6" name="pt18486"/>
            <p:cNvSpPr/>
            <p:nvPr/>
          </p:nvSpPr>
          <p:spPr>
            <a:xfrm>
              <a:off x="5239650" y="3574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7" name="pt18487"/>
            <p:cNvSpPr/>
            <p:nvPr/>
          </p:nvSpPr>
          <p:spPr>
            <a:xfrm>
              <a:off x="5265064" y="3582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8" name="pt18488"/>
            <p:cNvSpPr/>
            <p:nvPr/>
          </p:nvSpPr>
          <p:spPr>
            <a:xfrm>
              <a:off x="5117541" y="3297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89" name="pt18489"/>
            <p:cNvSpPr/>
            <p:nvPr/>
          </p:nvSpPr>
          <p:spPr>
            <a:xfrm>
              <a:off x="5128142" y="35264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0" name="pt18490"/>
            <p:cNvSpPr/>
            <p:nvPr/>
          </p:nvSpPr>
          <p:spPr>
            <a:xfrm>
              <a:off x="5144203" y="35148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1" name="pt18491"/>
            <p:cNvSpPr/>
            <p:nvPr/>
          </p:nvSpPr>
          <p:spPr>
            <a:xfrm>
              <a:off x="4965654" y="35172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2" name="pt18492"/>
            <p:cNvSpPr/>
            <p:nvPr/>
          </p:nvSpPr>
          <p:spPr>
            <a:xfrm>
              <a:off x="5029212" y="35844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3" name="pt18493"/>
            <p:cNvSpPr/>
            <p:nvPr/>
          </p:nvSpPr>
          <p:spPr>
            <a:xfrm>
              <a:off x="5214649" y="3500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4" name="pt18494"/>
            <p:cNvSpPr/>
            <p:nvPr/>
          </p:nvSpPr>
          <p:spPr>
            <a:xfrm>
              <a:off x="5217107" y="35704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5" name="pt18495"/>
            <p:cNvSpPr/>
            <p:nvPr/>
          </p:nvSpPr>
          <p:spPr>
            <a:xfrm>
              <a:off x="5199973" y="3563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6" name="pt18496"/>
            <p:cNvSpPr/>
            <p:nvPr/>
          </p:nvSpPr>
          <p:spPr>
            <a:xfrm>
              <a:off x="5228430" y="35673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7" name="pt18497"/>
            <p:cNvSpPr/>
            <p:nvPr/>
          </p:nvSpPr>
          <p:spPr>
            <a:xfrm>
              <a:off x="5289423" y="35811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8" name="pt18498"/>
            <p:cNvSpPr/>
            <p:nvPr/>
          </p:nvSpPr>
          <p:spPr>
            <a:xfrm>
              <a:off x="5065647" y="35847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499" name="pt18499"/>
            <p:cNvSpPr/>
            <p:nvPr/>
          </p:nvSpPr>
          <p:spPr>
            <a:xfrm>
              <a:off x="5258131" y="35541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0" name="pt18500"/>
            <p:cNvSpPr/>
            <p:nvPr/>
          </p:nvSpPr>
          <p:spPr>
            <a:xfrm>
              <a:off x="5276514" y="35712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1" name="pt18501"/>
            <p:cNvSpPr/>
            <p:nvPr/>
          </p:nvSpPr>
          <p:spPr>
            <a:xfrm>
              <a:off x="5275361" y="3578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2" name="pt18502"/>
            <p:cNvSpPr/>
            <p:nvPr/>
          </p:nvSpPr>
          <p:spPr>
            <a:xfrm>
              <a:off x="5202246" y="35664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3" name="pt18503"/>
            <p:cNvSpPr/>
            <p:nvPr/>
          </p:nvSpPr>
          <p:spPr>
            <a:xfrm>
              <a:off x="5256123" y="35434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4" name="pt18504"/>
            <p:cNvSpPr/>
            <p:nvPr/>
          </p:nvSpPr>
          <p:spPr>
            <a:xfrm>
              <a:off x="5423026" y="35879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5" name="pt18505"/>
            <p:cNvSpPr/>
            <p:nvPr/>
          </p:nvSpPr>
          <p:spPr>
            <a:xfrm>
              <a:off x="5197298" y="3560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6" name="pt18506"/>
            <p:cNvSpPr/>
            <p:nvPr/>
          </p:nvSpPr>
          <p:spPr>
            <a:xfrm>
              <a:off x="5248225" y="3553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7" name="pt18507"/>
            <p:cNvSpPr/>
            <p:nvPr/>
          </p:nvSpPr>
          <p:spPr>
            <a:xfrm>
              <a:off x="5085231" y="3673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08" name="pt18508"/>
            <p:cNvSpPr/>
            <p:nvPr/>
          </p:nvSpPr>
          <p:spPr>
            <a:xfrm>
              <a:off x="5362114" y="3661133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09" name="pt18509"/>
            <p:cNvSpPr/>
            <p:nvPr/>
          </p:nvSpPr>
          <p:spPr>
            <a:xfrm>
              <a:off x="5153965" y="3609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0" name="pt18510"/>
            <p:cNvSpPr/>
            <p:nvPr/>
          </p:nvSpPr>
          <p:spPr>
            <a:xfrm>
              <a:off x="5191408" y="35931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1" name="pt18511"/>
            <p:cNvSpPr/>
            <p:nvPr/>
          </p:nvSpPr>
          <p:spPr>
            <a:xfrm>
              <a:off x="5182748" y="35183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2" name="pt18512"/>
            <p:cNvSpPr/>
            <p:nvPr/>
          </p:nvSpPr>
          <p:spPr>
            <a:xfrm>
              <a:off x="5114158" y="35645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3" name="pt18513"/>
            <p:cNvSpPr/>
            <p:nvPr/>
          </p:nvSpPr>
          <p:spPr>
            <a:xfrm>
              <a:off x="5200273" y="35432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4" name="pt18514"/>
            <p:cNvSpPr/>
            <p:nvPr/>
          </p:nvSpPr>
          <p:spPr>
            <a:xfrm>
              <a:off x="5170649" y="3582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5" name="pt18515"/>
            <p:cNvSpPr/>
            <p:nvPr/>
          </p:nvSpPr>
          <p:spPr>
            <a:xfrm>
              <a:off x="5174913" y="3559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6" name="pt18516"/>
            <p:cNvSpPr/>
            <p:nvPr/>
          </p:nvSpPr>
          <p:spPr>
            <a:xfrm>
              <a:off x="5134414" y="35404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7" name="pt18517"/>
            <p:cNvSpPr/>
            <p:nvPr/>
          </p:nvSpPr>
          <p:spPr>
            <a:xfrm>
              <a:off x="5138442" y="3555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8" name="pt18518"/>
            <p:cNvSpPr/>
            <p:nvPr/>
          </p:nvSpPr>
          <p:spPr>
            <a:xfrm>
              <a:off x="5213337" y="3561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19" name="pt18519"/>
            <p:cNvSpPr/>
            <p:nvPr/>
          </p:nvSpPr>
          <p:spPr>
            <a:xfrm>
              <a:off x="5307645" y="3576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0" name="pt18520"/>
            <p:cNvSpPr/>
            <p:nvPr/>
          </p:nvSpPr>
          <p:spPr>
            <a:xfrm>
              <a:off x="5177464" y="35631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1" name="pt18521"/>
            <p:cNvSpPr/>
            <p:nvPr/>
          </p:nvSpPr>
          <p:spPr>
            <a:xfrm>
              <a:off x="4955251" y="35526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2" name="pt18522"/>
            <p:cNvSpPr/>
            <p:nvPr/>
          </p:nvSpPr>
          <p:spPr>
            <a:xfrm>
              <a:off x="5195789" y="35669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3" name="pt18523"/>
            <p:cNvSpPr/>
            <p:nvPr/>
          </p:nvSpPr>
          <p:spPr>
            <a:xfrm>
              <a:off x="5172621" y="35652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4" name="pt18524"/>
            <p:cNvSpPr/>
            <p:nvPr/>
          </p:nvSpPr>
          <p:spPr>
            <a:xfrm>
              <a:off x="5260767" y="3450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5" name="pt18525"/>
            <p:cNvSpPr/>
            <p:nvPr/>
          </p:nvSpPr>
          <p:spPr>
            <a:xfrm>
              <a:off x="5207543" y="3558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6" name="pt18526"/>
            <p:cNvSpPr/>
            <p:nvPr/>
          </p:nvSpPr>
          <p:spPr>
            <a:xfrm>
              <a:off x="5336713" y="3570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7" name="pt18527"/>
            <p:cNvSpPr/>
            <p:nvPr/>
          </p:nvSpPr>
          <p:spPr>
            <a:xfrm>
              <a:off x="5221040" y="3576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8" name="pt18528"/>
            <p:cNvSpPr/>
            <p:nvPr/>
          </p:nvSpPr>
          <p:spPr>
            <a:xfrm>
              <a:off x="5256109" y="35614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29" name="pt18529"/>
            <p:cNvSpPr/>
            <p:nvPr/>
          </p:nvSpPr>
          <p:spPr>
            <a:xfrm>
              <a:off x="5043278" y="3516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0" name="pt18530"/>
            <p:cNvSpPr/>
            <p:nvPr/>
          </p:nvSpPr>
          <p:spPr>
            <a:xfrm>
              <a:off x="5163595" y="3573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1" name="pt18531"/>
            <p:cNvSpPr/>
            <p:nvPr/>
          </p:nvSpPr>
          <p:spPr>
            <a:xfrm>
              <a:off x="5255712" y="35265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2" name="pt18532"/>
            <p:cNvSpPr/>
            <p:nvPr/>
          </p:nvSpPr>
          <p:spPr>
            <a:xfrm>
              <a:off x="5104332" y="3573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3" name="pt18533"/>
            <p:cNvSpPr/>
            <p:nvPr/>
          </p:nvSpPr>
          <p:spPr>
            <a:xfrm>
              <a:off x="5268350" y="3554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4" name="pt18534"/>
            <p:cNvSpPr/>
            <p:nvPr/>
          </p:nvSpPr>
          <p:spPr>
            <a:xfrm>
              <a:off x="5213300" y="35813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5" name="pt18535"/>
            <p:cNvSpPr/>
            <p:nvPr/>
          </p:nvSpPr>
          <p:spPr>
            <a:xfrm>
              <a:off x="5266822" y="3548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6" name="pt18536"/>
            <p:cNvSpPr/>
            <p:nvPr/>
          </p:nvSpPr>
          <p:spPr>
            <a:xfrm>
              <a:off x="5032320" y="35600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7" name="pt18537"/>
            <p:cNvSpPr/>
            <p:nvPr/>
          </p:nvSpPr>
          <p:spPr>
            <a:xfrm>
              <a:off x="5241223" y="36253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8" name="pt18538"/>
            <p:cNvSpPr/>
            <p:nvPr/>
          </p:nvSpPr>
          <p:spPr>
            <a:xfrm>
              <a:off x="5172437" y="3576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39" name="pt18539"/>
            <p:cNvSpPr/>
            <p:nvPr/>
          </p:nvSpPr>
          <p:spPr>
            <a:xfrm>
              <a:off x="5245535" y="3569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0" name="pt18540"/>
            <p:cNvSpPr/>
            <p:nvPr/>
          </p:nvSpPr>
          <p:spPr>
            <a:xfrm>
              <a:off x="4939894" y="3557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1" name="pt18541"/>
            <p:cNvSpPr/>
            <p:nvPr/>
          </p:nvSpPr>
          <p:spPr>
            <a:xfrm>
              <a:off x="5059540" y="3506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2" name="pt18542"/>
            <p:cNvSpPr/>
            <p:nvPr/>
          </p:nvSpPr>
          <p:spPr>
            <a:xfrm>
              <a:off x="5218932" y="3539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3" name="pt18543"/>
            <p:cNvSpPr/>
            <p:nvPr/>
          </p:nvSpPr>
          <p:spPr>
            <a:xfrm>
              <a:off x="5284835" y="35562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4" name="pt18544"/>
            <p:cNvSpPr/>
            <p:nvPr/>
          </p:nvSpPr>
          <p:spPr>
            <a:xfrm>
              <a:off x="5217195" y="3572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5" name="pt18545"/>
            <p:cNvSpPr/>
            <p:nvPr/>
          </p:nvSpPr>
          <p:spPr>
            <a:xfrm>
              <a:off x="5102207" y="3524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6" name="pt18546"/>
            <p:cNvSpPr/>
            <p:nvPr/>
          </p:nvSpPr>
          <p:spPr>
            <a:xfrm>
              <a:off x="5420652" y="35834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7" name="pt18547"/>
            <p:cNvSpPr/>
            <p:nvPr/>
          </p:nvSpPr>
          <p:spPr>
            <a:xfrm>
              <a:off x="5142172" y="3544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8" name="pt18548"/>
            <p:cNvSpPr/>
            <p:nvPr/>
          </p:nvSpPr>
          <p:spPr>
            <a:xfrm>
              <a:off x="5254642" y="3570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49" name="pt18549"/>
            <p:cNvSpPr/>
            <p:nvPr/>
          </p:nvSpPr>
          <p:spPr>
            <a:xfrm>
              <a:off x="5210214" y="35382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0" name="pt18550"/>
            <p:cNvSpPr/>
            <p:nvPr/>
          </p:nvSpPr>
          <p:spPr>
            <a:xfrm>
              <a:off x="5159610" y="3545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1" name="pt18551"/>
            <p:cNvSpPr/>
            <p:nvPr/>
          </p:nvSpPr>
          <p:spPr>
            <a:xfrm>
              <a:off x="5240384" y="3563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2" name="pt18552"/>
            <p:cNvSpPr/>
            <p:nvPr/>
          </p:nvSpPr>
          <p:spPr>
            <a:xfrm>
              <a:off x="5283435" y="3582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3" name="pt18553"/>
            <p:cNvSpPr/>
            <p:nvPr/>
          </p:nvSpPr>
          <p:spPr>
            <a:xfrm>
              <a:off x="5226900" y="35692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4" name="pt18554"/>
            <p:cNvSpPr/>
            <p:nvPr/>
          </p:nvSpPr>
          <p:spPr>
            <a:xfrm>
              <a:off x="5318104" y="35817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5" name="pt18555"/>
            <p:cNvSpPr/>
            <p:nvPr/>
          </p:nvSpPr>
          <p:spPr>
            <a:xfrm>
              <a:off x="5037273" y="35555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6" name="pt18556"/>
            <p:cNvSpPr/>
            <p:nvPr/>
          </p:nvSpPr>
          <p:spPr>
            <a:xfrm>
              <a:off x="5088595" y="3529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7" name="pt18557"/>
            <p:cNvSpPr/>
            <p:nvPr/>
          </p:nvSpPr>
          <p:spPr>
            <a:xfrm>
              <a:off x="5312532" y="35379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8" name="pt18558"/>
            <p:cNvSpPr/>
            <p:nvPr/>
          </p:nvSpPr>
          <p:spPr>
            <a:xfrm>
              <a:off x="4946986" y="35745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59" name="pt18559"/>
            <p:cNvSpPr/>
            <p:nvPr/>
          </p:nvSpPr>
          <p:spPr>
            <a:xfrm>
              <a:off x="5039124" y="35002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0" name="pt18560"/>
            <p:cNvSpPr/>
            <p:nvPr/>
          </p:nvSpPr>
          <p:spPr>
            <a:xfrm>
              <a:off x="5084910" y="30644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1" name="pt18561"/>
            <p:cNvSpPr/>
            <p:nvPr/>
          </p:nvSpPr>
          <p:spPr>
            <a:xfrm>
              <a:off x="5027847" y="34875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2" name="pt18562"/>
            <p:cNvSpPr/>
            <p:nvPr/>
          </p:nvSpPr>
          <p:spPr>
            <a:xfrm>
              <a:off x="5049900" y="3566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3" name="pt18563"/>
            <p:cNvSpPr/>
            <p:nvPr/>
          </p:nvSpPr>
          <p:spPr>
            <a:xfrm>
              <a:off x="5193040" y="3537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4" name="pt18564"/>
            <p:cNvSpPr/>
            <p:nvPr/>
          </p:nvSpPr>
          <p:spPr>
            <a:xfrm>
              <a:off x="5044894" y="3569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5" name="pt18565"/>
            <p:cNvSpPr/>
            <p:nvPr/>
          </p:nvSpPr>
          <p:spPr>
            <a:xfrm>
              <a:off x="5286435" y="35768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6" name="pt18566"/>
            <p:cNvSpPr/>
            <p:nvPr/>
          </p:nvSpPr>
          <p:spPr>
            <a:xfrm>
              <a:off x="5164438" y="35735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7" name="pt18567"/>
            <p:cNvSpPr/>
            <p:nvPr/>
          </p:nvSpPr>
          <p:spPr>
            <a:xfrm>
              <a:off x="5261548" y="35633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8" name="pt18568"/>
            <p:cNvSpPr/>
            <p:nvPr/>
          </p:nvSpPr>
          <p:spPr>
            <a:xfrm>
              <a:off x="4924940" y="35526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69" name="pt18569"/>
            <p:cNvSpPr/>
            <p:nvPr/>
          </p:nvSpPr>
          <p:spPr>
            <a:xfrm>
              <a:off x="5060193" y="3512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0" name="pt18570"/>
            <p:cNvSpPr/>
            <p:nvPr/>
          </p:nvSpPr>
          <p:spPr>
            <a:xfrm>
              <a:off x="5317837" y="3574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1" name="pt18571"/>
            <p:cNvSpPr/>
            <p:nvPr/>
          </p:nvSpPr>
          <p:spPr>
            <a:xfrm>
              <a:off x="5230523" y="3527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2" name="pt18572"/>
            <p:cNvSpPr/>
            <p:nvPr/>
          </p:nvSpPr>
          <p:spPr>
            <a:xfrm>
              <a:off x="5271344" y="3589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3" name="pt18573"/>
            <p:cNvSpPr/>
            <p:nvPr/>
          </p:nvSpPr>
          <p:spPr>
            <a:xfrm>
              <a:off x="5090346" y="3549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4" name="pt18574"/>
            <p:cNvSpPr/>
            <p:nvPr/>
          </p:nvSpPr>
          <p:spPr>
            <a:xfrm>
              <a:off x="5107649" y="35472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5" name="pt18575"/>
            <p:cNvSpPr/>
            <p:nvPr/>
          </p:nvSpPr>
          <p:spPr>
            <a:xfrm>
              <a:off x="5033830" y="35488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6" name="pt18576"/>
            <p:cNvSpPr/>
            <p:nvPr/>
          </p:nvSpPr>
          <p:spPr>
            <a:xfrm>
              <a:off x="5308663" y="3551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7" name="pt18577"/>
            <p:cNvSpPr/>
            <p:nvPr/>
          </p:nvSpPr>
          <p:spPr>
            <a:xfrm>
              <a:off x="5593940" y="3552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8" name="pt18578"/>
            <p:cNvSpPr/>
            <p:nvPr/>
          </p:nvSpPr>
          <p:spPr>
            <a:xfrm>
              <a:off x="4854885" y="3541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79" name="pt18579"/>
            <p:cNvSpPr/>
            <p:nvPr/>
          </p:nvSpPr>
          <p:spPr>
            <a:xfrm>
              <a:off x="4823266" y="3576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0" name="pt18580"/>
            <p:cNvSpPr/>
            <p:nvPr/>
          </p:nvSpPr>
          <p:spPr>
            <a:xfrm>
              <a:off x="5280016" y="3566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1" name="pt18581"/>
            <p:cNvSpPr/>
            <p:nvPr/>
          </p:nvSpPr>
          <p:spPr>
            <a:xfrm>
              <a:off x="5212974" y="3563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2" name="pt18582"/>
            <p:cNvSpPr/>
            <p:nvPr/>
          </p:nvSpPr>
          <p:spPr>
            <a:xfrm>
              <a:off x="5095613" y="35639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3" name="pt18583"/>
            <p:cNvSpPr/>
            <p:nvPr/>
          </p:nvSpPr>
          <p:spPr>
            <a:xfrm>
              <a:off x="5188117" y="3529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4" name="pt18584"/>
            <p:cNvSpPr/>
            <p:nvPr/>
          </p:nvSpPr>
          <p:spPr>
            <a:xfrm>
              <a:off x="5287308" y="35559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5" name="pt18585"/>
            <p:cNvSpPr/>
            <p:nvPr/>
          </p:nvSpPr>
          <p:spPr>
            <a:xfrm>
              <a:off x="5139349" y="35347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6" name="pt18586"/>
            <p:cNvSpPr/>
            <p:nvPr/>
          </p:nvSpPr>
          <p:spPr>
            <a:xfrm>
              <a:off x="5181304" y="3526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7" name="pt18587"/>
            <p:cNvSpPr/>
            <p:nvPr/>
          </p:nvSpPr>
          <p:spPr>
            <a:xfrm>
              <a:off x="5281273" y="35544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8" name="pt18588"/>
            <p:cNvSpPr/>
            <p:nvPr/>
          </p:nvSpPr>
          <p:spPr>
            <a:xfrm>
              <a:off x="5286865" y="36003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89" name="pt18589"/>
            <p:cNvSpPr/>
            <p:nvPr/>
          </p:nvSpPr>
          <p:spPr>
            <a:xfrm>
              <a:off x="5192195" y="35116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0" name="pt18590"/>
            <p:cNvSpPr/>
            <p:nvPr/>
          </p:nvSpPr>
          <p:spPr>
            <a:xfrm>
              <a:off x="5347602" y="35647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1" name="pt18591"/>
            <p:cNvSpPr/>
            <p:nvPr/>
          </p:nvSpPr>
          <p:spPr>
            <a:xfrm>
              <a:off x="5103168" y="35472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2" name="pt18592"/>
            <p:cNvSpPr/>
            <p:nvPr/>
          </p:nvSpPr>
          <p:spPr>
            <a:xfrm>
              <a:off x="5180775" y="35874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3" name="pt18593"/>
            <p:cNvSpPr/>
            <p:nvPr/>
          </p:nvSpPr>
          <p:spPr>
            <a:xfrm>
              <a:off x="5502295" y="3559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4" name="pt18594"/>
            <p:cNvSpPr/>
            <p:nvPr/>
          </p:nvSpPr>
          <p:spPr>
            <a:xfrm>
              <a:off x="5137970" y="35487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5" name="pt18595"/>
            <p:cNvSpPr/>
            <p:nvPr/>
          </p:nvSpPr>
          <p:spPr>
            <a:xfrm>
              <a:off x="5145051" y="35632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6" name="pt18596"/>
            <p:cNvSpPr/>
            <p:nvPr/>
          </p:nvSpPr>
          <p:spPr>
            <a:xfrm>
              <a:off x="5259012" y="3571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7" name="pt18597"/>
            <p:cNvSpPr/>
            <p:nvPr/>
          </p:nvSpPr>
          <p:spPr>
            <a:xfrm>
              <a:off x="4951432" y="3549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8" name="pt18598"/>
            <p:cNvSpPr/>
            <p:nvPr/>
          </p:nvSpPr>
          <p:spPr>
            <a:xfrm>
              <a:off x="5225156" y="35509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599" name="pt18599"/>
            <p:cNvSpPr/>
            <p:nvPr/>
          </p:nvSpPr>
          <p:spPr>
            <a:xfrm>
              <a:off x="5279012" y="35765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0" name="pt18600"/>
            <p:cNvSpPr/>
            <p:nvPr/>
          </p:nvSpPr>
          <p:spPr>
            <a:xfrm>
              <a:off x="5256543" y="3619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1" name="pt18601"/>
            <p:cNvSpPr/>
            <p:nvPr/>
          </p:nvSpPr>
          <p:spPr>
            <a:xfrm>
              <a:off x="5241214" y="3561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2" name="pt18602"/>
            <p:cNvSpPr/>
            <p:nvPr/>
          </p:nvSpPr>
          <p:spPr>
            <a:xfrm>
              <a:off x="5114420" y="35190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3" name="pt18603"/>
            <p:cNvSpPr/>
            <p:nvPr/>
          </p:nvSpPr>
          <p:spPr>
            <a:xfrm>
              <a:off x="5185903" y="35474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4" name="pt18604"/>
            <p:cNvSpPr/>
            <p:nvPr/>
          </p:nvSpPr>
          <p:spPr>
            <a:xfrm>
              <a:off x="5066937" y="35281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5" name="pt18605"/>
            <p:cNvSpPr/>
            <p:nvPr/>
          </p:nvSpPr>
          <p:spPr>
            <a:xfrm>
              <a:off x="5152796" y="3571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6" name="pt18606"/>
            <p:cNvSpPr/>
            <p:nvPr/>
          </p:nvSpPr>
          <p:spPr>
            <a:xfrm>
              <a:off x="4994503" y="35084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7" name="pt18607"/>
            <p:cNvSpPr/>
            <p:nvPr/>
          </p:nvSpPr>
          <p:spPr>
            <a:xfrm>
              <a:off x="5138158" y="35472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8" name="pt18608"/>
            <p:cNvSpPr/>
            <p:nvPr/>
          </p:nvSpPr>
          <p:spPr>
            <a:xfrm>
              <a:off x="5216395" y="3637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09" name="pt18609"/>
            <p:cNvSpPr/>
            <p:nvPr/>
          </p:nvSpPr>
          <p:spPr>
            <a:xfrm>
              <a:off x="5388877" y="3556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0" name="pt18610"/>
            <p:cNvSpPr/>
            <p:nvPr/>
          </p:nvSpPr>
          <p:spPr>
            <a:xfrm>
              <a:off x="5337046" y="35492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1" name="pt18611"/>
            <p:cNvSpPr/>
            <p:nvPr/>
          </p:nvSpPr>
          <p:spPr>
            <a:xfrm>
              <a:off x="5212281" y="35500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2" name="pt18612"/>
            <p:cNvSpPr/>
            <p:nvPr/>
          </p:nvSpPr>
          <p:spPr>
            <a:xfrm>
              <a:off x="5229937" y="35493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3" name="pt18613"/>
            <p:cNvSpPr/>
            <p:nvPr/>
          </p:nvSpPr>
          <p:spPr>
            <a:xfrm>
              <a:off x="5223121" y="3549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4" name="pt18614"/>
            <p:cNvSpPr/>
            <p:nvPr/>
          </p:nvSpPr>
          <p:spPr>
            <a:xfrm>
              <a:off x="5040719" y="35180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5" name="pt18615"/>
            <p:cNvSpPr/>
            <p:nvPr/>
          </p:nvSpPr>
          <p:spPr>
            <a:xfrm>
              <a:off x="5395003" y="35817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6" name="pt18616"/>
            <p:cNvSpPr/>
            <p:nvPr/>
          </p:nvSpPr>
          <p:spPr>
            <a:xfrm>
              <a:off x="5102503" y="35544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7" name="pt18617"/>
            <p:cNvSpPr/>
            <p:nvPr/>
          </p:nvSpPr>
          <p:spPr>
            <a:xfrm>
              <a:off x="5308667" y="3595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8" name="pt18618"/>
            <p:cNvSpPr/>
            <p:nvPr/>
          </p:nvSpPr>
          <p:spPr>
            <a:xfrm>
              <a:off x="5148845" y="35348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19" name="pt18619"/>
            <p:cNvSpPr/>
            <p:nvPr/>
          </p:nvSpPr>
          <p:spPr>
            <a:xfrm>
              <a:off x="5245855" y="35394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0" name="pt18620"/>
            <p:cNvSpPr/>
            <p:nvPr/>
          </p:nvSpPr>
          <p:spPr>
            <a:xfrm>
              <a:off x="5059033" y="35338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1" name="pt18621"/>
            <p:cNvSpPr/>
            <p:nvPr/>
          </p:nvSpPr>
          <p:spPr>
            <a:xfrm>
              <a:off x="5232155" y="3569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2" name="pt18622"/>
            <p:cNvSpPr/>
            <p:nvPr/>
          </p:nvSpPr>
          <p:spPr>
            <a:xfrm>
              <a:off x="5148649" y="3579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3" name="pt18623"/>
            <p:cNvSpPr/>
            <p:nvPr/>
          </p:nvSpPr>
          <p:spPr>
            <a:xfrm>
              <a:off x="5334893" y="35295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4" name="pt18624"/>
            <p:cNvSpPr/>
            <p:nvPr/>
          </p:nvSpPr>
          <p:spPr>
            <a:xfrm>
              <a:off x="5005002" y="3542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5" name="pt18625"/>
            <p:cNvSpPr/>
            <p:nvPr/>
          </p:nvSpPr>
          <p:spPr>
            <a:xfrm>
              <a:off x="5076420" y="3556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6" name="pt18626"/>
            <p:cNvSpPr/>
            <p:nvPr/>
          </p:nvSpPr>
          <p:spPr>
            <a:xfrm>
              <a:off x="5036460" y="35579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7" name="pt18627"/>
            <p:cNvSpPr/>
            <p:nvPr/>
          </p:nvSpPr>
          <p:spPr>
            <a:xfrm>
              <a:off x="5093756" y="35661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8" name="pt18628"/>
            <p:cNvSpPr/>
            <p:nvPr/>
          </p:nvSpPr>
          <p:spPr>
            <a:xfrm>
              <a:off x="5208366" y="3577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29" name="pt18629"/>
            <p:cNvSpPr/>
            <p:nvPr/>
          </p:nvSpPr>
          <p:spPr>
            <a:xfrm>
              <a:off x="5247047" y="35869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0" name="pt18630"/>
            <p:cNvSpPr/>
            <p:nvPr/>
          </p:nvSpPr>
          <p:spPr>
            <a:xfrm>
              <a:off x="5212089" y="35729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1" name="pt18631"/>
            <p:cNvSpPr/>
            <p:nvPr/>
          </p:nvSpPr>
          <p:spPr>
            <a:xfrm>
              <a:off x="5232683" y="3569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2" name="pt18632"/>
            <p:cNvSpPr/>
            <p:nvPr/>
          </p:nvSpPr>
          <p:spPr>
            <a:xfrm>
              <a:off x="5241730" y="3561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3" name="pt18633"/>
            <p:cNvSpPr/>
            <p:nvPr/>
          </p:nvSpPr>
          <p:spPr>
            <a:xfrm>
              <a:off x="5220287" y="35666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4" name="pt18634"/>
            <p:cNvSpPr/>
            <p:nvPr/>
          </p:nvSpPr>
          <p:spPr>
            <a:xfrm>
              <a:off x="5004198" y="35396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5" name="pt18635"/>
            <p:cNvSpPr/>
            <p:nvPr/>
          </p:nvSpPr>
          <p:spPr>
            <a:xfrm>
              <a:off x="5248827" y="3601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6" name="pt18636"/>
            <p:cNvSpPr/>
            <p:nvPr/>
          </p:nvSpPr>
          <p:spPr>
            <a:xfrm>
              <a:off x="5272101" y="35697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7" name="pt18637"/>
            <p:cNvSpPr/>
            <p:nvPr/>
          </p:nvSpPr>
          <p:spPr>
            <a:xfrm>
              <a:off x="5284597" y="35689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8" name="pt18638"/>
            <p:cNvSpPr/>
            <p:nvPr/>
          </p:nvSpPr>
          <p:spPr>
            <a:xfrm>
              <a:off x="5199593" y="3578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39" name="pt18639"/>
            <p:cNvSpPr/>
            <p:nvPr/>
          </p:nvSpPr>
          <p:spPr>
            <a:xfrm>
              <a:off x="5070943" y="3570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0" name="pt18640"/>
            <p:cNvSpPr/>
            <p:nvPr/>
          </p:nvSpPr>
          <p:spPr>
            <a:xfrm>
              <a:off x="5191709" y="3514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1" name="pt18641"/>
            <p:cNvSpPr/>
            <p:nvPr/>
          </p:nvSpPr>
          <p:spPr>
            <a:xfrm>
              <a:off x="5207695" y="36011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2" name="pt18642"/>
            <p:cNvSpPr/>
            <p:nvPr/>
          </p:nvSpPr>
          <p:spPr>
            <a:xfrm>
              <a:off x="5099488" y="3571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3" name="pt18643"/>
            <p:cNvSpPr/>
            <p:nvPr/>
          </p:nvSpPr>
          <p:spPr>
            <a:xfrm>
              <a:off x="5098915" y="3523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4" name="pt18644"/>
            <p:cNvSpPr/>
            <p:nvPr/>
          </p:nvSpPr>
          <p:spPr>
            <a:xfrm>
              <a:off x="5194468" y="34853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5" name="pt18645"/>
            <p:cNvSpPr/>
            <p:nvPr/>
          </p:nvSpPr>
          <p:spPr>
            <a:xfrm>
              <a:off x="5081324" y="35340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6" name="pt18646"/>
            <p:cNvSpPr/>
            <p:nvPr/>
          </p:nvSpPr>
          <p:spPr>
            <a:xfrm>
              <a:off x="5345952" y="35685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7" name="pt18647"/>
            <p:cNvSpPr/>
            <p:nvPr/>
          </p:nvSpPr>
          <p:spPr>
            <a:xfrm>
              <a:off x="5166557" y="35481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8" name="pt18648"/>
            <p:cNvSpPr/>
            <p:nvPr/>
          </p:nvSpPr>
          <p:spPr>
            <a:xfrm>
              <a:off x="5216297" y="3587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49" name="pt18649"/>
            <p:cNvSpPr/>
            <p:nvPr/>
          </p:nvSpPr>
          <p:spPr>
            <a:xfrm>
              <a:off x="5222126" y="35930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0" name="pt18650"/>
            <p:cNvSpPr/>
            <p:nvPr/>
          </p:nvSpPr>
          <p:spPr>
            <a:xfrm>
              <a:off x="5044807" y="3538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1" name="pt18651"/>
            <p:cNvSpPr/>
            <p:nvPr/>
          </p:nvSpPr>
          <p:spPr>
            <a:xfrm>
              <a:off x="5185353" y="3556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2" name="pt18652"/>
            <p:cNvSpPr/>
            <p:nvPr/>
          </p:nvSpPr>
          <p:spPr>
            <a:xfrm>
              <a:off x="5166742" y="35747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3" name="pt18653"/>
            <p:cNvSpPr/>
            <p:nvPr/>
          </p:nvSpPr>
          <p:spPr>
            <a:xfrm>
              <a:off x="5168897" y="3567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4" name="pt18654"/>
            <p:cNvSpPr/>
            <p:nvPr/>
          </p:nvSpPr>
          <p:spPr>
            <a:xfrm>
              <a:off x="5140762" y="3467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5" name="pt18655"/>
            <p:cNvSpPr/>
            <p:nvPr/>
          </p:nvSpPr>
          <p:spPr>
            <a:xfrm>
              <a:off x="5223237" y="35408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6" name="pt18656"/>
            <p:cNvSpPr/>
            <p:nvPr/>
          </p:nvSpPr>
          <p:spPr>
            <a:xfrm>
              <a:off x="5166736" y="3578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7" name="pt18657"/>
            <p:cNvSpPr/>
            <p:nvPr/>
          </p:nvSpPr>
          <p:spPr>
            <a:xfrm>
              <a:off x="5145157" y="35355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8" name="pt18658"/>
            <p:cNvSpPr/>
            <p:nvPr/>
          </p:nvSpPr>
          <p:spPr>
            <a:xfrm>
              <a:off x="5240524" y="35272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59" name="pt18659"/>
            <p:cNvSpPr/>
            <p:nvPr/>
          </p:nvSpPr>
          <p:spPr>
            <a:xfrm>
              <a:off x="5025384" y="35686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0" name="pt18660"/>
            <p:cNvSpPr/>
            <p:nvPr/>
          </p:nvSpPr>
          <p:spPr>
            <a:xfrm>
              <a:off x="5276733" y="35545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1" name="pt18661"/>
            <p:cNvSpPr/>
            <p:nvPr/>
          </p:nvSpPr>
          <p:spPr>
            <a:xfrm>
              <a:off x="5227179" y="3570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2" name="pt18662"/>
            <p:cNvSpPr/>
            <p:nvPr/>
          </p:nvSpPr>
          <p:spPr>
            <a:xfrm>
              <a:off x="5299016" y="3568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3" name="pt18663"/>
            <p:cNvSpPr/>
            <p:nvPr/>
          </p:nvSpPr>
          <p:spPr>
            <a:xfrm>
              <a:off x="5174338" y="35457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4" name="pt18664"/>
            <p:cNvSpPr/>
            <p:nvPr/>
          </p:nvSpPr>
          <p:spPr>
            <a:xfrm>
              <a:off x="5232442" y="35689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5" name="pt18665"/>
            <p:cNvSpPr/>
            <p:nvPr/>
          </p:nvSpPr>
          <p:spPr>
            <a:xfrm>
              <a:off x="5298454" y="35432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6" name="pt18666"/>
            <p:cNvSpPr/>
            <p:nvPr/>
          </p:nvSpPr>
          <p:spPr>
            <a:xfrm>
              <a:off x="4932937" y="3562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7" name="pt18667"/>
            <p:cNvSpPr/>
            <p:nvPr/>
          </p:nvSpPr>
          <p:spPr>
            <a:xfrm>
              <a:off x="5161759" y="35596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8" name="pt18668"/>
            <p:cNvSpPr/>
            <p:nvPr/>
          </p:nvSpPr>
          <p:spPr>
            <a:xfrm>
              <a:off x="5140990" y="3558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69" name="pt18669"/>
            <p:cNvSpPr/>
            <p:nvPr/>
          </p:nvSpPr>
          <p:spPr>
            <a:xfrm>
              <a:off x="5062866" y="34854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0" name="pt18670"/>
            <p:cNvSpPr/>
            <p:nvPr/>
          </p:nvSpPr>
          <p:spPr>
            <a:xfrm>
              <a:off x="5349541" y="35606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1" name="pt18671"/>
            <p:cNvSpPr/>
            <p:nvPr/>
          </p:nvSpPr>
          <p:spPr>
            <a:xfrm>
              <a:off x="5396027" y="35363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2" name="pt18672"/>
            <p:cNvSpPr/>
            <p:nvPr/>
          </p:nvSpPr>
          <p:spPr>
            <a:xfrm>
              <a:off x="5160813" y="3537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3" name="pt18673"/>
            <p:cNvSpPr/>
            <p:nvPr/>
          </p:nvSpPr>
          <p:spPr>
            <a:xfrm>
              <a:off x="5424448" y="3285904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74" name="pt18674"/>
            <p:cNvSpPr/>
            <p:nvPr/>
          </p:nvSpPr>
          <p:spPr>
            <a:xfrm>
              <a:off x="5277260" y="35625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5" name="pt18675"/>
            <p:cNvSpPr/>
            <p:nvPr/>
          </p:nvSpPr>
          <p:spPr>
            <a:xfrm>
              <a:off x="5149132" y="32202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6" name="pt18676"/>
            <p:cNvSpPr/>
            <p:nvPr/>
          </p:nvSpPr>
          <p:spPr>
            <a:xfrm>
              <a:off x="5116860" y="3591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7" name="pt18677"/>
            <p:cNvSpPr/>
            <p:nvPr/>
          </p:nvSpPr>
          <p:spPr>
            <a:xfrm>
              <a:off x="5218371" y="35585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8" name="pt18678"/>
            <p:cNvSpPr/>
            <p:nvPr/>
          </p:nvSpPr>
          <p:spPr>
            <a:xfrm>
              <a:off x="5517273" y="3582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79" name="pt18679"/>
            <p:cNvSpPr/>
            <p:nvPr/>
          </p:nvSpPr>
          <p:spPr>
            <a:xfrm>
              <a:off x="5239962" y="3637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0" name="pt18680"/>
            <p:cNvSpPr/>
            <p:nvPr/>
          </p:nvSpPr>
          <p:spPr>
            <a:xfrm>
              <a:off x="5126124" y="35896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1" name="pt18681"/>
            <p:cNvSpPr/>
            <p:nvPr/>
          </p:nvSpPr>
          <p:spPr>
            <a:xfrm>
              <a:off x="5256955" y="35891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2" name="pt18682"/>
            <p:cNvSpPr/>
            <p:nvPr/>
          </p:nvSpPr>
          <p:spPr>
            <a:xfrm>
              <a:off x="5150252" y="3563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3" name="pt18683"/>
            <p:cNvSpPr/>
            <p:nvPr/>
          </p:nvSpPr>
          <p:spPr>
            <a:xfrm>
              <a:off x="5167745" y="3564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4" name="pt18684"/>
            <p:cNvSpPr/>
            <p:nvPr/>
          </p:nvSpPr>
          <p:spPr>
            <a:xfrm>
              <a:off x="6072491" y="3551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5" name="pt18685"/>
            <p:cNvSpPr/>
            <p:nvPr/>
          </p:nvSpPr>
          <p:spPr>
            <a:xfrm>
              <a:off x="5103410" y="3358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6" name="pt18686"/>
            <p:cNvSpPr/>
            <p:nvPr/>
          </p:nvSpPr>
          <p:spPr>
            <a:xfrm>
              <a:off x="5245233" y="35404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7" name="pt18687"/>
            <p:cNvSpPr/>
            <p:nvPr/>
          </p:nvSpPr>
          <p:spPr>
            <a:xfrm>
              <a:off x="5328784" y="35643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8" name="pt18688"/>
            <p:cNvSpPr/>
            <p:nvPr/>
          </p:nvSpPr>
          <p:spPr>
            <a:xfrm>
              <a:off x="5337755" y="35374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89" name="pt18689"/>
            <p:cNvSpPr/>
            <p:nvPr/>
          </p:nvSpPr>
          <p:spPr>
            <a:xfrm>
              <a:off x="5177468" y="35739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0" name="pt18690"/>
            <p:cNvSpPr/>
            <p:nvPr/>
          </p:nvSpPr>
          <p:spPr>
            <a:xfrm>
              <a:off x="5226166" y="35885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1" name="pt18691"/>
            <p:cNvSpPr/>
            <p:nvPr/>
          </p:nvSpPr>
          <p:spPr>
            <a:xfrm>
              <a:off x="5235112" y="35194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2" name="pt18692"/>
            <p:cNvSpPr/>
            <p:nvPr/>
          </p:nvSpPr>
          <p:spPr>
            <a:xfrm>
              <a:off x="5226182" y="35722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3" name="pt18693"/>
            <p:cNvSpPr/>
            <p:nvPr/>
          </p:nvSpPr>
          <p:spPr>
            <a:xfrm>
              <a:off x="5308174" y="35630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4" name="pt18694"/>
            <p:cNvSpPr/>
            <p:nvPr/>
          </p:nvSpPr>
          <p:spPr>
            <a:xfrm>
              <a:off x="5339896" y="3570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5" name="pt18695"/>
            <p:cNvSpPr/>
            <p:nvPr/>
          </p:nvSpPr>
          <p:spPr>
            <a:xfrm>
              <a:off x="5236303" y="3564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6" name="pt18696"/>
            <p:cNvSpPr/>
            <p:nvPr/>
          </p:nvSpPr>
          <p:spPr>
            <a:xfrm>
              <a:off x="5335445" y="35725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7" name="pt18697"/>
            <p:cNvSpPr/>
            <p:nvPr/>
          </p:nvSpPr>
          <p:spPr>
            <a:xfrm>
              <a:off x="5012777" y="3563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8" name="pt18698"/>
            <p:cNvSpPr/>
            <p:nvPr/>
          </p:nvSpPr>
          <p:spPr>
            <a:xfrm>
              <a:off x="5113492" y="3552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699" name="pt18699"/>
            <p:cNvSpPr/>
            <p:nvPr/>
          </p:nvSpPr>
          <p:spPr>
            <a:xfrm>
              <a:off x="5379234" y="35577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0" name="pt18700"/>
            <p:cNvSpPr/>
            <p:nvPr/>
          </p:nvSpPr>
          <p:spPr>
            <a:xfrm>
              <a:off x="5193751" y="3581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1" name="pt18701"/>
            <p:cNvSpPr/>
            <p:nvPr/>
          </p:nvSpPr>
          <p:spPr>
            <a:xfrm>
              <a:off x="5163752" y="35441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2" name="pt18702"/>
            <p:cNvSpPr/>
            <p:nvPr/>
          </p:nvSpPr>
          <p:spPr>
            <a:xfrm>
              <a:off x="5223450" y="35576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3" name="pt18703"/>
            <p:cNvSpPr/>
            <p:nvPr/>
          </p:nvSpPr>
          <p:spPr>
            <a:xfrm>
              <a:off x="5078304" y="35436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4" name="pt18704"/>
            <p:cNvSpPr/>
            <p:nvPr/>
          </p:nvSpPr>
          <p:spPr>
            <a:xfrm>
              <a:off x="5314417" y="3558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5" name="pt18705"/>
            <p:cNvSpPr/>
            <p:nvPr/>
          </p:nvSpPr>
          <p:spPr>
            <a:xfrm>
              <a:off x="5324204" y="35646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6" name="pt18706"/>
            <p:cNvSpPr/>
            <p:nvPr/>
          </p:nvSpPr>
          <p:spPr>
            <a:xfrm>
              <a:off x="5289844" y="35699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7" name="pt18707"/>
            <p:cNvSpPr/>
            <p:nvPr/>
          </p:nvSpPr>
          <p:spPr>
            <a:xfrm>
              <a:off x="5108214" y="3549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8" name="pt18708"/>
            <p:cNvSpPr/>
            <p:nvPr/>
          </p:nvSpPr>
          <p:spPr>
            <a:xfrm>
              <a:off x="5147428" y="35626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09" name="pt18709"/>
            <p:cNvSpPr/>
            <p:nvPr/>
          </p:nvSpPr>
          <p:spPr>
            <a:xfrm>
              <a:off x="5101489" y="35394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0" name="pt18710"/>
            <p:cNvSpPr/>
            <p:nvPr/>
          </p:nvSpPr>
          <p:spPr>
            <a:xfrm>
              <a:off x="5155885" y="3559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1" name="pt18711"/>
            <p:cNvSpPr/>
            <p:nvPr/>
          </p:nvSpPr>
          <p:spPr>
            <a:xfrm>
              <a:off x="5258606" y="35567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2" name="pt18712"/>
            <p:cNvSpPr/>
            <p:nvPr/>
          </p:nvSpPr>
          <p:spPr>
            <a:xfrm>
              <a:off x="5128341" y="35237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3" name="pt18713"/>
            <p:cNvSpPr/>
            <p:nvPr/>
          </p:nvSpPr>
          <p:spPr>
            <a:xfrm>
              <a:off x="5160899" y="35587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4" name="pt18714"/>
            <p:cNvSpPr/>
            <p:nvPr/>
          </p:nvSpPr>
          <p:spPr>
            <a:xfrm>
              <a:off x="5359325" y="35515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5" name="pt18715"/>
            <p:cNvSpPr/>
            <p:nvPr/>
          </p:nvSpPr>
          <p:spPr>
            <a:xfrm>
              <a:off x="5117559" y="3557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6" name="pt18716"/>
            <p:cNvSpPr/>
            <p:nvPr/>
          </p:nvSpPr>
          <p:spPr>
            <a:xfrm>
              <a:off x="5251063" y="3793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7" name="pt18717"/>
            <p:cNvSpPr/>
            <p:nvPr/>
          </p:nvSpPr>
          <p:spPr>
            <a:xfrm>
              <a:off x="5124760" y="3600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8" name="pt18718"/>
            <p:cNvSpPr/>
            <p:nvPr/>
          </p:nvSpPr>
          <p:spPr>
            <a:xfrm>
              <a:off x="5164288" y="3581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19" name="pt18719"/>
            <p:cNvSpPr/>
            <p:nvPr/>
          </p:nvSpPr>
          <p:spPr>
            <a:xfrm>
              <a:off x="5227276" y="35301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0" name="pt18720"/>
            <p:cNvSpPr/>
            <p:nvPr/>
          </p:nvSpPr>
          <p:spPr>
            <a:xfrm>
              <a:off x="5162435" y="3581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1" name="pt18721"/>
            <p:cNvSpPr/>
            <p:nvPr/>
          </p:nvSpPr>
          <p:spPr>
            <a:xfrm>
              <a:off x="5151036" y="3593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2" name="pt18722"/>
            <p:cNvSpPr/>
            <p:nvPr/>
          </p:nvSpPr>
          <p:spPr>
            <a:xfrm>
              <a:off x="5261596" y="3566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3" name="pt18723"/>
            <p:cNvSpPr/>
            <p:nvPr/>
          </p:nvSpPr>
          <p:spPr>
            <a:xfrm>
              <a:off x="5442996" y="3641962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24" name="pt18724"/>
            <p:cNvSpPr/>
            <p:nvPr/>
          </p:nvSpPr>
          <p:spPr>
            <a:xfrm>
              <a:off x="5236823" y="35569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5" name="pt18725"/>
            <p:cNvSpPr/>
            <p:nvPr/>
          </p:nvSpPr>
          <p:spPr>
            <a:xfrm>
              <a:off x="5161516" y="3901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6" name="pt18726"/>
            <p:cNvSpPr/>
            <p:nvPr/>
          </p:nvSpPr>
          <p:spPr>
            <a:xfrm>
              <a:off x="5163437" y="3554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7" name="pt18727"/>
            <p:cNvSpPr/>
            <p:nvPr/>
          </p:nvSpPr>
          <p:spPr>
            <a:xfrm>
              <a:off x="5226769" y="36175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8" name="pt18728"/>
            <p:cNvSpPr/>
            <p:nvPr/>
          </p:nvSpPr>
          <p:spPr>
            <a:xfrm>
              <a:off x="5194820" y="3590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29" name="pt18729"/>
            <p:cNvSpPr/>
            <p:nvPr/>
          </p:nvSpPr>
          <p:spPr>
            <a:xfrm>
              <a:off x="5135794" y="35683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0" name="pt18730"/>
            <p:cNvSpPr/>
            <p:nvPr/>
          </p:nvSpPr>
          <p:spPr>
            <a:xfrm>
              <a:off x="5037390" y="3547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1" name="pt18731"/>
            <p:cNvSpPr/>
            <p:nvPr/>
          </p:nvSpPr>
          <p:spPr>
            <a:xfrm>
              <a:off x="5247636" y="35651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2" name="pt18732"/>
            <p:cNvSpPr/>
            <p:nvPr/>
          </p:nvSpPr>
          <p:spPr>
            <a:xfrm>
              <a:off x="5203614" y="3522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3" name="pt18733"/>
            <p:cNvSpPr/>
            <p:nvPr/>
          </p:nvSpPr>
          <p:spPr>
            <a:xfrm>
              <a:off x="5077794" y="35748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4" name="pt18734"/>
            <p:cNvSpPr/>
            <p:nvPr/>
          </p:nvSpPr>
          <p:spPr>
            <a:xfrm>
              <a:off x="5060016" y="3530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5" name="pt18735"/>
            <p:cNvSpPr/>
            <p:nvPr/>
          </p:nvSpPr>
          <p:spPr>
            <a:xfrm>
              <a:off x="5094954" y="3504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6" name="pt18736"/>
            <p:cNvSpPr/>
            <p:nvPr/>
          </p:nvSpPr>
          <p:spPr>
            <a:xfrm>
              <a:off x="4956056" y="3583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7" name="pt18737"/>
            <p:cNvSpPr/>
            <p:nvPr/>
          </p:nvSpPr>
          <p:spPr>
            <a:xfrm>
              <a:off x="5056757" y="3565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8" name="pt18738"/>
            <p:cNvSpPr/>
            <p:nvPr/>
          </p:nvSpPr>
          <p:spPr>
            <a:xfrm>
              <a:off x="5235921" y="35591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39" name="pt18739"/>
            <p:cNvSpPr/>
            <p:nvPr/>
          </p:nvSpPr>
          <p:spPr>
            <a:xfrm>
              <a:off x="5088802" y="35832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0" name="pt18740"/>
            <p:cNvSpPr/>
            <p:nvPr/>
          </p:nvSpPr>
          <p:spPr>
            <a:xfrm>
              <a:off x="5268127" y="35547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1" name="pt18741"/>
            <p:cNvSpPr/>
            <p:nvPr/>
          </p:nvSpPr>
          <p:spPr>
            <a:xfrm>
              <a:off x="5409281" y="339491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42" name="pt18742"/>
            <p:cNvSpPr/>
            <p:nvPr/>
          </p:nvSpPr>
          <p:spPr>
            <a:xfrm>
              <a:off x="5187648" y="35540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3" name="pt18743"/>
            <p:cNvSpPr/>
            <p:nvPr/>
          </p:nvSpPr>
          <p:spPr>
            <a:xfrm>
              <a:off x="5257354" y="35673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4" name="pt18744"/>
            <p:cNvSpPr/>
            <p:nvPr/>
          </p:nvSpPr>
          <p:spPr>
            <a:xfrm>
              <a:off x="5097452" y="35349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5" name="pt18745"/>
            <p:cNvSpPr/>
            <p:nvPr/>
          </p:nvSpPr>
          <p:spPr>
            <a:xfrm>
              <a:off x="5213318" y="3573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6" name="pt18746"/>
            <p:cNvSpPr/>
            <p:nvPr/>
          </p:nvSpPr>
          <p:spPr>
            <a:xfrm>
              <a:off x="5240087" y="35559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7" name="pt18747"/>
            <p:cNvSpPr/>
            <p:nvPr/>
          </p:nvSpPr>
          <p:spPr>
            <a:xfrm>
              <a:off x="5364246" y="35461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8" name="pt18748"/>
            <p:cNvSpPr/>
            <p:nvPr/>
          </p:nvSpPr>
          <p:spPr>
            <a:xfrm>
              <a:off x="5309107" y="3558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49" name="pt18749"/>
            <p:cNvSpPr/>
            <p:nvPr/>
          </p:nvSpPr>
          <p:spPr>
            <a:xfrm>
              <a:off x="5241477" y="35703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0" name="pt18750"/>
            <p:cNvSpPr/>
            <p:nvPr/>
          </p:nvSpPr>
          <p:spPr>
            <a:xfrm>
              <a:off x="5336695" y="35792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1" name="pt18751"/>
            <p:cNvSpPr/>
            <p:nvPr/>
          </p:nvSpPr>
          <p:spPr>
            <a:xfrm>
              <a:off x="5235922" y="3566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2" name="pt18752"/>
            <p:cNvSpPr/>
            <p:nvPr/>
          </p:nvSpPr>
          <p:spPr>
            <a:xfrm>
              <a:off x="5285402" y="36232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3" name="pt18753"/>
            <p:cNvSpPr/>
            <p:nvPr/>
          </p:nvSpPr>
          <p:spPr>
            <a:xfrm>
              <a:off x="5253190" y="35221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4" name="pt18754"/>
            <p:cNvSpPr/>
            <p:nvPr/>
          </p:nvSpPr>
          <p:spPr>
            <a:xfrm>
              <a:off x="5283300" y="3579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5" name="pt18755"/>
            <p:cNvSpPr/>
            <p:nvPr/>
          </p:nvSpPr>
          <p:spPr>
            <a:xfrm>
              <a:off x="5341851" y="35348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6" name="pt18756"/>
            <p:cNvSpPr/>
            <p:nvPr/>
          </p:nvSpPr>
          <p:spPr>
            <a:xfrm>
              <a:off x="5160799" y="35636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7" name="pt18757"/>
            <p:cNvSpPr/>
            <p:nvPr/>
          </p:nvSpPr>
          <p:spPr>
            <a:xfrm>
              <a:off x="5272232" y="35626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8" name="pt18758"/>
            <p:cNvSpPr/>
            <p:nvPr/>
          </p:nvSpPr>
          <p:spPr>
            <a:xfrm>
              <a:off x="5208229" y="3612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59" name="pt18759"/>
            <p:cNvSpPr/>
            <p:nvPr/>
          </p:nvSpPr>
          <p:spPr>
            <a:xfrm>
              <a:off x="5151823" y="35306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0" name="pt18760"/>
            <p:cNvSpPr/>
            <p:nvPr/>
          </p:nvSpPr>
          <p:spPr>
            <a:xfrm>
              <a:off x="5147302" y="35713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1" name="pt18761"/>
            <p:cNvSpPr/>
            <p:nvPr/>
          </p:nvSpPr>
          <p:spPr>
            <a:xfrm>
              <a:off x="5122905" y="3577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2" name="pt18762"/>
            <p:cNvSpPr/>
            <p:nvPr/>
          </p:nvSpPr>
          <p:spPr>
            <a:xfrm>
              <a:off x="5172676" y="3563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3" name="pt18763"/>
            <p:cNvSpPr/>
            <p:nvPr/>
          </p:nvSpPr>
          <p:spPr>
            <a:xfrm>
              <a:off x="5379925" y="35520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4" name="pt18764"/>
            <p:cNvSpPr/>
            <p:nvPr/>
          </p:nvSpPr>
          <p:spPr>
            <a:xfrm>
              <a:off x="5181000" y="35929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5" name="pt18765"/>
            <p:cNvSpPr/>
            <p:nvPr/>
          </p:nvSpPr>
          <p:spPr>
            <a:xfrm>
              <a:off x="5287800" y="3542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6" name="pt18766"/>
            <p:cNvSpPr/>
            <p:nvPr/>
          </p:nvSpPr>
          <p:spPr>
            <a:xfrm>
              <a:off x="5095199" y="3553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7" name="pt18767"/>
            <p:cNvSpPr/>
            <p:nvPr/>
          </p:nvSpPr>
          <p:spPr>
            <a:xfrm>
              <a:off x="5549110" y="3576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8" name="pt18768"/>
            <p:cNvSpPr/>
            <p:nvPr/>
          </p:nvSpPr>
          <p:spPr>
            <a:xfrm>
              <a:off x="5263270" y="36469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69" name="pt18769"/>
            <p:cNvSpPr/>
            <p:nvPr/>
          </p:nvSpPr>
          <p:spPr>
            <a:xfrm>
              <a:off x="5138816" y="35340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0" name="pt18770"/>
            <p:cNvSpPr/>
            <p:nvPr/>
          </p:nvSpPr>
          <p:spPr>
            <a:xfrm>
              <a:off x="5204885" y="35210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1" name="pt18771"/>
            <p:cNvSpPr/>
            <p:nvPr/>
          </p:nvSpPr>
          <p:spPr>
            <a:xfrm>
              <a:off x="5122019" y="36080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2" name="pt18772"/>
            <p:cNvSpPr/>
            <p:nvPr/>
          </p:nvSpPr>
          <p:spPr>
            <a:xfrm>
              <a:off x="5015688" y="35686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3" name="pt18773"/>
            <p:cNvSpPr/>
            <p:nvPr/>
          </p:nvSpPr>
          <p:spPr>
            <a:xfrm>
              <a:off x="5156744" y="3568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4" name="pt18774"/>
            <p:cNvSpPr/>
            <p:nvPr/>
          </p:nvSpPr>
          <p:spPr>
            <a:xfrm>
              <a:off x="5148723" y="35392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5" name="pt18775"/>
            <p:cNvSpPr/>
            <p:nvPr/>
          </p:nvSpPr>
          <p:spPr>
            <a:xfrm>
              <a:off x="5299652" y="35960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6" name="pt18776"/>
            <p:cNvSpPr/>
            <p:nvPr/>
          </p:nvSpPr>
          <p:spPr>
            <a:xfrm>
              <a:off x="5071220" y="35175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7" name="pt18777"/>
            <p:cNvSpPr/>
            <p:nvPr/>
          </p:nvSpPr>
          <p:spPr>
            <a:xfrm>
              <a:off x="5243966" y="3557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8" name="pt18778"/>
            <p:cNvSpPr/>
            <p:nvPr/>
          </p:nvSpPr>
          <p:spPr>
            <a:xfrm>
              <a:off x="5099620" y="35520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79" name="pt18779"/>
            <p:cNvSpPr/>
            <p:nvPr/>
          </p:nvSpPr>
          <p:spPr>
            <a:xfrm>
              <a:off x="5086616" y="35325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0" name="pt18780"/>
            <p:cNvSpPr/>
            <p:nvPr/>
          </p:nvSpPr>
          <p:spPr>
            <a:xfrm>
              <a:off x="5162208" y="3523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1" name="pt18781"/>
            <p:cNvSpPr/>
            <p:nvPr/>
          </p:nvSpPr>
          <p:spPr>
            <a:xfrm>
              <a:off x="5131978" y="3535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2" name="pt18782"/>
            <p:cNvSpPr/>
            <p:nvPr/>
          </p:nvSpPr>
          <p:spPr>
            <a:xfrm>
              <a:off x="5327409" y="35877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3" name="pt18783"/>
            <p:cNvSpPr/>
            <p:nvPr/>
          </p:nvSpPr>
          <p:spPr>
            <a:xfrm>
              <a:off x="4948712" y="35643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4" name="pt18784"/>
            <p:cNvSpPr/>
            <p:nvPr/>
          </p:nvSpPr>
          <p:spPr>
            <a:xfrm>
              <a:off x="5370837" y="3578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5" name="pt18785"/>
            <p:cNvSpPr/>
            <p:nvPr/>
          </p:nvSpPr>
          <p:spPr>
            <a:xfrm>
              <a:off x="5045658" y="3617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6" name="pt18786"/>
            <p:cNvSpPr/>
            <p:nvPr/>
          </p:nvSpPr>
          <p:spPr>
            <a:xfrm>
              <a:off x="5226439" y="3542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7" name="pt18787"/>
            <p:cNvSpPr/>
            <p:nvPr/>
          </p:nvSpPr>
          <p:spPr>
            <a:xfrm>
              <a:off x="5208460" y="3550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8" name="pt18788"/>
            <p:cNvSpPr/>
            <p:nvPr/>
          </p:nvSpPr>
          <p:spPr>
            <a:xfrm>
              <a:off x="5229407" y="35601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89" name="pt18789"/>
            <p:cNvSpPr/>
            <p:nvPr/>
          </p:nvSpPr>
          <p:spPr>
            <a:xfrm>
              <a:off x="5282644" y="3549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0" name="pt18790"/>
            <p:cNvSpPr/>
            <p:nvPr/>
          </p:nvSpPr>
          <p:spPr>
            <a:xfrm>
              <a:off x="5154354" y="35526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1" name="pt18791"/>
            <p:cNvSpPr/>
            <p:nvPr/>
          </p:nvSpPr>
          <p:spPr>
            <a:xfrm>
              <a:off x="5294503" y="34981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2" name="pt18792"/>
            <p:cNvSpPr/>
            <p:nvPr/>
          </p:nvSpPr>
          <p:spPr>
            <a:xfrm>
              <a:off x="5453573" y="363061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93" name="pt18793"/>
            <p:cNvSpPr/>
            <p:nvPr/>
          </p:nvSpPr>
          <p:spPr>
            <a:xfrm>
              <a:off x="5301053" y="35692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4" name="pt18794"/>
            <p:cNvSpPr/>
            <p:nvPr/>
          </p:nvSpPr>
          <p:spPr>
            <a:xfrm>
              <a:off x="5090421" y="35639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5" name="pt18795"/>
            <p:cNvSpPr/>
            <p:nvPr/>
          </p:nvSpPr>
          <p:spPr>
            <a:xfrm>
              <a:off x="5155343" y="3550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6" name="pt18796"/>
            <p:cNvSpPr/>
            <p:nvPr/>
          </p:nvSpPr>
          <p:spPr>
            <a:xfrm>
              <a:off x="5174252" y="3573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7" name="pt18797"/>
            <p:cNvSpPr/>
            <p:nvPr/>
          </p:nvSpPr>
          <p:spPr>
            <a:xfrm>
              <a:off x="5244227" y="36204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8" name="pt18798"/>
            <p:cNvSpPr/>
            <p:nvPr/>
          </p:nvSpPr>
          <p:spPr>
            <a:xfrm>
              <a:off x="5173081" y="3531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799" name="pt18799"/>
            <p:cNvSpPr/>
            <p:nvPr/>
          </p:nvSpPr>
          <p:spPr>
            <a:xfrm>
              <a:off x="5178393" y="3553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0" name="pt18800"/>
            <p:cNvSpPr/>
            <p:nvPr/>
          </p:nvSpPr>
          <p:spPr>
            <a:xfrm>
              <a:off x="5141302" y="35700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1" name="pt18801"/>
            <p:cNvSpPr/>
            <p:nvPr/>
          </p:nvSpPr>
          <p:spPr>
            <a:xfrm>
              <a:off x="5003935" y="3575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2" name="pt18802"/>
            <p:cNvSpPr/>
            <p:nvPr/>
          </p:nvSpPr>
          <p:spPr>
            <a:xfrm>
              <a:off x="5091628" y="3537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3" name="pt18803"/>
            <p:cNvSpPr/>
            <p:nvPr/>
          </p:nvSpPr>
          <p:spPr>
            <a:xfrm>
              <a:off x="5176427" y="35810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4" name="pt18804"/>
            <p:cNvSpPr/>
            <p:nvPr/>
          </p:nvSpPr>
          <p:spPr>
            <a:xfrm>
              <a:off x="5205438" y="36076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5" name="pt18805"/>
            <p:cNvSpPr/>
            <p:nvPr/>
          </p:nvSpPr>
          <p:spPr>
            <a:xfrm>
              <a:off x="5242437" y="3591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6" name="pt18806"/>
            <p:cNvSpPr/>
            <p:nvPr/>
          </p:nvSpPr>
          <p:spPr>
            <a:xfrm>
              <a:off x="5118721" y="3562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7" name="pt18807"/>
            <p:cNvSpPr/>
            <p:nvPr/>
          </p:nvSpPr>
          <p:spPr>
            <a:xfrm>
              <a:off x="5227409" y="35251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8" name="pt18808"/>
            <p:cNvSpPr/>
            <p:nvPr/>
          </p:nvSpPr>
          <p:spPr>
            <a:xfrm>
              <a:off x="5118837" y="3532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09" name="pt18809"/>
            <p:cNvSpPr/>
            <p:nvPr/>
          </p:nvSpPr>
          <p:spPr>
            <a:xfrm>
              <a:off x="5491255" y="35262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0" name="pt18810"/>
            <p:cNvSpPr/>
            <p:nvPr/>
          </p:nvSpPr>
          <p:spPr>
            <a:xfrm>
              <a:off x="5242924" y="35639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1" name="pt18811"/>
            <p:cNvSpPr/>
            <p:nvPr/>
          </p:nvSpPr>
          <p:spPr>
            <a:xfrm>
              <a:off x="5249525" y="35740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2" name="pt18812"/>
            <p:cNvSpPr/>
            <p:nvPr/>
          </p:nvSpPr>
          <p:spPr>
            <a:xfrm>
              <a:off x="5019144" y="35700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3" name="pt18813"/>
            <p:cNvSpPr/>
            <p:nvPr/>
          </p:nvSpPr>
          <p:spPr>
            <a:xfrm>
              <a:off x="5310599" y="3872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4" name="pt18814"/>
            <p:cNvSpPr/>
            <p:nvPr/>
          </p:nvSpPr>
          <p:spPr>
            <a:xfrm>
              <a:off x="4817898" y="3532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5" name="pt18815"/>
            <p:cNvSpPr/>
            <p:nvPr/>
          </p:nvSpPr>
          <p:spPr>
            <a:xfrm>
              <a:off x="5164271" y="3560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6" name="pt18816"/>
            <p:cNvSpPr/>
            <p:nvPr/>
          </p:nvSpPr>
          <p:spPr>
            <a:xfrm>
              <a:off x="5163401" y="3588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7" name="pt18817"/>
            <p:cNvSpPr/>
            <p:nvPr/>
          </p:nvSpPr>
          <p:spPr>
            <a:xfrm>
              <a:off x="5121410" y="3551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8" name="pt18818"/>
            <p:cNvSpPr/>
            <p:nvPr/>
          </p:nvSpPr>
          <p:spPr>
            <a:xfrm>
              <a:off x="5160446" y="35421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19" name="pt18819"/>
            <p:cNvSpPr/>
            <p:nvPr/>
          </p:nvSpPr>
          <p:spPr>
            <a:xfrm>
              <a:off x="5022108" y="34981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0" name="pt18820"/>
            <p:cNvSpPr/>
            <p:nvPr/>
          </p:nvSpPr>
          <p:spPr>
            <a:xfrm>
              <a:off x="5233623" y="3581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1" name="pt18821"/>
            <p:cNvSpPr/>
            <p:nvPr/>
          </p:nvSpPr>
          <p:spPr>
            <a:xfrm>
              <a:off x="5137964" y="3458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2" name="pt18822"/>
            <p:cNvSpPr/>
            <p:nvPr/>
          </p:nvSpPr>
          <p:spPr>
            <a:xfrm>
              <a:off x="5199046" y="3563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3" name="pt18823"/>
            <p:cNvSpPr/>
            <p:nvPr/>
          </p:nvSpPr>
          <p:spPr>
            <a:xfrm>
              <a:off x="5193786" y="35526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4" name="pt18824"/>
            <p:cNvSpPr/>
            <p:nvPr/>
          </p:nvSpPr>
          <p:spPr>
            <a:xfrm>
              <a:off x="5117817" y="3497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5" name="pt18825"/>
            <p:cNvSpPr/>
            <p:nvPr/>
          </p:nvSpPr>
          <p:spPr>
            <a:xfrm>
              <a:off x="5264235" y="3551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6" name="pt18826"/>
            <p:cNvSpPr/>
            <p:nvPr/>
          </p:nvSpPr>
          <p:spPr>
            <a:xfrm>
              <a:off x="4945179" y="35583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7" name="pt18827"/>
            <p:cNvSpPr/>
            <p:nvPr/>
          </p:nvSpPr>
          <p:spPr>
            <a:xfrm>
              <a:off x="5050603" y="3577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8" name="pt18828"/>
            <p:cNvSpPr/>
            <p:nvPr/>
          </p:nvSpPr>
          <p:spPr>
            <a:xfrm>
              <a:off x="5081417" y="3566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29" name="pt18829"/>
            <p:cNvSpPr/>
            <p:nvPr/>
          </p:nvSpPr>
          <p:spPr>
            <a:xfrm>
              <a:off x="4848949" y="35360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0" name="pt18830"/>
            <p:cNvSpPr/>
            <p:nvPr/>
          </p:nvSpPr>
          <p:spPr>
            <a:xfrm>
              <a:off x="5217179" y="35785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1" name="pt18831"/>
            <p:cNvSpPr/>
            <p:nvPr/>
          </p:nvSpPr>
          <p:spPr>
            <a:xfrm>
              <a:off x="5114540" y="3561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2" name="pt18832"/>
            <p:cNvSpPr/>
            <p:nvPr/>
          </p:nvSpPr>
          <p:spPr>
            <a:xfrm>
              <a:off x="5151571" y="35601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3" name="pt18833"/>
            <p:cNvSpPr/>
            <p:nvPr/>
          </p:nvSpPr>
          <p:spPr>
            <a:xfrm>
              <a:off x="5108282" y="35091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4" name="pt18834"/>
            <p:cNvSpPr/>
            <p:nvPr/>
          </p:nvSpPr>
          <p:spPr>
            <a:xfrm>
              <a:off x="5385154" y="35527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5" name="pt18835"/>
            <p:cNvSpPr/>
            <p:nvPr/>
          </p:nvSpPr>
          <p:spPr>
            <a:xfrm>
              <a:off x="5127230" y="35793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6" name="pt18836"/>
            <p:cNvSpPr/>
            <p:nvPr/>
          </p:nvSpPr>
          <p:spPr>
            <a:xfrm>
              <a:off x="5323412" y="3563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7" name="pt18837"/>
            <p:cNvSpPr/>
            <p:nvPr/>
          </p:nvSpPr>
          <p:spPr>
            <a:xfrm>
              <a:off x="5239520" y="34633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8" name="pt18838"/>
            <p:cNvSpPr/>
            <p:nvPr/>
          </p:nvSpPr>
          <p:spPr>
            <a:xfrm>
              <a:off x="5220825" y="3566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39" name="pt18839"/>
            <p:cNvSpPr/>
            <p:nvPr/>
          </p:nvSpPr>
          <p:spPr>
            <a:xfrm>
              <a:off x="5306397" y="35559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0" name="pt18840"/>
            <p:cNvSpPr/>
            <p:nvPr/>
          </p:nvSpPr>
          <p:spPr>
            <a:xfrm>
              <a:off x="5242057" y="35780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1" name="pt18841"/>
            <p:cNvSpPr/>
            <p:nvPr/>
          </p:nvSpPr>
          <p:spPr>
            <a:xfrm>
              <a:off x="5207005" y="3950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2" name="pt18842"/>
            <p:cNvSpPr/>
            <p:nvPr/>
          </p:nvSpPr>
          <p:spPr>
            <a:xfrm>
              <a:off x="5219738" y="35142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3" name="pt18843"/>
            <p:cNvSpPr/>
            <p:nvPr/>
          </p:nvSpPr>
          <p:spPr>
            <a:xfrm>
              <a:off x="5214374" y="35669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4" name="pt18844"/>
            <p:cNvSpPr/>
            <p:nvPr/>
          </p:nvSpPr>
          <p:spPr>
            <a:xfrm>
              <a:off x="5088404" y="3585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5" name="pt18845"/>
            <p:cNvSpPr/>
            <p:nvPr/>
          </p:nvSpPr>
          <p:spPr>
            <a:xfrm>
              <a:off x="5368815" y="35461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6" name="pt18846"/>
            <p:cNvSpPr/>
            <p:nvPr/>
          </p:nvSpPr>
          <p:spPr>
            <a:xfrm>
              <a:off x="5073389" y="34447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7" name="pt18847"/>
            <p:cNvSpPr/>
            <p:nvPr/>
          </p:nvSpPr>
          <p:spPr>
            <a:xfrm>
              <a:off x="5224264" y="3526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8" name="pt18848"/>
            <p:cNvSpPr/>
            <p:nvPr/>
          </p:nvSpPr>
          <p:spPr>
            <a:xfrm>
              <a:off x="5358703" y="3577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49" name="pt18849"/>
            <p:cNvSpPr/>
            <p:nvPr/>
          </p:nvSpPr>
          <p:spPr>
            <a:xfrm>
              <a:off x="5092290" y="35797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0" name="pt18850"/>
            <p:cNvSpPr/>
            <p:nvPr/>
          </p:nvSpPr>
          <p:spPr>
            <a:xfrm>
              <a:off x="5288676" y="3574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1" name="pt18851"/>
            <p:cNvSpPr/>
            <p:nvPr/>
          </p:nvSpPr>
          <p:spPr>
            <a:xfrm>
              <a:off x="5103470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2" name="pt18852"/>
            <p:cNvSpPr/>
            <p:nvPr/>
          </p:nvSpPr>
          <p:spPr>
            <a:xfrm>
              <a:off x="4942208" y="364527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53" name="pt18853"/>
            <p:cNvSpPr/>
            <p:nvPr/>
          </p:nvSpPr>
          <p:spPr>
            <a:xfrm>
              <a:off x="5294796" y="35810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4" name="pt18854"/>
            <p:cNvSpPr/>
            <p:nvPr/>
          </p:nvSpPr>
          <p:spPr>
            <a:xfrm>
              <a:off x="5144951" y="3655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5" name="pt18855"/>
            <p:cNvSpPr/>
            <p:nvPr/>
          </p:nvSpPr>
          <p:spPr>
            <a:xfrm>
              <a:off x="5416626" y="35723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6" name="pt18856"/>
            <p:cNvSpPr/>
            <p:nvPr/>
          </p:nvSpPr>
          <p:spPr>
            <a:xfrm>
              <a:off x="5448466" y="35898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7" name="pt18857"/>
            <p:cNvSpPr/>
            <p:nvPr/>
          </p:nvSpPr>
          <p:spPr>
            <a:xfrm>
              <a:off x="5268731" y="3561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8" name="pt18858"/>
            <p:cNvSpPr/>
            <p:nvPr/>
          </p:nvSpPr>
          <p:spPr>
            <a:xfrm>
              <a:off x="5233554" y="3573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59" name="pt18859"/>
            <p:cNvSpPr/>
            <p:nvPr/>
          </p:nvSpPr>
          <p:spPr>
            <a:xfrm>
              <a:off x="5304984" y="3533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0" name="pt18860"/>
            <p:cNvSpPr/>
            <p:nvPr/>
          </p:nvSpPr>
          <p:spPr>
            <a:xfrm>
              <a:off x="5353624" y="35259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1" name="pt18861"/>
            <p:cNvSpPr/>
            <p:nvPr/>
          </p:nvSpPr>
          <p:spPr>
            <a:xfrm>
              <a:off x="5214841" y="35701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2" name="pt18862"/>
            <p:cNvSpPr/>
            <p:nvPr/>
          </p:nvSpPr>
          <p:spPr>
            <a:xfrm>
              <a:off x="5178535" y="3560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3" name="pt18863"/>
            <p:cNvSpPr/>
            <p:nvPr/>
          </p:nvSpPr>
          <p:spPr>
            <a:xfrm>
              <a:off x="5261679" y="3582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4" name="pt18864"/>
            <p:cNvSpPr/>
            <p:nvPr/>
          </p:nvSpPr>
          <p:spPr>
            <a:xfrm>
              <a:off x="5223246" y="35166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5" name="pt18865"/>
            <p:cNvSpPr/>
            <p:nvPr/>
          </p:nvSpPr>
          <p:spPr>
            <a:xfrm>
              <a:off x="5317741" y="3570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6" name="pt18866"/>
            <p:cNvSpPr/>
            <p:nvPr/>
          </p:nvSpPr>
          <p:spPr>
            <a:xfrm>
              <a:off x="5178906" y="35517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7" name="pt18867"/>
            <p:cNvSpPr/>
            <p:nvPr/>
          </p:nvSpPr>
          <p:spPr>
            <a:xfrm>
              <a:off x="5380675" y="3430026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68" name="pt18868"/>
            <p:cNvSpPr/>
            <p:nvPr/>
          </p:nvSpPr>
          <p:spPr>
            <a:xfrm>
              <a:off x="5056087" y="3595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69" name="pt18869"/>
            <p:cNvSpPr/>
            <p:nvPr/>
          </p:nvSpPr>
          <p:spPr>
            <a:xfrm>
              <a:off x="5193602" y="35610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0" name="pt18870"/>
            <p:cNvSpPr/>
            <p:nvPr/>
          </p:nvSpPr>
          <p:spPr>
            <a:xfrm>
              <a:off x="5138866" y="3559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1" name="pt18871"/>
            <p:cNvSpPr/>
            <p:nvPr/>
          </p:nvSpPr>
          <p:spPr>
            <a:xfrm>
              <a:off x="5084749" y="35265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2" name="pt18872"/>
            <p:cNvSpPr/>
            <p:nvPr/>
          </p:nvSpPr>
          <p:spPr>
            <a:xfrm>
              <a:off x="5134972" y="36163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3" name="pt18873"/>
            <p:cNvSpPr/>
            <p:nvPr/>
          </p:nvSpPr>
          <p:spPr>
            <a:xfrm>
              <a:off x="5181518" y="35490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4" name="pt18874"/>
            <p:cNvSpPr/>
            <p:nvPr/>
          </p:nvSpPr>
          <p:spPr>
            <a:xfrm>
              <a:off x="5077935" y="3500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5" name="pt18875"/>
            <p:cNvSpPr/>
            <p:nvPr/>
          </p:nvSpPr>
          <p:spPr>
            <a:xfrm>
              <a:off x="5120208" y="35693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6" name="pt18876"/>
            <p:cNvSpPr/>
            <p:nvPr/>
          </p:nvSpPr>
          <p:spPr>
            <a:xfrm>
              <a:off x="5229769" y="35102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7" name="pt18877"/>
            <p:cNvSpPr/>
            <p:nvPr/>
          </p:nvSpPr>
          <p:spPr>
            <a:xfrm>
              <a:off x="6116122" y="35391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8" name="pt18878"/>
            <p:cNvSpPr/>
            <p:nvPr/>
          </p:nvSpPr>
          <p:spPr>
            <a:xfrm>
              <a:off x="5259174" y="36149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79" name="pt18879"/>
            <p:cNvSpPr/>
            <p:nvPr/>
          </p:nvSpPr>
          <p:spPr>
            <a:xfrm>
              <a:off x="5336155" y="35461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0" name="pt18880"/>
            <p:cNvSpPr/>
            <p:nvPr/>
          </p:nvSpPr>
          <p:spPr>
            <a:xfrm>
              <a:off x="5217844" y="3564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1" name="pt18881"/>
            <p:cNvSpPr/>
            <p:nvPr/>
          </p:nvSpPr>
          <p:spPr>
            <a:xfrm>
              <a:off x="4955723" y="35470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2" name="pt18882"/>
            <p:cNvSpPr/>
            <p:nvPr/>
          </p:nvSpPr>
          <p:spPr>
            <a:xfrm>
              <a:off x="5212079" y="35719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3" name="pt18883"/>
            <p:cNvSpPr/>
            <p:nvPr/>
          </p:nvSpPr>
          <p:spPr>
            <a:xfrm>
              <a:off x="5331338" y="35532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4" name="pt18884"/>
            <p:cNvSpPr/>
            <p:nvPr/>
          </p:nvSpPr>
          <p:spPr>
            <a:xfrm>
              <a:off x="5302788" y="3578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5" name="pt18885"/>
            <p:cNvSpPr/>
            <p:nvPr/>
          </p:nvSpPr>
          <p:spPr>
            <a:xfrm>
              <a:off x="5174215" y="3585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6" name="pt18886"/>
            <p:cNvSpPr/>
            <p:nvPr/>
          </p:nvSpPr>
          <p:spPr>
            <a:xfrm>
              <a:off x="5225329" y="3563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7" name="pt18887"/>
            <p:cNvSpPr/>
            <p:nvPr/>
          </p:nvSpPr>
          <p:spPr>
            <a:xfrm>
              <a:off x="5104551" y="35164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8" name="pt18888"/>
            <p:cNvSpPr/>
            <p:nvPr/>
          </p:nvSpPr>
          <p:spPr>
            <a:xfrm>
              <a:off x="4955661" y="3594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89" name="pt18889"/>
            <p:cNvSpPr/>
            <p:nvPr/>
          </p:nvSpPr>
          <p:spPr>
            <a:xfrm>
              <a:off x="5120360" y="3474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0" name="pt18890"/>
            <p:cNvSpPr/>
            <p:nvPr/>
          </p:nvSpPr>
          <p:spPr>
            <a:xfrm>
              <a:off x="5093459" y="3563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1" name="pt18891"/>
            <p:cNvSpPr/>
            <p:nvPr/>
          </p:nvSpPr>
          <p:spPr>
            <a:xfrm>
              <a:off x="5256497" y="3576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2" name="pt18892"/>
            <p:cNvSpPr/>
            <p:nvPr/>
          </p:nvSpPr>
          <p:spPr>
            <a:xfrm>
              <a:off x="5383069" y="35378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3" name="pt18893"/>
            <p:cNvSpPr/>
            <p:nvPr/>
          </p:nvSpPr>
          <p:spPr>
            <a:xfrm>
              <a:off x="5039762" y="3550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4" name="pt18894"/>
            <p:cNvSpPr/>
            <p:nvPr/>
          </p:nvSpPr>
          <p:spPr>
            <a:xfrm>
              <a:off x="5080253" y="3541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5" name="pt18895"/>
            <p:cNvSpPr/>
            <p:nvPr/>
          </p:nvSpPr>
          <p:spPr>
            <a:xfrm>
              <a:off x="5398124" y="3565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6" name="pt18896"/>
            <p:cNvSpPr/>
            <p:nvPr/>
          </p:nvSpPr>
          <p:spPr>
            <a:xfrm>
              <a:off x="5286575" y="35729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7" name="pt18897"/>
            <p:cNvSpPr/>
            <p:nvPr/>
          </p:nvSpPr>
          <p:spPr>
            <a:xfrm>
              <a:off x="5047211" y="35271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8" name="pt18898"/>
            <p:cNvSpPr/>
            <p:nvPr/>
          </p:nvSpPr>
          <p:spPr>
            <a:xfrm>
              <a:off x="5149598" y="3571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899" name="pt18899"/>
            <p:cNvSpPr/>
            <p:nvPr/>
          </p:nvSpPr>
          <p:spPr>
            <a:xfrm>
              <a:off x="5055884" y="3557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0" name="pt18900"/>
            <p:cNvSpPr/>
            <p:nvPr/>
          </p:nvSpPr>
          <p:spPr>
            <a:xfrm>
              <a:off x="5037284" y="35523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1" name="pt18901"/>
            <p:cNvSpPr/>
            <p:nvPr/>
          </p:nvSpPr>
          <p:spPr>
            <a:xfrm>
              <a:off x="5118465" y="3542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2" name="pt18902"/>
            <p:cNvSpPr/>
            <p:nvPr/>
          </p:nvSpPr>
          <p:spPr>
            <a:xfrm>
              <a:off x="5201309" y="3536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3" name="pt18903"/>
            <p:cNvSpPr/>
            <p:nvPr/>
          </p:nvSpPr>
          <p:spPr>
            <a:xfrm>
              <a:off x="4970444" y="3540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4" name="pt18904"/>
            <p:cNvSpPr/>
            <p:nvPr/>
          </p:nvSpPr>
          <p:spPr>
            <a:xfrm>
              <a:off x="5220106" y="35869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5" name="pt18905"/>
            <p:cNvSpPr/>
            <p:nvPr/>
          </p:nvSpPr>
          <p:spPr>
            <a:xfrm>
              <a:off x="4959495" y="345198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06" name="pt18906"/>
            <p:cNvSpPr/>
            <p:nvPr/>
          </p:nvSpPr>
          <p:spPr>
            <a:xfrm>
              <a:off x="5171959" y="35235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7" name="pt18907"/>
            <p:cNvSpPr/>
            <p:nvPr/>
          </p:nvSpPr>
          <p:spPr>
            <a:xfrm>
              <a:off x="5542015" y="35727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8" name="pt18908"/>
            <p:cNvSpPr/>
            <p:nvPr/>
          </p:nvSpPr>
          <p:spPr>
            <a:xfrm>
              <a:off x="5198994" y="35063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09" name="pt18909"/>
            <p:cNvSpPr/>
            <p:nvPr/>
          </p:nvSpPr>
          <p:spPr>
            <a:xfrm>
              <a:off x="5243829" y="35763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0" name="pt18910"/>
            <p:cNvSpPr/>
            <p:nvPr/>
          </p:nvSpPr>
          <p:spPr>
            <a:xfrm>
              <a:off x="5214673" y="35536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1" name="pt18911"/>
            <p:cNvSpPr/>
            <p:nvPr/>
          </p:nvSpPr>
          <p:spPr>
            <a:xfrm>
              <a:off x="5153927" y="35550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2" name="pt18912"/>
            <p:cNvSpPr/>
            <p:nvPr/>
          </p:nvSpPr>
          <p:spPr>
            <a:xfrm>
              <a:off x="5176109" y="35371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3" name="pt18913"/>
            <p:cNvSpPr/>
            <p:nvPr/>
          </p:nvSpPr>
          <p:spPr>
            <a:xfrm>
              <a:off x="5108540" y="35488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4" name="pt18914"/>
            <p:cNvSpPr/>
            <p:nvPr/>
          </p:nvSpPr>
          <p:spPr>
            <a:xfrm>
              <a:off x="5083433" y="3525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5" name="pt18915"/>
            <p:cNvSpPr/>
            <p:nvPr/>
          </p:nvSpPr>
          <p:spPr>
            <a:xfrm>
              <a:off x="5314819" y="35316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6" name="pt18916"/>
            <p:cNvSpPr/>
            <p:nvPr/>
          </p:nvSpPr>
          <p:spPr>
            <a:xfrm>
              <a:off x="5070622" y="35457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7" name="pt18917"/>
            <p:cNvSpPr/>
            <p:nvPr/>
          </p:nvSpPr>
          <p:spPr>
            <a:xfrm>
              <a:off x="5218291" y="35540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8" name="pt18918"/>
            <p:cNvSpPr/>
            <p:nvPr/>
          </p:nvSpPr>
          <p:spPr>
            <a:xfrm>
              <a:off x="5198623" y="35807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19" name="pt18919"/>
            <p:cNvSpPr/>
            <p:nvPr/>
          </p:nvSpPr>
          <p:spPr>
            <a:xfrm>
              <a:off x="5157241" y="3559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0" name="pt18920"/>
            <p:cNvSpPr/>
            <p:nvPr/>
          </p:nvSpPr>
          <p:spPr>
            <a:xfrm>
              <a:off x="5088133" y="35393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1" name="pt18921"/>
            <p:cNvSpPr/>
            <p:nvPr/>
          </p:nvSpPr>
          <p:spPr>
            <a:xfrm>
              <a:off x="5301596" y="35386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2" name="pt18922"/>
            <p:cNvSpPr/>
            <p:nvPr/>
          </p:nvSpPr>
          <p:spPr>
            <a:xfrm>
              <a:off x="5308170" y="3579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3" name="pt18923"/>
            <p:cNvSpPr/>
            <p:nvPr/>
          </p:nvSpPr>
          <p:spPr>
            <a:xfrm>
              <a:off x="5229037" y="35865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4" name="pt18924"/>
            <p:cNvSpPr/>
            <p:nvPr/>
          </p:nvSpPr>
          <p:spPr>
            <a:xfrm>
              <a:off x="5295150" y="3575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5" name="pt18925"/>
            <p:cNvSpPr/>
            <p:nvPr/>
          </p:nvSpPr>
          <p:spPr>
            <a:xfrm>
              <a:off x="5280386" y="35828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6" name="pt18926"/>
            <p:cNvSpPr/>
            <p:nvPr/>
          </p:nvSpPr>
          <p:spPr>
            <a:xfrm>
              <a:off x="5180568" y="35728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7" name="pt18927"/>
            <p:cNvSpPr/>
            <p:nvPr/>
          </p:nvSpPr>
          <p:spPr>
            <a:xfrm>
              <a:off x="5051997" y="35809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8" name="pt18928"/>
            <p:cNvSpPr/>
            <p:nvPr/>
          </p:nvSpPr>
          <p:spPr>
            <a:xfrm>
              <a:off x="5242858" y="3554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29" name="pt18929"/>
            <p:cNvSpPr/>
            <p:nvPr/>
          </p:nvSpPr>
          <p:spPr>
            <a:xfrm>
              <a:off x="5214219" y="3542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0" name="pt18930"/>
            <p:cNvSpPr/>
            <p:nvPr/>
          </p:nvSpPr>
          <p:spPr>
            <a:xfrm>
              <a:off x="5000213" y="35465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1" name="pt18931"/>
            <p:cNvSpPr/>
            <p:nvPr/>
          </p:nvSpPr>
          <p:spPr>
            <a:xfrm>
              <a:off x="5397668" y="3545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2" name="pt18932"/>
            <p:cNvSpPr/>
            <p:nvPr/>
          </p:nvSpPr>
          <p:spPr>
            <a:xfrm>
              <a:off x="5101949" y="3543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3" name="pt18933"/>
            <p:cNvSpPr/>
            <p:nvPr/>
          </p:nvSpPr>
          <p:spPr>
            <a:xfrm>
              <a:off x="5077132" y="35803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4" name="pt18934"/>
            <p:cNvSpPr/>
            <p:nvPr/>
          </p:nvSpPr>
          <p:spPr>
            <a:xfrm>
              <a:off x="5263963" y="35525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5" name="pt18935"/>
            <p:cNvSpPr/>
            <p:nvPr/>
          </p:nvSpPr>
          <p:spPr>
            <a:xfrm>
              <a:off x="5284406" y="3579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6" name="pt18936"/>
            <p:cNvSpPr/>
            <p:nvPr/>
          </p:nvSpPr>
          <p:spPr>
            <a:xfrm>
              <a:off x="5354082" y="3563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7" name="pt18937"/>
            <p:cNvSpPr/>
            <p:nvPr/>
          </p:nvSpPr>
          <p:spPr>
            <a:xfrm>
              <a:off x="5156622" y="3544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8" name="pt18938"/>
            <p:cNvSpPr/>
            <p:nvPr/>
          </p:nvSpPr>
          <p:spPr>
            <a:xfrm>
              <a:off x="5089483" y="35598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39" name="pt18939"/>
            <p:cNvSpPr/>
            <p:nvPr/>
          </p:nvSpPr>
          <p:spPr>
            <a:xfrm>
              <a:off x="5175072" y="3296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0" name="pt18940"/>
            <p:cNvSpPr/>
            <p:nvPr/>
          </p:nvSpPr>
          <p:spPr>
            <a:xfrm>
              <a:off x="5126072" y="35643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1" name="pt18941"/>
            <p:cNvSpPr/>
            <p:nvPr/>
          </p:nvSpPr>
          <p:spPr>
            <a:xfrm>
              <a:off x="5266565" y="35703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2" name="pt18942"/>
            <p:cNvSpPr/>
            <p:nvPr/>
          </p:nvSpPr>
          <p:spPr>
            <a:xfrm>
              <a:off x="5139551" y="3563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3" name="pt18943"/>
            <p:cNvSpPr/>
            <p:nvPr/>
          </p:nvSpPr>
          <p:spPr>
            <a:xfrm>
              <a:off x="5273425" y="35576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4" name="pt18944"/>
            <p:cNvSpPr/>
            <p:nvPr/>
          </p:nvSpPr>
          <p:spPr>
            <a:xfrm>
              <a:off x="5131929" y="3547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5" name="pt18945"/>
            <p:cNvSpPr/>
            <p:nvPr/>
          </p:nvSpPr>
          <p:spPr>
            <a:xfrm>
              <a:off x="5578594" y="35110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6" name="pt18946"/>
            <p:cNvSpPr/>
            <p:nvPr/>
          </p:nvSpPr>
          <p:spPr>
            <a:xfrm>
              <a:off x="4939577" y="3556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7" name="pt18947"/>
            <p:cNvSpPr/>
            <p:nvPr/>
          </p:nvSpPr>
          <p:spPr>
            <a:xfrm>
              <a:off x="5634774" y="35810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8" name="pt18948"/>
            <p:cNvSpPr/>
            <p:nvPr/>
          </p:nvSpPr>
          <p:spPr>
            <a:xfrm>
              <a:off x="5295736" y="3578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49" name="pt18949"/>
            <p:cNvSpPr/>
            <p:nvPr/>
          </p:nvSpPr>
          <p:spPr>
            <a:xfrm>
              <a:off x="5249820" y="3583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0" name="pt18950"/>
            <p:cNvSpPr/>
            <p:nvPr/>
          </p:nvSpPr>
          <p:spPr>
            <a:xfrm>
              <a:off x="5067909" y="3553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1" name="pt18951"/>
            <p:cNvSpPr/>
            <p:nvPr/>
          </p:nvSpPr>
          <p:spPr>
            <a:xfrm>
              <a:off x="5170248" y="35937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2" name="pt18952"/>
            <p:cNvSpPr/>
            <p:nvPr/>
          </p:nvSpPr>
          <p:spPr>
            <a:xfrm>
              <a:off x="5194137" y="35674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3" name="pt18953"/>
            <p:cNvSpPr/>
            <p:nvPr/>
          </p:nvSpPr>
          <p:spPr>
            <a:xfrm>
              <a:off x="5078103" y="3523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4" name="pt18954"/>
            <p:cNvSpPr/>
            <p:nvPr/>
          </p:nvSpPr>
          <p:spPr>
            <a:xfrm>
              <a:off x="5075627" y="3571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5" name="pt18955"/>
            <p:cNvSpPr/>
            <p:nvPr/>
          </p:nvSpPr>
          <p:spPr>
            <a:xfrm>
              <a:off x="5135880" y="3560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6" name="pt18956"/>
            <p:cNvSpPr/>
            <p:nvPr/>
          </p:nvSpPr>
          <p:spPr>
            <a:xfrm>
              <a:off x="5189755" y="34993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7" name="pt18957"/>
            <p:cNvSpPr/>
            <p:nvPr/>
          </p:nvSpPr>
          <p:spPr>
            <a:xfrm>
              <a:off x="5222092" y="3551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8" name="pt18958"/>
            <p:cNvSpPr/>
            <p:nvPr/>
          </p:nvSpPr>
          <p:spPr>
            <a:xfrm>
              <a:off x="5195668" y="3557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59" name="pt18959"/>
            <p:cNvSpPr/>
            <p:nvPr/>
          </p:nvSpPr>
          <p:spPr>
            <a:xfrm>
              <a:off x="5147131" y="35161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0" name="pt18960"/>
            <p:cNvSpPr/>
            <p:nvPr/>
          </p:nvSpPr>
          <p:spPr>
            <a:xfrm>
              <a:off x="5260866" y="35781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1" name="pt18961"/>
            <p:cNvSpPr/>
            <p:nvPr/>
          </p:nvSpPr>
          <p:spPr>
            <a:xfrm>
              <a:off x="5159259" y="35026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2" name="pt18962"/>
            <p:cNvSpPr/>
            <p:nvPr/>
          </p:nvSpPr>
          <p:spPr>
            <a:xfrm>
              <a:off x="5131474" y="36019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3" name="pt18963"/>
            <p:cNvSpPr/>
            <p:nvPr/>
          </p:nvSpPr>
          <p:spPr>
            <a:xfrm>
              <a:off x="5195507" y="3567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4" name="pt18964"/>
            <p:cNvSpPr/>
            <p:nvPr/>
          </p:nvSpPr>
          <p:spPr>
            <a:xfrm>
              <a:off x="5136613" y="35524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5" name="pt18965"/>
            <p:cNvSpPr/>
            <p:nvPr/>
          </p:nvSpPr>
          <p:spPr>
            <a:xfrm>
              <a:off x="4959403" y="35376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6" name="pt18966"/>
            <p:cNvSpPr/>
            <p:nvPr/>
          </p:nvSpPr>
          <p:spPr>
            <a:xfrm>
              <a:off x="5303072" y="35848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7" name="pt18967"/>
            <p:cNvSpPr/>
            <p:nvPr/>
          </p:nvSpPr>
          <p:spPr>
            <a:xfrm>
              <a:off x="5175133" y="36193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8" name="pt18968"/>
            <p:cNvSpPr/>
            <p:nvPr/>
          </p:nvSpPr>
          <p:spPr>
            <a:xfrm>
              <a:off x="5190125" y="3592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69" name="pt18969"/>
            <p:cNvSpPr/>
            <p:nvPr/>
          </p:nvSpPr>
          <p:spPr>
            <a:xfrm>
              <a:off x="5213716" y="35278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0" name="pt18970"/>
            <p:cNvSpPr/>
            <p:nvPr/>
          </p:nvSpPr>
          <p:spPr>
            <a:xfrm>
              <a:off x="4975828" y="35854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1" name="pt18971"/>
            <p:cNvSpPr/>
            <p:nvPr/>
          </p:nvSpPr>
          <p:spPr>
            <a:xfrm>
              <a:off x="5193459" y="35577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2" name="pt18972"/>
            <p:cNvSpPr/>
            <p:nvPr/>
          </p:nvSpPr>
          <p:spPr>
            <a:xfrm>
              <a:off x="5098491" y="3579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3" name="pt18973"/>
            <p:cNvSpPr/>
            <p:nvPr/>
          </p:nvSpPr>
          <p:spPr>
            <a:xfrm>
              <a:off x="5245861" y="34888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4" name="pt18974"/>
            <p:cNvSpPr/>
            <p:nvPr/>
          </p:nvSpPr>
          <p:spPr>
            <a:xfrm>
              <a:off x="5168740" y="3548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5" name="pt18975"/>
            <p:cNvSpPr/>
            <p:nvPr/>
          </p:nvSpPr>
          <p:spPr>
            <a:xfrm>
              <a:off x="5016273" y="34656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6" name="pt18976"/>
            <p:cNvSpPr/>
            <p:nvPr/>
          </p:nvSpPr>
          <p:spPr>
            <a:xfrm>
              <a:off x="5206623" y="35645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7" name="pt18977"/>
            <p:cNvSpPr/>
            <p:nvPr/>
          </p:nvSpPr>
          <p:spPr>
            <a:xfrm>
              <a:off x="5229723" y="35844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8" name="pt18978"/>
            <p:cNvSpPr/>
            <p:nvPr/>
          </p:nvSpPr>
          <p:spPr>
            <a:xfrm>
              <a:off x="5248783" y="3586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79" name="pt18979"/>
            <p:cNvSpPr/>
            <p:nvPr/>
          </p:nvSpPr>
          <p:spPr>
            <a:xfrm>
              <a:off x="5201564" y="35821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0" name="pt18980"/>
            <p:cNvSpPr/>
            <p:nvPr/>
          </p:nvSpPr>
          <p:spPr>
            <a:xfrm>
              <a:off x="5079683" y="35659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1" name="pt18981"/>
            <p:cNvSpPr/>
            <p:nvPr/>
          </p:nvSpPr>
          <p:spPr>
            <a:xfrm>
              <a:off x="5229404" y="3591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2" name="pt18982"/>
            <p:cNvSpPr/>
            <p:nvPr/>
          </p:nvSpPr>
          <p:spPr>
            <a:xfrm>
              <a:off x="5202129" y="3548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3" name="pt18983"/>
            <p:cNvSpPr/>
            <p:nvPr/>
          </p:nvSpPr>
          <p:spPr>
            <a:xfrm>
              <a:off x="5251305" y="3554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4" name="pt18984"/>
            <p:cNvSpPr/>
            <p:nvPr/>
          </p:nvSpPr>
          <p:spPr>
            <a:xfrm>
              <a:off x="5084210" y="3497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5" name="pt18985"/>
            <p:cNvSpPr/>
            <p:nvPr/>
          </p:nvSpPr>
          <p:spPr>
            <a:xfrm>
              <a:off x="5219590" y="3571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6" name="pt18986"/>
            <p:cNvSpPr/>
            <p:nvPr/>
          </p:nvSpPr>
          <p:spPr>
            <a:xfrm>
              <a:off x="5069742" y="35404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7" name="pt18987"/>
            <p:cNvSpPr/>
            <p:nvPr/>
          </p:nvSpPr>
          <p:spPr>
            <a:xfrm>
              <a:off x="5207168" y="3562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8" name="pt18988"/>
            <p:cNvSpPr/>
            <p:nvPr/>
          </p:nvSpPr>
          <p:spPr>
            <a:xfrm>
              <a:off x="5215094" y="35704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89" name="pt18989"/>
            <p:cNvSpPr/>
            <p:nvPr/>
          </p:nvSpPr>
          <p:spPr>
            <a:xfrm>
              <a:off x="5298259" y="3582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0" name="pt18990"/>
            <p:cNvSpPr/>
            <p:nvPr/>
          </p:nvSpPr>
          <p:spPr>
            <a:xfrm>
              <a:off x="5259354" y="35817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1" name="pt18991"/>
            <p:cNvSpPr/>
            <p:nvPr/>
          </p:nvSpPr>
          <p:spPr>
            <a:xfrm>
              <a:off x="5271336" y="35654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2" name="pt18992"/>
            <p:cNvSpPr/>
            <p:nvPr/>
          </p:nvSpPr>
          <p:spPr>
            <a:xfrm>
              <a:off x="5213725" y="3553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3" name="pt18993"/>
            <p:cNvSpPr/>
            <p:nvPr/>
          </p:nvSpPr>
          <p:spPr>
            <a:xfrm>
              <a:off x="5032950" y="34951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4" name="pt18994"/>
            <p:cNvSpPr/>
            <p:nvPr/>
          </p:nvSpPr>
          <p:spPr>
            <a:xfrm>
              <a:off x="5099711" y="35661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5" name="pt18995"/>
            <p:cNvSpPr/>
            <p:nvPr/>
          </p:nvSpPr>
          <p:spPr>
            <a:xfrm>
              <a:off x="5257317" y="35556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6" name="pt18996"/>
            <p:cNvSpPr/>
            <p:nvPr/>
          </p:nvSpPr>
          <p:spPr>
            <a:xfrm>
              <a:off x="5139760" y="35049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7" name="pt18997"/>
            <p:cNvSpPr/>
            <p:nvPr/>
          </p:nvSpPr>
          <p:spPr>
            <a:xfrm>
              <a:off x="5157160" y="35609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8" name="pt18998"/>
            <p:cNvSpPr/>
            <p:nvPr/>
          </p:nvSpPr>
          <p:spPr>
            <a:xfrm>
              <a:off x="5127692" y="3549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8999" name="pt18999"/>
            <p:cNvSpPr/>
            <p:nvPr/>
          </p:nvSpPr>
          <p:spPr>
            <a:xfrm>
              <a:off x="5105700" y="35244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0" name="pt19000"/>
            <p:cNvSpPr/>
            <p:nvPr/>
          </p:nvSpPr>
          <p:spPr>
            <a:xfrm>
              <a:off x="5271819" y="3589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1" name="pt19001"/>
            <p:cNvSpPr/>
            <p:nvPr/>
          </p:nvSpPr>
          <p:spPr>
            <a:xfrm>
              <a:off x="5219577" y="3551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2" name="pt19002"/>
            <p:cNvSpPr/>
            <p:nvPr/>
          </p:nvSpPr>
          <p:spPr>
            <a:xfrm>
              <a:off x="5318119" y="35803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3" name="pt19003"/>
            <p:cNvSpPr/>
            <p:nvPr/>
          </p:nvSpPr>
          <p:spPr>
            <a:xfrm>
              <a:off x="5193721" y="3557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4" name="pt19004"/>
            <p:cNvSpPr/>
            <p:nvPr/>
          </p:nvSpPr>
          <p:spPr>
            <a:xfrm>
              <a:off x="5108362" y="3546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5" name="pt19005"/>
            <p:cNvSpPr/>
            <p:nvPr/>
          </p:nvSpPr>
          <p:spPr>
            <a:xfrm>
              <a:off x="5042891" y="35671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6" name="pt19006"/>
            <p:cNvSpPr/>
            <p:nvPr/>
          </p:nvSpPr>
          <p:spPr>
            <a:xfrm>
              <a:off x="5113939" y="34906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7" name="pt19007"/>
            <p:cNvSpPr/>
            <p:nvPr/>
          </p:nvSpPr>
          <p:spPr>
            <a:xfrm>
              <a:off x="5344963" y="36026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8" name="pt19008"/>
            <p:cNvSpPr/>
            <p:nvPr/>
          </p:nvSpPr>
          <p:spPr>
            <a:xfrm>
              <a:off x="5259062" y="3542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09" name="pt19009"/>
            <p:cNvSpPr/>
            <p:nvPr/>
          </p:nvSpPr>
          <p:spPr>
            <a:xfrm>
              <a:off x="5143362" y="3565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0" name="pt19010"/>
            <p:cNvSpPr/>
            <p:nvPr/>
          </p:nvSpPr>
          <p:spPr>
            <a:xfrm>
              <a:off x="5041731" y="3563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1" name="pt19011"/>
            <p:cNvSpPr/>
            <p:nvPr/>
          </p:nvSpPr>
          <p:spPr>
            <a:xfrm>
              <a:off x="5088980" y="33983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2" name="pt19012"/>
            <p:cNvSpPr/>
            <p:nvPr/>
          </p:nvSpPr>
          <p:spPr>
            <a:xfrm>
              <a:off x="4961651" y="3556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3" name="pt19013"/>
            <p:cNvSpPr/>
            <p:nvPr/>
          </p:nvSpPr>
          <p:spPr>
            <a:xfrm>
              <a:off x="4934992" y="3548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4" name="pt19014"/>
            <p:cNvSpPr/>
            <p:nvPr/>
          </p:nvSpPr>
          <p:spPr>
            <a:xfrm>
              <a:off x="5213731" y="35399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5" name="pt19015"/>
            <p:cNvSpPr/>
            <p:nvPr/>
          </p:nvSpPr>
          <p:spPr>
            <a:xfrm>
              <a:off x="5256328" y="3554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6" name="pt19016"/>
            <p:cNvSpPr/>
            <p:nvPr/>
          </p:nvSpPr>
          <p:spPr>
            <a:xfrm>
              <a:off x="5199399" y="3566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7" name="pt19017"/>
            <p:cNvSpPr/>
            <p:nvPr/>
          </p:nvSpPr>
          <p:spPr>
            <a:xfrm>
              <a:off x="5169781" y="3571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8" name="pt19018"/>
            <p:cNvSpPr/>
            <p:nvPr/>
          </p:nvSpPr>
          <p:spPr>
            <a:xfrm>
              <a:off x="5215405" y="3584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19" name="pt19019"/>
            <p:cNvSpPr/>
            <p:nvPr/>
          </p:nvSpPr>
          <p:spPr>
            <a:xfrm>
              <a:off x="5194126" y="35711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0" name="pt19020"/>
            <p:cNvSpPr/>
            <p:nvPr/>
          </p:nvSpPr>
          <p:spPr>
            <a:xfrm>
              <a:off x="5367409" y="35675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1" name="pt19021"/>
            <p:cNvSpPr/>
            <p:nvPr/>
          </p:nvSpPr>
          <p:spPr>
            <a:xfrm>
              <a:off x="5123721" y="35483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2" name="pt19022"/>
            <p:cNvSpPr/>
            <p:nvPr/>
          </p:nvSpPr>
          <p:spPr>
            <a:xfrm>
              <a:off x="5345342" y="35619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3" name="pt19023"/>
            <p:cNvSpPr/>
            <p:nvPr/>
          </p:nvSpPr>
          <p:spPr>
            <a:xfrm>
              <a:off x="5204782" y="3575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4" name="pt19024"/>
            <p:cNvSpPr/>
            <p:nvPr/>
          </p:nvSpPr>
          <p:spPr>
            <a:xfrm>
              <a:off x="5238717" y="3542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5" name="pt19025"/>
            <p:cNvSpPr/>
            <p:nvPr/>
          </p:nvSpPr>
          <p:spPr>
            <a:xfrm>
              <a:off x="5048804" y="35318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6" name="pt19026"/>
            <p:cNvSpPr/>
            <p:nvPr/>
          </p:nvSpPr>
          <p:spPr>
            <a:xfrm>
              <a:off x="5228991" y="35706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7" name="pt19027"/>
            <p:cNvSpPr/>
            <p:nvPr/>
          </p:nvSpPr>
          <p:spPr>
            <a:xfrm>
              <a:off x="5217318" y="3567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8" name="pt19028"/>
            <p:cNvSpPr/>
            <p:nvPr/>
          </p:nvSpPr>
          <p:spPr>
            <a:xfrm>
              <a:off x="5132277" y="35355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29" name="pt19029"/>
            <p:cNvSpPr/>
            <p:nvPr/>
          </p:nvSpPr>
          <p:spPr>
            <a:xfrm>
              <a:off x="5248095" y="3534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0" name="pt19030"/>
            <p:cNvSpPr/>
            <p:nvPr/>
          </p:nvSpPr>
          <p:spPr>
            <a:xfrm>
              <a:off x="5393403" y="35372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1" name="pt19031"/>
            <p:cNvSpPr/>
            <p:nvPr/>
          </p:nvSpPr>
          <p:spPr>
            <a:xfrm>
              <a:off x="5229039" y="35394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2" name="pt19032"/>
            <p:cNvSpPr/>
            <p:nvPr/>
          </p:nvSpPr>
          <p:spPr>
            <a:xfrm>
              <a:off x="5322479" y="3592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3" name="pt19033"/>
            <p:cNvSpPr/>
            <p:nvPr/>
          </p:nvSpPr>
          <p:spPr>
            <a:xfrm>
              <a:off x="5224992" y="3532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4" name="pt19034"/>
            <p:cNvSpPr/>
            <p:nvPr/>
          </p:nvSpPr>
          <p:spPr>
            <a:xfrm>
              <a:off x="5217318" y="3574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5" name="pt19035"/>
            <p:cNvSpPr/>
            <p:nvPr/>
          </p:nvSpPr>
          <p:spPr>
            <a:xfrm>
              <a:off x="5127297" y="3531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6" name="pt19036"/>
            <p:cNvSpPr/>
            <p:nvPr/>
          </p:nvSpPr>
          <p:spPr>
            <a:xfrm>
              <a:off x="5129132" y="3575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7" name="pt19037"/>
            <p:cNvSpPr/>
            <p:nvPr/>
          </p:nvSpPr>
          <p:spPr>
            <a:xfrm>
              <a:off x="5223004" y="3103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8" name="pt19038"/>
            <p:cNvSpPr/>
            <p:nvPr/>
          </p:nvSpPr>
          <p:spPr>
            <a:xfrm>
              <a:off x="5093793" y="35576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39" name="pt19039"/>
            <p:cNvSpPr/>
            <p:nvPr/>
          </p:nvSpPr>
          <p:spPr>
            <a:xfrm>
              <a:off x="5151275" y="35301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0" name="pt19040"/>
            <p:cNvSpPr/>
            <p:nvPr/>
          </p:nvSpPr>
          <p:spPr>
            <a:xfrm>
              <a:off x="4976810" y="3520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1" name="pt19041"/>
            <p:cNvSpPr/>
            <p:nvPr/>
          </p:nvSpPr>
          <p:spPr>
            <a:xfrm>
              <a:off x="5103521" y="35203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2" name="pt19042"/>
            <p:cNvSpPr/>
            <p:nvPr/>
          </p:nvSpPr>
          <p:spPr>
            <a:xfrm>
              <a:off x="5225144" y="3746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3" name="pt19043"/>
            <p:cNvSpPr/>
            <p:nvPr/>
          </p:nvSpPr>
          <p:spPr>
            <a:xfrm>
              <a:off x="5224958" y="35665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4" name="pt19044"/>
            <p:cNvSpPr/>
            <p:nvPr/>
          </p:nvSpPr>
          <p:spPr>
            <a:xfrm>
              <a:off x="5291213" y="36015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5" name="pt19045"/>
            <p:cNvSpPr/>
            <p:nvPr/>
          </p:nvSpPr>
          <p:spPr>
            <a:xfrm>
              <a:off x="5170295" y="3576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6" name="pt19046"/>
            <p:cNvSpPr/>
            <p:nvPr/>
          </p:nvSpPr>
          <p:spPr>
            <a:xfrm>
              <a:off x="5275570" y="3542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7" name="pt19047"/>
            <p:cNvSpPr/>
            <p:nvPr/>
          </p:nvSpPr>
          <p:spPr>
            <a:xfrm>
              <a:off x="5179460" y="35586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8" name="pt19048"/>
            <p:cNvSpPr/>
            <p:nvPr/>
          </p:nvSpPr>
          <p:spPr>
            <a:xfrm>
              <a:off x="5268460" y="35395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49" name="pt19049"/>
            <p:cNvSpPr/>
            <p:nvPr/>
          </p:nvSpPr>
          <p:spPr>
            <a:xfrm>
              <a:off x="5237628" y="3571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0" name="pt19050"/>
            <p:cNvSpPr/>
            <p:nvPr/>
          </p:nvSpPr>
          <p:spPr>
            <a:xfrm>
              <a:off x="5304219" y="3574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1" name="pt19051"/>
            <p:cNvSpPr/>
            <p:nvPr/>
          </p:nvSpPr>
          <p:spPr>
            <a:xfrm>
              <a:off x="5054282" y="35413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2" name="pt19052"/>
            <p:cNvSpPr/>
            <p:nvPr/>
          </p:nvSpPr>
          <p:spPr>
            <a:xfrm>
              <a:off x="5149922" y="35673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3" name="pt19053"/>
            <p:cNvSpPr/>
            <p:nvPr/>
          </p:nvSpPr>
          <p:spPr>
            <a:xfrm>
              <a:off x="5296944" y="35591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4" name="pt19054"/>
            <p:cNvSpPr/>
            <p:nvPr/>
          </p:nvSpPr>
          <p:spPr>
            <a:xfrm>
              <a:off x="5188959" y="3549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5" name="pt19055"/>
            <p:cNvSpPr/>
            <p:nvPr/>
          </p:nvSpPr>
          <p:spPr>
            <a:xfrm>
              <a:off x="5094053" y="35069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6" name="pt19056"/>
            <p:cNvSpPr/>
            <p:nvPr/>
          </p:nvSpPr>
          <p:spPr>
            <a:xfrm>
              <a:off x="5242492" y="35517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7" name="pt19057"/>
            <p:cNvSpPr/>
            <p:nvPr/>
          </p:nvSpPr>
          <p:spPr>
            <a:xfrm>
              <a:off x="5202087" y="35583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8" name="pt19058"/>
            <p:cNvSpPr/>
            <p:nvPr/>
          </p:nvSpPr>
          <p:spPr>
            <a:xfrm>
              <a:off x="5221183" y="3572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59" name="pt19059"/>
            <p:cNvSpPr/>
            <p:nvPr/>
          </p:nvSpPr>
          <p:spPr>
            <a:xfrm>
              <a:off x="5157300" y="3514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0" name="pt19060"/>
            <p:cNvSpPr/>
            <p:nvPr/>
          </p:nvSpPr>
          <p:spPr>
            <a:xfrm>
              <a:off x="5149229" y="35617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1" name="pt19061"/>
            <p:cNvSpPr/>
            <p:nvPr/>
          </p:nvSpPr>
          <p:spPr>
            <a:xfrm>
              <a:off x="5231615" y="3588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2" name="pt19062"/>
            <p:cNvSpPr/>
            <p:nvPr/>
          </p:nvSpPr>
          <p:spPr>
            <a:xfrm>
              <a:off x="5448733" y="35442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3" name="pt19063"/>
            <p:cNvSpPr/>
            <p:nvPr/>
          </p:nvSpPr>
          <p:spPr>
            <a:xfrm>
              <a:off x="5185026" y="3562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4" name="pt19064"/>
            <p:cNvSpPr/>
            <p:nvPr/>
          </p:nvSpPr>
          <p:spPr>
            <a:xfrm>
              <a:off x="5119814" y="3569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5" name="pt19065"/>
            <p:cNvSpPr/>
            <p:nvPr/>
          </p:nvSpPr>
          <p:spPr>
            <a:xfrm>
              <a:off x="5336247" y="3574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6" name="pt19066"/>
            <p:cNvSpPr/>
            <p:nvPr/>
          </p:nvSpPr>
          <p:spPr>
            <a:xfrm>
              <a:off x="5024046" y="35183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7" name="pt19067"/>
            <p:cNvSpPr/>
            <p:nvPr/>
          </p:nvSpPr>
          <p:spPr>
            <a:xfrm>
              <a:off x="4979362" y="3554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8" name="pt19068"/>
            <p:cNvSpPr/>
            <p:nvPr/>
          </p:nvSpPr>
          <p:spPr>
            <a:xfrm>
              <a:off x="5209303" y="3491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69" name="pt19069"/>
            <p:cNvSpPr/>
            <p:nvPr/>
          </p:nvSpPr>
          <p:spPr>
            <a:xfrm>
              <a:off x="5177548" y="35509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0" name="pt19070"/>
            <p:cNvSpPr/>
            <p:nvPr/>
          </p:nvSpPr>
          <p:spPr>
            <a:xfrm>
              <a:off x="5083031" y="3568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1" name="pt19071"/>
            <p:cNvSpPr/>
            <p:nvPr/>
          </p:nvSpPr>
          <p:spPr>
            <a:xfrm>
              <a:off x="5144997" y="35752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2" name="pt19072"/>
            <p:cNvSpPr/>
            <p:nvPr/>
          </p:nvSpPr>
          <p:spPr>
            <a:xfrm>
              <a:off x="5129775" y="35503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3" name="pt19073"/>
            <p:cNvSpPr/>
            <p:nvPr/>
          </p:nvSpPr>
          <p:spPr>
            <a:xfrm>
              <a:off x="5122425" y="3573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4" name="pt19074"/>
            <p:cNvSpPr/>
            <p:nvPr/>
          </p:nvSpPr>
          <p:spPr>
            <a:xfrm>
              <a:off x="5156650" y="3539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5" name="pt19075"/>
            <p:cNvSpPr/>
            <p:nvPr/>
          </p:nvSpPr>
          <p:spPr>
            <a:xfrm>
              <a:off x="5146718" y="3529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6" name="pt19076"/>
            <p:cNvSpPr/>
            <p:nvPr/>
          </p:nvSpPr>
          <p:spPr>
            <a:xfrm>
              <a:off x="5270149" y="3575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7" name="pt19077"/>
            <p:cNvSpPr/>
            <p:nvPr/>
          </p:nvSpPr>
          <p:spPr>
            <a:xfrm>
              <a:off x="5266386" y="35538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8" name="pt19078"/>
            <p:cNvSpPr/>
            <p:nvPr/>
          </p:nvSpPr>
          <p:spPr>
            <a:xfrm>
              <a:off x="5211145" y="3521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79" name="pt19079"/>
            <p:cNvSpPr/>
            <p:nvPr/>
          </p:nvSpPr>
          <p:spPr>
            <a:xfrm>
              <a:off x="5186522" y="3564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0" name="pt19080"/>
            <p:cNvSpPr/>
            <p:nvPr/>
          </p:nvSpPr>
          <p:spPr>
            <a:xfrm>
              <a:off x="5239919" y="35841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1" name="pt19081"/>
            <p:cNvSpPr/>
            <p:nvPr/>
          </p:nvSpPr>
          <p:spPr>
            <a:xfrm>
              <a:off x="5304524" y="35831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2" name="pt19082"/>
            <p:cNvSpPr/>
            <p:nvPr/>
          </p:nvSpPr>
          <p:spPr>
            <a:xfrm>
              <a:off x="5043619" y="35143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3" name="pt19083"/>
            <p:cNvSpPr/>
            <p:nvPr/>
          </p:nvSpPr>
          <p:spPr>
            <a:xfrm>
              <a:off x="5117659" y="35361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4" name="pt19084"/>
            <p:cNvSpPr/>
            <p:nvPr/>
          </p:nvSpPr>
          <p:spPr>
            <a:xfrm>
              <a:off x="6054519" y="35286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5" name="pt19085"/>
            <p:cNvSpPr/>
            <p:nvPr/>
          </p:nvSpPr>
          <p:spPr>
            <a:xfrm>
              <a:off x="5052565" y="35465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6" name="pt19086"/>
            <p:cNvSpPr/>
            <p:nvPr/>
          </p:nvSpPr>
          <p:spPr>
            <a:xfrm>
              <a:off x="5127377" y="35078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7" name="pt19087"/>
            <p:cNvSpPr/>
            <p:nvPr/>
          </p:nvSpPr>
          <p:spPr>
            <a:xfrm>
              <a:off x="5219025" y="35854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8" name="pt19088"/>
            <p:cNvSpPr/>
            <p:nvPr/>
          </p:nvSpPr>
          <p:spPr>
            <a:xfrm>
              <a:off x="5211451" y="3565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89" name="pt19089"/>
            <p:cNvSpPr/>
            <p:nvPr/>
          </p:nvSpPr>
          <p:spPr>
            <a:xfrm>
              <a:off x="5188454" y="3569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0" name="pt19090"/>
            <p:cNvSpPr/>
            <p:nvPr/>
          </p:nvSpPr>
          <p:spPr>
            <a:xfrm>
              <a:off x="5190002" y="35961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1" name="pt19091"/>
            <p:cNvSpPr/>
            <p:nvPr/>
          </p:nvSpPr>
          <p:spPr>
            <a:xfrm>
              <a:off x="5169246" y="3560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2" name="pt19092"/>
            <p:cNvSpPr/>
            <p:nvPr/>
          </p:nvSpPr>
          <p:spPr>
            <a:xfrm>
              <a:off x="5106126" y="35430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3" name="pt19093"/>
            <p:cNvSpPr/>
            <p:nvPr/>
          </p:nvSpPr>
          <p:spPr>
            <a:xfrm>
              <a:off x="5194007" y="35924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4" name="pt19094"/>
            <p:cNvSpPr/>
            <p:nvPr/>
          </p:nvSpPr>
          <p:spPr>
            <a:xfrm>
              <a:off x="5096333" y="35688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5" name="pt19095"/>
            <p:cNvSpPr/>
            <p:nvPr/>
          </p:nvSpPr>
          <p:spPr>
            <a:xfrm>
              <a:off x="4973535" y="35683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6" name="pt19096"/>
            <p:cNvSpPr/>
            <p:nvPr/>
          </p:nvSpPr>
          <p:spPr>
            <a:xfrm>
              <a:off x="5105117" y="3548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7" name="pt19097"/>
            <p:cNvSpPr/>
            <p:nvPr/>
          </p:nvSpPr>
          <p:spPr>
            <a:xfrm>
              <a:off x="5099292" y="35044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8" name="pt19098"/>
            <p:cNvSpPr/>
            <p:nvPr/>
          </p:nvSpPr>
          <p:spPr>
            <a:xfrm>
              <a:off x="5146331" y="35811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099" name="pt19099"/>
            <p:cNvSpPr/>
            <p:nvPr/>
          </p:nvSpPr>
          <p:spPr>
            <a:xfrm>
              <a:off x="5140435" y="3518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0" name="pt19100"/>
            <p:cNvSpPr/>
            <p:nvPr/>
          </p:nvSpPr>
          <p:spPr>
            <a:xfrm>
              <a:off x="5069596" y="35498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1" name="pt19101"/>
            <p:cNvSpPr/>
            <p:nvPr/>
          </p:nvSpPr>
          <p:spPr>
            <a:xfrm>
              <a:off x="5364963" y="3626683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02" name="pt19102"/>
            <p:cNvSpPr/>
            <p:nvPr/>
          </p:nvSpPr>
          <p:spPr>
            <a:xfrm>
              <a:off x="5113354" y="3567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3" name="pt19103"/>
            <p:cNvSpPr/>
            <p:nvPr/>
          </p:nvSpPr>
          <p:spPr>
            <a:xfrm>
              <a:off x="5274924" y="3555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4" name="pt19104"/>
            <p:cNvSpPr/>
            <p:nvPr/>
          </p:nvSpPr>
          <p:spPr>
            <a:xfrm>
              <a:off x="5041829" y="3505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5" name="pt19105"/>
            <p:cNvSpPr/>
            <p:nvPr/>
          </p:nvSpPr>
          <p:spPr>
            <a:xfrm>
              <a:off x="5250133" y="35733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6" name="pt19106"/>
            <p:cNvSpPr/>
            <p:nvPr/>
          </p:nvSpPr>
          <p:spPr>
            <a:xfrm>
              <a:off x="4992896" y="35672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7" name="pt19107"/>
            <p:cNvSpPr/>
            <p:nvPr/>
          </p:nvSpPr>
          <p:spPr>
            <a:xfrm>
              <a:off x="5097558" y="3498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8" name="pt19108"/>
            <p:cNvSpPr/>
            <p:nvPr/>
          </p:nvSpPr>
          <p:spPr>
            <a:xfrm>
              <a:off x="5260971" y="36600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09" name="pt19109"/>
            <p:cNvSpPr/>
            <p:nvPr/>
          </p:nvSpPr>
          <p:spPr>
            <a:xfrm>
              <a:off x="5223499" y="3536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0" name="pt19110"/>
            <p:cNvSpPr/>
            <p:nvPr/>
          </p:nvSpPr>
          <p:spPr>
            <a:xfrm>
              <a:off x="5331766" y="3579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1" name="pt19111"/>
            <p:cNvSpPr/>
            <p:nvPr/>
          </p:nvSpPr>
          <p:spPr>
            <a:xfrm>
              <a:off x="5039737" y="3547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2" name="pt19112"/>
            <p:cNvSpPr/>
            <p:nvPr/>
          </p:nvSpPr>
          <p:spPr>
            <a:xfrm>
              <a:off x="5173704" y="35612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3" name="pt19113"/>
            <p:cNvSpPr/>
            <p:nvPr/>
          </p:nvSpPr>
          <p:spPr>
            <a:xfrm>
              <a:off x="5266586" y="35506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4" name="pt19114"/>
            <p:cNvSpPr/>
            <p:nvPr/>
          </p:nvSpPr>
          <p:spPr>
            <a:xfrm>
              <a:off x="5212194" y="35765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5" name="pt19115"/>
            <p:cNvSpPr/>
            <p:nvPr/>
          </p:nvSpPr>
          <p:spPr>
            <a:xfrm>
              <a:off x="5311372" y="3486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6" name="pt19116"/>
            <p:cNvSpPr/>
            <p:nvPr/>
          </p:nvSpPr>
          <p:spPr>
            <a:xfrm>
              <a:off x="5053033" y="35442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7" name="pt19117"/>
            <p:cNvSpPr/>
            <p:nvPr/>
          </p:nvSpPr>
          <p:spPr>
            <a:xfrm>
              <a:off x="5098407" y="34924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8" name="pt19118"/>
            <p:cNvSpPr/>
            <p:nvPr/>
          </p:nvSpPr>
          <p:spPr>
            <a:xfrm>
              <a:off x="5084154" y="3459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19" name="pt19119"/>
            <p:cNvSpPr/>
            <p:nvPr/>
          </p:nvSpPr>
          <p:spPr>
            <a:xfrm>
              <a:off x="5210889" y="3556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0" name="pt19120"/>
            <p:cNvSpPr/>
            <p:nvPr/>
          </p:nvSpPr>
          <p:spPr>
            <a:xfrm>
              <a:off x="5340576" y="3571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1" name="pt19121"/>
            <p:cNvSpPr/>
            <p:nvPr/>
          </p:nvSpPr>
          <p:spPr>
            <a:xfrm>
              <a:off x="5157368" y="35477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2" name="pt19122"/>
            <p:cNvSpPr/>
            <p:nvPr/>
          </p:nvSpPr>
          <p:spPr>
            <a:xfrm>
              <a:off x="5050290" y="35504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3" name="pt19123"/>
            <p:cNvSpPr/>
            <p:nvPr/>
          </p:nvSpPr>
          <p:spPr>
            <a:xfrm>
              <a:off x="5277234" y="35691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4" name="pt19124"/>
            <p:cNvSpPr/>
            <p:nvPr/>
          </p:nvSpPr>
          <p:spPr>
            <a:xfrm>
              <a:off x="5165563" y="3533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5" name="pt19125"/>
            <p:cNvSpPr/>
            <p:nvPr/>
          </p:nvSpPr>
          <p:spPr>
            <a:xfrm>
              <a:off x="5232033" y="3576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6" name="pt19126"/>
            <p:cNvSpPr/>
            <p:nvPr/>
          </p:nvSpPr>
          <p:spPr>
            <a:xfrm>
              <a:off x="5110594" y="3550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7" name="pt19127"/>
            <p:cNvSpPr/>
            <p:nvPr/>
          </p:nvSpPr>
          <p:spPr>
            <a:xfrm>
              <a:off x="5182039" y="35168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8" name="pt19128"/>
            <p:cNvSpPr/>
            <p:nvPr/>
          </p:nvSpPr>
          <p:spPr>
            <a:xfrm>
              <a:off x="5349809" y="3606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29" name="pt19129"/>
            <p:cNvSpPr/>
            <p:nvPr/>
          </p:nvSpPr>
          <p:spPr>
            <a:xfrm>
              <a:off x="5344308" y="3580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0" name="pt19130"/>
            <p:cNvSpPr/>
            <p:nvPr/>
          </p:nvSpPr>
          <p:spPr>
            <a:xfrm>
              <a:off x="5173245" y="3585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1" name="pt19131"/>
            <p:cNvSpPr/>
            <p:nvPr/>
          </p:nvSpPr>
          <p:spPr>
            <a:xfrm>
              <a:off x="5288498" y="3568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2" name="pt19132"/>
            <p:cNvSpPr/>
            <p:nvPr/>
          </p:nvSpPr>
          <p:spPr>
            <a:xfrm>
              <a:off x="5243422" y="35751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3" name="pt19133"/>
            <p:cNvSpPr/>
            <p:nvPr/>
          </p:nvSpPr>
          <p:spPr>
            <a:xfrm>
              <a:off x="5073453" y="3522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4" name="pt19134"/>
            <p:cNvSpPr/>
            <p:nvPr/>
          </p:nvSpPr>
          <p:spPr>
            <a:xfrm>
              <a:off x="5120856" y="35546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5" name="pt19135"/>
            <p:cNvSpPr/>
            <p:nvPr/>
          </p:nvSpPr>
          <p:spPr>
            <a:xfrm>
              <a:off x="5297084" y="35601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6" name="pt19136"/>
            <p:cNvSpPr/>
            <p:nvPr/>
          </p:nvSpPr>
          <p:spPr>
            <a:xfrm>
              <a:off x="5244855" y="3570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7" name="pt19137"/>
            <p:cNvSpPr/>
            <p:nvPr/>
          </p:nvSpPr>
          <p:spPr>
            <a:xfrm>
              <a:off x="5290194" y="3503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8" name="pt19138"/>
            <p:cNvSpPr/>
            <p:nvPr/>
          </p:nvSpPr>
          <p:spPr>
            <a:xfrm>
              <a:off x="5087574" y="3508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39" name="pt19139"/>
            <p:cNvSpPr/>
            <p:nvPr/>
          </p:nvSpPr>
          <p:spPr>
            <a:xfrm>
              <a:off x="5049382" y="35910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0" name="pt19140"/>
            <p:cNvSpPr/>
            <p:nvPr/>
          </p:nvSpPr>
          <p:spPr>
            <a:xfrm>
              <a:off x="5198250" y="35793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1" name="pt19141"/>
            <p:cNvSpPr/>
            <p:nvPr/>
          </p:nvSpPr>
          <p:spPr>
            <a:xfrm>
              <a:off x="5309131" y="3576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2" name="pt19142"/>
            <p:cNvSpPr/>
            <p:nvPr/>
          </p:nvSpPr>
          <p:spPr>
            <a:xfrm>
              <a:off x="5265813" y="35748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3" name="pt19143"/>
            <p:cNvSpPr/>
            <p:nvPr/>
          </p:nvSpPr>
          <p:spPr>
            <a:xfrm>
              <a:off x="4987551" y="3464230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44" name="pt19144"/>
            <p:cNvSpPr/>
            <p:nvPr/>
          </p:nvSpPr>
          <p:spPr>
            <a:xfrm>
              <a:off x="4875651" y="3538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5" name="pt19145"/>
            <p:cNvSpPr/>
            <p:nvPr/>
          </p:nvSpPr>
          <p:spPr>
            <a:xfrm>
              <a:off x="5146522" y="35755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6" name="pt19146"/>
            <p:cNvSpPr/>
            <p:nvPr/>
          </p:nvSpPr>
          <p:spPr>
            <a:xfrm>
              <a:off x="5249901" y="3550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7" name="pt19147"/>
            <p:cNvSpPr/>
            <p:nvPr/>
          </p:nvSpPr>
          <p:spPr>
            <a:xfrm>
              <a:off x="5270904" y="3581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8" name="pt19148"/>
            <p:cNvSpPr/>
            <p:nvPr/>
          </p:nvSpPr>
          <p:spPr>
            <a:xfrm>
              <a:off x="5230273" y="3590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49" name="pt19149"/>
            <p:cNvSpPr/>
            <p:nvPr/>
          </p:nvSpPr>
          <p:spPr>
            <a:xfrm>
              <a:off x="5129835" y="3519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0" name="pt19150"/>
            <p:cNvSpPr/>
            <p:nvPr/>
          </p:nvSpPr>
          <p:spPr>
            <a:xfrm>
              <a:off x="5191681" y="3592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1" name="pt19151"/>
            <p:cNvSpPr/>
            <p:nvPr/>
          </p:nvSpPr>
          <p:spPr>
            <a:xfrm>
              <a:off x="5189315" y="35546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2" name="pt19152"/>
            <p:cNvSpPr/>
            <p:nvPr/>
          </p:nvSpPr>
          <p:spPr>
            <a:xfrm>
              <a:off x="5137690" y="3564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3" name="pt19153"/>
            <p:cNvSpPr/>
            <p:nvPr/>
          </p:nvSpPr>
          <p:spPr>
            <a:xfrm>
              <a:off x="5089849" y="35158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4" name="pt19154"/>
            <p:cNvSpPr/>
            <p:nvPr/>
          </p:nvSpPr>
          <p:spPr>
            <a:xfrm>
              <a:off x="5196235" y="35314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5" name="pt19155"/>
            <p:cNvSpPr/>
            <p:nvPr/>
          </p:nvSpPr>
          <p:spPr>
            <a:xfrm>
              <a:off x="5094334" y="3540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6" name="pt19156"/>
            <p:cNvSpPr/>
            <p:nvPr/>
          </p:nvSpPr>
          <p:spPr>
            <a:xfrm>
              <a:off x="5021868" y="35504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7" name="pt19157"/>
            <p:cNvSpPr/>
            <p:nvPr/>
          </p:nvSpPr>
          <p:spPr>
            <a:xfrm>
              <a:off x="5663988" y="3594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8" name="pt19158"/>
            <p:cNvSpPr/>
            <p:nvPr/>
          </p:nvSpPr>
          <p:spPr>
            <a:xfrm>
              <a:off x="5116628" y="3537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59" name="pt19159"/>
            <p:cNvSpPr/>
            <p:nvPr/>
          </p:nvSpPr>
          <p:spPr>
            <a:xfrm>
              <a:off x="5036749" y="35584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0" name="pt19160"/>
            <p:cNvSpPr/>
            <p:nvPr/>
          </p:nvSpPr>
          <p:spPr>
            <a:xfrm>
              <a:off x="5088152" y="35717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1" name="pt19161"/>
            <p:cNvSpPr/>
            <p:nvPr/>
          </p:nvSpPr>
          <p:spPr>
            <a:xfrm>
              <a:off x="5278199" y="35419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2" name="pt19162"/>
            <p:cNvSpPr/>
            <p:nvPr/>
          </p:nvSpPr>
          <p:spPr>
            <a:xfrm>
              <a:off x="4906069" y="3564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3" name="pt19163"/>
            <p:cNvSpPr/>
            <p:nvPr/>
          </p:nvSpPr>
          <p:spPr>
            <a:xfrm>
              <a:off x="5077751" y="3610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4" name="pt19164"/>
            <p:cNvSpPr/>
            <p:nvPr/>
          </p:nvSpPr>
          <p:spPr>
            <a:xfrm>
              <a:off x="5232820" y="3544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5" name="pt19165"/>
            <p:cNvSpPr/>
            <p:nvPr/>
          </p:nvSpPr>
          <p:spPr>
            <a:xfrm>
              <a:off x="5029571" y="35415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6" name="pt19166"/>
            <p:cNvSpPr/>
            <p:nvPr/>
          </p:nvSpPr>
          <p:spPr>
            <a:xfrm>
              <a:off x="5149968" y="32450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7" name="pt19167"/>
            <p:cNvSpPr/>
            <p:nvPr/>
          </p:nvSpPr>
          <p:spPr>
            <a:xfrm>
              <a:off x="5129229" y="35250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8" name="pt19168"/>
            <p:cNvSpPr/>
            <p:nvPr/>
          </p:nvSpPr>
          <p:spPr>
            <a:xfrm>
              <a:off x="5185583" y="35555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69" name="pt19169"/>
            <p:cNvSpPr/>
            <p:nvPr/>
          </p:nvSpPr>
          <p:spPr>
            <a:xfrm>
              <a:off x="5264371" y="34551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0" name="pt19170"/>
            <p:cNvSpPr/>
            <p:nvPr/>
          </p:nvSpPr>
          <p:spPr>
            <a:xfrm>
              <a:off x="5319043" y="3595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1" name="pt19171"/>
            <p:cNvSpPr/>
            <p:nvPr/>
          </p:nvSpPr>
          <p:spPr>
            <a:xfrm>
              <a:off x="5116792" y="3524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2" name="pt19172"/>
            <p:cNvSpPr/>
            <p:nvPr/>
          </p:nvSpPr>
          <p:spPr>
            <a:xfrm>
              <a:off x="5177115" y="3550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3" name="pt19173"/>
            <p:cNvSpPr/>
            <p:nvPr/>
          </p:nvSpPr>
          <p:spPr>
            <a:xfrm>
              <a:off x="5085711" y="35464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4" name="pt19174"/>
            <p:cNvSpPr/>
            <p:nvPr/>
          </p:nvSpPr>
          <p:spPr>
            <a:xfrm>
              <a:off x="5253675" y="3577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5" name="pt19175"/>
            <p:cNvSpPr/>
            <p:nvPr/>
          </p:nvSpPr>
          <p:spPr>
            <a:xfrm>
              <a:off x="5339044" y="35573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6" name="pt19176"/>
            <p:cNvSpPr/>
            <p:nvPr/>
          </p:nvSpPr>
          <p:spPr>
            <a:xfrm>
              <a:off x="5188079" y="36128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7" name="pt19177"/>
            <p:cNvSpPr/>
            <p:nvPr/>
          </p:nvSpPr>
          <p:spPr>
            <a:xfrm>
              <a:off x="5168107" y="35564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8" name="pt19178"/>
            <p:cNvSpPr/>
            <p:nvPr/>
          </p:nvSpPr>
          <p:spPr>
            <a:xfrm>
              <a:off x="5141627" y="35339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79" name="pt19179"/>
            <p:cNvSpPr/>
            <p:nvPr/>
          </p:nvSpPr>
          <p:spPr>
            <a:xfrm>
              <a:off x="5256518" y="3579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0" name="pt19180"/>
            <p:cNvSpPr/>
            <p:nvPr/>
          </p:nvSpPr>
          <p:spPr>
            <a:xfrm>
              <a:off x="5243299" y="35950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1" name="pt19181"/>
            <p:cNvSpPr/>
            <p:nvPr/>
          </p:nvSpPr>
          <p:spPr>
            <a:xfrm>
              <a:off x="4993888" y="3516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2" name="pt19182"/>
            <p:cNvSpPr/>
            <p:nvPr/>
          </p:nvSpPr>
          <p:spPr>
            <a:xfrm>
              <a:off x="5108020" y="3584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3" name="pt19183"/>
            <p:cNvSpPr/>
            <p:nvPr/>
          </p:nvSpPr>
          <p:spPr>
            <a:xfrm>
              <a:off x="5163368" y="3538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4" name="pt19184"/>
            <p:cNvSpPr/>
            <p:nvPr/>
          </p:nvSpPr>
          <p:spPr>
            <a:xfrm>
              <a:off x="5218928" y="3577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5" name="pt19185"/>
            <p:cNvSpPr/>
            <p:nvPr/>
          </p:nvSpPr>
          <p:spPr>
            <a:xfrm>
              <a:off x="5139107" y="35478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6" name="pt19186"/>
            <p:cNvSpPr/>
            <p:nvPr/>
          </p:nvSpPr>
          <p:spPr>
            <a:xfrm>
              <a:off x="5100235" y="35471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7" name="pt19187"/>
            <p:cNvSpPr/>
            <p:nvPr/>
          </p:nvSpPr>
          <p:spPr>
            <a:xfrm>
              <a:off x="5142606" y="35424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8" name="pt19188"/>
            <p:cNvSpPr/>
            <p:nvPr/>
          </p:nvSpPr>
          <p:spPr>
            <a:xfrm>
              <a:off x="5311549" y="35824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89" name="pt19189"/>
            <p:cNvSpPr/>
            <p:nvPr/>
          </p:nvSpPr>
          <p:spPr>
            <a:xfrm>
              <a:off x="5076164" y="35512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0" name="pt19190"/>
            <p:cNvSpPr/>
            <p:nvPr/>
          </p:nvSpPr>
          <p:spPr>
            <a:xfrm>
              <a:off x="5227133" y="3543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1" name="pt19191"/>
            <p:cNvSpPr/>
            <p:nvPr/>
          </p:nvSpPr>
          <p:spPr>
            <a:xfrm>
              <a:off x="4925677" y="3544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2" name="pt19192"/>
            <p:cNvSpPr/>
            <p:nvPr/>
          </p:nvSpPr>
          <p:spPr>
            <a:xfrm>
              <a:off x="5192705" y="3557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3" name="pt19193"/>
            <p:cNvSpPr/>
            <p:nvPr/>
          </p:nvSpPr>
          <p:spPr>
            <a:xfrm>
              <a:off x="5138638" y="35644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4" name="pt19194"/>
            <p:cNvSpPr/>
            <p:nvPr/>
          </p:nvSpPr>
          <p:spPr>
            <a:xfrm>
              <a:off x="5126234" y="3540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5" name="pt19195"/>
            <p:cNvSpPr/>
            <p:nvPr/>
          </p:nvSpPr>
          <p:spPr>
            <a:xfrm>
              <a:off x="5046704" y="35431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6" name="pt19196"/>
            <p:cNvSpPr/>
            <p:nvPr/>
          </p:nvSpPr>
          <p:spPr>
            <a:xfrm>
              <a:off x="5224336" y="3553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7" name="pt19197"/>
            <p:cNvSpPr/>
            <p:nvPr/>
          </p:nvSpPr>
          <p:spPr>
            <a:xfrm>
              <a:off x="5217097" y="3605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8" name="pt19198"/>
            <p:cNvSpPr/>
            <p:nvPr/>
          </p:nvSpPr>
          <p:spPr>
            <a:xfrm>
              <a:off x="4980172" y="35600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199" name="pt19199"/>
            <p:cNvSpPr/>
            <p:nvPr/>
          </p:nvSpPr>
          <p:spPr>
            <a:xfrm>
              <a:off x="5217017" y="3560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0" name="pt19200"/>
            <p:cNvSpPr/>
            <p:nvPr/>
          </p:nvSpPr>
          <p:spPr>
            <a:xfrm>
              <a:off x="5275018" y="3581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1" name="pt19201"/>
            <p:cNvSpPr/>
            <p:nvPr/>
          </p:nvSpPr>
          <p:spPr>
            <a:xfrm>
              <a:off x="5234438" y="35420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2" name="pt19202"/>
            <p:cNvSpPr/>
            <p:nvPr/>
          </p:nvSpPr>
          <p:spPr>
            <a:xfrm>
              <a:off x="5236488" y="3551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3" name="pt19203"/>
            <p:cNvSpPr/>
            <p:nvPr/>
          </p:nvSpPr>
          <p:spPr>
            <a:xfrm>
              <a:off x="5164351" y="3571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4" name="pt19204"/>
            <p:cNvSpPr/>
            <p:nvPr/>
          </p:nvSpPr>
          <p:spPr>
            <a:xfrm>
              <a:off x="5329517" y="35323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5" name="pt19205"/>
            <p:cNvSpPr/>
            <p:nvPr/>
          </p:nvSpPr>
          <p:spPr>
            <a:xfrm>
              <a:off x="5238673" y="3575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6" name="pt19206"/>
            <p:cNvSpPr/>
            <p:nvPr/>
          </p:nvSpPr>
          <p:spPr>
            <a:xfrm>
              <a:off x="5186367" y="35518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7" name="pt19207"/>
            <p:cNvSpPr/>
            <p:nvPr/>
          </p:nvSpPr>
          <p:spPr>
            <a:xfrm>
              <a:off x="4990771" y="35623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8" name="pt19208"/>
            <p:cNvSpPr/>
            <p:nvPr/>
          </p:nvSpPr>
          <p:spPr>
            <a:xfrm>
              <a:off x="5220451" y="35609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09" name="pt19209"/>
            <p:cNvSpPr/>
            <p:nvPr/>
          </p:nvSpPr>
          <p:spPr>
            <a:xfrm>
              <a:off x="5143390" y="35388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0" name="pt19210"/>
            <p:cNvSpPr/>
            <p:nvPr/>
          </p:nvSpPr>
          <p:spPr>
            <a:xfrm>
              <a:off x="5080931" y="3538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1" name="pt19211"/>
            <p:cNvSpPr/>
            <p:nvPr/>
          </p:nvSpPr>
          <p:spPr>
            <a:xfrm>
              <a:off x="5322069" y="35549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2" name="pt19212"/>
            <p:cNvSpPr/>
            <p:nvPr/>
          </p:nvSpPr>
          <p:spPr>
            <a:xfrm>
              <a:off x="5226571" y="3536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3" name="pt19213"/>
            <p:cNvSpPr/>
            <p:nvPr/>
          </p:nvSpPr>
          <p:spPr>
            <a:xfrm>
              <a:off x="5046574" y="3552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4" name="pt19214"/>
            <p:cNvSpPr/>
            <p:nvPr/>
          </p:nvSpPr>
          <p:spPr>
            <a:xfrm>
              <a:off x="5084460" y="35225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5" name="pt19215"/>
            <p:cNvSpPr/>
            <p:nvPr/>
          </p:nvSpPr>
          <p:spPr>
            <a:xfrm>
              <a:off x="5182904" y="3560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6" name="pt19216"/>
            <p:cNvSpPr/>
            <p:nvPr/>
          </p:nvSpPr>
          <p:spPr>
            <a:xfrm>
              <a:off x="5076754" y="35326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7" name="pt19217"/>
            <p:cNvSpPr/>
            <p:nvPr/>
          </p:nvSpPr>
          <p:spPr>
            <a:xfrm>
              <a:off x="5092926" y="3519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8" name="pt19218"/>
            <p:cNvSpPr/>
            <p:nvPr/>
          </p:nvSpPr>
          <p:spPr>
            <a:xfrm>
              <a:off x="5196832" y="3552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19" name="pt19219"/>
            <p:cNvSpPr/>
            <p:nvPr/>
          </p:nvSpPr>
          <p:spPr>
            <a:xfrm>
              <a:off x="5259895" y="35994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0" name="pt19220"/>
            <p:cNvSpPr/>
            <p:nvPr/>
          </p:nvSpPr>
          <p:spPr>
            <a:xfrm>
              <a:off x="5051873" y="3641067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21" name="pt19221"/>
            <p:cNvSpPr/>
            <p:nvPr/>
          </p:nvSpPr>
          <p:spPr>
            <a:xfrm>
              <a:off x="5656935" y="35540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2" name="pt19222"/>
            <p:cNvSpPr/>
            <p:nvPr/>
          </p:nvSpPr>
          <p:spPr>
            <a:xfrm>
              <a:off x="5066824" y="35555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3" name="pt19223"/>
            <p:cNvSpPr/>
            <p:nvPr/>
          </p:nvSpPr>
          <p:spPr>
            <a:xfrm>
              <a:off x="5053902" y="3552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4" name="pt19224"/>
            <p:cNvSpPr/>
            <p:nvPr/>
          </p:nvSpPr>
          <p:spPr>
            <a:xfrm>
              <a:off x="5071993" y="35359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5" name="pt19225"/>
            <p:cNvSpPr/>
            <p:nvPr/>
          </p:nvSpPr>
          <p:spPr>
            <a:xfrm>
              <a:off x="5131407" y="3519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6" name="pt19226"/>
            <p:cNvSpPr/>
            <p:nvPr/>
          </p:nvSpPr>
          <p:spPr>
            <a:xfrm>
              <a:off x="5110903" y="3538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7" name="pt19227"/>
            <p:cNvSpPr/>
            <p:nvPr/>
          </p:nvSpPr>
          <p:spPr>
            <a:xfrm>
              <a:off x="5144367" y="3577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8" name="pt19228"/>
            <p:cNvSpPr/>
            <p:nvPr/>
          </p:nvSpPr>
          <p:spPr>
            <a:xfrm>
              <a:off x="5162381" y="35723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29" name="pt19229"/>
            <p:cNvSpPr/>
            <p:nvPr/>
          </p:nvSpPr>
          <p:spPr>
            <a:xfrm>
              <a:off x="5198872" y="35688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0" name="pt19230"/>
            <p:cNvSpPr/>
            <p:nvPr/>
          </p:nvSpPr>
          <p:spPr>
            <a:xfrm>
              <a:off x="5263297" y="3561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1" name="pt19231"/>
            <p:cNvSpPr/>
            <p:nvPr/>
          </p:nvSpPr>
          <p:spPr>
            <a:xfrm>
              <a:off x="5142005" y="3544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2" name="pt19232"/>
            <p:cNvSpPr/>
            <p:nvPr/>
          </p:nvSpPr>
          <p:spPr>
            <a:xfrm>
              <a:off x="5417361" y="35715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3" name="pt19233"/>
            <p:cNvSpPr/>
            <p:nvPr/>
          </p:nvSpPr>
          <p:spPr>
            <a:xfrm>
              <a:off x="5118447" y="3600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4" name="pt19234"/>
            <p:cNvSpPr/>
            <p:nvPr/>
          </p:nvSpPr>
          <p:spPr>
            <a:xfrm>
              <a:off x="5261678" y="35578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5" name="pt19235"/>
            <p:cNvSpPr/>
            <p:nvPr/>
          </p:nvSpPr>
          <p:spPr>
            <a:xfrm>
              <a:off x="5190359" y="3603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6" name="pt19236"/>
            <p:cNvSpPr/>
            <p:nvPr/>
          </p:nvSpPr>
          <p:spPr>
            <a:xfrm>
              <a:off x="5265523" y="35687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7" name="pt19237"/>
            <p:cNvSpPr/>
            <p:nvPr/>
          </p:nvSpPr>
          <p:spPr>
            <a:xfrm>
              <a:off x="5266518" y="35878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8" name="pt19238"/>
            <p:cNvSpPr/>
            <p:nvPr/>
          </p:nvSpPr>
          <p:spPr>
            <a:xfrm>
              <a:off x="5134729" y="3633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39" name="pt19239"/>
            <p:cNvSpPr/>
            <p:nvPr/>
          </p:nvSpPr>
          <p:spPr>
            <a:xfrm>
              <a:off x="5160441" y="35516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0" name="pt19240"/>
            <p:cNvSpPr/>
            <p:nvPr/>
          </p:nvSpPr>
          <p:spPr>
            <a:xfrm>
              <a:off x="5222897" y="35514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1" name="pt19241"/>
            <p:cNvSpPr/>
            <p:nvPr/>
          </p:nvSpPr>
          <p:spPr>
            <a:xfrm>
              <a:off x="5439332" y="35829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2" name="pt19242"/>
            <p:cNvSpPr/>
            <p:nvPr/>
          </p:nvSpPr>
          <p:spPr>
            <a:xfrm>
              <a:off x="5146636" y="35560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3" name="pt19243"/>
            <p:cNvSpPr/>
            <p:nvPr/>
          </p:nvSpPr>
          <p:spPr>
            <a:xfrm>
              <a:off x="5084756" y="3552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4" name="pt19244"/>
            <p:cNvSpPr/>
            <p:nvPr/>
          </p:nvSpPr>
          <p:spPr>
            <a:xfrm>
              <a:off x="5054279" y="3533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5" name="pt19245"/>
            <p:cNvSpPr/>
            <p:nvPr/>
          </p:nvSpPr>
          <p:spPr>
            <a:xfrm>
              <a:off x="5204783" y="36148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6" name="pt19246"/>
            <p:cNvSpPr/>
            <p:nvPr/>
          </p:nvSpPr>
          <p:spPr>
            <a:xfrm>
              <a:off x="5034132" y="35513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7" name="pt19247"/>
            <p:cNvSpPr/>
            <p:nvPr/>
          </p:nvSpPr>
          <p:spPr>
            <a:xfrm>
              <a:off x="5078140" y="3561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8" name="pt19248"/>
            <p:cNvSpPr/>
            <p:nvPr/>
          </p:nvSpPr>
          <p:spPr>
            <a:xfrm>
              <a:off x="5066137" y="3591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49" name="pt19249"/>
            <p:cNvSpPr/>
            <p:nvPr/>
          </p:nvSpPr>
          <p:spPr>
            <a:xfrm>
              <a:off x="5056470" y="35379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0" name="pt19250"/>
            <p:cNvSpPr/>
            <p:nvPr/>
          </p:nvSpPr>
          <p:spPr>
            <a:xfrm>
              <a:off x="5007625" y="35619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1" name="pt19251"/>
            <p:cNvSpPr/>
            <p:nvPr/>
          </p:nvSpPr>
          <p:spPr>
            <a:xfrm>
              <a:off x="5140301" y="3558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2" name="pt19252"/>
            <p:cNvSpPr/>
            <p:nvPr/>
          </p:nvSpPr>
          <p:spPr>
            <a:xfrm>
              <a:off x="5170327" y="3558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3" name="pt19253"/>
            <p:cNvSpPr/>
            <p:nvPr/>
          </p:nvSpPr>
          <p:spPr>
            <a:xfrm>
              <a:off x="5102984" y="3543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4" name="pt19254"/>
            <p:cNvSpPr/>
            <p:nvPr/>
          </p:nvSpPr>
          <p:spPr>
            <a:xfrm>
              <a:off x="5153160" y="3511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5" name="pt19255"/>
            <p:cNvSpPr/>
            <p:nvPr/>
          </p:nvSpPr>
          <p:spPr>
            <a:xfrm>
              <a:off x="5235495" y="35716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6" name="pt19256"/>
            <p:cNvSpPr/>
            <p:nvPr/>
          </p:nvSpPr>
          <p:spPr>
            <a:xfrm>
              <a:off x="5116749" y="35784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7" name="pt19257"/>
            <p:cNvSpPr/>
            <p:nvPr/>
          </p:nvSpPr>
          <p:spPr>
            <a:xfrm>
              <a:off x="5040078" y="35489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8" name="pt19258"/>
            <p:cNvSpPr/>
            <p:nvPr/>
          </p:nvSpPr>
          <p:spPr>
            <a:xfrm>
              <a:off x="5117302" y="3581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59" name="pt19259"/>
            <p:cNvSpPr/>
            <p:nvPr/>
          </p:nvSpPr>
          <p:spPr>
            <a:xfrm>
              <a:off x="5030244" y="3540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0" name="pt19260"/>
            <p:cNvSpPr/>
            <p:nvPr/>
          </p:nvSpPr>
          <p:spPr>
            <a:xfrm>
              <a:off x="5264847" y="3577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1" name="pt19261"/>
            <p:cNvSpPr/>
            <p:nvPr/>
          </p:nvSpPr>
          <p:spPr>
            <a:xfrm>
              <a:off x="5042717" y="3558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2" name="pt19262"/>
            <p:cNvSpPr/>
            <p:nvPr/>
          </p:nvSpPr>
          <p:spPr>
            <a:xfrm>
              <a:off x="5150969" y="35429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3" name="pt19263"/>
            <p:cNvSpPr/>
            <p:nvPr/>
          </p:nvSpPr>
          <p:spPr>
            <a:xfrm>
              <a:off x="5194334" y="3587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4" name="pt19264"/>
            <p:cNvSpPr/>
            <p:nvPr/>
          </p:nvSpPr>
          <p:spPr>
            <a:xfrm>
              <a:off x="4904918" y="3538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5" name="pt19265"/>
            <p:cNvSpPr/>
            <p:nvPr/>
          </p:nvSpPr>
          <p:spPr>
            <a:xfrm>
              <a:off x="4951969" y="35800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6" name="pt19266"/>
            <p:cNvSpPr/>
            <p:nvPr/>
          </p:nvSpPr>
          <p:spPr>
            <a:xfrm>
              <a:off x="5102465" y="3507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7" name="pt19267"/>
            <p:cNvSpPr/>
            <p:nvPr/>
          </p:nvSpPr>
          <p:spPr>
            <a:xfrm>
              <a:off x="5099728" y="3520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8" name="pt19268"/>
            <p:cNvSpPr/>
            <p:nvPr/>
          </p:nvSpPr>
          <p:spPr>
            <a:xfrm>
              <a:off x="5223840" y="35811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69" name="pt19269"/>
            <p:cNvSpPr/>
            <p:nvPr/>
          </p:nvSpPr>
          <p:spPr>
            <a:xfrm>
              <a:off x="5243041" y="3533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0" name="pt19270"/>
            <p:cNvSpPr/>
            <p:nvPr/>
          </p:nvSpPr>
          <p:spPr>
            <a:xfrm>
              <a:off x="5220695" y="3580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1" name="pt19271"/>
            <p:cNvSpPr/>
            <p:nvPr/>
          </p:nvSpPr>
          <p:spPr>
            <a:xfrm>
              <a:off x="4803719" y="3585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2" name="pt19272"/>
            <p:cNvSpPr/>
            <p:nvPr/>
          </p:nvSpPr>
          <p:spPr>
            <a:xfrm>
              <a:off x="5210108" y="36043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3" name="pt19273"/>
            <p:cNvSpPr/>
            <p:nvPr/>
          </p:nvSpPr>
          <p:spPr>
            <a:xfrm>
              <a:off x="5077041" y="35597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4" name="pt19274"/>
            <p:cNvSpPr/>
            <p:nvPr/>
          </p:nvSpPr>
          <p:spPr>
            <a:xfrm>
              <a:off x="5072013" y="35600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5" name="pt19275"/>
            <p:cNvSpPr/>
            <p:nvPr/>
          </p:nvSpPr>
          <p:spPr>
            <a:xfrm>
              <a:off x="5149528" y="35863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6" name="pt19276"/>
            <p:cNvSpPr/>
            <p:nvPr/>
          </p:nvSpPr>
          <p:spPr>
            <a:xfrm>
              <a:off x="5172262" y="35552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7" name="pt19277"/>
            <p:cNvSpPr/>
            <p:nvPr/>
          </p:nvSpPr>
          <p:spPr>
            <a:xfrm>
              <a:off x="5102843" y="35457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8" name="pt19278"/>
            <p:cNvSpPr/>
            <p:nvPr/>
          </p:nvSpPr>
          <p:spPr>
            <a:xfrm>
              <a:off x="5327098" y="3556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79" name="pt19279"/>
            <p:cNvSpPr/>
            <p:nvPr/>
          </p:nvSpPr>
          <p:spPr>
            <a:xfrm>
              <a:off x="5151988" y="35357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0" name="pt19280"/>
            <p:cNvSpPr/>
            <p:nvPr/>
          </p:nvSpPr>
          <p:spPr>
            <a:xfrm>
              <a:off x="5131927" y="3565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1" name="pt19281"/>
            <p:cNvSpPr/>
            <p:nvPr/>
          </p:nvSpPr>
          <p:spPr>
            <a:xfrm>
              <a:off x="5261574" y="3512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2" name="pt19282"/>
            <p:cNvSpPr/>
            <p:nvPr/>
          </p:nvSpPr>
          <p:spPr>
            <a:xfrm>
              <a:off x="5155253" y="3583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3" name="pt19283"/>
            <p:cNvSpPr/>
            <p:nvPr/>
          </p:nvSpPr>
          <p:spPr>
            <a:xfrm>
              <a:off x="5052549" y="3538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4" name="pt19284"/>
            <p:cNvSpPr/>
            <p:nvPr/>
          </p:nvSpPr>
          <p:spPr>
            <a:xfrm>
              <a:off x="5280182" y="35510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5" name="pt19285"/>
            <p:cNvSpPr/>
            <p:nvPr/>
          </p:nvSpPr>
          <p:spPr>
            <a:xfrm>
              <a:off x="4980489" y="3550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6" name="pt19286"/>
            <p:cNvSpPr/>
            <p:nvPr/>
          </p:nvSpPr>
          <p:spPr>
            <a:xfrm>
              <a:off x="5141223" y="35537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7" name="pt19287"/>
            <p:cNvSpPr/>
            <p:nvPr/>
          </p:nvSpPr>
          <p:spPr>
            <a:xfrm>
              <a:off x="5259324" y="3570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8" name="pt19288"/>
            <p:cNvSpPr/>
            <p:nvPr/>
          </p:nvSpPr>
          <p:spPr>
            <a:xfrm>
              <a:off x="5244782" y="3584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89" name="pt19289"/>
            <p:cNvSpPr/>
            <p:nvPr/>
          </p:nvSpPr>
          <p:spPr>
            <a:xfrm>
              <a:off x="5233837" y="3591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0" name="pt19290"/>
            <p:cNvSpPr/>
            <p:nvPr/>
          </p:nvSpPr>
          <p:spPr>
            <a:xfrm>
              <a:off x="5215953" y="35717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1" name="pt19291"/>
            <p:cNvSpPr/>
            <p:nvPr/>
          </p:nvSpPr>
          <p:spPr>
            <a:xfrm>
              <a:off x="5086435" y="35500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2" name="pt19292"/>
            <p:cNvSpPr/>
            <p:nvPr/>
          </p:nvSpPr>
          <p:spPr>
            <a:xfrm>
              <a:off x="5190408" y="35592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3" name="pt19293"/>
            <p:cNvSpPr/>
            <p:nvPr/>
          </p:nvSpPr>
          <p:spPr>
            <a:xfrm>
              <a:off x="5194132" y="3560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4" name="pt19294"/>
            <p:cNvSpPr/>
            <p:nvPr/>
          </p:nvSpPr>
          <p:spPr>
            <a:xfrm>
              <a:off x="5197195" y="3508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5" name="pt19295"/>
            <p:cNvSpPr/>
            <p:nvPr/>
          </p:nvSpPr>
          <p:spPr>
            <a:xfrm>
              <a:off x="5089240" y="3551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6" name="pt19296"/>
            <p:cNvSpPr/>
            <p:nvPr/>
          </p:nvSpPr>
          <p:spPr>
            <a:xfrm>
              <a:off x="5190055" y="3492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7" name="pt19297"/>
            <p:cNvSpPr/>
            <p:nvPr/>
          </p:nvSpPr>
          <p:spPr>
            <a:xfrm>
              <a:off x="5067225" y="35883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8" name="pt19298"/>
            <p:cNvSpPr/>
            <p:nvPr/>
          </p:nvSpPr>
          <p:spPr>
            <a:xfrm>
              <a:off x="5116067" y="35623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299" name="pt19299"/>
            <p:cNvSpPr/>
            <p:nvPr/>
          </p:nvSpPr>
          <p:spPr>
            <a:xfrm>
              <a:off x="5211740" y="3616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0" name="pt19300"/>
            <p:cNvSpPr/>
            <p:nvPr/>
          </p:nvSpPr>
          <p:spPr>
            <a:xfrm>
              <a:off x="5283648" y="3560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1" name="pt19301"/>
            <p:cNvSpPr/>
            <p:nvPr/>
          </p:nvSpPr>
          <p:spPr>
            <a:xfrm>
              <a:off x="5237925" y="35650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2" name="pt19302"/>
            <p:cNvSpPr/>
            <p:nvPr/>
          </p:nvSpPr>
          <p:spPr>
            <a:xfrm>
              <a:off x="5300444" y="35641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3" name="pt19303"/>
            <p:cNvSpPr/>
            <p:nvPr/>
          </p:nvSpPr>
          <p:spPr>
            <a:xfrm>
              <a:off x="5051105" y="3562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4" name="pt19304"/>
            <p:cNvSpPr/>
            <p:nvPr/>
          </p:nvSpPr>
          <p:spPr>
            <a:xfrm>
              <a:off x="5073012" y="35526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5" name="pt19305"/>
            <p:cNvSpPr/>
            <p:nvPr/>
          </p:nvSpPr>
          <p:spPr>
            <a:xfrm>
              <a:off x="5313607" y="3605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6" name="pt19306"/>
            <p:cNvSpPr/>
            <p:nvPr/>
          </p:nvSpPr>
          <p:spPr>
            <a:xfrm>
              <a:off x="4970476" y="3549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7" name="pt19307"/>
            <p:cNvSpPr/>
            <p:nvPr/>
          </p:nvSpPr>
          <p:spPr>
            <a:xfrm>
              <a:off x="5195083" y="35954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8" name="pt19308"/>
            <p:cNvSpPr/>
            <p:nvPr/>
          </p:nvSpPr>
          <p:spPr>
            <a:xfrm>
              <a:off x="5456161" y="3598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09" name="pt19309"/>
            <p:cNvSpPr/>
            <p:nvPr/>
          </p:nvSpPr>
          <p:spPr>
            <a:xfrm>
              <a:off x="5120713" y="35407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0" name="pt19310"/>
            <p:cNvSpPr/>
            <p:nvPr/>
          </p:nvSpPr>
          <p:spPr>
            <a:xfrm>
              <a:off x="5101115" y="35472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1" name="pt19311"/>
            <p:cNvSpPr/>
            <p:nvPr/>
          </p:nvSpPr>
          <p:spPr>
            <a:xfrm>
              <a:off x="5185963" y="3556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2" name="pt19312"/>
            <p:cNvSpPr/>
            <p:nvPr/>
          </p:nvSpPr>
          <p:spPr>
            <a:xfrm>
              <a:off x="5209856" y="35263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3" name="pt19313"/>
            <p:cNvSpPr/>
            <p:nvPr/>
          </p:nvSpPr>
          <p:spPr>
            <a:xfrm>
              <a:off x="5085823" y="3493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4" name="pt19314"/>
            <p:cNvSpPr/>
            <p:nvPr/>
          </p:nvSpPr>
          <p:spPr>
            <a:xfrm>
              <a:off x="5106247" y="35686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5" name="pt19315"/>
            <p:cNvSpPr/>
            <p:nvPr/>
          </p:nvSpPr>
          <p:spPr>
            <a:xfrm>
              <a:off x="5204381" y="35649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6" name="pt19316"/>
            <p:cNvSpPr/>
            <p:nvPr/>
          </p:nvSpPr>
          <p:spPr>
            <a:xfrm>
              <a:off x="5168162" y="35427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7" name="pt19317"/>
            <p:cNvSpPr/>
            <p:nvPr/>
          </p:nvSpPr>
          <p:spPr>
            <a:xfrm>
              <a:off x="5153190" y="3545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8" name="pt19318"/>
            <p:cNvSpPr/>
            <p:nvPr/>
          </p:nvSpPr>
          <p:spPr>
            <a:xfrm>
              <a:off x="5188257" y="35766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19" name="pt19319"/>
            <p:cNvSpPr/>
            <p:nvPr/>
          </p:nvSpPr>
          <p:spPr>
            <a:xfrm>
              <a:off x="5097850" y="3440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0" name="pt19320"/>
            <p:cNvSpPr/>
            <p:nvPr/>
          </p:nvSpPr>
          <p:spPr>
            <a:xfrm>
              <a:off x="5158366" y="3524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1" name="pt19321"/>
            <p:cNvSpPr/>
            <p:nvPr/>
          </p:nvSpPr>
          <p:spPr>
            <a:xfrm>
              <a:off x="5202938" y="3541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2" name="pt19322"/>
            <p:cNvSpPr/>
            <p:nvPr/>
          </p:nvSpPr>
          <p:spPr>
            <a:xfrm>
              <a:off x="5045923" y="3537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3" name="pt19323"/>
            <p:cNvSpPr/>
            <p:nvPr/>
          </p:nvSpPr>
          <p:spPr>
            <a:xfrm>
              <a:off x="5127513" y="35004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4" name="pt19324"/>
            <p:cNvSpPr/>
            <p:nvPr/>
          </p:nvSpPr>
          <p:spPr>
            <a:xfrm>
              <a:off x="5143092" y="3538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5" name="pt19325"/>
            <p:cNvSpPr/>
            <p:nvPr/>
          </p:nvSpPr>
          <p:spPr>
            <a:xfrm>
              <a:off x="5278101" y="35913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6" name="pt19326"/>
            <p:cNvSpPr/>
            <p:nvPr/>
          </p:nvSpPr>
          <p:spPr>
            <a:xfrm>
              <a:off x="5102106" y="35056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7" name="pt19327"/>
            <p:cNvSpPr/>
            <p:nvPr/>
          </p:nvSpPr>
          <p:spPr>
            <a:xfrm>
              <a:off x="5060398" y="35816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8" name="pt19328"/>
            <p:cNvSpPr/>
            <p:nvPr/>
          </p:nvSpPr>
          <p:spPr>
            <a:xfrm>
              <a:off x="5173504" y="35933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29" name="pt19329"/>
            <p:cNvSpPr/>
            <p:nvPr/>
          </p:nvSpPr>
          <p:spPr>
            <a:xfrm>
              <a:off x="5150495" y="35719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0" name="pt19330"/>
            <p:cNvSpPr/>
            <p:nvPr/>
          </p:nvSpPr>
          <p:spPr>
            <a:xfrm>
              <a:off x="5226370" y="3551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1" name="pt19331"/>
            <p:cNvSpPr/>
            <p:nvPr/>
          </p:nvSpPr>
          <p:spPr>
            <a:xfrm>
              <a:off x="5132253" y="35553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2" name="pt19332"/>
            <p:cNvSpPr/>
            <p:nvPr/>
          </p:nvSpPr>
          <p:spPr>
            <a:xfrm>
              <a:off x="5066445" y="35478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3" name="pt19333"/>
            <p:cNvSpPr/>
            <p:nvPr/>
          </p:nvSpPr>
          <p:spPr>
            <a:xfrm>
              <a:off x="4968737" y="3574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4" name="pt19334"/>
            <p:cNvSpPr/>
            <p:nvPr/>
          </p:nvSpPr>
          <p:spPr>
            <a:xfrm>
              <a:off x="5131977" y="3560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5" name="pt19335"/>
            <p:cNvSpPr/>
            <p:nvPr/>
          </p:nvSpPr>
          <p:spPr>
            <a:xfrm>
              <a:off x="5134982" y="35103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6" name="pt19336"/>
            <p:cNvSpPr/>
            <p:nvPr/>
          </p:nvSpPr>
          <p:spPr>
            <a:xfrm>
              <a:off x="5197867" y="3611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7" name="pt19337"/>
            <p:cNvSpPr/>
            <p:nvPr/>
          </p:nvSpPr>
          <p:spPr>
            <a:xfrm>
              <a:off x="5437609" y="3518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8" name="pt19338"/>
            <p:cNvSpPr/>
            <p:nvPr/>
          </p:nvSpPr>
          <p:spPr>
            <a:xfrm>
              <a:off x="5113709" y="3546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39" name="pt19339"/>
            <p:cNvSpPr/>
            <p:nvPr/>
          </p:nvSpPr>
          <p:spPr>
            <a:xfrm>
              <a:off x="5488490" y="35750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0" name="pt19340"/>
            <p:cNvSpPr/>
            <p:nvPr/>
          </p:nvSpPr>
          <p:spPr>
            <a:xfrm>
              <a:off x="5002970" y="35297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1" name="pt19341"/>
            <p:cNvSpPr/>
            <p:nvPr/>
          </p:nvSpPr>
          <p:spPr>
            <a:xfrm>
              <a:off x="5204717" y="35731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2" name="pt19342"/>
            <p:cNvSpPr/>
            <p:nvPr/>
          </p:nvSpPr>
          <p:spPr>
            <a:xfrm>
              <a:off x="5165686" y="35157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3" name="pt19343"/>
            <p:cNvSpPr/>
            <p:nvPr/>
          </p:nvSpPr>
          <p:spPr>
            <a:xfrm>
              <a:off x="5220851" y="3564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4" name="pt19344"/>
            <p:cNvSpPr/>
            <p:nvPr/>
          </p:nvSpPr>
          <p:spPr>
            <a:xfrm>
              <a:off x="5133297" y="3589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5" name="pt19345"/>
            <p:cNvSpPr/>
            <p:nvPr/>
          </p:nvSpPr>
          <p:spPr>
            <a:xfrm>
              <a:off x="5054492" y="3560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6" name="pt19346"/>
            <p:cNvSpPr/>
            <p:nvPr/>
          </p:nvSpPr>
          <p:spPr>
            <a:xfrm>
              <a:off x="5121744" y="35432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7" name="pt19347"/>
            <p:cNvSpPr/>
            <p:nvPr/>
          </p:nvSpPr>
          <p:spPr>
            <a:xfrm>
              <a:off x="5113742" y="3545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8" name="pt19348"/>
            <p:cNvSpPr/>
            <p:nvPr/>
          </p:nvSpPr>
          <p:spPr>
            <a:xfrm>
              <a:off x="5117309" y="3533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49" name="pt19349"/>
            <p:cNvSpPr/>
            <p:nvPr/>
          </p:nvSpPr>
          <p:spPr>
            <a:xfrm>
              <a:off x="5175283" y="35456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0" name="pt19350"/>
            <p:cNvSpPr/>
            <p:nvPr/>
          </p:nvSpPr>
          <p:spPr>
            <a:xfrm>
              <a:off x="4824479" y="35384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1" name="pt19351"/>
            <p:cNvSpPr/>
            <p:nvPr/>
          </p:nvSpPr>
          <p:spPr>
            <a:xfrm>
              <a:off x="5160714" y="3561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2" name="pt19352"/>
            <p:cNvSpPr/>
            <p:nvPr/>
          </p:nvSpPr>
          <p:spPr>
            <a:xfrm>
              <a:off x="5083512" y="35323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3" name="pt19353"/>
            <p:cNvSpPr/>
            <p:nvPr/>
          </p:nvSpPr>
          <p:spPr>
            <a:xfrm>
              <a:off x="5480667" y="35691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4" name="pt19354"/>
            <p:cNvSpPr/>
            <p:nvPr/>
          </p:nvSpPr>
          <p:spPr>
            <a:xfrm>
              <a:off x="4964368" y="330601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55" name="pt19355"/>
            <p:cNvSpPr/>
            <p:nvPr/>
          </p:nvSpPr>
          <p:spPr>
            <a:xfrm>
              <a:off x="4914175" y="3608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6" name="pt19356"/>
            <p:cNvSpPr/>
            <p:nvPr/>
          </p:nvSpPr>
          <p:spPr>
            <a:xfrm>
              <a:off x="5382068" y="35507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7" name="pt19357"/>
            <p:cNvSpPr/>
            <p:nvPr/>
          </p:nvSpPr>
          <p:spPr>
            <a:xfrm>
              <a:off x="5186120" y="3540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8" name="pt19358"/>
            <p:cNvSpPr/>
            <p:nvPr/>
          </p:nvSpPr>
          <p:spPr>
            <a:xfrm>
              <a:off x="5132716" y="35126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59" name="pt19359"/>
            <p:cNvSpPr/>
            <p:nvPr/>
          </p:nvSpPr>
          <p:spPr>
            <a:xfrm>
              <a:off x="5135126" y="35610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0" name="pt19360"/>
            <p:cNvSpPr/>
            <p:nvPr/>
          </p:nvSpPr>
          <p:spPr>
            <a:xfrm>
              <a:off x="4946637" y="3538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1" name="pt19361"/>
            <p:cNvSpPr/>
            <p:nvPr/>
          </p:nvSpPr>
          <p:spPr>
            <a:xfrm>
              <a:off x="5160020" y="35622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2" name="pt19362"/>
            <p:cNvSpPr/>
            <p:nvPr/>
          </p:nvSpPr>
          <p:spPr>
            <a:xfrm>
              <a:off x="5046915" y="3544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3" name="pt19363"/>
            <p:cNvSpPr/>
            <p:nvPr/>
          </p:nvSpPr>
          <p:spPr>
            <a:xfrm>
              <a:off x="5111855" y="35662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4" name="pt19364"/>
            <p:cNvSpPr/>
            <p:nvPr/>
          </p:nvSpPr>
          <p:spPr>
            <a:xfrm>
              <a:off x="5222007" y="3527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5" name="pt19365"/>
            <p:cNvSpPr/>
            <p:nvPr/>
          </p:nvSpPr>
          <p:spPr>
            <a:xfrm>
              <a:off x="5176987" y="36054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6" name="pt19366"/>
            <p:cNvSpPr/>
            <p:nvPr/>
          </p:nvSpPr>
          <p:spPr>
            <a:xfrm>
              <a:off x="5012250" y="3593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7" name="pt19367"/>
            <p:cNvSpPr/>
            <p:nvPr/>
          </p:nvSpPr>
          <p:spPr>
            <a:xfrm>
              <a:off x="5233234" y="35994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8" name="pt19368"/>
            <p:cNvSpPr/>
            <p:nvPr/>
          </p:nvSpPr>
          <p:spPr>
            <a:xfrm>
              <a:off x="5127521" y="35487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69" name="pt19369"/>
            <p:cNvSpPr/>
            <p:nvPr/>
          </p:nvSpPr>
          <p:spPr>
            <a:xfrm>
              <a:off x="5086698" y="35739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0" name="pt19370"/>
            <p:cNvSpPr/>
            <p:nvPr/>
          </p:nvSpPr>
          <p:spPr>
            <a:xfrm>
              <a:off x="5098668" y="3527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1" name="pt19371"/>
            <p:cNvSpPr/>
            <p:nvPr/>
          </p:nvSpPr>
          <p:spPr>
            <a:xfrm>
              <a:off x="5112303" y="35416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2" name="pt19372"/>
            <p:cNvSpPr/>
            <p:nvPr/>
          </p:nvSpPr>
          <p:spPr>
            <a:xfrm>
              <a:off x="5093728" y="3548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3" name="pt19373"/>
            <p:cNvSpPr/>
            <p:nvPr/>
          </p:nvSpPr>
          <p:spPr>
            <a:xfrm>
              <a:off x="5322700" y="3568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4" name="pt19374"/>
            <p:cNvSpPr/>
            <p:nvPr/>
          </p:nvSpPr>
          <p:spPr>
            <a:xfrm>
              <a:off x="5313973" y="3552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5" name="pt19375"/>
            <p:cNvSpPr/>
            <p:nvPr/>
          </p:nvSpPr>
          <p:spPr>
            <a:xfrm>
              <a:off x="5301200" y="35667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6" name="pt19376"/>
            <p:cNvSpPr/>
            <p:nvPr/>
          </p:nvSpPr>
          <p:spPr>
            <a:xfrm>
              <a:off x="5258237" y="3570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7" name="pt19377"/>
            <p:cNvSpPr/>
            <p:nvPr/>
          </p:nvSpPr>
          <p:spPr>
            <a:xfrm>
              <a:off x="5150623" y="35492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8" name="pt19378"/>
            <p:cNvSpPr/>
            <p:nvPr/>
          </p:nvSpPr>
          <p:spPr>
            <a:xfrm>
              <a:off x="5182632" y="3563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79" name="pt19379"/>
            <p:cNvSpPr/>
            <p:nvPr/>
          </p:nvSpPr>
          <p:spPr>
            <a:xfrm>
              <a:off x="5115148" y="35683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0" name="pt19380"/>
            <p:cNvSpPr/>
            <p:nvPr/>
          </p:nvSpPr>
          <p:spPr>
            <a:xfrm>
              <a:off x="5198241" y="35536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1" name="pt19381"/>
            <p:cNvSpPr/>
            <p:nvPr/>
          </p:nvSpPr>
          <p:spPr>
            <a:xfrm>
              <a:off x="5088971" y="35708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2" name="pt19382"/>
            <p:cNvSpPr/>
            <p:nvPr/>
          </p:nvSpPr>
          <p:spPr>
            <a:xfrm>
              <a:off x="5090380" y="35585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3" name="pt19383"/>
            <p:cNvSpPr/>
            <p:nvPr/>
          </p:nvSpPr>
          <p:spPr>
            <a:xfrm>
              <a:off x="4999386" y="35594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4" name="pt19384"/>
            <p:cNvSpPr/>
            <p:nvPr/>
          </p:nvSpPr>
          <p:spPr>
            <a:xfrm>
              <a:off x="5145297" y="3509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5" name="pt19385"/>
            <p:cNvSpPr/>
            <p:nvPr/>
          </p:nvSpPr>
          <p:spPr>
            <a:xfrm>
              <a:off x="5125012" y="34931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6" name="pt19386"/>
            <p:cNvSpPr/>
            <p:nvPr/>
          </p:nvSpPr>
          <p:spPr>
            <a:xfrm>
              <a:off x="5054028" y="35533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7" name="pt19387"/>
            <p:cNvSpPr/>
            <p:nvPr/>
          </p:nvSpPr>
          <p:spPr>
            <a:xfrm>
              <a:off x="5258863" y="35647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8" name="pt19388"/>
            <p:cNvSpPr/>
            <p:nvPr/>
          </p:nvSpPr>
          <p:spPr>
            <a:xfrm>
              <a:off x="5070504" y="3560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89" name="pt19389"/>
            <p:cNvSpPr/>
            <p:nvPr/>
          </p:nvSpPr>
          <p:spPr>
            <a:xfrm>
              <a:off x="5016812" y="3574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0" name="pt19390"/>
            <p:cNvSpPr/>
            <p:nvPr/>
          </p:nvSpPr>
          <p:spPr>
            <a:xfrm>
              <a:off x="5140878" y="35606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1" name="pt19391"/>
            <p:cNvSpPr/>
            <p:nvPr/>
          </p:nvSpPr>
          <p:spPr>
            <a:xfrm>
              <a:off x="5262875" y="34826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2" name="pt19392"/>
            <p:cNvSpPr/>
            <p:nvPr/>
          </p:nvSpPr>
          <p:spPr>
            <a:xfrm>
              <a:off x="5324968" y="3578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3" name="pt19393"/>
            <p:cNvSpPr/>
            <p:nvPr/>
          </p:nvSpPr>
          <p:spPr>
            <a:xfrm>
              <a:off x="5263783" y="35329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4" name="pt19394"/>
            <p:cNvSpPr/>
            <p:nvPr/>
          </p:nvSpPr>
          <p:spPr>
            <a:xfrm>
              <a:off x="5173265" y="3549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5" name="pt19395"/>
            <p:cNvSpPr/>
            <p:nvPr/>
          </p:nvSpPr>
          <p:spPr>
            <a:xfrm>
              <a:off x="5181340" y="3531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6" name="pt19396"/>
            <p:cNvSpPr/>
            <p:nvPr/>
          </p:nvSpPr>
          <p:spPr>
            <a:xfrm>
              <a:off x="5256965" y="3579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7" name="pt19397"/>
            <p:cNvSpPr/>
            <p:nvPr/>
          </p:nvSpPr>
          <p:spPr>
            <a:xfrm>
              <a:off x="5311487" y="35450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8" name="pt19398"/>
            <p:cNvSpPr/>
            <p:nvPr/>
          </p:nvSpPr>
          <p:spPr>
            <a:xfrm>
              <a:off x="5125455" y="3554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399" name="pt19399"/>
            <p:cNvSpPr/>
            <p:nvPr/>
          </p:nvSpPr>
          <p:spPr>
            <a:xfrm>
              <a:off x="5221284" y="3532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0" name="pt19400"/>
            <p:cNvSpPr/>
            <p:nvPr/>
          </p:nvSpPr>
          <p:spPr>
            <a:xfrm>
              <a:off x="5111721" y="3560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1" name="pt19401"/>
            <p:cNvSpPr/>
            <p:nvPr/>
          </p:nvSpPr>
          <p:spPr>
            <a:xfrm>
              <a:off x="5026864" y="3523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2" name="pt19402"/>
            <p:cNvSpPr/>
            <p:nvPr/>
          </p:nvSpPr>
          <p:spPr>
            <a:xfrm>
              <a:off x="5090831" y="3534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3" name="pt19403"/>
            <p:cNvSpPr/>
            <p:nvPr/>
          </p:nvSpPr>
          <p:spPr>
            <a:xfrm>
              <a:off x="5121393" y="36289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4" name="pt19404"/>
            <p:cNvSpPr/>
            <p:nvPr/>
          </p:nvSpPr>
          <p:spPr>
            <a:xfrm>
              <a:off x="6052649" y="35761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5" name="pt19405"/>
            <p:cNvSpPr/>
            <p:nvPr/>
          </p:nvSpPr>
          <p:spPr>
            <a:xfrm>
              <a:off x="5293795" y="3585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6" name="pt19406"/>
            <p:cNvSpPr/>
            <p:nvPr/>
          </p:nvSpPr>
          <p:spPr>
            <a:xfrm>
              <a:off x="5059196" y="35448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7" name="pt19407"/>
            <p:cNvSpPr/>
            <p:nvPr/>
          </p:nvSpPr>
          <p:spPr>
            <a:xfrm>
              <a:off x="4903220" y="35374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8" name="pt19408"/>
            <p:cNvSpPr/>
            <p:nvPr/>
          </p:nvSpPr>
          <p:spPr>
            <a:xfrm>
              <a:off x="5071356" y="3562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09" name="pt19409"/>
            <p:cNvSpPr/>
            <p:nvPr/>
          </p:nvSpPr>
          <p:spPr>
            <a:xfrm>
              <a:off x="5295093" y="3514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0" name="pt19410"/>
            <p:cNvSpPr/>
            <p:nvPr/>
          </p:nvSpPr>
          <p:spPr>
            <a:xfrm>
              <a:off x="5104228" y="36334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1" name="pt19411"/>
            <p:cNvSpPr/>
            <p:nvPr/>
          </p:nvSpPr>
          <p:spPr>
            <a:xfrm>
              <a:off x="5193395" y="36006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2" name="pt19412"/>
            <p:cNvSpPr/>
            <p:nvPr/>
          </p:nvSpPr>
          <p:spPr>
            <a:xfrm>
              <a:off x="5180674" y="3539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3" name="pt19413"/>
            <p:cNvSpPr/>
            <p:nvPr/>
          </p:nvSpPr>
          <p:spPr>
            <a:xfrm>
              <a:off x="5210895" y="3546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4" name="pt19414"/>
            <p:cNvSpPr/>
            <p:nvPr/>
          </p:nvSpPr>
          <p:spPr>
            <a:xfrm>
              <a:off x="5210099" y="3577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5" name="pt19415"/>
            <p:cNvSpPr/>
            <p:nvPr/>
          </p:nvSpPr>
          <p:spPr>
            <a:xfrm>
              <a:off x="5080144" y="35536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6" name="pt19416"/>
            <p:cNvSpPr/>
            <p:nvPr/>
          </p:nvSpPr>
          <p:spPr>
            <a:xfrm>
              <a:off x="5211428" y="3551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7" name="pt19417"/>
            <p:cNvSpPr/>
            <p:nvPr/>
          </p:nvSpPr>
          <p:spPr>
            <a:xfrm>
              <a:off x="5160101" y="3573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8" name="pt19418"/>
            <p:cNvSpPr/>
            <p:nvPr/>
          </p:nvSpPr>
          <p:spPr>
            <a:xfrm>
              <a:off x="5197781" y="3508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19" name="pt19419"/>
            <p:cNvSpPr/>
            <p:nvPr/>
          </p:nvSpPr>
          <p:spPr>
            <a:xfrm>
              <a:off x="5297453" y="35612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0" name="pt19420"/>
            <p:cNvSpPr/>
            <p:nvPr/>
          </p:nvSpPr>
          <p:spPr>
            <a:xfrm>
              <a:off x="5265722" y="35684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1" name="pt19421"/>
            <p:cNvSpPr/>
            <p:nvPr/>
          </p:nvSpPr>
          <p:spPr>
            <a:xfrm>
              <a:off x="5231844" y="35419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2" name="pt19422"/>
            <p:cNvSpPr/>
            <p:nvPr/>
          </p:nvSpPr>
          <p:spPr>
            <a:xfrm>
              <a:off x="5296496" y="35402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3" name="pt19423"/>
            <p:cNvSpPr/>
            <p:nvPr/>
          </p:nvSpPr>
          <p:spPr>
            <a:xfrm>
              <a:off x="5176865" y="35515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4" name="pt19424"/>
            <p:cNvSpPr/>
            <p:nvPr/>
          </p:nvSpPr>
          <p:spPr>
            <a:xfrm>
              <a:off x="5153006" y="35639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5" name="pt19425"/>
            <p:cNvSpPr/>
            <p:nvPr/>
          </p:nvSpPr>
          <p:spPr>
            <a:xfrm>
              <a:off x="5030106" y="3559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6" name="pt19426"/>
            <p:cNvSpPr/>
            <p:nvPr/>
          </p:nvSpPr>
          <p:spPr>
            <a:xfrm>
              <a:off x="5041367" y="33029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7" name="pt19427"/>
            <p:cNvSpPr/>
            <p:nvPr/>
          </p:nvSpPr>
          <p:spPr>
            <a:xfrm>
              <a:off x="5185612" y="3466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8" name="pt19428"/>
            <p:cNvSpPr/>
            <p:nvPr/>
          </p:nvSpPr>
          <p:spPr>
            <a:xfrm>
              <a:off x="5268552" y="35499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29" name="pt19429"/>
            <p:cNvSpPr/>
            <p:nvPr/>
          </p:nvSpPr>
          <p:spPr>
            <a:xfrm>
              <a:off x="5134518" y="35545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0" name="pt19430"/>
            <p:cNvSpPr/>
            <p:nvPr/>
          </p:nvSpPr>
          <p:spPr>
            <a:xfrm>
              <a:off x="5184127" y="35593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1" name="pt19431"/>
            <p:cNvSpPr/>
            <p:nvPr/>
          </p:nvSpPr>
          <p:spPr>
            <a:xfrm>
              <a:off x="5073114" y="3467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2" name="pt19432"/>
            <p:cNvSpPr/>
            <p:nvPr/>
          </p:nvSpPr>
          <p:spPr>
            <a:xfrm>
              <a:off x="5313141" y="35753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3" name="pt19433"/>
            <p:cNvSpPr/>
            <p:nvPr/>
          </p:nvSpPr>
          <p:spPr>
            <a:xfrm>
              <a:off x="5074412" y="3546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4" name="pt19434"/>
            <p:cNvSpPr/>
            <p:nvPr/>
          </p:nvSpPr>
          <p:spPr>
            <a:xfrm>
              <a:off x="5190740" y="3564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5" name="pt19435"/>
            <p:cNvSpPr/>
            <p:nvPr/>
          </p:nvSpPr>
          <p:spPr>
            <a:xfrm>
              <a:off x="5095187" y="3500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6" name="pt19436"/>
            <p:cNvSpPr/>
            <p:nvPr/>
          </p:nvSpPr>
          <p:spPr>
            <a:xfrm>
              <a:off x="5106247" y="35217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7" name="pt19437"/>
            <p:cNvSpPr/>
            <p:nvPr/>
          </p:nvSpPr>
          <p:spPr>
            <a:xfrm>
              <a:off x="5106510" y="35689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8" name="pt19438"/>
            <p:cNvSpPr/>
            <p:nvPr/>
          </p:nvSpPr>
          <p:spPr>
            <a:xfrm>
              <a:off x="5166480" y="3655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39" name="pt19439"/>
            <p:cNvSpPr/>
            <p:nvPr/>
          </p:nvSpPr>
          <p:spPr>
            <a:xfrm>
              <a:off x="5126279" y="35420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0" name="pt19440"/>
            <p:cNvSpPr/>
            <p:nvPr/>
          </p:nvSpPr>
          <p:spPr>
            <a:xfrm>
              <a:off x="5192458" y="3593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1" name="pt19441"/>
            <p:cNvSpPr/>
            <p:nvPr/>
          </p:nvSpPr>
          <p:spPr>
            <a:xfrm>
              <a:off x="5231341" y="3496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2" name="pt19442"/>
            <p:cNvSpPr/>
            <p:nvPr/>
          </p:nvSpPr>
          <p:spPr>
            <a:xfrm>
              <a:off x="5229562" y="35345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3" name="pt19443"/>
            <p:cNvSpPr/>
            <p:nvPr/>
          </p:nvSpPr>
          <p:spPr>
            <a:xfrm>
              <a:off x="5089761" y="3561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4" name="pt19444"/>
            <p:cNvSpPr/>
            <p:nvPr/>
          </p:nvSpPr>
          <p:spPr>
            <a:xfrm>
              <a:off x="5143639" y="35899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5" name="pt19445"/>
            <p:cNvSpPr/>
            <p:nvPr/>
          </p:nvSpPr>
          <p:spPr>
            <a:xfrm>
              <a:off x="5072598" y="3534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6" name="pt19446"/>
            <p:cNvSpPr/>
            <p:nvPr/>
          </p:nvSpPr>
          <p:spPr>
            <a:xfrm>
              <a:off x="5216729" y="35899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7" name="pt19447"/>
            <p:cNvSpPr/>
            <p:nvPr/>
          </p:nvSpPr>
          <p:spPr>
            <a:xfrm>
              <a:off x="5249315" y="3534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8" name="pt19448"/>
            <p:cNvSpPr/>
            <p:nvPr/>
          </p:nvSpPr>
          <p:spPr>
            <a:xfrm>
              <a:off x="5205388" y="36040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49" name="pt19449"/>
            <p:cNvSpPr/>
            <p:nvPr/>
          </p:nvSpPr>
          <p:spPr>
            <a:xfrm>
              <a:off x="5261563" y="3574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0" name="pt19450"/>
            <p:cNvSpPr/>
            <p:nvPr/>
          </p:nvSpPr>
          <p:spPr>
            <a:xfrm>
              <a:off x="5190586" y="35639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1" name="pt19451"/>
            <p:cNvSpPr/>
            <p:nvPr/>
          </p:nvSpPr>
          <p:spPr>
            <a:xfrm>
              <a:off x="5090003" y="3573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2" name="pt19452"/>
            <p:cNvSpPr/>
            <p:nvPr/>
          </p:nvSpPr>
          <p:spPr>
            <a:xfrm>
              <a:off x="5233524" y="35259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3" name="pt19453"/>
            <p:cNvSpPr/>
            <p:nvPr/>
          </p:nvSpPr>
          <p:spPr>
            <a:xfrm>
              <a:off x="5097509" y="34562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4" name="pt19454"/>
            <p:cNvSpPr/>
            <p:nvPr/>
          </p:nvSpPr>
          <p:spPr>
            <a:xfrm>
              <a:off x="5221704" y="35807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5" name="pt19455"/>
            <p:cNvSpPr/>
            <p:nvPr/>
          </p:nvSpPr>
          <p:spPr>
            <a:xfrm>
              <a:off x="5158795" y="3521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6" name="pt19456"/>
            <p:cNvSpPr/>
            <p:nvPr/>
          </p:nvSpPr>
          <p:spPr>
            <a:xfrm>
              <a:off x="5079524" y="35676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7" name="pt19457"/>
            <p:cNvSpPr/>
            <p:nvPr/>
          </p:nvSpPr>
          <p:spPr>
            <a:xfrm>
              <a:off x="4934426" y="349205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58" name="pt19458"/>
            <p:cNvSpPr/>
            <p:nvPr/>
          </p:nvSpPr>
          <p:spPr>
            <a:xfrm>
              <a:off x="5319219" y="35590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59" name="pt19459"/>
            <p:cNvSpPr/>
            <p:nvPr/>
          </p:nvSpPr>
          <p:spPr>
            <a:xfrm>
              <a:off x="5217417" y="35560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0" name="pt19460"/>
            <p:cNvSpPr/>
            <p:nvPr/>
          </p:nvSpPr>
          <p:spPr>
            <a:xfrm>
              <a:off x="5154823" y="3534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1" name="pt19461"/>
            <p:cNvSpPr/>
            <p:nvPr/>
          </p:nvSpPr>
          <p:spPr>
            <a:xfrm>
              <a:off x="5054764" y="36064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2" name="pt19462"/>
            <p:cNvSpPr/>
            <p:nvPr/>
          </p:nvSpPr>
          <p:spPr>
            <a:xfrm>
              <a:off x="4884842" y="3576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3" name="pt19463"/>
            <p:cNvSpPr/>
            <p:nvPr/>
          </p:nvSpPr>
          <p:spPr>
            <a:xfrm>
              <a:off x="5247182" y="36583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4" name="pt19464"/>
            <p:cNvSpPr/>
            <p:nvPr/>
          </p:nvSpPr>
          <p:spPr>
            <a:xfrm>
              <a:off x="5306625" y="35613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5" name="pt19465"/>
            <p:cNvSpPr/>
            <p:nvPr/>
          </p:nvSpPr>
          <p:spPr>
            <a:xfrm>
              <a:off x="5152396" y="3503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6" name="pt19466"/>
            <p:cNvSpPr/>
            <p:nvPr/>
          </p:nvSpPr>
          <p:spPr>
            <a:xfrm>
              <a:off x="5067166" y="35480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7" name="pt19467"/>
            <p:cNvSpPr/>
            <p:nvPr/>
          </p:nvSpPr>
          <p:spPr>
            <a:xfrm>
              <a:off x="5102814" y="34653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8" name="pt19468"/>
            <p:cNvSpPr/>
            <p:nvPr/>
          </p:nvSpPr>
          <p:spPr>
            <a:xfrm>
              <a:off x="5305839" y="35764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69" name="pt19469"/>
            <p:cNvSpPr/>
            <p:nvPr/>
          </p:nvSpPr>
          <p:spPr>
            <a:xfrm>
              <a:off x="5357649" y="35613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0" name="pt19470"/>
            <p:cNvSpPr/>
            <p:nvPr/>
          </p:nvSpPr>
          <p:spPr>
            <a:xfrm>
              <a:off x="5264234" y="35564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1" name="pt19471"/>
            <p:cNvSpPr/>
            <p:nvPr/>
          </p:nvSpPr>
          <p:spPr>
            <a:xfrm>
              <a:off x="5244479" y="3560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2" name="pt19472"/>
            <p:cNvSpPr/>
            <p:nvPr/>
          </p:nvSpPr>
          <p:spPr>
            <a:xfrm>
              <a:off x="5202083" y="3591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3" name="pt19473"/>
            <p:cNvSpPr/>
            <p:nvPr/>
          </p:nvSpPr>
          <p:spPr>
            <a:xfrm>
              <a:off x="5083195" y="3522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4" name="pt19474"/>
            <p:cNvSpPr/>
            <p:nvPr/>
          </p:nvSpPr>
          <p:spPr>
            <a:xfrm>
              <a:off x="4850708" y="3555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5" name="pt19475"/>
            <p:cNvSpPr/>
            <p:nvPr/>
          </p:nvSpPr>
          <p:spPr>
            <a:xfrm>
              <a:off x="5091997" y="35218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6" name="pt19476"/>
            <p:cNvSpPr/>
            <p:nvPr/>
          </p:nvSpPr>
          <p:spPr>
            <a:xfrm>
              <a:off x="5269749" y="35894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7" name="pt19477"/>
            <p:cNvSpPr/>
            <p:nvPr/>
          </p:nvSpPr>
          <p:spPr>
            <a:xfrm>
              <a:off x="5157519" y="3552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8" name="pt19478"/>
            <p:cNvSpPr/>
            <p:nvPr/>
          </p:nvSpPr>
          <p:spPr>
            <a:xfrm>
              <a:off x="5150245" y="3603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79" name="pt19479"/>
            <p:cNvSpPr/>
            <p:nvPr/>
          </p:nvSpPr>
          <p:spPr>
            <a:xfrm>
              <a:off x="5253651" y="35521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0" name="pt19480"/>
            <p:cNvSpPr/>
            <p:nvPr/>
          </p:nvSpPr>
          <p:spPr>
            <a:xfrm>
              <a:off x="5285570" y="3319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1" name="pt19481"/>
            <p:cNvSpPr/>
            <p:nvPr/>
          </p:nvSpPr>
          <p:spPr>
            <a:xfrm>
              <a:off x="5230306" y="3547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2" name="pt19482"/>
            <p:cNvSpPr/>
            <p:nvPr/>
          </p:nvSpPr>
          <p:spPr>
            <a:xfrm>
              <a:off x="5110136" y="3544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3" name="pt19483"/>
            <p:cNvSpPr/>
            <p:nvPr/>
          </p:nvSpPr>
          <p:spPr>
            <a:xfrm>
              <a:off x="5045510" y="3611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4" name="pt19484"/>
            <p:cNvSpPr/>
            <p:nvPr/>
          </p:nvSpPr>
          <p:spPr>
            <a:xfrm>
              <a:off x="5259301" y="35592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5" name="pt19485"/>
            <p:cNvSpPr/>
            <p:nvPr/>
          </p:nvSpPr>
          <p:spPr>
            <a:xfrm>
              <a:off x="5136867" y="35868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6" name="pt19486"/>
            <p:cNvSpPr/>
            <p:nvPr/>
          </p:nvSpPr>
          <p:spPr>
            <a:xfrm>
              <a:off x="5180008" y="3556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7" name="pt19487"/>
            <p:cNvSpPr/>
            <p:nvPr/>
          </p:nvSpPr>
          <p:spPr>
            <a:xfrm>
              <a:off x="5259097" y="3575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8" name="pt19488"/>
            <p:cNvSpPr/>
            <p:nvPr/>
          </p:nvSpPr>
          <p:spPr>
            <a:xfrm>
              <a:off x="5138788" y="3678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89" name="pt19489"/>
            <p:cNvSpPr/>
            <p:nvPr/>
          </p:nvSpPr>
          <p:spPr>
            <a:xfrm>
              <a:off x="5108750" y="35566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0" name="pt19490"/>
            <p:cNvSpPr/>
            <p:nvPr/>
          </p:nvSpPr>
          <p:spPr>
            <a:xfrm>
              <a:off x="5135871" y="35620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1" name="pt19491"/>
            <p:cNvSpPr/>
            <p:nvPr/>
          </p:nvSpPr>
          <p:spPr>
            <a:xfrm>
              <a:off x="5180129" y="3646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2" name="pt19492"/>
            <p:cNvSpPr/>
            <p:nvPr/>
          </p:nvSpPr>
          <p:spPr>
            <a:xfrm>
              <a:off x="4946476" y="35379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3" name="pt19493"/>
            <p:cNvSpPr/>
            <p:nvPr/>
          </p:nvSpPr>
          <p:spPr>
            <a:xfrm>
              <a:off x="4904811" y="3537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4" name="pt19494"/>
            <p:cNvSpPr/>
            <p:nvPr/>
          </p:nvSpPr>
          <p:spPr>
            <a:xfrm>
              <a:off x="5189020" y="35067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5" name="pt19495"/>
            <p:cNvSpPr/>
            <p:nvPr/>
          </p:nvSpPr>
          <p:spPr>
            <a:xfrm>
              <a:off x="5146690" y="3568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6" name="pt19496"/>
            <p:cNvSpPr/>
            <p:nvPr/>
          </p:nvSpPr>
          <p:spPr>
            <a:xfrm>
              <a:off x="5134889" y="35414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7" name="pt19497"/>
            <p:cNvSpPr/>
            <p:nvPr/>
          </p:nvSpPr>
          <p:spPr>
            <a:xfrm>
              <a:off x="5260936" y="35652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8" name="pt19498"/>
            <p:cNvSpPr/>
            <p:nvPr/>
          </p:nvSpPr>
          <p:spPr>
            <a:xfrm>
              <a:off x="5103733" y="3556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499" name="pt19499"/>
            <p:cNvSpPr/>
            <p:nvPr/>
          </p:nvSpPr>
          <p:spPr>
            <a:xfrm>
              <a:off x="5234803" y="3550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0" name="pt19500"/>
            <p:cNvSpPr/>
            <p:nvPr/>
          </p:nvSpPr>
          <p:spPr>
            <a:xfrm>
              <a:off x="5291999" y="35742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1" name="pt19501"/>
            <p:cNvSpPr/>
            <p:nvPr/>
          </p:nvSpPr>
          <p:spPr>
            <a:xfrm>
              <a:off x="5327115" y="3543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2" name="pt19502"/>
            <p:cNvSpPr/>
            <p:nvPr/>
          </p:nvSpPr>
          <p:spPr>
            <a:xfrm>
              <a:off x="5018079" y="35294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3" name="pt19503"/>
            <p:cNvSpPr/>
            <p:nvPr/>
          </p:nvSpPr>
          <p:spPr>
            <a:xfrm>
              <a:off x="5475232" y="35641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4" name="pt19504"/>
            <p:cNvSpPr/>
            <p:nvPr/>
          </p:nvSpPr>
          <p:spPr>
            <a:xfrm>
              <a:off x="5017741" y="3555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5" name="pt19505"/>
            <p:cNvSpPr/>
            <p:nvPr/>
          </p:nvSpPr>
          <p:spPr>
            <a:xfrm>
              <a:off x="5133066" y="35458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6" name="pt19506"/>
            <p:cNvSpPr/>
            <p:nvPr/>
          </p:nvSpPr>
          <p:spPr>
            <a:xfrm>
              <a:off x="5276115" y="35681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7" name="pt19507"/>
            <p:cNvSpPr/>
            <p:nvPr/>
          </p:nvSpPr>
          <p:spPr>
            <a:xfrm>
              <a:off x="4934438" y="345322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08" name="pt19508"/>
            <p:cNvSpPr/>
            <p:nvPr/>
          </p:nvSpPr>
          <p:spPr>
            <a:xfrm>
              <a:off x="5211695" y="35674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09" name="pt19509"/>
            <p:cNvSpPr/>
            <p:nvPr/>
          </p:nvSpPr>
          <p:spPr>
            <a:xfrm>
              <a:off x="5264232" y="35657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0" name="pt19510"/>
            <p:cNvSpPr/>
            <p:nvPr/>
          </p:nvSpPr>
          <p:spPr>
            <a:xfrm>
              <a:off x="5007632" y="35562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1" name="pt19511"/>
            <p:cNvSpPr/>
            <p:nvPr/>
          </p:nvSpPr>
          <p:spPr>
            <a:xfrm>
              <a:off x="5295450" y="35351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2" name="pt19512"/>
            <p:cNvSpPr/>
            <p:nvPr/>
          </p:nvSpPr>
          <p:spPr>
            <a:xfrm>
              <a:off x="5253178" y="35534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3" name="pt19513"/>
            <p:cNvSpPr/>
            <p:nvPr/>
          </p:nvSpPr>
          <p:spPr>
            <a:xfrm>
              <a:off x="5161952" y="35258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4" name="pt19514"/>
            <p:cNvSpPr/>
            <p:nvPr/>
          </p:nvSpPr>
          <p:spPr>
            <a:xfrm>
              <a:off x="5248931" y="35808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5" name="pt19515"/>
            <p:cNvSpPr/>
            <p:nvPr/>
          </p:nvSpPr>
          <p:spPr>
            <a:xfrm>
              <a:off x="5304434" y="35746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6" name="pt19516"/>
            <p:cNvSpPr/>
            <p:nvPr/>
          </p:nvSpPr>
          <p:spPr>
            <a:xfrm>
              <a:off x="5308350" y="3592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7" name="pt19517"/>
            <p:cNvSpPr/>
            <p:nvPr/>
          </p:nvSpPr>
          <p:spPr>
            <a:xfrm>
              <a:off x="5282353" y="35723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18" name="pt19518"/>
            <p:cNvSpPr/>
            <p:nvPr/>
          </p:nvSpPr>
          <p:spPr>
            <a:xfrm>
              <a:off x="4947372" y="3422628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19" name="pt19519"/>
            <p:cNvSpPr/>
            <p:nvPr/>
          </p:nvSpPr>
          <p:spPr>
            <a:xfrm>
              <a:off x="5174176" y="35449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0" name="pt19520"/>
            <p:cNvSpPr/>
            <p:nvPr/>
          </p:nvSpPr>
          <p:spPr>
            <a:xfrm>
              <a:off x="5158123" y="35558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1" name="pt19521"/>
            <p:cNvSpPr/>
            <p:nvPr/>
          </p:nvSpPr>
          <p:spPr>
            <a:xfrm>
              <a:off x="5139889" y="35687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2" name="pt19522"/>
            <p:cNvSpPr/>
            <p:nvPr/>
          </p:nvSpPr>
          <p:spPr>
            <a:xfrm>
              <a:off x="5111561" y="3516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3" name="pt19523"/>
            <p:cNvSpPr/>
            <p:nvPr/>
          </p:nvSpPr>
          <p:spPr>
            <a:xfrm>
              <a:off x="5278885" y="35334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4" name="pt19524"/>
            <p:cNvSpPr/>
            <p:nvPr/>
          </p:nvSpPr>
          <p:spPr>
            <a:xfrm>
              <a:off x="5000252" y="35312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5" name="pt19525"/>
            <p:cNvSpPr/>
            <p:nvPr/>
          </p:nvSpPr>
          <p:spPr>
            <a:xfrm>
              <a:off x="5317772" y="3555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6" name="pt19526"/>
            <p:cNvSpPr/>
            <p:nvPr/>
          </p:nvSpPr>
          <p:spPr>
            <a:xfrm>
              <a:off x="5108406" y="3557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7" name="pt19527"/>
            <p:cNvSpPr/>
            <p:nvPr/>
          </p:nvSpPr>
          <p:spPr>
            <a:xfrm>
              <a:off x="5101957" y="3553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8" name="pt19528"/>
            <p:cNvSpPr/>
            <p:nvPr/>
          </p:nvSpPr>
          <p:spPr>
            <a:xfrm>
              <a:off x="5349587" y="3564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29" name="pt19529"/>
            <p:cNvSpPr/>
            <p:nvPr/>
          </p:nvSpPr>
          <p:spPr>
            <a:xfrm>
              <a:off x="5101682" y="35516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0" name="pt19530"/>
            <p:cNvSpPr/>
            <p:nvPr/>
          </p:nvSpPr>
          <p:spPr>
            <a:xfrm>
              <a:off x="5166054" y="35549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1" name="pt19531"/>
            <p:cNvSpPr/>
            <p:nvPr/>
          </p:nvSpPr>
          <p:spPr>
            <a:xfrm>
              <a:off x="5093808" y="3512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2" name="pt19532"/>
            <p:cNvSpPr/>
            <p:nvPr/>
          </p:nvSpPr>
          <p:spPr>
            <a:xfrm>
              <a:off x="5042595" y="35862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3" name="pt19533"/>
            <p:cNvSpPr/>
            <p:nvPr/>
          </p:nvSpPr>
          <p:spPr>
            <a:xfrm>
              <a:off x="4943291" y="3532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4" name="pt19534"/>
            <p:cNvSpPr/>
            <p:nvPr/>
          </p:nvSpPr>
          <p:spPr>
            <a:xfrm>
              <a:off x="5152130" y="36046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5" name="pt19535"/>
            <p:cNvSpPr/>
            <p:nvPr/>
          </p:nvSpPr>
          <p:spPr>
            <a:xfrm>
              <a:off x="5201601" y="3566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6" name="pt19536"/>
            <p:cNvSpPr/>
            <p:nvPr/>
          </p:nvSpPr>
          <p:spPr>
            <a:xfrm>
              <a:off x="5069947" y="3542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7" name="pt19537"/>
            <p:cNvSpPr/>
            <p:nvPr/>
          </p:nvSpPr>
          <p:spPr>
            <a:xfrm>
              <a:off x="5135588" y="3558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8" name="pt19538"/>
            <p:cNvSpPr/>
            <p:nvPr/>
          </p:nvSpPr>
          <p:spPr>
            <a:xfrm>
              <a:off x="5048289" y="35498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39" name="pt19539"/>
            <p:cNvSpPr/>
            <p:nvPr/>
          </p:nvSpPr>
          <p:spPr>
            <a:xfrm>
              <a:off x="4949332" y="35538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0" name="pt19540"/>
            <p:cNvSpPr/>
            <p:nvPr/>
          </p:nvSpPr>
          <p:spPr>
            <a:xfrm>
              <a:off x="5390150" y="3582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1" name="pt19541"/>
            <p:cNvSpPr/>
            <p:nvPr/>
          </p:nvSpPr>
          <p:spPr>
            <a:xfrm>
              <a:off x="5161379" y="36144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2" name="pt19542"/>
            <p:cNvSpPr/>
            <p:nvPr/>
          </p:nvSpPr>
          <p:spPr>
            <a:xfrm>
              <a:off x="5278319" y="3567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3" name="pt19543"/>
            <p:cNvSpPr/>
            <p:nvPr/>
          </p:nvSpPr>
          <p:spPr>
            <a:xfrm>
              <a:off x="5096146" y="35575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4" name="pt19544"/>
            <p:cNvSpPr/>
            <p:nvPr/>
          </p:nvSpPr>
          <p:spPr>
            <a:xfrm>
              <a:off x="5169873" y="35408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5" name="pt19545"/>
            <p:cNvSpPr/>
            <p:nvPr/>
          </p:nvSpPr>
          <p:spPr>
            <a:xfrm>
              <a:off x="5124487" y="35819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6" name="pt19546"/>
            <p:cNvSpPr/>
            <p:nvPr/>
          </p:nvSpPr>
          <p:spPr>
            <a:xfrm>
              <a:off x="5304146" y="3592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7" name="pt19547"/>
            <p:cNvSpPr/>
            <p:nvPr/>
          </p:nvSpPr>
          <p:spPr>
            <a:xfrm>
              <a:off x="5114838" y="35680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8" name="pt19548"/>
            <p:cNvSpPr/>
            <p:nvPr/>
          </p:nvSpPr>
          <p:spPr>
            <a:xfrm>
              <a:off x="5065889" y="36214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49" name="pt19549"/>
            <p:cNvSpPr/>
            <p:nvPr/>
          </p:nvSpPr>
          <p:spPr>
            <a:xfrm>
              <a:off x="5176902" y="3560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0" name="pt19550"/>
            <p:cNvSpPr/>
            <p:nvPr/>
          </p:nvSpPr>
          <p:spPr>
            <a:xfrm>
              <a:off x="5237669" y="35584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1" name="pt19551"/>
            <p:cNvSpPr/>
            <p:nvPr/>
          </p:nvSpPr>
          <p:spPr>
            <a:xfrm>
              <a:off x="5148086" y="34578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2" name="pt19552"/>
            <p:cNvSpPr/>
            <p:nvPr/>
          </p:nvSpPr>
          <p:spPr>
            <a:xfrm>
              <a:off x="5230528" y="35598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3" name="pt19553"/>
            <p:cNvSpPr/>
            <p:nvPr/>
          </p:nvSpPr>
          <p:spPr>
            <a:xfrm>
              <a:off x="5162160" y="34468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4" name="pt19554"/>
            <p:cNvSpPr/>
            <p:nvPr/>
          </p:nvSpPr>
          <p:spPr>
            <a:xfrm>
              <a:off x="5276722" y="35940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5" name="pt19555"/>
            <p:cNvSpPr/>
            <p:nvPr/>
          </p:nvSpPr>
          <p:spPr>
            <a:xfrm>
              <a:off x="5035888" y="3553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6" name="pt19556"/>
            <p:cNvSpPr/>
            <p:nvPr/>
          </p:nvSpPr>
          <p:spPr>
            <a:xfrm>
              <a:off x="5007378" y="3564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7" name="pt19557"/>
            <p:cNvSpPr/>
            <p:nvPr/>
          </p:nvSpPr>
          <p:spPr>
            <a:xfrm>
              <a:off x="5277528" y="35559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8" name="pt19558"/>
            <p:cNvSpPr/>
            <p:nvPr/>
          </p:nvSpPr>
          <p:spPr>
            <a:xfrm>
              <a:off x="5098998" y="34813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59" name="pt19559"/>
            <p:cNvSpPr/>
            <p:nvPr/>
          </p:nvSpPr>
          <p:spPr>
            <a:xfrm>
              <a:off x="5223657" y="3567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0" name="pt19560"/>
            <p:cNvSpPr/>
            <p:nvPr/>
          </p:nvSpPr>
          <p:spPr>
            <a:xfrm>
              <a:off x="5112990" y="35715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1" name="pt19561"/>
            <p:cNvSpPr/>
            <p:nvPr/>
          </p:nvSpPr>
          <p:spPr>
            <a:xfrm>
              <a:off x="5116166" y="35112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2" name="pt19562"/>
            <p:cNvSpPr/>
            <p:nvPr/>
          </p:nvSpPr>
          <p:spPr>
            <a:xfrm>
              <a:off x="5251554" y="3579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3" name="pt19563"/>
            <p:cNvSpPr/>
            <p:nvPr/>
          </p:nvSpPr>
          <p:spPr>
            <a:xfrm>
              <a:off x="5174568" y="35573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4" name="pt19564"/>
            <p:cNvSpPr/>
            <p:nvPr/>
          </p:nvSpPr>
          <p:spPr>
            <a:xfrm>
              <a:off x="5235867" y="35541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5" name="pt19565"/>
            <p:cNvSpPr/>
            <p:nvPr/>
          </p:nvSpPr>
          <p:spPr>
            <a:xfrm>
              <a:off x="5124639" y="3587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6" name="pt19566"/>
            <p:cNvSpPr/>
            <p:nvPr/>
          </p:nvSpPr>
          <p:spPr>
            <a:xfrm>
              <a:off x="5121438" y="35250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7" name="pt19567"/>
            <p:cNvSpPr/>
            <p:nvPr/>
          </p:nvSpPr>
          <p:spPr>
            <a:xfrm>
              <a:off x="5142706" y="35065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8" name="pt19568"/>
            <p:cNvSpPr/>
            <p:nvPr/>
          </p:nvSpPr>
          <p:spPr>
            <a:xfrm>
              <a:off x="5092878" y="35750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69" name="pt19569"/>
            <p:cNvSpPr/>
            <p:nvPr/>
          </p:nvSpPr>
          <p:spPr>
            <a:xfrm>
              <a:off x="5042133" y="3552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0" name="pt19570"/>
            <p:cNvSpPr/>
            <p:nvPr/>
          </p:nvSpPr>
          <p:spPr>
            <a:xfrm>
              <a:off x="5065752" y="3536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1" name="pt19571"/>
            <p:cNvSpPr/>
            <p:nvPr/>
          </p:nvSpPr>
          <p:spPr>
            <a:xfrm>
              <a:off x="5105153" y="3539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2" name="pt19572"/>
            <p:cNvSpPr/>
            <p:nvPr/>
          </p:nvSpPr>
          <p:spPr>
            <a:xfrm>
              <a:off x="5223924" y="3563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3" name="pt19573"/>
            <p:cNvSpPr/>
            <p:nvPr/>
          </p:nvSpPr>
          <p:spPr>
            <a:xfrm>
              <a:off x="5073370" y="35150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4" name="pt19574"/>
            <p:cNvSpPr/>
            <p:nvPr/>
          </p:nvSpPr>
          <p:spPr>
            <a:xfrm>
              <a:off x="5115769" y="35211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5" name="pt19575"/>
            <p:cNvSpPr/>
            <p:nvPr/>
          </p:nvSpPr>
          <p:spPr>
            <a:xfrm>
              <a:off x="5231349" y="3605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6" name="pt19576"/>
            <p:cNvSpPr/>
            <p:nvPr/>
          </p:nvSpPr>
          <p:spPr>
            <a:xfrm>
              <a:off x="5257050" y="35540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7" name="pt19577"/>
            <p:cNvSpPr/>
            <p:nvPr/>
          </p:nvSpPr>
          <p:spPr>
            <a:xfrm>
              <a:off x="4993254" y="3540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8" name="pt19578"/>
            <p:cNvSpPr/>
            <p:nvPr/>
          </p:nvSpPr>
          <p:spPr>
            <a:xfrm>
              <a:off x="5198970" y="35504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79" name="pt19579"/>
            <p:cNvSpPr/>
            <p:nvPr/>
          </p:nvSpPr>
          <p:spPr>
            <a:xfrm>
              <a:off x="5276891" y="3573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0" name="pt19580"/>
            <p:cNvSpPr/>
            <p:nvPr/>
          </p:nvSpPr>
          <p:spPr>
            <a:xfrm>
              <a:off x="5251694" y="35888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1" name="pt19581"/>
            <p:cNvSpPr/>
            <p:nvPr/>
          </p:nvSpPr>
          <p:spPr>
            <a:xfrm>
              <a:off x="5154447" y="35892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2" name="pt19582"/>
            <p:cNvSpPr/>
            <p:nvPr/>
          </p:nvSpPr>
          <p:spPr>
            <a:xfrm>
              <a:off x="5240624" y="3556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3" name="pt19583"/>
            <p:cNvSpPr/>
            <p:nvPr/>
          </p:nvSpPr>
          <p:spPr>
            <a:xfrm>
              <a:off x="5249375" y="3508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4" name="pt19584"/>
            <p:cNvSpPr/>
            <p:nvPr/>
          </p:nvSpPr>
          <p:spPr>
            <a:xfrm>
              <a:off x="5135817" y="35537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5" name="pt19585"/>
            <p:cNvSpPr/>
            <p:nvPr/>
          </p:nvSpPr>
          <p:spPr>
            <a:xfrm>
              <a:off x="5147071" y="35616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6" name="pt19586"/>
            <p:cNvSpPr/>
            <p:nvPr/>
          </p:nvSpPr>
          <p:spPr>
            <a:xfrm>
              <a:off x="5268209" y="3574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7" name="pt19587"/>
            <p:cNvSpPr/>
            <p:nvPr/>
          </p:nvSpPr>
          <p:spPr>
            <a:xfrm>
              <a:off x="5191522" y="3542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8" name="pt19588"/>
            <p:cNvSpPr/>
            <p:nvPr/>
          </p:nvSpPr>
          <p:spPr>
            <a:xfrm>
              <a:off x="5064978" y="3578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89" name="pt19589"/>
            <p:cNvSpPr/>
            <p:nvPr/>
          </p:nvSpPr>
          <p:spPr>
            <a:xfrm>
              <a:off x="5147506" y="35308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0" name="pt19590"/>
            <p:cNvSpPr/>
            <p:nvPr/>
          </p:nvSpPr>
          <p:spPr>
            <a:xfrm>
              <a:off x="5348871" y="35600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1" name="pt19591"/>
            <p:cNvSpPr/>
            <p:nvPr/>
          </p:nvSpPr>
          <p:spPr>
            <a:xfrm>
              <a:off x="5557250" y="35787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2" name="pt19592"/>
            <p:cNvSpPr/>
            <p:nvPr/>
          </p:nvSpPr>
          <p:spPr>
            <a:xfrm>
              <a:off x="4972094" y="3514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3" name="pt19593"/>
            <p:cNvSpPr/>
            <p:nvPr/>
          </p:nvSpPr>
          <p:spPr>
            <a:xfrm>
              <a:off x="5179407" y="3536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4" name="pt19594"/>
            <p:cNvSpPr/>
            <p:nvPr/>
          </p:nvSpPr>
          <p:spPr>
            <a:xfrm>
              <a:off x="5192909" y="34309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5" name="pt19595"/>
            <p:cNvSpPr/>
            <p:nvPr/>
          </p:nvSpPr>
          <p:spPr>
            <a:xfrm>
              <a:off x="5127877" y="3571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6" name="pt19596"/>
            <p:cNvSpPr/>
            <p:nvPr/>
          </p:nvSpPr>
          <p:spPr>
            <a:xfrm>
              <a:off x="5302051" y="3584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7" name="pt19597"/>
            <p:cNvSpPr/>
            <p:nvPr/>
          </p:nvSpPr>
          <p:spPr>
            <a:xfrm>
              <a:off x="5040992" y="3553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8" name="pt19598"/>
            <p:cNvSpPr/>
            <p:nvPr/>
          </p:nvSpPr>
          <p:spPr>
            <a:xfrm>
              <a:off x="5195639" y="3574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599" name="pt19599"/>
            <p:cNvSpPr/>
            <p:nvPr/>
          </p:nvSpPr>
          <p:spPr>
            <a:xfrm>
              <a:off x="5186068" y="36252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0" name="pt19600"/>
            <p:cNvSpPr/>
            <p:nvPr/>
          </p:nvSpPr>
          <p:spPr>
            <a:xfrm>
              <a:off x="5131152" y="35673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1" name="pt19601"/>
            <p:cNvSpPr/>
            <p:nvPr/>
          </p:nvSpPr>
          <p:spPr>
            <a:xfrm>
              <a:off x="5135269" y="35542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2" name="pt19602"/>
            <p:cNvSpPr/>
            <p:nvPr/>
          </p:nvSpPr>
          <p:spPr>
            <a:xfrm>
              <a:off x="5191158" y="35713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3" name="pt19603"/>
            <p:cNvSpPr/>
            <p:nvPr/>
          </p:nvSpPr>
          <p:spPr>
            <a:xfrm>
              <a:off x="5029854" y="35373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4" name="pt19604"/>
            <p:cNvSpPr/>
            <p:nvPr/>
          </p:nvSpPr>
          <p:spPr>
            <a:xfrm>
              <a:off x="5312449" y="36076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5" name="pt19605"/>
            <p:cNvSpPr/>
            <p:nvPr/>
          </p:nvSpPr>
          <p:spPr>
            <a:xfrm>
              <a:off x="5108755" y="36043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6" name="pt19606"/>
            <p:cNvSpPr/>
            <p:nvPr/>
          </p:nvSpPr>
          <p:spPr>
            <a:xfrm>
              <a:off x="5165429" y="3570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7" name="pt19607"/>
            <p:cNvSpPr/>
            <p:nvPr/>
          </p:nvSpPr>
          <p:spPr>
            <a:xfrm>
              <a:off x="5161692" y="3560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8" name="pt19608"/>
            <p:cNvSpPr/>
            <p:nvPr/>
          </p:nvSpPr>
          <p:spPr>
            <a:xfrm>
              <a:off x="5108955" y="34791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09" name="pt19609"/>
            <p:cNvSpPr/>
            <p:nvPr/>
          </p:nvSpPr>
          <p:spPr>
            <a:xfrm>
              <a:off x="5160518" y="35530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0" name="pt19610"/>
            <p:cNvSpPr/>
            <p:nvPr/>
          </p:nvSpPr>
          <p:spPr>
            <a:xfrm>
              <a:off x="5191943" y="35628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1" name="pt19611"/>
            <p:cNvSpPr/>
            <p:nvPr/>
          </p:nvSpPr>
          <p:spPr>
            <a:xfrm>
              <a:off x="5130824" y="3564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2" name="pt19612"/>
            <p:cNvSpPr/>
            <p:nvPr/>
          </p:nvSpPr>
          <p:spPr>
            <a:xfrm>
              <a:off x="5079739" y="3527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3" name="pt19613"/>
            <p:cNvSpPr/>
            <p:nvPr/>
          </p:nvSpPr>
          <p:spPr>
            <a:xfrm>
              <a:off x="5109265" y="35560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4" name="pt19614"/>
            <p:cNvSpPr/>
            <p:nvPr/>
          </p:nvSpPr>
          <p:spPr>
            <a:xfrm>
              <a:off x="5160488" y="35433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5" name="pt19615"/>
            <p:cNvSpPr/>
            <p:nvPr/>
          </p:nvSpPr>
          <p:spPr>
            <a:xfrm>
              <a:off x="5238130" y="3633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6" name="pt19616"/>
            <p:cNvSpPr/>
            <p:nvPr/>
          </p:nvSpPr>
          <p:spPr>
            <a:xfrm>
              <a:off x="5430383" y="3555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7" name="pt19617"/>
            <p:cNvSpPr/>
            <p:nvPr/>
          </p:nvSpPr>
          <p:spPr>
            <a:xfrm>
              <a:off x="5171327" y="35462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8" name="pt19618"/>
            <p:cNvSpPr/>
            <p:nvPr/>
          </p:nvSpPr>
          <p:spPr>
            <a:xfrm>
              <a:off x="4957166" y="3568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19" name="pt19619"/>
            <p:cNvSpPr/>
            <p:nvPr/>
          </p:nvSpPr>
          <p:spPr>
            <a:xfrm>
              <a:off x="5150911" y="35580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0" name="pt19620"/>
            <p:cNvSpPr/>
            <p:nvPr/>
          </p:nvSpPr>
          <p:spPr>
            <a:xfrm>
              <a:off x="4994939" y="3541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1" name="pt19621"/>
            <p:cNvSpPr/>
            <p:nvPr/>
          </p:nvSpPr>
          <p:spPr>
            <a:xfrm>
              <a:off x="5026610" y="2894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2" name="pt19622"/>
            <p:cNvSpPr/>
            <p:nvPr/>
          </p:nvSpPr>
          <p:spPr>
            <a:xfrm>
              <a:off x="5274639" y="35757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3" name="pt19623"/>
            <p:cNvSpPr/>
            <p:nvPr/>
          </p:nvSpPr>
          <p:spPr>
            <a:xfrm>
              <a:off x="5127816" y="34937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4" name="pt19624"/>
            <p:cNvSpPr/>
            <p:nvPr/>
          </p:nvSpPr>
          <p:spPr>
            <a:xfrm>
              <a:off x="5121975" y="3510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5" name="pt19625"/>
            <p:cNvSpPr/>
            <p:nvPr/>
          </p:nvSpPr>
          <p:spPr>
            <a:xfrm>
              <a:off x="5169477" y="35432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6" name="pt19626"/>
            <p:cNvSpPr/>
            <p:nvPr/>
          </p:nvSpPr>
          <p:spPr>
            <a:xfrm>
              <a:off x="5439859" y="3552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7" name="pt19627"/>
            <p:cNvSpPr/>
            <p:nvPr/>
          </p:nvSpPr>
          <p:spPr>
            <a:xfrm>
              <a:off x="5126774" y="3511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8" name="pt19628"/>
            <p:cNvSpPr/>
            <p:nvPr/>
          </p:nvSpPr>
          <p:spPr>
            <a:xfrm>
              <a:off x="5241149" y="3581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29" name="pt19629"/>
            <p:cNvSpPr/>
            <p:nvPr/>
          </p:nvSpPr>
          <p:spPr>
            <a:xfrm>
              <a:off x="5204809" y="3558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0" name="pt19630"/>
            <p:cNvSpPr/>
            <p:nvPr/>
          </p:nvSpPr>
          <p:spPr>
            <a:xfrm>
              <a:off x="5048712" y="3534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1" name="pt19631"/>
            <p:cNvSpPr/>
            <p:nvPr/>
          </p:nvSpPr>
          <p:spPr>
            <a:xfrm>
              <a:off x="5215012" y="35476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2" name="pt19632"/>
            <p:cNvSpPr/>
            <p:nvPr/>
          </p:nvSpPr>
          <p:spPr>
            <a:xfrm>
              <a:off x="5186041" y="35470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3" name="pt19633"/>
            <p:cNvSpPr/>
            <p:nvPr/>
          </p:nvSpPr>
          <p:spPr>
            <a:xfrm>
              <a:off x="4962553" y="35766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4" name="pt19634"/>
            <p:cNvSpPr/>
            <p:nvPr/>
          </p:nvSpPr>
          <p:spPr>
            <a:xfrm>
              <a:off x="5040893" y="35150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5" name="pt19635"/>
            <p:cNvSpPr/>
            <p:nvPr/>
          </p:nvSpPr>
          <p:spPr>
            <a:xfrm>
              <a:off x="5193949" y="3522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6" name="pt19636"/>
            <p:cNvSpPr/>
            <p:nvPr/>
          </p:nvSpPr>
          <p:spPr>
            <a:xfrm>
              <a:off x="5080287" y="3574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7" name="pt19637"/>
            <p:cNvSpPr/>
            <p:nvPr/>
          </p:nvSpPr>
          <p:spPr>
            <a:xfrm>
              <a:off x="5078727" y="3586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8" name="pt19638"/>
            <p:cNvSpPr/>
            <p:nvPr/>
          </p:nvSpPr>
          <p:spPr>
            <a:xfrm>
              <a:off x="5396637" y="3555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39" name="pt19639"/>
            <p:cNvSpPr/>
            <p:nvPr/>
          </p:nvSpPr>
          <p:spPr>
            <a:xfrm>
              <a:off x="5087467" y="35188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0" name="pt19640"/>
            <p:cNvSpPr/>
            <p:nvPr/>
          </p:nvSpPr>
          <p:spPr>
            <a:xfrm>
              <a:off x="5192716" y="3587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1" name="pt19641"/>
            <p:cNvSpPr/>
            <p:nvPr/>
          </p:nvSpPr>
          <p:spPr>
            <a:xfrm>
              <a:off x="5206923" y="3469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2" name="pt19642"/>
            <p:cNvSpPr/>
            <p:nvPr/>
          </p:nvSpPr>
          <p:spPr>
            <a:xfrm>
              <a:off x="5093085" y="3592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3" name="pt19643"/>
            <p:cNvSpPr/>
            <p:nvPr/>
          </p:nvSpPr>
          <p:spPr>
            <a:xfrm>
              <a:off x="5307154" y="3571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4" name="pt19644"/>
            <p:cNvSpPr/>
            <p:nvPr/>
          </p:nvSpPr>
          <p:spPr>
            <a:xfrm>
              <a:off x="5317079" y="3551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5" name="pt19645"/>
            <p:cNvSpPr/>
            <p:nvPr/>
          </p:nvSpPr>
          <p:spPr>
            <a:xfrm>
              <a:off x="5118461" y="35268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6" name="pt19646"/>
            <p:cNvSpPr/>
            <p:nvPr/>
          </p:nvSpPr>
          <p:spPr>
            <a:xfrm>
              <a:off x="5266906" y="35669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7" name="pt19647"/>
            <p:cNvSpPr/>
            <p:nvPr/>
          </p:nvSpPr>
          <p:spPr>
            <a:xfrm>
              <a:off x="5040137" y="3522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8" name="pt19648"/>
            <p:cNvSpPr/>
            <p:nvPr/>
          </p:nvSpPr>
          <p:spPr>
            <a:xfrm>
              <a:off x="5209214" y="35778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49" name="pt19649"/>
            <p:cNvSpPr/>
            <p:nvPr/>
          </p:nvSpPr>
          <p:spPr>
            <a:xfrm>
              <a:off x="5124588" y="3558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0" name="pt19650"/>
            <p:cNvSpPr/>
            <p:nvPr/>
          </p:nvSpPr>
          <p:spPr>
            <a:xfrm>
              <a:off x="5131252" y="3571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1" name="pt19651"/>
            <p:cNvSpPr/>
            <p:nvPr/>
          </p:nvSpPr>
          <p:spPr>
            <a:xfrm>
              <a:off x="5100385" y="35232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2" name="pt19652"/>
            <p:cNvSpPr/>
            <p:nvPr/>
          </p:nvSpPr>
          <p:spPr>
            <a:xfrm>
              <a:off x="5108338" y="35844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3" name="pt19653"/>
            <p:cNvSpPr/>
            <p:nvPr/>
          </p:nvSpPr>
          <p:spPr>
            <a:xfrm>
              <a:off x="5199129" y="3590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4" name="pt19654"/>
            <p:cNvSpPr/>
            <p:nvPr/>
          </p:nvSpPr>
          <p:spPr>
            <a:xfrm>
              <a:off x="5164965" y="3588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5" name="pt19655"/>
            <p:cNvSpPr/>
            <p:nvPr/>
          </p:nvSpPr>
          <p:spPr>
            <a:xfrm>
              <a:off x="5161805" y="3542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6" name="pt19656"/>
            <p:cNvSpPr/>
            <p:nvPr/>
          </p:nvSpPr>
          <p:spPr>
            <a:xfrm>
              <a:off x="5030551" y="3535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7" name="pt19657"/>
            <p:cNvSpPr/>
            <p:nvPr/>
          </p:nvSpPr>
          <p:spPr>
            <a:xfrm>
              <a:off x="5306392" y="3565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8" name="pt19658"/>
            <p:cNvSpPr/>
            <p:nvPr/>
          </p:nvSpPr>
          <p:spPr>
            <a:xfrm>
              <a:off x="5164501" y="35633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59" name="pt19659"/>
            <p:cNvSpPr/>
            <p:nvPr/>
          </p:nvSpPr>
          <p:spPr>
            <a:xfrm>
              <a:off x="4988042" y="3559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0" name="pt19660"/>
            <p:cNvSpPr/>
            <p:nvPr/>
          </p:nvSpPr>
          <p:spPr>
            <a:xfrm>
              <a:off x="5069767" y="3536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1" name="pt19661"/>
            <p:cNvSpPr/>
            <p:nvPr/>
          </p:nvSpPr>
          <p:spPr>
            <a:xfrm>
              <a:off x="5232469" y="35760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2" name="pt19662"/>
            <p:cNvSpPr/>
            <p:nvPr/>
          </p:nvSpPr>
          <p:spPr>
            <a:xfrm>
              <a:off x="5104770" y="3575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3" name="pt19663"/>
            <p:cNvSpPr/>
            <p:nvPr/>
          </p:nvSpPr>
          <p:spPr>
            <a:xfrm>
              <a:off x="5078555" y="35364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4" name="pt19664"/>
            <p:cNvSpPr/>
            <p:nvPr/>
          </p:nvSpPr>
          <p:spPr>
            <a:xfrm>
              <a:off x="5057355" y="3503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5" name="pt19665"/>
            <p:cNvSpPr/>
            <p:nvPr/>
          </p:nvSpPr>
          <p:spPr>
            <a:xfrm>
              <a:off x="5167720" y="3488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6" name="pt19666"/>
            <p:cNvSpPr/>
            <p:nvPr/>
          </p:nvSpPr>
          <p:spPr>
            <a:xfrm>
              <a:off x="5084602" y="35684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7" name="pt19667"/>
            <p:cNvSpPr/>
            <p:nvPr/>
          </p:nvSpPr>
          <p:spPr>
            <a:xfrm>
              <a:off x="5055498" y="35450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8" name="pt19668"/>
            <p:cNvSpPr/>
            <p:nvPr/>
          </p:nvSpPr>
          <p:spPr>
            <a:xfrm>
              <a:off x="5168735" y="35402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69" name="pt19669"/>
            <p:cNvSpPr/>
            <p:nvPr/>
          </p:nvSpPr>
          <p:spPr>
            <a:xfrm>
              <a:off x="5105792" y="34762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0" name="pt19670"/>
            <p:cNvSpPr/>
            <p:nvPr/>
          </p:nvSpPr>
          <p:spPr>
            <a:xfrm>
              <a:off x="5180116" y="3499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1" name="pt19671"/>
            <p:cNvSpPr/>
            <p:nvPr/>
          </p:nvSpPr>
          <p:spPr>
            <a:xfrm>
              <a:off x="4909513" y="35901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2" name="pt19672"/>
            <p:cNvSpPr/>
            <p:nvPr/>
          </p:nvSpPr>
          <p:spPr>
            <a:xfrm>
              <a:off x="5303587" y="35770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3" name="pt19673"/>
            <p:cNvSpPr/>
            <p:nvPr/>
          </p:nvSpPr>
          <p:spPr>
            <a:xfrm>
              <a:off x="5105026" y="3543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4" name="pt19674"/>
            <p:cNvSpPr/>
            <p:nvPr/>
          </p:nvSpPr>
          <p:spPr>
            <a:xfrm>
              <a:off x="4879581" y="3509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5" name="pt19675"/>
            <p:cNvSpPr/>
            <p:nvPr/>
          </p:nvSpPr>
          <p:spPr>
            <a:xfrm>
              <a:off x="5138673" y="35824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6" name="pt19676"/>
            <p:cNvSpPr/>
            <p:nvPr/>
          </p:nvSpPr>
          <p:spPr>
            <a:xfrm>
              <a:off x="5165712" y="35661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7" name="pt19677"/>
            <p:cNvSpPr/>
            <p:nvPr/>
          </p:nvSpPr>
          <p:spPr>
            <a:xfrm>
              <a:off x="5185059" y="3555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8" name="pt19678"/>
            <p:cNvSpPr/>
            <p:nvPr/>
          </p:nvSpPr>
          <p:spPr>
            <a:xfrm>
              <a:off x="5513700" y="35481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79" name="pt19679"/>
            <p:cNvSpPr/>
            <p:nvPr/>
          </p:nvSpPr>
          <p:spPr>
            <a:xfrm>
              <a:off x="5016552" y="34154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0" name="pt19680"/>
            <p:cNvSpPr/>
            <p:nvPr/>
          </p:nvSpPr>
          <p:spPr>
            <a:xfrm>
              <a:off x="5221185" y="3549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1" name="pt19681"/>
            <p:cNvSpPr/>
            <p:nvPr/>
          </p:nvSpPr>
          <p:spPr>
            <a:xfrm>
              <a:off x="5070826" y="35303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2" name="pt19682"/>
            <p:cNvSpPr/>
            <p:nvPr/>
          </p:nvSpPr>
          <p:spPr>
            <a:xfrm>
              <a:off x="5040938" y="3572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3" name="pt19683"/>
            <p:cNvSpPr/>
            <p:nvPr/>
          </p:nvSpPr>
          <p:spPr>
            <a:xfrm>
              <a:off x="6203257" y="3504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4" name="pt19684"/>
            <p:cNvSpPr/>
            <p:nvPr/>
          </p:nvSpPr>
          <p:spPr>
            <a:xfrm>
              <a:off x="5155168" y="3551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5" name="pt19685"/>
            <p:cNvSpPr/>
            <p:nvPr/>
          </p:nvSpPr>
          <p:spPr>
            <a:xfrm>
              <a:off x="5152428" y="35455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6" name="pt19686"/>
            <p:cNvSpPr/>
            <p:nvPr/>
          </p:nvSpPr>
          <p:spPr>
            <a:xfrm>
              <a:off x="5200826" y="35721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7" name="pt19687"/>
            <p:cNvSpPr/>
            <p:nvPr/>
          </p:nvSpPr>
          <p:spPr>
            <a:xfrm>
              <a:off x="5223067" y="35732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8" name="pt19688"/>
            <p:cNvSpPr/>
            <p:nvPr/>
          </p:nvSpPr>
          <p:spPr>
            <a:xfrm>
              <a:off x="5083015" y="3558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89" name="pt19689"/>
            <p:cNvSpPr/>
            <p:nvPr/>
          </p:nvSpPr>
          <p:spPr>
            <a:xfrm>
              <a:off x="5072643" y="3538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0" name="pt19690"/>
            <p:cNvSpPr/>
            <p:nvPr/>
          </p:nvSpPr>
          <p:spPr>
            <a:xfrm>
              <a:off x="5108734" y="35186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1" name="pt19691"/>
            <p:cNvSpPr/>
            <p:nvPr/>
          </p:nvSpPr>
          <p:spPr>
            <a:xfrm>
              <a:off x="5131101" y="3587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2" name="pt19692"/>
            <p:cNvSpPr/>
            <p:nvPr/>
          </p:nvSpPr>
          <p:spPr>
            <a:xfrm>
              <a:off x="5140923" y="35411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3" name="pt19693"/>
            <p:cNvSpPr/>
            <p:nvPr/>
          </p:nvSpPr>
          <p:spPr>
            <a:xfrm>
              <a:off x="5097087" y="3561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4" name="pt19694"/>
            <p:cNvSpPr/>
            <p:nvPr/>
          </p:nvSpPr>
          <p:spPr>
            <a:xfrm>
              <a:off x="5124895" y="3549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5" name="pt19695"/>
            <p:cNvSpPr/>
            <p:nvPr/>
          </p:nvSpPr>
          <p:spPr>
            <a:xfrm>
              <a:off x="5225849" y="35404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6" name="pt19696"/>
            <p:cNvSpPr/>
            <p:nvPr/>
          </p:nvSpPr>
          <p:spPr>
            <a:xfrm>
              <a:off x="4963712" y="3542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7" name="pt19697"/>
            <p:cNvSpPr/>
            <p:nvPr/>
          </p:nvSpPr>
          <p:spPr>
            <a:xfrm>
              <a:off x="5175555" y="3555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8" name="pt19698"/>
            <p:cNvSpPr/>
            <p:nvPr/>
          </p:nvSpPr>
          <p:spPr>
            <a:xfrm>
              <a:off x="5238320" y="3509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699" name="pt19699"/>
            <p:cNvSpPr/>
            <p:nvPr/>
          </p:nvSpPr>
          <p:spPr>
            <a:xfrm>
              <a:off x="5150244" y="35545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0" name="pt19700"/>
            <p:cNvSpPr/>
            <p:nvPr/>
          </p:nvSpPr>
          <p:spPr>
            <a:xfrm>
              <a:off x="5117860" y="35574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1" name="pt19701"/>
            <p:cNvSpPr/>
            <p:nvPr/>
          </p:nvSpPr>
          <p:spPr>
            <a:xfrm>
              <a:off x="5070600" y="34927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2" name="pt19702"/>
            <p:cNvSpPr/>
            <p:nvPr/>
          </p:nvSpPr>
          <p:spPr>
            <a:xfrm>
              <a:off x="5082113" y="35286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3" name="pt19703"/>
            <p:cNvSpPr/>
            <p:nvPr/>
          </p:nvSpPr>
          <p:spPr>
            <a:xfrm>
              <a:off x="5203339" y="35781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4" name="pt19704"/>
            <p:cNvSpPr/>
            <p:nvPr/>
          </p:nvSpPr>
          <p:spPr>
            <a:xfrm>
              <a:off x="5256098" y="35727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5" name="pt19705"/>
            <p:cNvSpPr/>
            <p:nvPr/>
          </p:nvSpPr>
          <p:spPr>
            <a:xfrm>
              <a:off x="4994463" y="28738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6" name="pt19706"/>
            <p:cNvSpPr/>
            <p:nvPr/>
          </p:nvSpPr>
          <p:spPr>
            <a:xfrm>
              <a:off x="5090415" y="3527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7" name="pt19707"/>
            <p:cNvSpPr/>
            <p:nvPr/>
          </p:nvSpPr>
          <p:spPr>
            <a:xfrm>
              <a:off x="5170176" y="35346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8" name="pt19708"/>
            <p:cNvSpPr/>
            <p:nvPr/>
          </p:nvSpPr>
          <p:spPr>
            <a:xfrm>
              <a:off x="4987718" y="35171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09" name="pt19709"/>
            <p:cNvSpPr/>
            <p:nvPr/>
          </p:nvSpPr>
          <p:spPr>
            <a:xfrm>
              <a:off x="5051310" y="35328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0" name="pt19710"/>
            <p:cNvSpPr/>
            <p:nvPr/>
          </p:nvSpPr>
          <p:spPr>
            <a:xfrm>
              <a:off x="5217152" y="35436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1" name="pt19711"/>
            <p:cNvSpPr/>
            <p:nvPr/>
          </p:nvSpPr>
          <p:spPr>
            <a:xfrm>
              <a:off x="5010779" y="3582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2" name="pt19712"/>
            <p:cNvSpPr/>
            <p:nvPr/>
          </p:nvSpPr>
          <p:spPr>
            <a:xfrm>
              <a:off x="5016142" y="35209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3" name="pt19713"/>
            <p:cNvSpPr/>
            <p:nvPr/>
          </p:nvSpPr>
          <p:spPr>
            <a:xfrm>
              <a:off x="5054995" y="35601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4" name="pt19714"/>
            <p:cNvSpPr/>
            <p:nvPr/>
          </p:nvSpPr>
          <p:spPr>
            <a:xfrm>
              <a:off x="5044823" y="35680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5" name="pt19715"/>
            <p:cNvSpPr/>
            <p:nvPr/>
          </p:nvSpPr>
          <p:spPr>
            <a:xfrm>
              <a:off x="5038806" y="3548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6" name="pt19716"/>
            <p:cNvSpPr/>
            <p:nvPr/>
          </p:nvSpPr>
          <p:spPr>
            <a:xfrm>
              <a:off x="5130970" y="35598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7" name="pt19717"/>
            <p:cNvSpPr/>
            <p:nvPr/>
          </p:nvSpPr>
          <p:spPr>
            <a:xfrm>
              <a:off x="5068363" y="3527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8" name="pt19718"/>
            <p:cNvSpPr/>
            <p:nvPr/>
          </p:nvSpPr>
          <p:spPr>
            <a:xfrm>
              <a:off x="5105541" y="35584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19" name="pt19719"/>
            <p:cNvSpPr/>
            <p:nvPr/>
          </p:nvSpPr>
          <p:spPr>
            <a:xfrm>
              <a:off x="5194534" y="35415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0" name="pt19720"/>
            <p:cNvSpPr/>
            <p:nvPr/>
          </p:nvSpPr>
          <p:spPr>
            <a:xfrm>
              <a:off x="5070305" y="35139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1" name="pt19721"/>
            <p:cNvSpPr/>
            <p:nvPr/>
          </p:nvSpPr>
          <p:spPr>
            <a:xfrm>
              <a:off x="5036752" y="3521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2" name="pt19722"/>
            <p:cNvSpPr/>
            <p:nvPr/>
          </p:nvSpPr>
          <p:spPr>
            <a:xfrm>
              <a:off x="5018210" y="3554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3" name="pt19723"/>
            <p:cNvSpPr/>
            <p:nvPr/>
          </p:nvSpPr>
          <p:spPr>
            <a:xfrm>
              <a:off x="5115654" y="35728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4" name="pt19724"/>
            <p:cNvSpPr/>
            <p:nvPr/>
          </p:nvSpPr>
          <p:spPr>
            <a:xfrm>
              <a:off x="4993345" y="3582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5" name="pt19725"/>
            <p:cNvSpPr/>
            <p:nvPr/>
          </p:nvSpPr>
          <p:spPr>
            <a:xfrm>
              <a:off x="5026774" y="35563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6" name="pt19726"/>
            <p:cNvSpPr/>
            <p:nvPr/>
          </p:nvSpPr>
          <p:spPr>
            <a:xfrm>
              <a:off x="4988124" y="3562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7" name="pt19727"/>
            <p:cNvSpPr/>
            <p:nvPr/>
          </p:nvSpPr>
          <p:spPr>
            <a:xfrm>
              <a:off x="5100505" y="3501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8" name="pt19728"/>
            <p:cNvSpPr/>
            <p:nvPr/>
          </p:nvSpPr>
          <p:spPr>
            <a:xfrm>
              <a:off x="5228458" y="35490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29" name="pt19729"/>
            <p:cNvSpPr/>
            <p:nvPr/>
          </p:nvSpPr>
          <p:spPr>
            <a:xfrm>
              <a:off x="5043958" y="3489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0" name="pt19730"/>
            <p:cNvSpPr/>
            <p:nvPr/>
          </p:nvSpPr>
          <p:spPr>
            <a:xfrm>
              <a:off x="5125301" y="35185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1" name="pt19731"/>
            <p:cNvSpPr/>
            <p:nvPr/>
          </p:nvSpPr>
          <p:spPr>
            <a:xfrm>
              <a:off x="5066383" y="34989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2" name="pt19732"/>
            <p:cNvSpPr/>
            <p:nvPr/>
          </p:nvSpPr>
          <p:spPr>
            <a:xfrm>
              <a:off x="5166145" y="3640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3" name="pt19733"/>
            <p:cNvSpPr/>
            <p:nvPr/>
          </p:nvSpPr>
          <p:spPr>
            <a:xfrm>
              <a:off x="5081392" y="3608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4" name="pt19734"/>
            <p:cNvSpPr/>
            <p:nvPr/>
          </p:nvSpPr>
          <p:spPr>
            <a:xfrm>
              <a:off x="5123467" y="35947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5" name="pt19735"/>
            <p:cNvSpPr/>
            <p:nvPr/>
          </p:nvSpPr>
          <p:spPr>
            <a:xfrm>
              <a:off x="5041043" y="3568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6" name="pt19736"/>
            <p:cNvSpPr/>
            <p:nvPr/>
          </p:nvSpPr>
          <p:spPr>
            <a:xfrm>
              <a:off x="5193127" y="3553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7" name="pt19737"/>
            <p:cNvSpPr/>
            <p:nvPr/>
          </p:nvSpPr>
          <p:spPr>
            <a:xfrm>
              <a:off x="5063010" y="3551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8" name="pt19738"/>
            <p:cNvSpPr/>
            <p:nvPr/>
          </p:nvSpPr>
          <p:spPr>
            <a:xfrm>
              <a:off x="5079426" y="36132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39" name="pt19739"/>
            <p:cNvSpPr/>
            <p:nvPr/>
          </p:nvSpPr>
          <p:spPr>
            <a:xfrm>
              <a:off x="5158229" y="35688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0" name="pt19740"/>
            <p:cNvSpPr/>
            <p:nvPr/>
          </p:nvSpPr>
          <p:spPr>
            <a:xfrm>
              <a:off x="5090408" y="3569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1" name="pt19741"/>
            <p:cNvSpPr/>
            <p:nvPr/>
          </p:nvSpPr>
          <p:spPr>
            <a:xfrm>
              <a:off x="5197912" y="35618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2" name="pt19742"/>
            <p:cNvSpPr/>
            <p:nvPr/>
          </p:nvSpPr>
          <p:spPr>
            <a:xfrm>
              <a:off x="5064788" y="3540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3" name="pt19743"/>
            <p:cNvSpPr/>
            <p:nvPr/>
          </p:nvSpPr>
          <p:spPr>
            <a:xfrm>
              <a:off x="4991815" y="3548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4" name="pt19744"/>
            <p:cNvSpPr/>
            <p:nvPr/>
          </p:nvSpPr>
          <p:spPr>
            <a:xfrm>
              <a:off x="5026502" y="3520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5" name="pt19745"/>
            <p:cNvSpPr/>
            <p:nvPr/>
          </p:nvSpPr>
          <p:spPr>
            <a:xfrm>
              <a:off x="5257564" y="3603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6" name="pt19746"/>
            <p:cNvSpPr/>
            <p:nvPr/>
          </p:nvSpPr>
          <p:spPr>
            <a:xfrm>
              <a:off x="5084807" y="35228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7" name="pt19747"/>
            <p:cNvSpPr/>
            <p:nvPr/>
          </p:nvSpPr>
          <p:spPr>
            <a:xfrm>
              <a:off x="5009050" y="3531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8" name="pt19748"/>
            <p:cNvSpPr/>
            <p:nvPr/>
          </p:nvSpPr>
          <p:spPr>
            <a:xfrm>
              <a:off x="5317409" y="3541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49" name="pt19749"/>
            <p:cNvSpPr/>
            <p:nvPr/>
          </p:nvSpPr>
          <p:spPr>
            <a:xfrm>
              <a:off x="5186906" y="35627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0" name="pt19750"/>
            <p:cNvSpPr/>
            <p:nvPr/>
          </p:nvSpPr>
          <p:spPr>
            <a:xfrm>
              <a:off x="5155437" y="3581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1" name="pt19751"/>
            <p:cNvSpPr/>
            <p:nvPr/>
          </p:nvSpPr>
          <p:spPr>
            <a:xfrm>
              <a:off x="5157631" y="35520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2" name="pt19752"/>
            <p:cNvSpPr/>
            <p:nvPr/>
          </p:nvSpPr>
          <p:spPr>
            <a:xfrm>
              <a:off x="5022458" y="35502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3" name="pt19753"/>
            <p:cNvSpPr/>
            <p:nvPr/>
          </p:nvSpPr>
          <p:spPr>
            <a:xfrm>
              <a:off x="4987988" y="3501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4" name="pt19754"/>
            <p:cNvSpPr/>
            <p:nvPr/>
          </p:nvSpPr>
          <p:spPr>
            <a:xfrm>
              <a:off x="4727704" y="3556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5" name="pt19755"/>
            <p:cNvSpPr/>
            <p:nvPr/>
          </p:nvSpPr>
          <p:spPr>
            <a:xfrm>
              <a:off x="5063933" y="3538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6" name="pt19756"/>
            <p:cNvSpPr/>
            <p:nvPr/>
          </p:nvSpPr>
          <p:spPr>
            <a:xfrm>
              <a:off x="5132308" y="35518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7" name="pt19757"/>
            <p:cNvSpPr/>
            <p:nvPr/>
          </p:nvSpPr>
          <p:spPr>
            <a:xfrm>
              <a:off x="5285194" y="3541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8" name="pt19758"/>
            <p:cNvSpPr/>
            <p:nvPr/>
          </p:nvSpPr>
          <p:spPr>
            <a:xfrm>
              <a:off x="5207450" y="35738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59" name="pt19759"/>
            <p:cNvSpPr/>
            <p:nvPr/>
          </p:nvSpPr>
          <p:spPr>
            <a:xfrm>
              <a:off x="5118350" y="35500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0" name="pt19760"/>
            <p:cNvSpPr/>
            <p:nvPr/>
          </p:nvSpPr>
          <p:spPr>
            <a:xfrm>
              <a:off x="5076863" y="3575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1" name="pt19761"/>
            <p:cNvSpPr/>
            <p:nvPr/>
          </p:nvSpPr>
          <p:spPr>
            <a:xfrm>
              <a:off x="5294394" y="35670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2" name="pt19762"/>
            <p:cNvSpPr/>
            <p:nvPr/>
          </p:nvSpPr>
          <p:spPr>
            <a:xfrm>
              <a:off x="5312887" y="3570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3" name="pt19763"/>
            <p:cNvSpPr/>
            <p:nvPr/>
          </p:nvSpPr>
          <p:spPr>
            <a:xfrm>
              <a:off x="5275476" y="36670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4" name="pt19764"/>
            <p:cNvSpPr/>
            <p:nvPr/>
          </p:nvSpPr>
          <p:spPr>
            <a:xfrm>
              <a:off x="5016868" y="3610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5" name="pt19765"/>
            <p:cNvSpPr/>
            <p:nvPr/>
          </p:nvSpPr>
          <p:spPr>
            <a:xfrm>
              <a:off x="5212073" y="3563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6" name="pt19766"/>
            <p:cNvSpPr/>
            <p:nvPr/>
          </p:nvSpPr>
          <p:spPr>
            <a:xfrm>
              <a:off x="4810258" y="3562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7" name="pt19767"/>
            <p:cNvSpPr/>
            <p:nvPr/>
          </p:nvSpPr>
          <p:spPr>
            <a:xfrm>
              <a:off x="5146527" y="35420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8" name="pt19768"/>
            <p:cNvSpPr/>
            <p:nvPr/>
          </p:nvSpPr>
          <p:spPr>
            <a:xfrm>
              <a:off x="5118786" y="3546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69" name="pt19769"/>
            <p:cNvSpPr/>
            <p:nvPr/>
          </p:nvSpPr>
          <p:spPr>
            <a:xfrm>
              <a:off x="5058043" y="3593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0" name="pt19770"/>
            <p:cNvSpPr/>
            <p:nvPr/>
          </p:nvSpPr>
          <p:spPr>
            <a:xfrm>
              <a:off x="5235972" y="3565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1" name="pt19771"/>
            <p:cNvSpPr/>
            <p:nvPr/>
          </p:nvSpPr>
          <p:spPr>
            <a:xfrm>
              <a:off x="5169452" y="3581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2" name="pt19772"/>
            <p:cNvSpPr/>
            <p:nvPr/>
          </p:nvSpPr>
          <p:spPr>
            <a:xfrm>
              <a:off x="5171576" y="35424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3" name="pt19773"/>
            <p:cNvSpPr/>
            <p:nvPr/>
          </p:nvSpPr>
          <p:spPr>
            <a:xfrm>
              <a:off x="6124257" y="3590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4" name="pt19774"/>
            <p:cNvSpPr/>
            <p:nvPr/>
          </p:nvSpPr>
          <p:spPr>
            <a:xfrm>
              <a:off x="5099894" y="35645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5" name="pt19775"/>
            <p:cNvSpPr/>
            <p:nvPr/>
          </p:nvSpPr>
          <p:spPr>
            <a:xfrm>
              <a:off x="5168696" y="3506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6" name="pt19776"/>
            <p:cNvSpPr/>
            <p:nvPr/>
          </p:nvSpPr>
          <p:spPr>
            <a:xfrm>
              <a:off x="5277493" y="35259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7" name="pt19777"/>
            <p:cNvSpPr/>
            <p:nvPr/>
          </p:nvSpPr>
          <p:spPr>
            <a:xfrm>
              <a:off x="5193560" y="35140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8" name="pt19778"/>
            <p:cNvSpPr/>
            <p:nvPr/>
          </p:nvSpPr>
          <p:spPr>
            <a:xfrm>
              <a:off x="5199601" y="35585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79" name="pt19779"/>
            <p:cNvSpPr/>
            <p:nvPr/>
          </p:nvSpPr>
          <p:spPr>
            <a:xfrm>
              <a:off x="5068162" y="3533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0" name="pt19780"/>
            <p:cNvSpPr/>
            <p:nvPr/>
          </p:nvSpPr>
          <p:spPr>
            <a:xfrm>
              <a:off x="4930013" y="3540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1" name="pt19781"/>
            <p:cNvSpPr/>
            <p:nvPr/>
          </p:nvSpPr>
          <p:spPr>
            <a:xfrm>
              <a:off x="5222590" y="3542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2" name="pt19782"/>
            <p:cNvSpPr/>
            <p:nvPr/>
          </p:nvSpPr>
          <p:spPr>
            <a:xfrm>
              <a:off x="5095187" y="3531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3" name="pt19783"/>
            <p:cNvSpPr/>
            <p:nvPr/>
          </p:nvSpPr>
          <p:spPr>
            <a:xfrm>
              <a:off x="5488724" y="3572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4" name="pt19784"/>
            <p:cNvSpPr/>
            <p:nvPr/>
          </p:nvSpPr>
          <p:spPr>
            <a:xfrm>
              <a:off x="5227203" y="35765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5" name="pt19785"/>
            <p:cNvSpPr/>
            <p:nvPr/>
          </p:nvSpPr>
          <p:spPr>
            <a:xfrm>
              <a:off x="5013584" y="3555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6" name="pt19786"/>
            <p:cNvSpPr/>
            <p:nvPr/>
          </p:nvSpPr>
          <p:spPr>
            <a:xfrm>
              <a:off x="5146789" y="3584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7" name="pt19787"/>
            <p:cNvSpPr/>
            <p:nvPr/>
          </p:nvSpPr>
          <p:spPr>
            <a:xfrm>
              <a:off x="5135487" y="3554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8" name="pt19788"/>
            <p:cNvSpPr/>
            <p:nvPr/>
          </p:nvSpPr>
          <p:spPr>
            <a:xfrm>
              <a:off x="5347551" y="3527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89" name="pt19789"/>
            <p:cNvSpPr/>
            <p:nvPr/>
          </p:nvSpPr>
          <p:spPr>
            <a:xfrm>
              <a:off x="4944690" y="35574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0" name="pt19790"/>
            <p:cNvSpPr/>
            <p:nvPr/>
          </p:nvSpPr>
          <p:spPr>
            <a:xfrm>
              <a:off x="5204981" y="35711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1" name="pt19791"/>
            <p:cNvSpPr/>
            <p:nvPr/>
          </p:nvSpPr>
          <p:spPr>
            <a:xfrm>
              <a:off x="5177073" y="35434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2" name="pt19792"/>
            <p:cNvSpPr/>
            <p:nvPr/>
          </p:nvSpPr>
          <p:spPr>
            <a:xfrm>
              <a:off x="5023774" y="35670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3" name="pt19793"/>
            <p:cNvSpPr/>
            <p:nvPr/>
          </p:nvSpPr>
          <p:spPr>
            <a:xfrm>
              <a:off x="5189020" y="35477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4" name="pt19794"/>
            <p:cNvSpPr/>
            <p:nvPr/>
          </p:nvSpPr>
          <p:spPr>
            <a:xfrm>
              <a:off x="5364087" y="3547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5" name="pt19795"/>
            <p:cNvSpPr/>
            <p:nvPr/>
          </p:nvSpPr>
          <p:spPr>
            <a:xfrm>
              <a:off x="5122639" y="35796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6" name="pt19796"/>
            <p:cNvSpPr/>
            <p:nvPr/>
          </p:nvSpPr>
          <p:spPr>
            <a:xfrm>
              <a:off x="5107356" y="35065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7" name="pt19797"/>
            <p:cNvSpPr/>
            <p:nvPr/>
          </p:nvSpPr>
          <p:spPr>
            <a:xfrm>
              <a:off x="5107739" y="35187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8" name="pt19798"/>
            <p:cNvSpPr/>
            <p:nvPr/>
          </p:nvSpPr>
          <p:spPr>
            <a:xfrm>
              <a:off x="5296859" y="3603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799" name="pt19799"/>
            <p:cNvSpPr/>
            <p:nvPr/>
          </p:nvSpPr>
          <p:spPr>
            <a:xfrm>
              <a:off x="5299342" y="3604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0" name="pt19800"/>
            <p:cNvSpPr/>
            <p:nvPr/>
          </p:nvSpPr>
          <p:spPr>
            <a:xfrm>
              <a:off x="5308691" y="35508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1" name="pt19801"/>
            <p:cNvSpPr/>
            <p:nvPr/>
          </p:nvSpPr>
          <p:spPr>
            <a:xfrm>
              <a:off x="5287961" y="35592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2" name="pt19802"/>
            <p:cNvSpPr/>
            <p:nvPr/>
          </p:nvSpPr>
          <p:spPr>
            <a:xfrm>
              <a:off x="5180353" y="3564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3" name="pt19803"/>
            <p:cNvSpPr/>
            <p:nvPr/>
          </p:nvSpPr>
          <p:spPr>
            <a:xfrm>
              <a:off x="5093985" y="35656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4" name="pt19804"/>
            <p:cNvSpPr/>
            <p:nvPr/>
          </p:nvSpPr>
          <p:spPr>
            <a:xfrm>
              <a:off x="5216586" y="3580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5" name="pt19805"/>
            <p:cNvSpPr/>
            <p:nvPr/>
          </p:nvSpPr>
          <p:spPr>
            <a:xfrm>
              <a:off x="5216346" y="36022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6" name="pt19806"/>
            <p:cNvSpPr/>
            <p:nvPr/>
          </p:nvSpPr>
          <p:spPr>
            <a:xfrm>
              <a:off x="5131332" y="35571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7" name="pt19807"/>
            <p:cNvSpPr/>
            <p:nvPr/>
          </p:nvSpPr>
          <p:spPr>
            <a:xfrm>
              <a:off x="5508266" y="35690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8" name="pt19808"/>
            <p:cNvSpPr/>
            <p:nvPr/>
          </p:nvSpPr>
          <p:spPr>
            <a:xfrm>
              <a:off x="5258831" y="35515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09" name="pt19809"/>
            <p:cNvSpPr/>
            <p:nvPr/>
          </p:nvSpPr>
          <p:spPr>
            <a:xfrm>
              <a:off x="5144656" y="35516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0" name="pt19810"/>
            <p:cNvSpPr/>
            <p:nvPr/>
          </p:nvSpPr>
          <p:spPr>
            <a:xfrm>
              <a:off x="5015034" y="3529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1" name="pt19811"/>
            <p:cNvSpPr/>
            <p:nvPr/>
          </p:nvSpPr>
          <p:spPr>
            <a:xfrm>
              <a:off x="5181516" y="35532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2" name="pt19812"/>
            <p:cNvSpPr/>
            <p:nvPr/>
          </p:nvSpPr>
          <p:spPr>
            <a:xfrm>
              <a:off x="5221083" y="35629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3" name="pt19813"/>
            <p:cNvSpPr/>
            <p:nvPr/>
          </p:nvSpPr>
          <p:spPr>
            <a:xfrm>
              <a:off x="4965765" y="35501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4" name="pt19814"/>
            <p:cNvSpPr/>
            <p:nvPr/>
          </p:nvSpPr>
          <p:spPr>
            <a:xfrm>
              <a:off x="5271583" y="3570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5" name="pt19815"/>
            <p:cNvSpPr/>
            <p:nvPr/>
          </p:nvSpPr>
          <p:spPr>
            <a:xfrm>
              <a:off x="5160731" y="35298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6" name="pt19816"/>
            <p:cNvSpPr/>
            <p:nvPr/>
          </p:nvSpPr>
          <p:spPr>
            <a:xfrm>
              <a:off x="5144652" y="35262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7" name="pt19817"/>
            <p:cNvSpPr/>
            <p:nvPr/>
          </p:nvSpPr>
          <p:spPr>
            <a:xfrm>
              <a:off x="5058751" y="35218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8" name="pt19818"/>
            <p:cNvSpPr/>
            <p:nvPr/>
          </p:nvSpPr>
          <p:spPr>
            <a:xfrm>
              <a:off x="5209325" y="35781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19" name="pt19819"/>
            <p:cNvSpPr/>
            <p:nvPr/>
          </p:nvSpPr>
          <p:spPr>
            <a:xfrm>
              <a:off x="5035442" y="3529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0" name="pt19820"/>
            <p:cNvSpPr/>
            <p:nvPr/>
          </p:nvSpPr>
          <p:spPr>
            <a:xfrm>
              <a:off x="4917038" y="35606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1" name="pt19821"/>
            <p:cNvSpPr/>
            <p:nvPr/>
          </p:nvSpPr>
          <p:spPr>
            <a:xfrm>
              <a:off x="5097105" y="3626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2" name="pt19822"/>
            <p:cNvSpPr/>
            <p:nvPr/>
          </p:nvSpPr>
          <p:spPr>
            <a:xfrm>
              <a:off x="5142220" y="35549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3" name="pt19823"/>
            <p:cNvSpPr/>
            <p:nvPr/>
          </p:nvSpPr>
          <p:spPr>
            <a:xfrm>
              <a:off x="5167606" y="3549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4" name="pt19824"/>
            <p:cNvSpPr/>
            <p:nvPr/>
          </p:nvSpPr>
          <p:spPr>
            <a:xfrm>
              <a:off x="5196441" y="35640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5" name="pt19825"/>
            <p:cNvSpPr/>
            <p:nvPr/>
          </p:nvSpPr>
          <p:spPr>
            <a:xfrm>
              <a:off x="5187462" y="35790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6" name="pt19826"/>
            <p:cNvSpPr/>
            <p:nvPr/>
          </p:nvSpPr>
          <p:spPr>
            <a:xfrm>
              <a:off x="5082101" y="35611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7" name="pt19827"/>
            <p:cNvSpPr/>
            <p:nvPr/>
          </p:nvSpPr>
          <p:spPr>
            <a:xfrm>
              <a:off x="5153978" y="3557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8" name="pt19828"/>
            <p:cNvSpPr/>
            <p:nvPr/>
          </p:nvSpPr>
          <p:spPr>
            <a:xfrm>
              <a:off x="5118252" y="36173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29" name="pt19829"/>
            <p:cNvSpPr/>
            <p:nvPr/>
          </p:nvSpPr>
          <p:spPr>
            <a:xfrm>
              <a:off x="5056866" y="3534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0" name="pt19830"/>
            <p:cNvSpPr/>
            <p:nvPr/>
          </p:nvSpPr>
          <p:spPr>
            <a:xfrm>
              <a:off x="5230019" y="3556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1" name="pt19831"/>
            <p:cNvSpPr/>
            <p:nvPr/>
          </p:nvSpPr>
          <p:spPr>
            <a:xfrm>
              <a:off x="5075078" y="34997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2" name="pt19832"/>
            <p:cNvSpPr/>
            <p:nvPr/>
          </p:nvSpPr>
          <p:spPr>
            <a:xfrm>
              <a:off x="5165134" y="3556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3" name="pt19833"/>
            <p:cNvSpPr/>
            <p:nvPr/>
          </p:nvSpPr>
          <p:spPr>
            <a:xfrm>
              <a:off x="5180832" y="35447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4" name="pt19834"/>
            <p:cNvSpPr/>
            <p:nvPr/>
          </p:nvSpPr>
          <p:spPr>
            <a:xfrm>
              <a:off x="5091246" y="35518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5" name="pt19835"/>
            <p:cNvSpPr/>
            <p:nvPr/>
          </p:nvSpPr>
          <p:spPr>
            <a:xfrm>
              <a:off x="4912446" y="3523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6" name="pt19836"/>
            <p:cNvSpPr/>
            <p:nvPr/>
          </p:nvSpPr>
          <p:spPr>
            <a:xfrm>
              <a:off x="4926334" y="35581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7" name="pt19837"/>
            <p:cNvSpPr/>
            <p:nvPr/>
          </p:nvSpPr>
          <p:spPr>
            <a:xfrm>
              <a:off x="5153660" y="35348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8" name="pt19838"/>
            <p:cNvSpPr/>
            <p:nvPr/>
          </p:nvSpPr>
          <p:spPr>
            <a:xfrm>
              <a:off x="5061510" y="3549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39" name="pt19839"/>
            <p:cNvSpPr/>
            <p:nvPr/>
          </p:nvSpPr>
          <p:spPr>
            <a:xfrm>
              <a:off x="5241658" y="3594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0" name="pt19840"/>
            <p:cNvSpPr/>
            <p:nvPr/>
          </p:nvSpPr>
          <p:spPr>
            <a:xfrm>
              <a:off x="5029439" y="3560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1" name="pt19841"/>
            <p:cNvSpPr/>
            <p:nvPr/>
          </p:nvSpPr>
          <p:spPr>
            <a:xfrm>
              <a:off x="5116849" y="3548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2" name="pt19842"/>
            <p:cNvSpPr/>
            <p:nvPr/>
          </p:nvSpPr>
          <p:spPr>
            <a:xfrm>
              <a:off x="5206698" y="3594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3" name="pt19843"/>
            <p:cNvSpPr/>
            <p:nvPr/>
          </p:nvSpPr>
          <p:spPr>
            <a:xfrm>
              <a:off x="5106604" y="35236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4" name="pt19844"/>
            <p:cNvSpPr/>
            <p:nvPr/>
          </p:nvSpPr>
          <p:spPr>
            <a:xfrm>
              <a:off x="5140827" y="35465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5" name="pt19845"/>
            <p:cNvSpPr/>
            <p:nvPr/>
          </p:nvSpPr>
          <p:spPr>
            <a:xfrm>
              <a:off x="5155216" y="35552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6" name="pt19846"/>
            <p:cNvSpPr/>
            <p:nvPr/>
          </p:nvSpPr>
          <p:spPr>
            <a:xfrm>
              <a:off x="5198900" y="3552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7" name="pt19847"/>
            <p:cNvSpPr/>
            <p:nvPr/>
          </p:nvSpPr>
          <p:spPr>
            <a:xfrm>
              <a:off x="5152513" y="3550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8" name="pt19848"/>
            <p:cNvSpPr/>
            <p:nvPr/>
          </p:nvSpPr>
          <p:spPr>
            <a:xfrm>
              <a:off x="5167812" y="3574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49" name="pt19849"/>
            <p:cNvSpPr/>
            <p:nvPr/>
          </p:nvSpPr>
          <p:spPr>
            <a:xfrm>
              <a:off x="5162584" y="3549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0" name="pt19850"/>
            <p:cNvSpPr/>
            <p:nvPr/>
          </p:nvSpPr>
          <p:spPr>
            <a:xfrm>
              <a:off x="5045743" y="3558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1" name="pt19851"/>
            <p:cNvSpPr/>
            <p:nvPr/>
          </p:nvSpPr>
          <p:spPr>
            <a:xfrm>
              <a:off x="5176828" y="35558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2" name="pt19852"/>
            <p:cNvSpPr/>
            <p:nvPr/>
          </p:nvSpPr>
          <p:spPr>
            <a:xfrm>
              <a:off x="5303309" y="35750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3" name="pt19853"/>
            <p:cNvSpPr/>
            <p:nvPr/>
          </p:nvSpPr>
          <p:spPr>
            <a:xfrm>
              <a:off x="5240308" y="3568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4" name="pt19854"/>
            <p:cNvSpPr/>
            <p:nvPr/>
          </p:nvSpPr>
          <p:spPr>
            <a:xfrm>
              <a:off x="5077511" y="35020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5" name="pt19855"/>
            <p:cNvSpPr/>
            <p:nvPr/>
          </p:nvSpPr>
          <p:spPr>
            <a:xfrm>
              <a:off x="5048215" y="3570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6" name="pt19856"/>
            <p:cNvSpPr/>
            <p:nvPr/>
          </p:nvSpPr>
          <p:spPr>
            <a:xfrm>
              <a:off x="5118381" y="35074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7" name="pt19857"/>
            <p:cNvSpPr/>
            <p:nvPr/>
          </p:nvSpPr>
          <p:spPr>
            <a:xfrm>
              <a:off x="5181018" y="35583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8" name="pt19858"/>
            <p:cNvSpPr/>
            <p:nvPr/>
          </p:nvSpPr>
          <p:spPr>
            <a:xfrm>
              <a:off x="5057017" y="35622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59" name="pt19859"/>
            <p:cNvSpPr/>
            <p:nvPr/>
          </p:nvSpPr>
          <p:spPr>
            <a:xfrm>
              <a:off x="4996158" y="35649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0" name="pt19860"/>
            <p:cNvSpPr/>
            <p:nvPr/>
          </p:nvSpPr>
          <p:spPr>
            <a:xfrm>
              <a:off x="5137017" y="35414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1" name="pt19861"/>
            <p:cNvSpPr/>
            <p:nvPr/>
          </p:nvSpPr>
          <p:spPr>
            <a:xfrm>
              <a:off x="5121497" y="35148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2" name="pt19862"/>
            <p:cNvSpPr/>
            <p:nvPr/>
          </p:nvSpPr>
          <p:spPr>
            <a:xfrm>
              <a:off x="5132177" y="3546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3" name="pt19863"/>
            <p:cNvSpPr/>
            <p:nvPr/>
          </p:nvSpPr>
          <p:spPr>
            <a:xfrm>
              <a:off x="5079992" y="35042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4" name="pt19864"/>
            <p:cNvSpPr/>
            <p:nvPr/>
          </p:nvSpPr>
          <p:spPr>
            <a:xfrm>
              <a:off x="5159226" y="3596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5" name="pt19865"/>
            <p:cNvSpPr/>
            <p:nvPr/>
          </p:nvSpPr>
          <p:spPr>
            <a:xfrm>
              <a:off x="5157371" y="3544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6" name="pt19866"/>
            <p:cNvSpPr/>
            <p:nvPr/>
          </p:nvSpPr>
          <p:spPr>
            <a:xfrm>
              <a:off x="4988124" y="35477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7" name="pt19867"/>
            <p:cNvSpPr/>
            <p:nvPr/>
          </p:nvSpPr>
          <p:spPr>
            <a:xfrm>
              <a:off x="5138266" y="35112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8" name="pt19868"/>
            <p:cNvSpPr/>
            <p:nvPr/>
          </p:nvSpPr>
          <p:spPr>
            <a:xfrm>
              <a:off x="5156705" y="3610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69" name="pt19869"/>
            <p:cNvSpPr/>
            <p:nvPr/>
          </p:nvSpPr>
          <p:spPr>
            <a:xfrm>
              <a:off x="5193065" y="35953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0" name="pt19870"/>
            <p:cNvSpPr/>
            <p:nvPr/>
          </p:nvSpPr>
          <p:spPr>
            <a:xfrm>
              <a:off x="5171670" y="3616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1" name="pt19871"/>
            <p:cNvSpPr/>
            <p:nvPr/>
          </p:nvSpPr>
          <p:spPr>
            <a:xfrm>
              <a:off x="5239665" y="3576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2" name="pt19872"/>
            <p:cNvSpPr/>
            <p:nvPr/>
          </p:nvSpPr>
          <p:spPr>
            <a:xfrm>
              <a:off x="5067124" y="35280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3" name="pt19873"/>
            <p:cNvSpPr/>
            <p:nvPr/>
          </p:nvSpPr>
          <p:spPr>
            <a:xfrm>
              <a:off x="5154572" y="35630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4" name="pt19874"/>
            <p:cNvSpPr/>
            <p:nvPr/>
          </p:nvSpPr>
          <p:spPr>
            <a:xfrm>
              <a:off x="5284426" y="35677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5" name="pt19875"/>
            <p:cNvSpPr/>
            <p:nvPr/>
          </p:nvSpPr>
          <p:spPr>
            <a:xfrm>
              <a:off x="5183714" y="3517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6" name="pt19876"/>
            <p:cNvSpPr/>
            <p:nvPr/>
          </p:nvSpPr>
          <p:spPr>
            <a:xfrm>
              <a:off x="5318733" y="35870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7" name="pt19877"/>
            <p:cNvSpPr/>
            <p:nvPr/>
          </p:nvSpPr>
          <p:spPr>
            <a:xfrm>
              <a:off x="5245059" y="35854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8" name="pt19878"/>
            <p:cNvSpPr/>
            <p:nvPr/>
          </p:nvSpPr>
          <p:spPr>
            <a:xfrm>
              <a:off x="5100583" y="36281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79" name="pt19879"/>
            <p:cNvSpPr/>
            <p:nvPr/>
          </p:nvSpPr>
          <p:spPr>
            <a:xfrm>
              <a:off x="5178640" y="35626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0" name="pt19880"/>
            <p:cNvSpPr/>
            <p:nvPr/>
          </p:nvSpPr>
          <p:spPr>
            <a:xfrm>
              <a:off x="5183669" y="3610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1" name="pt19881"/>
            <p:cNvSpPr/>
            <p:nvPr/>
          </p:nvSpPr>
          <p:spPr>
            <a:xfrm>
              <a:off x="5093940" y="35041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2" name="pt19882"/>
            <p:cNvSpPr/>
            <p:nvPr/>
          </p:nvSpPr>
          <p:spPr>
            <a:xfrm>
              <a:off x="5191100" y="3540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3" name="pt19883"/>
            <p:cNvSpPr/>
            <p:nvPr/>
          </p:nvSpPr>
          <p:spPr>
            <a:xfrm>
              <a:off x="5139230" y="3581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4" name="pt19884"/>
            <p:cNvSpPr/>
            <p:nvPr/>
          </p:nvSpPr>
          <p:spPr>
            <a:xfrm>
              <a:off x="5244767" y="3561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5" name="pt19885"/>
            <p:cNvSpPr/>
            <p:nvPr/>
          </p:nvSpPr>
          <p:spPr>
            <a:xfrm>
              <a:off x="5161123" y="3546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6" name="pt19886"/>
            <p:cNvSpPr/>
            <p:nvPr/>
          </p:nvSpPr>
          <p:spPr>
            <a:xfrm>
              <a:off x="5183146" y="3575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7" name="pt19887"/>
            <p:cNvSpPr/>
            <p:nvPr/>
          </p:nvSpPr>
          <p:spPr>
            <a:xfrm>
              <a:off x="5140747" y="35532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8" name="pt19888"/>
            <p:cNvSpPr/>
            <p:nvPr/>
          </p:nvSpPr>
          <p:spPr>
            <a:xfrm>
              <a:off x="5057102" y="35231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89" name="pt19889"/>
            <p:cNvSpPr/>
            <p:nvPr/>
          </p:nvSpPr>
          <p:spPr>
            <a:xfrm>
              <a:off x="5317110" y="35472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0" name="pt19890"/>
            <p:cNvSpPr/>
            <p:nvPr/>
          </p:nvSpPr>
          <p:spPr>
            <a:xfrm>
              <a:off x="5135410" y="34884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1" name="pt19891"/>
            <p:cNvSpPr/>
            <p:nvPr/>
          </p:nvSpPr>
          <p:spPr>
            <a:xfrm>
              <a:off x="5045456" y="3562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2" name="pt19892"/>
            <p:cNvSpPr/>
            <p:nvPr/>
          </p:nvSpPr>
          <p:spPr>
            <a:xfrm>
              <a:off x="5246240" y="35522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3" name="pt19893"/>
            <p:cNvSpPr/>
            <p:nvPr/>
          </p:nvSpPr>
          <p:spPr>
            <a:xfrm>
              <a:off x="5120935" y="3587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4" name="pt19894"/>
            <p:cNvSpPr/>
            <p:nvPr/>
          </p:nvSpPr>
          <p:spPr>
            <a:xfrm>
              <a:off x="5173419" y="3526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5" name="pt19895"/>
            <p:cNvSpPr/>
            <p:nvPr/>
          </p:nvSpPr>
          <p:spPr>
            <a:xfrm>
              <a:off x="5110745" y="36194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6" name="pt19896"/>
            <p:cNvSpPr/>
            <p:nvPr/>
          </p:nvSpPr>
          <p:spPr>
            <a:xfrm>
              <a:off x="5162079" y="3694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7" name="pt19897"/>
            <p:cNvSpPr/>
            <p:nvPr/>
          </p:nvSpPr>
          <p:spPr>
            <a:xfrm>
              <a:off x="5100608" y="3443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8" name="pt19898"/>
            <p:cNvSpPr/>
            <p:nvPr/>
          </p:nvSpPr>
          <p:spPr>
            <a:xfrm>
              <a:off x="5094225" y="3520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899" name="pt19899"/>
            <p:cNvSpPr/>
            <p:nvPr/>
          </p:nvSpPr>
          <p:spPr>
            <a:xfrm>
              <a:off x="5090856" y="35515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0" name="pt19900"/>
            <p:cNvSpPr/>
            <p:nvPr/>
          </p:nvSpPr>
          <p:spPr>
            <a:xfrm>
              <a:off x="5197410" y="35268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1" name="pt19901"/>
            <p:cNvSpPr/>
            <p:nvPr/>
          </p:nvSpPr>
          <p:spPr>
            <a:xfrm>
              <a:off x="5056002" y="3564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2" name="pt19902"/>
            <p:cNvSpPr/>
            <p:nvPr/>
          </p:nvSpPr>
          <p:spPr>
            <a:xfrm>
              <a:off x="5120690" y="3550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3" name="pt19903"/>
            <p:cNvSpPr/>
            <p:nvPr/>
          </p:nvSpPr>
          <p:spPr>
            <a:xfrm>
              <a:off x="5131316" y="3535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4" name="pt19904"/>
            <p:cNvSpPr/>
            <p:nvPr/>
          </p:nvSpPr>
          <p:spPr>
            <a:xfrm>
              <a:off x="5091707" y="3558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5" name="pt19905"/>
            <p:cNvSpPr/>
            <p:nvPr/>
          </p:nvSpPr>
          <p:spPr>
            <a:xfrm>
              <a:off x="5127723" y="35839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6" name="pt19906"/>
            <p:cNvSpPr/>
            <p:nvPr/>
          </p:nvSpPr>
          <p:spPr>
            <a:xfrm>
              <a:off x="5057850" y="35352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7" name="pt19907"/>
            <p:cNvSpPr/>
            <p:nvPr/>
          </p:nvSpPr>
          <p:spPr>
            <a:xfrm>
              <a:off x="5214305" y="3389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8" name="pt19908"/>
            <p:cNvSpPr/>
            <p:nvPr/>
          </p:nvSpPr>
          <p:spPr>
            <a:xfrm>
              <a:off x="5077844" y="35335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09" name="pt19909"/>
            <p:cNvSpPr/>
            <p:nvPr/>
          </p:nvSpPr>
          <p:spPr>
            <a:xfrm>
              <a:off x="5104680" y="3522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0" name="pt19910"/>
            <p:cNvSpPr/>
            <p:nvPr/>
          </p:nvSpPr>
          <p:spPr>
            <a:xfrm>
              <a:off x="5195556" y="3556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1" name="pt19911"/>
            <p:cNvSpPr/>
            <p:nvPr/>
          </p:nvSpPr>
          <p:spPr>
            <a:xfrm>
              <a:off x="5299018" y="3549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2" name="pt19912"/>
            <p:cNvSpPr/>
            <p:nvPr/>
          </p:nvSpPr>
          <p:spPr>
            <a:xfrm>
              <a:off x="5096539" y="35464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3" name="pt19913"/>
            <p:cNvSpPr/>
            <p:nvPr/>
          </p:nvSpPr>
          <p:spPr>
            <a:xfrm>
              <a:off x="5143935" y="3569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4" name="pt19914"/>
            <p:cNvSpPr/>
            <p:nvPr/>
          </p:nvSpPr>
          <p:spPr>
            <a:xfrm>
              <a:off x="5085879" y="35484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5" name="pt19915"/>
            <p:cNvSpPr/>
            <p:nvPr/>
          </p:nvSpPr>
          <p:spPr>
            <a:xfrm>
              <a:off x="5229701" y="3575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6" name="pt19916"/>
            <p:cNvSpPr/>
            <p:nvPr/>
          </p:nvSpPr>
          <p:spPr>
            <a:xfrm>
              <a:off x="5058691" y="3526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7" name="pt19917"/>
            <p:cNvSpPr/>
            <p:nvPr/>
          </p:nvSpPr>
          <p:spPr>
            <a:xfrm>
              <a:off x="5226930" y="3536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8" name="pt19918"/>
            <p:cNvSpPr/>
            <p:nvPr/>
          </p:nvSpPr>
          <p:spPr>
            <a:xfrm>
              <a:off x="5081879" y="3576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19" name="pt19919"/>
            <p:cNvSpPr/>
            <p:nvPr/>
          </p:nvSpPr>
          <p:spPr>
            <a:xfrm>
              <a:off x="5235511" y="3566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0" name="pt19920"/>
            <p:cNvSpPr/>
            <p:nvPr/>
          </p:nvSpPr>
          <p:spPr>
            <a:xfrm>
              <a:off x="5177384" y="36041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1" name="pt19921"/>
            <p:cNvSpPr/>
            <p:nvPr/>
          </p:nvSpPr>
          <p:spPr>
            <a:xfrm>
              <a:off x="5233455" y="3566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2" name="pt19922"/>
            <p:cNvSpPr/>
            <p:nvPr/>
          </p:nvSpPr>
          <p:spPr>
            <a:xfrm>
              <a:off x="5015119" y="35728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3" name="pt19923"/>
            <p:cNvSpPr/>
            <p:nvPr/>
          </p:nvSpPr>
          <p:spPr>
            <a:xfrm>
              <a:off x="5093998" y="35664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4" name="pt19924"/>
            <p:cNvSpPr/>
            <p:nvPr/>
          </p:nvSpPr>
          <p:spPr>
            <a:xfrm>
              <a:off x="5176795" y="3560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5" name="pt19925"/>
            <p:cNvSpPr/>
            <p:nvPr/>
          </p:nvSpPr>
          <p:spPr>
            <a:xfrm>
              <a:off x="5156645" y="3562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6" name="pt19926"/>
            <p:cNvSpPr/>
            <p:nvPr/>
          </p:nvSpPr>
          <p:spPr>
            <a:xfrm>
              <a:off x="5243935" y="35755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7" name="pt19927"/>
            <p:cNvSpPr/>
            <p:nvPr/>
          </p:nvSpPr>
          <p:spPr>
            <a:xfrm>
              <a:off x="5064241" y="35551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8" name="pt19928"/>
            <p:cNvSpPr/>
            <p:nvPr/>
          </p:nvSpPr>
          <p:spPr>
            <a:xfrm>
              <a:off x="5282822" y="3589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29" name="pt19929"/>
            <p:cNvSpPr/>
            <p:nvPr/>
          </p:nvSpPr>
          <p:spPr>
            <a:xfrm>
              <a:off x="5059605" y="35808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0" name="pt19930"/>
            <p:cNvSpPr/>
            <p:nvPr/>
          </p:nvSpPr>
          <p:spPr>
            <a:xfrm>
              <a:off x="5200023" y="3586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1" name="pt19931"/>
            <p:cNvSpPr/>
            <p:nvPr/>
          </p:nvSpPr>
          <p:spPr>
            <a:xfrm>
              <a:off x="4776149" y="3538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2" name="pt19932"/>
            <p:cNvSpPr/>
            <p:nvPr/>
          </p:nvSpPr>
          <p:spPr>
            <a:xfrm>
              <a:off x="5262889" y="35414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3" name="pt19933"/>
            <p:cNvSpPr/>
            <p:nvPr/>
          </p:nvSpPr>
          <p:spPr>
            <a:xfrm>
              <a:off x="5142259" y="35814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4" name="pt19934"/>
            <p:cNvSpPr/>
            <p:nvPr/>
          </p:nvSpPr>
          <p:spPr>
            <a:xfrm>
              <a:off x="5110321" y="3549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5" name="pt19935"/>
            <p:cNvSpPr/>
            <p:nvPr/>
          </p:nvSpPr>
          <p:spPr>
            <a:xfrm>
              <a:off x="5229276" y="34830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6" name="pt19936"/>
            <p:cNvSpPr/>
            <p:nvPr/>
          </p:nvSpPr>
          <p:spPr>
            <a:xfrm>
              <a:off x="5203245" y="35921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7" name="pt19937"/>
            <p:cNvSpPr/>
            <p:nvPr/>
          </p:nvSpPr>
          <p:spPr>
            <a:xfrm>
              <a:off x="5082601" y="3593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8" name="pt19938"/>
            <p:cNvSpPr/>
            <p:nvPr/>
          </p:nvSpPr>
          <p:spPr>
            <a:xfrm>
              <a:off x="5147353" y="3546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39" name="pt19939"/>
            <p:cNvSpPr/>
            <p:nvPr/>
          </p:nvSpPr>
          <p:spPr>
            <a:xfrm>
              <a:off x="4962148" y="35827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0" name="pt19940"/>
            <p:cNvSpPr/>
            <p:nvPr/>
          </p:nvSpPr>
          <p:spPr>
            <a:xfrm>
              <a:off x="5182626" y="35519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1" name="pt19941"/>
            <p:cNvSpPr/>
            <p:nvPr/>
          </p:nvSpPr>
          <p:spPr>
            <a:xfrm>
              <a:off x="5104234" y="35066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2" name="pt19942"/>
            <p:cNvSpPr/>
            <p:nvPr/>
          </p:nvSpPr>
          <p:spPr>
            <a:xfrm>
              <a:off x="5374519" y="348989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43" name="pt19943"/>
            <p:cNvSpPr/>
            <p:nvPr/>
          </p:nvSpPr>
          <p:spPr>
            <a:xfrm>
              <a:off x="5195472" y="35000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4" name="pt19944"/>
            <p:cNvSpPr/>
            <p:nvPr/>
          </p:nvSpPr>
          <p:spPr>
            <a:xfrm>
              <a:off x="5261245" y="35624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5" name="pt19945"/>
            <p:cNvSpPr/>
            <p:nvPr/>
          </p:nvSpPr>
          <p:spPr>
            <a:xfrm>
              <a:off x="5158251" y="35702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6" name="pt19946"/>
            <p:cNvSpPr/>
            <p:nvPr/>
          </p:nvSpPr>
          <p:spPr>
            <a:xfrm>
              <a:off x="5101115" y="35537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7" name="pt19947"/>
            <p:cNvSpPr/>
            <p:nvPr/>
          </p:nvSpPr>
          <p:spPr>
            <a:xfrm>
              <a:off x="5134169" y="3526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8" name="pt19948"/>
            <p:cNvSpPr/>
            <p:nvPr/>
          </p:nvSpPr>
          <p:spPr>
            <a:xfrm>
              <a:off x="5149248" y="3593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49" name="pt19949"/>
            <p:cNvSpPr/>
            <p:nvPr/>
          </p:nvSpPr>
          <p:spPr>
            <a:xfrm>
              <a:off x="5223149" y="3555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0" name="pt19950"/>
            <p:cNvSpPr/>
            <p:nvPr/>
          </p:nvSpPr>
          <p:spPr>
            <a:xfrm>
              <a:off x="5106803" y="3561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1" name="pt19951"/>
            <p:cNvSpPr/>
            <p:nvPr/>
          </p:nvSpPr>
          <p:spPr>
            <a:xfrm>
              <a:off x="5042124" y="35441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2" name="pt19952"/>
            <p:cNvSpPr/>
            <p:nvPr/>
          </p:nvSpPr>
          <p:spPr>
            <a:xfrm>
              <a:off x="5178115" y="3558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3" name="pt19953"/>
            <p:cNvSpPr/>
            <p:nvPr/>
          </p:nvSpPr>
          <p:spPr>
            <a:xfrm>
              <a:off x="5254510" y="3557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4" name="pt19954"/>
            <p:cNvSpPr/>
            <p:nvPr/>
          </p:nvSpPr>
          <p:spPr>
            <a:xfrm>
              <a:off x="5126237" y="35654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5" name="pt19955"/>
            <p:cNvSpPr/>
            <p:nvPr/>
          </p:nvSpPr>
          <p:spPr>
            <a:xfrm>
              <a:off x="5249801" y="35561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6" name="pt19956"/>
            <p:cNvSpPr/>
            <p:nvPr/>
          </p:nvSpPr>
          <p:spPr>
            <a:xfrm>
              <a:off x="5147903" y="35231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7" name="pt19957"/>
            <p:cNvSpPr/>
            <p:nvPr/>
          </p:nvSpPr>
          <p:spPr>
            <a:xfrm>
              <a:off x="5250312" y="3579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8" name="pt19958"/>
            <p:cNvSpPr/>
            <p:nvPr/>
          </p:nvSpPr>
          <p:spPr>
            <a:xfrm>
              <a:off x="5102904" y="35628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59" name="pt19959"/>
            <p:cNvSpPr/>
            <p:nvPr/>
          </p:nvSpPr>
          <p:spPr>
            <a:xfrm>
              <a:off x="5116304" y="35548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0" name="pt19960"/>
            <p:cNvSpPr/>
            <p:nvPr/>
          </p:nvSpPr>
          <p:spPr>
            <a:xfrm>
              <a:off x="5212461" y="3563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1" name="pt19961"/>
            <p:cNvSpPr/>
            <p:nvPr/>
          </p:nvSpPr>
          <p:spPr>
            <a:xfrm>
              <a:off x="4700139" y="3574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2" name="pt19962"/>
            <p:cNvSpPr/>
            <p:nvPr/>
          </p:nvSpPr>
          <p:spPr>
            <a:xfrm>
              <a:off x="5060652" y="3538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3" name="pt19963"/>
            <p:cNvSpPr/>
            <p:nvPr/>
          </p:nvSpPr>
          <p:spPr>
            <a:xfrm>
              <a:off x="4910553" y="3529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4" name="pt19964"/>
            <p:cNvSpPr/>
            <p:nvPr/>
          </p:nvSpPr>
          <p:spPr>
            <a:xfrm>
              <a:off x="5119400" y="3558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5" name="pt19965"/>
            <p:cNvSpPr/>
            <p:nvPr/>
          </p:nvSpPr>
          <p:spPr>
            <a:xfrm>
              <a:off x="5065394" y="35294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6" name="pt19966"/>
            <p:cNvSpPr/>
            <p:nvPr/>
          </p:nvSpPr>
          <p:spPr>
            <a:xfrm>
              <a:off x="5151730" y="35572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7" name="pt19967"/>
            <p:cNvSpPr/>
            <p:nvPr/>
          </p:nvSpPr>
          <p:spPr>
            <a:xfrm>
              <a:off x="5063539" y="35387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8" name="pt19968"/>
            <p:cNvSpPr/>
            <p:nvPr/>
          </p:nvSpPr>
          <p:spPr>
            <a:xfrm>
              <a:off x="5152372" y="35864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69" name="pt19969"/>
            <p:cNvSpPr/>
            <p:nvPr/>
          </p:nvSpPr>
          <p:spPr>
            <a:xfrm>
              <a:off x="5263736" y="35770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0" name="pt19970"/>
            <p:cNvSpPr/>
            <p:nvPr/>
          </p:nvSpPr>
          <p:spPr>
            <a:xfrm>
              <a:off x="5217748" y="3570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1" name="pt19971"/>
            <p:cNvSpPr/>
            <p:nvPr/>
          </p:nvSpPr>
          <p:spPr>
            <a:xfrm>
              <a:off x="5292479" y="35851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2" name="pt19972"/>
            <p:cNvSpPr/>
            <p:nvPr/>
          </p:nvSpPr>
          <p:spPr>
            <a:xfrm>
              <a:off x="5102979" y="35285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3" name="pt19973"/>
            <p:cNvSpPr/>
            <p:nvPr/>
          </p:nvSpPr>
          <p:spPr>
            <a:xfrm>
              <a:off x="5281709" y="3582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4" name="pt19974"/>
            <p:cNvSpPr/>
            <p:nvPr/>
          </p:nvSpPr>
          <p:spPr>
            <a:xfrm>
              <a:off x="5130220" y="35728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5" name="pt19975"/>
            <p:cNvSpPr/>
            <p:nvPr/>
          </p:nvSpPr>
          <p:spPr>
            <a:xfrm>
              <a:off x="5256253" y="3552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6" name="pt19976"/>
            <p:cNvSpPr/>
            <p:nvPr/>
          </p:nvSpPr>
          <p:spPr>
            <a:xfrm>
              <a:off x="5150084" y="3561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7" name="pt19977"/>
            <p:cNvSpPr/>
            <p:nvPr/>
          </p:nvSpPr>
          <p:spPr>
            <a:xfrm>
              <a:off x="5154282" y="35492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8" name="pt19978"/>
            <p:cNvSpPr/>
            <p:nvPr/>
          </p:nvSpPr>
          <p:spPr>
            <a:xfrm>
              <a:off x="5404360" y="3550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79" name="pt19979"/>
            <p:cNvSpPr/>
            <p:nvPr/>
          </p:nvSpPr>
          <p:spPr>
            <a:xfrm>
              <a:off x="5174590" y="35592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0" name="pt19980"/>
            <p:cNvSpPr/>
            <p:nvPr/>
          </p:nvSpPr>
          <p:spPr>
            <a:xfrm>
              <a:off x="5177435" y="3603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1" name="pt19981"/>
            <p:cNvSpPr/>
            <p:nvPr/>
          </p:nvSpPr>
          <p:spPr>
            <a:xfrm>
              <a:off x="5129654" y="35509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2" name="pt19982"/>
            <p:cNvSpPr/>
            <p:nvPr/>
          </p:nvSpPr>
          <p:spPr>
            <a:xfrm>
              <a:off x="5275116" y="35756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3" name="pt19983"/>
            <p:cNvSpPr/>
            <p:nvPr/>
          </p:nvSpPr>
          <p:spPr>
            <a:xfrm>
              <a:off x="5141928" y="3527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4" name="pt19984"/>
            <p:cNvSpPr/>
            <p:nvPr/>
          </p:nvSpPr>
          <p:spPr>
            <a:xfrm>
              <a:off x="5078308" y="3529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5" name="pt19985"/>
            <p:cNvSpPr/>
            <p:nvPr/>
          </p:nvSpPr>
          <p:spPr>
            <a:xfrm>
              <a:off x="5124277" y="35940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6" name="pt19986"/>
            <p:cNvSpPr/>
            <p:nvPr/>
          </p:nvSpPr>
          <p:spPr>
            <a:xfrm>
              <a:off x="5117162" y="35073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7" name="pt19987"/>
            <p:cNvSpPr/>
            <p:nvPr/>
          </p:nvSpPr>
          <p:spPr>
            <a:xfrm>
              <a:off x="5191052" y="3927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8" name="pt19988"/>
            <p:cNvSpPr/>
            <p:nvPr/>
          </p:nvSpPr>
          <p:spPr>
            <a:xfrm>
              <a:off x="5339123" y="3612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89" name="pt19989"/>
            <p:cNvSpPr/>
            <p:nvPr/>
          </p:nvSpPr>
          <p:spPr>
            <a:xfrm>
              <a:off x="5094987" y="3533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0" name="pt19990"/>
            <p:cNvSpPr/>
            <p:nvPr/>
          </p:nvSpPr>
          <p:spPr>
            <a:xfrm>
              <a:off x="5129138" y="3555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1" name="pt19991"/>
            <p:cNvSpPr/>
            <p:nvPr/>
          </p:nvSpPr>
          <p:spPr>
            <a:xfrm>
              <a:off x="5022517" y="3510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2" name="pt19992"/>
            <p:cNvSpPr/>
            <p:nvPr/>
          </p:nvSpPr>
          <p:spPr>
            <a:xfrm>
              <a:off x="5116437" y="35870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3" name="pt19993"/>
            <p:cNvSpPr/>
            <p:nvPr/>
          </p:nvSpPr>
          <p:spPr>
            <a:xfrm>
              <a:off x="5188905" y="3571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4" name="pt19994"/>
            <p:cNvSpPr/>
            <p:nvPr/>
          </p:nvSpPr>
          <p:spPr>
            <a:xfrm>
              <a:off x="5245234" y="35918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5" name="pt19995"/>
            <p:cNvSpPr/>
            <p:nvPr/>
          </p:nvSpPr>
          <p:spPr>
            <a:xfrm>
              <a:off x="5172709" y="3570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6" name="pt19996"/>
            <p:cNvSpPr/>
            <p:nvPr/>
          </p:nvSpPr>
          <p:spPr>
            <a:xfrm>
              <a:off x="5057590" y="35563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7" name="pt19997"/>
            <p:cNvSpPr/>
            <p:nvPr/>
          </p:nvSpPr>
          <p:spPr>
            <a:xfrm>
              <a:off x="5080545" y="35562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8" name="pt19998"/>
            <p:cNvSpPr/>
            <p:nvPr/>
          </p:nvSpPr>
          <p:spPr>
            <a:xfrm>
              <a:off x="5074311" y="35452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19999" name="pt19999"/>
            <p:cNvSpPr/>
            <p:nvPr/>
          </p:nvSpPr>
          <p:spPr>
            <a:xfrm>
              <a:off x="5147716" y="35570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0" name="pt20000"/>
            <p:cNvSpPr/>
            <p:nvPr/>
          </p:nvSpPr>
          <p:spPr>
            <a:xfrm>
              <a:off x="5200938" y="3614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1" name="pt20001"/>
            <p:cNvSpPr/>
            <p:nvPr/>
          </p:nvSpPr>
          <p:spPr>
            <a:xfrm>
              <a:off x="5124715" y="3558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2" name="pt20002"/>
            <p:cNvSpPr/>
            <p:nvPr/>
          </p:nvSpPr>
          <p:spPr>
            <a:xfrm>
              <a:off x="5302611" y="3572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3" name="pt20003"/>
            <p:cNvSpPr/>
            <p:nvPr/>
          </p:nvSpPr>
          <p:spPr>
            <a:xfrm>
              <a:off x="5043813" y="3521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4" name="pt20004"/>
            <p:cNvSpPr/>
            <p:nvPr/>
          </p:nvSpPr>
          <p:spPr>
            <a:xfrm>
              <a:off x="5113869" y="35589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5" name="pt20005"/>
            <p:cNvSpPr/>
            <p:nvPr/>
          </p:nvSpPr>
          <p:spPr>
            <a:xfrm>
              <a:off x="5103849" y="3527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6" name="pt20006"/>
            <p:cNvSpPr/>
            <p:nvPr/>
          </p:nvSpPr>
          <p:spPr>
            <a:xfrm>
              <a:off x="5124522" y="3560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7" name="pt20007"/>
            <p:cNvSpPr/>
            <p:nvPr/>
          </p:nvSpPr>
          <p:spPr>
            <a:xfrm>
              <a:off x="5005822" y="35335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8" name="pt20008"/>
            <p:cNvSpPr/>
            <p:nvPr/>
          </p:nvSpPr>
          <p:spPr>
            <a:xfrm>
              <a:off x="4979532" y="3569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09" name="pt20009"/>
            <p:cNvSpPr/>
            <p:nvPr/>
          </p:nvSpPr>
          <p:spPr>
            <a:xfrm>
              <a:off x="5114044" y="3539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0" name="pt20010"/>
            <p:cNvSpPr/>
            <p:nvPr/>
          </p:nvSpPr>
          <p:spPr>
            <a:xfrm>
              <a:off x="5276045" y="3589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1" name="pt20011"/>
            <p:cNvSpPr/>
            <p:nvPr/>
          </p:nvSpPr>
          <p:spPr>
            <a:xfrm>
              <a:off x="5194218" y="3531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2" name="pt20012"/>
            <p:cNvSpPr/>
            <p:nvPr/>
          </p:nvSpPr>
          <p:spPr>
            <a:xfrm>
              <a:off x="4896010" y="3542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3" name="pt20013"/>
            <p:cNvSpPr/>
            <p:nvPr/>
          </p:nvSpPr>
          <p:spPr>
            <a:xfrm>
              <a:off x="5131151" y="35564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4" name="pt20014"/>
            <p:cNvSpPr/>
            <p:nvPr/>
          </p:nvSpPr>
          <p:spPr>
            <a:xfrm>
              <a:off x="5130407" y="36488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5" name="pt20015"/>
            <p:cNvSpPr/>
            <p:nvPr/>
          </p:nvSpPr>
          <p:spPr>
            <a:xfrm>
              <a:off x="5030849" y="3580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6" name="pt20016"/>
            <p:cNvSpPr/>
            <p:nvPr/>
          </p:nvSpPr>
          <p:spPr>
            <a:xfrm>
              <a:off x="5118175" y="3559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7" name="pt20017"/>
            <p:cNvSpPr/>
            <p:nvPr/>
          </p:nvSpPr>
          <p:spPr>
            <a:xfrm>
              <a:off x="5087557" y="3538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8" name="pt20018"/>
            <p:cNvSpPr/>
            <p:nvPr/>
          </p:nvSpPr>
          <p:spPr>
            <a:xfrm>
              <a:off x="5217040" y="35735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19" name="pt20019"/>
            <p:cNvSpPr/>
            <p:nvPr/>
          </p:nvSpPr>
          <p:spPr>
            <a:xfrm>
              <a:off x="5139966" y="3558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0" name="pt20020"/>
            <p:cNvSpPr/>
            <p:nvPr/>
          </p:nvSpPr>
          <p:spPr>
            <a:xfrm>
              <a:off x="5173154" y="35895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1" name="pt20021"/>
            <p:cNvSpPr/>
            <p:nvPr/>
          </p:nvSpPr>
          <p:spPr>
            <a:xfrm>
              <a:off x="5266765" y="3513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2" name="pt20022"/>
            <p:cNvSpPr/>
            <p:nvPr/>
          </p:nvSpPr>
          <p:spPr>
            <a:xfrm>
              <a:off x="5214044" y="35672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3" name="pt20023"/>
            <p:cNvSpPr/>
            <p:nvPr/>
          </p:nvSpPr>
          <p:spPr>
            <a:xfrm>
              <a:off x="5091343" y="3550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4" name="pt20024"/>
            <p:cNvSpPr/>
            <p:nvPr/>
          </p:nvSpPr>
          <p:spPr>
            <a:xfrm>
              <a:off x="5021911" y="3564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5" name="pt20025"/>
            <p:cNvSpPr/>
            <p:nvPr/>
          </p:nvSpPr>
          <p:spPr>
            <a:xfrm>
              <a:off x="5058367" y="3567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6" name="pt20026"/>
            <p:cNvSpPr/>
            <p:nvPr/>
          </p:nvSpPr>
          <p:spPr>
            <a:xfrm>
              <a:off x="5193837" y="3566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7" name="pt20027"/>
            <p:cNvSpPr/>
            <p:nvPr/>
          </p:nvSpPr>
          <p:spPr>
            <a:xfrm>
              <a:off x="5114971" y="35299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8" name="pt20028"/>
            <p:cNvSpPr/>
            <p:nvPr/>
          </p:nvSpPr>
          <p:spPr>
            <a:xfrm>
              <a:off x="5011850" y="35842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29" name="pt20029"/>
            <p:cNvSpPr/>
            <p:nvPr/>
          </p:nvSpPr>
          <p:spPr>
            <a:xfrm>
              <a:off x="5170023" y="3575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0" name="pt20030"/>
            <p:cNvSpPr/>
            <p:nvPr/>
          </p:nvSpPr>
          <p:spPr>
            <a:xfrm>
              <a:off x="5184168" y="3542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1" name="pt20031"/>
            <p:cNvSpPr/>
            <p:nvPr/>
          </p:nvSpPr>
          <p:spPr>
            <a:xfrm>
              <a:off x="5195965" y="3546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2" name="pt20032"/>
            <p:cNvSpPr/>
            <p:nvPr/>
          </p:nvSpPr>
          <p:spPr>
            <a:xfrm>
              <a:off x="5775130" y="35557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3" name="pt20033"/>
            <p:cNvSpPr/>
            <p:nvPr/>
          </p:nvSpPr>
          <p:spPr>
            <a:xfrm>
              <a:off x="5139821" y="3477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4" name="pt20034"/>
            <p:cNvSpPr/>
            <p:nvPr/>
          </p:nvSpPr>
          <p:spPr>
            <a:xfrm>
              <a:off x="5212467" y="3553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5" name="pt20035"/>
            <p:cNvSpPr/>
            <p:nvPr/>
          </p:nvSpPr>
          <p:spPr>
            <a:xfrm>
              <a:off x="5073128" y="3564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6" name="pt20036"/>
            <p:cNvSpPr/>
            <p:nvPr/>
          </p:nvSpPr>
          <p:spPr>
            <a:xfrm>
              <a:off x="5145314" y="35451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7" name="pt20037"/>
            <p:cNvSpPr/>
            <p:nvPr/>
          </p:nvSpPr>
          <p:spPr>
            <a:xfrm>
              <a:off x="5437328" y="3577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8" name="pt20038"/>
            <p:cNvSpPr/>
            <p:nvPr/>
          </p:nvSpPr>
          <p:spPr>
            <a:xfrm>
              <a:off x="5105568" y="35450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39" name="pt20039"/>
            <p:cNvSpPr/>
            <p:nvPr/>
          </p:nvSpPr>
          <p:spPr>
            <a:xfrm>
              <a:off x="5192435" y="35560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0" name="pt20040"/>
            <p:cNvSpPr/>
            <p:nvPr/>
          </p:nvSpPr>
          <p:spPr>
            <a:xfrm>
              <a:off x="5135073" y="3546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1" name="pt20041"/>
            <p:cNvSpPr/>
            <p:nvPr/>
          </p:nvSpPr>
          <p:spPr>
            <a:xfrm>
              <a:off x="5024287" y="3564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2" name="pt20042"/>
            <p:cNvSpPr/>
            <p:nvPr/>
          </p:nvSpPr>
          <p:spPr>
            <a:xfrm>
              <a:off x="4967665" y="35131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3" name="pt20043"/>
            <p:cNvSpPr/>
            <p:nvPr/>
          </p:nvSpPr>
          <p:spPr>
            <a:xfrm>
              <a:off x="5029539" y="35508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4" name="pt20044"/>
            <p:cNvSpPr/>
            <p:nvPr/>
          </p:nvSpPr>
          <p:spPr>
            <a:xfrm>
              <a:off x="5225758" y="3559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5" name="pt20045"/>
            <p:cNvSpPr/>
            <p:nvPr/>
          </p:nvSpPr>
          <p:spPr>
            <a:xfrm>
              <a:off x="5148860" y="35145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6" name="pt20046"/>
            <p:cNvSpPr/>
            <p:nvPr/>
          </p:nvSpPr>
          <p:spPr>
            <a:xfrm>
              <a:off x="5109155" y="3551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7" name="pt20047"/>
            <p:cNvSpPr/>
            <p:nvPr/>
          </p:nvSpPr>
          <p:spPr>
            <a:xfrm>
              <a:off x="5065519" y="3482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8" name="pt20048"/>
            <p:cNvSpPr/>
            <p:nvPr/>
          </p:nvSpPr>
          <p:spPr>
            <a:xfrm>
              <a:off x="5149920" y="3551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49" name="pt20049"/>
            <p:cNvSpPr/>
            <p:nvPr/>
          </p:nvSpPr>
          <p:spPr>
            <a:xfrm>
              <a:off x="5139733" y="3522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0" name="pt20050"/>
            <p:cNvSpPr/>
            <p:nvPr/>
          </p:nvSpPr>
          <p:spPr>
            <a:xfrm>
              <a:off x="5060329" y="3553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1" name="pt20051"/>
            <p:cNvSpPr/>
            <p:nvPr/>
          </p:nvSpPr>
          <p:spPr>
            <a:xfrm>
              <a:off x="5201687" y="3692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2" name="pt20052"/>
            <p:cNvSpPr/>
            <p:nvPr/>
          </p:nvSpPr>
          <p:spPr>
            <a:xfrm>
              <a:off x="5115876" y="35607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3" name="pt20053"/>
            <p:cNvSpPr/>
            <p:nvPr/>
          </p:nvSpPr>
          <p:spPr>
            <a:xfrm>
              <a:off x="5122751" y="35202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4" name="pt20054"/>
            <p:cNvSpPr/>
            <p:nvPr/>
          </p:nvSpPr>
          <p:spPr>
            <a:xfrm>
              <a:off x="5202480" y="35149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5" name="pt20055"/>
            <p:cNvSpPr/>
            <p:nvPr/>
          </p:nvSpPr>
          <p:spPr>
            <a:xfrm>
              <a:off x="5075518" y="35554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6" name="pt20056"/>
            <p:cNvSpPr/>
            <p:nvPr/>
          </p:nvSpPr>
          <p:spPr>
            <a:xfrm>
              <a:off x="4802328" y="3535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7" name="pt20057"/>
            <p:cNvSpPr/>
            <p:nvPr/>
          </p:nvSpPr>
          <p:spPr>
            <a:xfrm>
              <a:off x="5034736" y="3517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8" name="pt20058"/>
            <p:cNvSpPr/>
            <p:nvPr/>
          </p:nvSpPr>
          <p:spPr>
            <a:xfrm>
              <a:off x="5022139" y="3550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59" name="pt20059"/>
            <p:cNvSpPr/>
            <p:nvPr/>
          </p:nvSpPr>
          <p:spPr>
            <a:xfrm>
              <a:off x="5051866" y="35495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0" name="pt20060"/>
            <p:cNvSpPr/>
            <p:nvPr/>
          </p:nvSpPr>
          <p:spPr>
            <a:xfrm>
              <a:off x="5084025" y="3547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1" name="pt20061"/>
            <p:cNvSpPr/>
            <p:nvPr/>
          </p:nvSpPr>
          <p:spPr>
            <a:xfrm>
              <a:off x="5158451" y="35460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2" name="pt20062"/>
            <p:cNvSpPr/>
            <p:nvPr/>
          </p:nvSpPr>
          <p:spPr>
            <a:xfrm>
              <a:off x="5469929" y="3555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3" name="pt20063"/>
            <p:cNvSpPr/>
            <p:nvPr/>
          </p:nvSpPr>
          <p:spPr>
            <a:xfrm>
              <a:off x="5055910" y="35554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4" name="pt20064"/>
            <p:cNvSpPr/>
            <p:nvPr/>
          </p:nvSpPr>
          <p:spPr>
            <a:xfrm>
              <a:off x="5064630" y="35375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5" name="pt20065"/>
            <p:cNvSpPr/>
            <p:nvPr/>
          </p:nvSpPr>
          <p:spPr>
            <a:xfrm>
              <a:off x="5085124" y="3472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6" name="pt20066"/>
            <p:cNvSpPr/>
            <p:nvPr/>
          </p:nvSpPr>
          <p:spPr>
            <a:xfrm>
              <a:off x="5291484" y="35381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7" name="pt20067"/>
            <p:cNvSpPr/>
            <p:nvPr/>
          </p:nvSpPr>
          <p:spPr>
            <a:xfrm>
              <a:off x="5312330" y="35646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8" name="pt20068"/>
            <p:cNvSpPr/>
            <p:nvPr/>
          </p:nvSpPr>
          <p:spPr>
            <a:xfrm>
              <a:off x="5005469" y="34742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69" name="pt20069"/>
            <p:cNvSpPr/>
            <p:nvPr/>
          </p:nvSpPr>
          <p:spPr>
            <a:xfrm>
              <a:off x="5078969" y="3627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0" name="pt20070"/>
            <p:cNvSpPr/>
            <p:nvPr/>
          </p:nvSpPr>
          <p:spPr>
            <a:xfrm>
              <a:off x="5225426" y="3556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1" name="pt20071"/>
            <p:cNvSpPr/>
            <p:nvPr/>
          </p:nvSpPr>
          <p:spPr>
            <a:xfrm>
              <a:off x="5126436" y="35621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2" name="pt20072"/>
            <p:cNvSpPr/>
            <p:nvPr/>
          </p:nvSpPr>
          <p:spPr>
            <a:xfrm>
              <a:off x="5124697" y="3550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3" name="pt20073"/>
            <p:cNvSpPr/>
            <p:nvPr/>
          </p:nvSpPr>
          <p:spPr>
            <a:xfrm>
              <a:off x="5238912" y="3580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4" name="pt20074"/>
            <p:cNvSpPr/>
            <p:nvPr/>
          </p:nvSpPr>
          <p:spPr>
            <a:xfrm>
              <a:off x="5257432" y="3559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5" name="pt20075"/>
            <p:cNvSpPr/>
            <p:nvPr/>
          </p:nvSpPr>
          <p:spPr>
            <a:xfrm>
              <a:off x="5185341" y="35296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6" name="pt20076"/>
            <p:cNvSpPr/>
            <p:nvPr/>
          </p:nvSpPr>
          <p:spPr>
            <a:xfrm>
              <a:off x="5152067" y="3552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7" name="pt20077"/>
            <p:cNvSpPr/>
            <p:nvPr/>
          </p:nvSpPr>
          <p:spPr>
            <a:xfrm>
              <a:off x="5181566" y="35521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8" name="pt20078"/>
            <p:cNvSpPr/>
            <p:nvPr/>
          </p:nvSpPr>
          <p:spPr>
            <a:xfrm>
              <a:off x="5144866" y="35378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79" name="pt20079"/>
            <p:cNvSpPr/>
            <p:nvPr/>
          </p:nvSpPr>
          <p:spPr>
            <a:xfrm>
              <a:off x="5049717" y="35966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0" name="pt20080"/>
            <p:cNvSpPr/>
            <p:nvPr/>
          </p:nvSpPr>
          <p:spPr>
            <a:xfrm>
              <a:off x="5121195" y="35339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1" name="pt20081"/>
            <p:cNvSpPr/>
            <p:nvPr/>
          </p:nvSpPr>
          <p:spPr>
            <a:xfrm>
              <a:off x="5269054" y="3558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2" name="pt20082"/>
            <p:cNvSpPr/>
            <p:nvPr/>
          </p:nvSpPr>
          <p:spPr>
            <a:xfrm>
              <a:off x="4994736" y="3513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3" name="pt20083"/>
            <p:cNvSpPr/>
            <p:nvPr/>
          </p:nvSpPr>
          <p:spPr>
            <a:xfrm>
              <a:off x="5140619" y="35355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4" name="pt20084"/>
            <p:cNvSpPr/>
            <p:nvPr/>
          </p:nvSpPr>
          <p:spPr>
            <a:xfrm>
              <a:off x="5111056" y="35591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5" name="pt20085"/>
            <p:cNvSpPr/>
            <p:nvPr/>
          </p:nvSpPr>
          <p:spPr>
            <a:xfrm>
              <a:off x="5067150" y="35343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6" name="pt20086"/>
            <p:cNvSpPr/>
            <p:nvPr/>
          </p:nvSpPr>
          <p:spPr>
            <a:xfrm>
              <a:off x="5158580" y="35865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7" name="pt20087"/>
            <p:cNvSpPr/>
            <p:nvPr/>
          </p:nvSpPr>
          <p:spPr>
            <a:xfrm>
              <a:off x="5035460" y="35532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8" name="pt20088"/>
            <p:cNvSpPr/>
            <p:nvPr/>
          </p:nvSpPr>
          <p:spPr>
            <a:xfrm>
              <a:off x="5065430" y="3494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89" name="pt20089"/>
            <p:cNvSpPr/>
            <p:nvPr/>
          </p:nvSpPr>
          <p:spPr>
            <a:xfrm>
              <a:off x="5031467" y="3549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0" name="pt20090"/>
            <p:cNvSpPr/>
            <p:nvPr/>
          </p:nvSpPr>
          <p:spPr>
            <a:xfrm>
              <a:off x="5311800" y="35688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1" name="pt20091"/>
            <p:cNvSpPr/>
            <p:nvPr/>
          </p:nvSpPr>
          <p:spPr>
            <a:xfrm>
              <a:off x="5185746" y="3558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2" name="pt20092"/>
            <p:cNvSpPr/>
            <p:nvPr/>
          </p:nvSpPr>
          <p:spPr>
            <a:xfrm>
              <a:off x="4977121" y="35679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3" name="pt20093"/>
            <p:cNvSpPr/>
            <p:nvPr/>
          </p:nvSpPr>
          <p:spPr>
            <a:xfrm>
              <a:off x="5110704" y="35180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4" name="pt20094"/>
            <p:cNvSpPr/>
            <p:nvPr/>
          </p:nvSpPr>
          <p:spPr>
            <a:xfrm>
              <a:off x="5214615" y="35880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5" name="pt20095"/>
            <p:cNvSpPr/>
            <p:nvPr/>
          </p:nvSpPr>
          <p:spPr>
            <a:xfrm>
              <a:off x="5182988" y="35639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6" name="pt20096"/>
            <p:cNvSpPr/>
            <p:nvPr/>
          </p:nvSpPr>
          <p:spPr>
            <a:xfrm>
              <a:off x="5108556" y="35719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7" name="pt20097"/>
            <p:cNvSpPr/>
            <p:nvPr/>
          </p:nvSpPr>
          <p:spPr>
            <a:xfrm>
              <a:off x="5045909" y="35485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8" name="pt20098"/>
            <p:cNvSpPr/>
            <p:nvPr/>
          </p:nvSpPr>
          <p:spPr>
            <a:xfrm>
              <a:off x="5138606" y="35799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099" name="pt20099"/>
            <p:cNvSpPr/>
            <p:nvPr/>
          </p:nvSpPr>
          <p:spPr>
            <a:xfrm>
              <a:off x="5281960" y="35174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0" name="pt20100"/>
            <p:cNvSpPr/>
            <p:nvPr/>
          </p:nvSpPr>
          <p:spPr>
            <a:xfrm>
              <a:off x="5107813" y="3582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1" name="pt20101"/>
            <p:cNvSpPr/>
            <p:nvPr/>
          </p:nvSpPr>
          <p:spPr>
            <a:xfrm>
              <a:off x="5489156" y="3572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2" name="pt20102"/>
            <p:cNvSpPr/>
            <p:nvPr/>
          </p:nvSpPr>
          <p:spPr>
            <a:xfrm>
              <a:off x="5231553" y="3581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3" name="pt20103"/>
            <p:cNvSpPr/>
            <p:nvPr/>
          </p:nvSpPr>
          <p:spPr>
            <a:xfrm>
              <a:off x="5094534" y="35660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4" name="pt20104"/>
            <p:cNvSpPr/>
            <p:nvPr/>
          </p:nvSpPr>
          <p:spPr>
            <a:xfrm>
              <a:off x="5063744" y="3570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5" name="pt20105"/>
            <p:cNvSpPr/>
            <p:nvPr/>
          </p:nvSpPr>
          <p:spPr>
            <a:xfrm>
              <a:off x="5235137" y="3548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6" name="pt20106"/>
            <p:cNvSpPr/>
            <p:nvPr/>
          </p:nvSpPr>
          <p:spPr>
            <a:xfrm>
              <a:off x="5361501" y="35830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7" name="pt20107"/>
            <p:cNvSpPr/>
            <p:nvPr/>
          </p:nvSpPr>
          <p:spPr>
            <a:xfrm>
              <a:off x="5086237" y="3555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8" name="pt20108"/>
            <p:cNvSpPr/>
            <p:nvPr/>
          </p:nvSpPr>
          <p:spPr>
            <a:xfrm>
              <a:off x="5172712" y="3525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09" name="pt20109"/>
            <p:cNvSpPr/>
            <p:nvPr/>
          </p:nvSpPr>
          <p:spPr>
            <a:xfrm>
              <a:off x="5191681" y="3540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0" name="pt20110"/>
            <p:cNvSpPr/>
            <p:nvPr/>
          </p:nvSpPr>
          <p:spPr>
            <a:xfrm>
              <a:off x="5132600" y="3538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1" name="pt20111"/>
            <p:cNvSpPr/>
            <p:nvPr/>
          </p:nvSpPr>
          <p:spPr>
            <a:xfrm>
              <a:off x="5043227" y="3540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2" name="pt20112"/>
            <p:cNvSpPr/>
            <p:nvPr/>
          </p:nvSpPr>
          <p:spPr>
            <a:xfrm>
              <a:off x="5079606" y="3570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3" name="pt20113"/>
            <p:cNvSpPr/>
            <p:nvPr/>
          </p:nvSpPr>
          <p:spPr>
            <a:xfrm>
              <a:off x="5153021" y="35572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4" name="pt20114"/>
            <p:cNvSpPr/>
            <p:nvPr/>
          </p:nvSpPr>
          <p:spPr>
            <a:xfrm>
              <a:off x="5122840" y="35985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5" name="pt20115"/>
            <p:cNvSpPr/>
            <p:nvPr/>
          </p:nvSpPr>
          <p:spPr>
            <a:xfrm>
              <a:off x="5087276" y="3557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6" name="pt20116"/>
            <p:cNvSpPr/>
            <p:nvPr/>
          </p:nvSpPr>
          <p:spPr>
            <a:xfrm>
              <a:off x="5123348" y="35065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7" name="pt20117"/>
            <p:cNvSpPr/>
            <p:nvPr/>
          </p:nvSpPr>
          <p:spPr>
            <a:xfrm>
              <a:off x="5254095" y="3489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8" name="pt20118"/>
            <p:cNvSpPr/>
            <p:nvPr/>
          </p:nvSpPr>
          <p:spPr>
            <a:xfrm>
              <a:off x="5143072" y="35918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19" name="pt20119"/>
            <p:cNvSpPr/>
            <p:nvPr/>
          </p:nvSpPr>
          <p:spPr>
            <a:xfrm>
              <a:off x="5298661" y="3557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0" name="pt20120"/>
            <p:cNvSpPr/>
            <p:nvPr/>
          </p:nvSpPr>
          <p:spPr>
            <a:xfrm>
              <a:off x="4960610" y="35522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1" name="pt20121"/>
            <p:cNvSpPr/>
            <p:nvPr/>
          </p:nvSpPr>
          <p:spPr>
            <a:xfrm>
              <a:off x="5274922" y="3586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2" name="pt20122"/>
            <p:cNvSpPr/>
            <p:nvPr/>
          </p:nvSpPr>
          <p:spPr>
            <a:xfrm>
              <a:off x="5288786" y="3579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3" name="pt20123"/>
            <p:cNvSpPr/>
            <p:nvPr/>
          </p:nvSpPr>
          <p:spPr>
            <a:xfrm>
              <a:off x="5477074" y="3602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4" name="pt20124"/>
            <p:cNvSpPr/>
            <p:nvPr/>
          </p:nvSpPr>
          <p:spPr>
            <a:xfrm>
              <a:off x="5077387" y="3564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5" name="pt20125"/>
            <p:cNvSpPr/>
            <p:nvPr/>
          </p:nvSpPr>
          <p:spPr>
            <a:xfrm>
              <a:off x="5072635" y="35780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6" name="pt20126"/>
            <p:cNvSpPr/>
            <p:nvPr/>
          </p:nvSpPr>
          <p:spPr>
            <a:xfrm>
              <a:off x="5254121" y="3577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7" name="pt20127"/>
            <p:cNvSpPr/>
            <p:nvPr/>
          </p:nvSpPr>
          <p:spPr>
            <a:xfrm>
              <a:off x="5316359" y="35586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8" name="pt20128"/>
            <p:cNvSpPr/>
            <p:nvPr/>
          </p:nvSpPr>
          <p:spPr>
            <a:xfrm>
              <a:off x="5106239" y="35388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29" name="pt20129"/>
            <p:cNvSpPr/>
            <p:nvPr/>
          </p:nvSpPr>
          <p:spPr>
            <a:xfrm>
              <a:off x="5054120" y="3530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0" name="pt20130"/>
            <p:cNvSpPr/>
            <p:nvPr/>
          </p:nvSpPr>
          <p:spPr>
            <a:xfrm>
              <a:off x="5396787" y="3609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1" name="pt20131"/>
            <p:cNvSpPr/>
            <p:nvPr/>
          </p:nvSpPr>
          <p:spPr>
            <a:xfrm>
              <a:off x="5202252" y="3547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2" name="pt20132"/>
            <p:cNvSpPr/>
            <p:nvPr/>
          </p:nvSpPr>
          <p:spPr>
            <a:xfrm>
              <a:off x="5053594" y="35627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3" name="pt20133"/>
            <p:cNvSpPr/>
            <p:nvPr/>
          </p:nvSpPr>
          <p:spPr>
            <a:xfrm>
              <a:off x="5027254" y="3523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4" name="pt20134"/>
            <p:cNvSpPr/>
            <p:nvPr/>
          </p:nvSpPr>
          <p:spPr>
            <a:xfrm>
              <a:off x="5248732" y="35431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5" name="pt20135"/>
            <p:cNvSpPr/>
            <p:nvPr/>
          </p:nvSpPr>
          <p:spPr>
            <a:xfrm>
              <a:off x="5114177" y="3532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6" name="pt20136"/>
            <p:cNvSpPr/>
            <p:nvPr/>
          </p:nvSpPr>
          <p:spPr>
            <a:xfrm>
              <a:off x="4974679" y="3490437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37" name="pt20137"/>
            <p:cNvSpPr/>
            <p:nvPr/>
          </p:nvSpPr>
          <p:spPr>
            <a:xfrm>
              <a:off x="5084832" y="3541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8" name="pt20138"/>
            <p:cNvSpPr/>
            <p:nvPr/>
          </p:nvSpPr>
          <p:spPr>
            <a:xfrm>
              <a:off x="5096065" y="35194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39" name="pt20139"/>
            <p:cNvSpPr/>
            <p:nvPr/>
          </p:nvSpPr>
          <p:spPr>
            <a:xfrm>
              <a:off x="5158036" y="35506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0" name="pt20140"/>
            <p:cNvSpPr/>
            <p:nvPr/>
          </p:nvSpPr>
          <p:spPr>
            <a:xfrm>
              <a:off x="5172886" y="3572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1" name="pt20141"/>
            <p:cNvSpPr/>
            <p:nvPr/>
          </p:nvSpPr>
          <p:spPr>
            <a:xfrm>
              <a:off x="5086505" y="3524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2" name="pt20142"/>
            <p:cNvSpPr/>
            <p:nvPr/>
          </p:nvSpPr>
          <p:spPr>
            <a:xfrm>
              <a:off x="5055178" y="3515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3" name="pt20143"/>
            <p:cNvSpPr/>
            <p:nvPr/>
          </p:nvSpPr>
          <p:spPr>
            <a:xfrm>
              <a:off x="5249379" y="3578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4" name="pt20144"/>
            <p:cNvSpPr/>
            <p:nvPr/>
          </p:nvSpPr>
          <p:spPr>
            <a:xfrm>
              <a:off x="5027394" y="35673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5" name="pt20145"/>
            <p:cNvSpPr/>
            <p:nvPr/>
          </p:nvSpPr>
          <p:spPr>
            <a:xfrm>
              <a:off x="5221999" y="35419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6" name="pt20146"/>
            <p:cNvSpPr/>
            <p:nvPr/>
          </p:nvSpPr>
          <p:spPr>
            <a:xfrm>
              <a:off x="5441722" y="3544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7" name="pt20147"/>
            <p:cNvSpPr/>
            <p:nvPr/>
          </p:nvSpPr>
          <p:spPr>
            <a:xfrm>
              <a:off x="5130837" y="35237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8" name="pt20148"/>
            <p:cNvSpPr/>
            <p:nvPr/>
          </p:nvSpPr>
          <p:spPr>
            <a:xfrm>
              <a:off x="5110110" y="3573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49" name="pt20149"/>
            <p:cNvSpPr/>
            <p:nvPr/>
          </p:nvSpPr>
          <p:spPr>
            <a:xfrm>
              <a:off x="5093454" y="3533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0" name="pt20150"/>
            <p:cNvSpPr/>
            <p:nvPr/>
          </p:nvSpPr>
          <p:spPr>
            <a:xfrm>
              <a:off x="5153839" y="35287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1" name="pt20151"/>
            <p:cNvSpPr/>
            <p:nvPr/>
          </p:nvSpPr>
          <p:spPr>
            <a:xfrm>
              <a:off x="5196130" y="3546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2" name="pt20152"/>
            <p:cNvSpPr/>
            <p:nvPr/>
          </p:nvSpPr>
          <p:spPr>
            <a:xfrm>
              <a:off x="5264940" y="35998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3" name="pt20153"/>
            <p:cNvSpPr/>
            <p:nvPr/>
          </p:nvSpPr>
          <p:spPr>
            <a:xfrm>
              <a:off x="5071832" y="3580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4" name="pt20154"/>
            <p:cNvSpPr/>
            <p:nvPr/>
          </p:nvSpPr>
          <p:spPr>
            <a:xfrm>
              <a:off x="5312384" y="35959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5" name="pt20155"/>
            <p:cNvSpPr/>
            <p:nvPr/>
          </p:nvSpPr>
          <p:spPr>
            <a:xfrm>
              <a:off x="5094265" y="3497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6" name="pt20156"/>
            <p:cNvSpPr/>
            <p:nvPr/>
          </p:nvSpPr>
          <p:spPr>
            <a:xfrm>
              <a:off x="5102351" y="3559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7" name="pt20157"/>
            <p:cNvSpPr/>
            <p:nvPr/>
          </p:nvSpPr>
          <p:spPr>
            <a:xfrm>
              <a:off x="5060121" y="35465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8" name="pt20158"/>
            <p:cNvSpPr/>
            <p:nvPr/>
          </p:nvSpPr>
          <p:spPr>
            <a:xfrm>
              <a:off x="5119601" y="34969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59" name="pt20159"/>
            <p:cNvSpPr/>
            <p:nvPr/>
          </p:nvSpPr>
          <p:spPr>
            <a:xfrm>
              <a:off x="5049161" y="3492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0" name="pt20160"/>
            <p:cNvSpPr/>
            <p:nvPr/>
          </p:nvSpPr>
          <p:spPr>
            <a:xfrm>
              <a:off x="4947585" y="35418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1" name="pt20161"/>
            <p:cNvSpPr/>
            <p:nvPr/>
          </p:nvSpPr>
          <p:spPr>
            <a:xfrm>
              <a:off x="5249514" y="35499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2" name="pt20162"/>
            <p:cNvSpPr/>
            <p:nvPr/>
          </p:nvSpPr>
          <p:spPr>
            <a:xfrm>
              <a:off x="5228721" y="35786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3" name="pt20163"/>
            <p:cNvSpPr/>
            <p:nvPr/>
          </p:nvSpPr>
          <p:spPr>
            <a:xfrm>
              <a:off x="5185914" y="35138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4" name="pt20164"/>
            <p:cNvSpPr/>
            <p:nvPr/>
          </p:nvSpPr>
          <p:spPr>
            <a:xfrm>
              <a:off x="5165808" y="3569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5" name="pt20165"/>
            <p:cNvSpPr/>
            <p:nvPr/>
          </p:nvSpPr>
          <p:spPr>
            <a:xfrm>
              <a:off x="5085604" y="3555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6" name="pt20166"/>
            <p:cNvSpPr/>
            <p:nvPr/>
          </p:nvSpPr>
          <p:spPr>
            <a:xfrm>
              <a:off x="5171042" y="3534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7" name="pt20167"/>
            <p:cNvSpPr/>
            <p:nvPr/>
          </p:nvSpPr>
          <p:spPr>
            <a:xfrm>
              <a:off x="5127117" y="35125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8" name="pt20168"/>
            <p:cNvSpPr/>
            <p:nvPr/>
          </p:nvSpPr>
          <p:spPr>
            <a:xfrm>
              <a:off x="5096175" y="3557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69" name="pt20169"/>
            <p:cNvSpPr/>
            <p:nvPr/>
          </p:nvSpPr>
          <p:spPr>
            <a:xfrm>
              <a:off x="5046005" y="35545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0" name="pt20170"/>
            <p:cNvSpPr/>
            <p:nvPr/>
          </p:nvSpPr>
          <p:spPr>
            <a:xfrm>
              <a:off x="5126318" y="35536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1" name="pt20171"/>
            <p:cNvSpPr/>
            <p:nvPr/>
          </p:nvSpPr>
          <p:spPr>
            <a:xfrm>
              <a:off x="5181878" y="35541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2" name="pt20172"/>
            <p:cNvSpPr/>
            <p:nvPr/>
          </p:nvSpPr>
          <p:spPr>
            <a:xfrm>
              <a:off x="5151695" y="35593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3" name="pt20173"/>
            <p:cNvSpPr/>
            <p:nvPr/>
          </p:nvSpPr>
          <p:spPr>
            <a:xfrm>
              <a:off x="5086304" y="35554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4" name="pt20174"/>
            <p:cNvSpPr/>
            <p:nvPr/>
          </p:nvSpPr>
          <p:spPr>
            <a:xfrm>
              <a:off x="5094214" y="3557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5" name="pt20175"/>
            <p:cNvSpPr/>
            <p:nvPr/>
          </p:nvSpPr>
          <p:spPr>
            <a:xfrm>
              <a:off x="5129650" y="3500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6" name="pt20176"/>
            <p:cNvSpPr/>
            <p:nvPr/>
          </p:nvSpPr>
          <p:spPr>
            <a:xfrm>
              <a:off x="5193536" y="3563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7" name="pt20177"/>
            <p:cNvSpPr/>
            <p:nvPr/>
          </p:nvSpPr>
          <p:spPr>
            <a:xfrm>
              <a:off x="5088086" y="35518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8" name="pt20178"/>
            <p:cNvSpPr/>
            <p:nvPr/>
          </p:nvSpPr>
          <p:spPr>
            <a:xfrm>
              <a:off x="5053379" y="3552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79" name="pt20179"/>
            <p:cNvSpPr/>
            <p:nvPr/>
          </p:nvSpPr>
          <p:spPr>
            <a:xfrm>
              <a:off x="5113219" y="3611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0" name="pt20180"/>
            <p:cNvSpPr/>
            <p:nvPr/>
          </p:nvSpPr>
          <p:spPr>
            <a:xfrm>
              <a:off x="5039800" y="35460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1" name="pt20181"/>
            <p:cNvSpPr/>
            <p:nvPr/>
          </p:nvSpPr>
          <p:spPr>
            <a:xfrm>
              <a:off x="5195551" y="35437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2" name="pt20182"/>
            <p:cNvSpPr/>
            <p:nvPr/>
          </p:nvSpPr>
          <p:spPr>
            <a:xfrm>
              <a:off x="5260521" y="35753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3" name="pt20183"/>
            <p:cNvSpPr/>
            <p:nvPr/>
          </p:nvSpPr>
          <p:spPr>
            <a:xfrm>
              <a:off x="5113218" y="3564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4" name="pt20184"/>
            <p:cNvSpPr/>
            <p:nvPr/>
          </p:nvSpPr>
          <p:spPr>
            <a:xfrm>
              <a:off x="5212178" y="35370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5" name="pt20185"/>
            <p:cNvSpPr/>
            <p:nvPr/>
          </p:nvSpPr>
          <p:spPr>
            <a:xfrm>
              <a:off x="5278426" y="3571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6" name="pt20186"/>
            <p:cNvSpPr/>
            <p:nvPr/>
          </p:nvSpPr>
          <p:spPr>
            <a:xfrm>
              <a:off x="5257069" y="3562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7" name="pt20187"/>
            <p:cNvSpPr/>
            <p:nvPr/>
          </p:nvSpPr>
          <p:spPr>
            <a:xfrm>
              <a:off x="5003021" y="35276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8" name="pt20188"/>
            <p:cNvSpPr/>
            <p:nvPr/>
          </p:nvSpPr>
          <p:spPr>
            <a:xfrm>
              <a:off x="4957769" y="35164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89" name="pt20189"/>
            <p:cNvSpPr/>
            <p:nvPr/>
          </p:nvSpPr>
          <p:spPr>
            <a:xfrm>
              <a:off x="5101889" y="3602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0" name="pt20190"/>
            <p:cNvSpPr/>
            <p:nvPr/>
          </p:nvSpPr>
          <p:spPr>
            <a:xfrm>
              <a:off x="5065000" y="35293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1" name="pt20191"/>
            <p:cNvSpPr/>
            <p:nvPr/>
          </p:nvSpPr>
          <p:spPr>
            <a:xfrm>
              <a:off x="5112324" y="3561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2" name="pt20192"/>
            <p:cNvSpPr/>
            <p:nvPr/>
          </p:nvSpPr>
          <p:spPr>
            <a:xfrm>
              <a:off x="5063992" y="3560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3" name="pt20193"/>
            <p:cNvSpPr/>
            <p:nvPr/>
          </p:nvSpPr>
          <p:spPr>
            <a:xfrm>
              <a:off x="5073645" y="35259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4" name="pt20194"/>
            <p:cNvSpPr/>
            <p:nvPr/>
          </p:nvSpPr>
          <p:spPr>
            <a:xfrm>
              <a:off x="5084774" y="34215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5" name="pt20195"/>
            <p:cNvSpPr/>
            <p:nvPr/>
          </p:nvSpPr>
          <p:spPr>
            <a:xfrm>
              <a:off x="5240137" y="3567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6" name="pt20196"/>
            <p:cNvSpPr/>
            <p:nvPr/>
          </p:nvSpPr>
          <p:spPr>
            <a:xfrm>
              <a:off x="5146263" y="35298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7" name="pt20197"/>
            <p:cNvSpPr/>
            <p:nvPr/>
          </p:nvSpPr>
          <p:spPr>
            <a:xfrm>
              <a:off x="5129209" y="36102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8" name="pt20198"/>
            <p:cNvSpPr/>
            <p:nvPr/>
          </p:nvSpPr>
          <p:spPr>
            <a:xfrm>
              <a:off x="5115953" y="35776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199" name="pt20199"/>
            <p:cNvSpPr/>
            <p:nvPr/>
          </p:nvSpPr>
          <p:spPr>
            <a:xfrm>
              <a:off x="5587727" y="3547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0" name="pt20200"/>
            <p:cNvSpPr/>
            <p:nvPr/>
          </p:nvSpPr>
          <p:spPr>
            <a:xfrm>
              <a:off x="5103736" y="35349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1" name="pt20201"/>
            <p:cNvSpPr/>
            <p:nvPr/>
          </p:nvSpPr>
          <p:spPr>
            <a:xfrm>
              <a:off x="5251471" y="3554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2" name="pt20202"/>
            <p:cNvSpPr/>
            <p:nvPr/>
          </p:nvSpPr>
          <p:spPr>
            <a:xfrm>
              <a:off x="5082341" y="3548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3" name="pt20203"/>
            <p:cNvSpPr/>
            <p:nvPr/>
          </p:nvSpPr>
          <p:spPr>
            <a:xfrm>
              <a:off x="5034209" y="35862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4" name="pt20204"/>
            <p:cNvSpPr/>
            <p:nvPr/>
          </p:nvSpPr>
          <p:spPr>
            <a:xfrm>
              <a:off x="5086618" y="3589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5" name="pt20205"/>
            <p:cNvSpPr/>
            <p:nvPr/>
          </p:nvSpPr>
          <p:spPr>
            <a:xfrm>
              <a:off x="5419121" y="35744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6" name="pt20206"/>
            <p:cNvSpPr/>
            <p:nvPr/>
          </p:nvSpPr>
          <p:spPr>
            <a:xfrm>
              <a:off x="5229352" y="35627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7" name="pt20207"/>
            <p:cNvSpPr/>
            <p:nvPr/>
          </p:nvSpPr>
          <p:spPr>
            <a:xfrm>
              <a:off x="5034572" y="35633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8" name="pt20208"/>
            <p:cNvSpPr/>
            <p:nvPr/>
          </p:nvSpPr>
          <p:spPr>
            <a:xfrm>
              <a:off x="5225577" y="3597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09" name="pt20209"/>
            <p:cNvSpPr/>
            <p:nvPr/>
          </p:nvSpPr>
          <p:spPr>
            <a:xfrm>
              <a:off x="5222801" y="35337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0" name="pt20210"/>
            <p:cNvSpPr/>
            <p:nvPr/>
          </p:nvSpPr>
          <p:spPr>
            <a:xfrm>
              <a:off x="5263569" y="35547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1" name="pt20211"/>
            <p:cNvSpPr/>
            <p:nvPr/>
          </p:nvSpPr>
          <p:spPr>
            <a:xfrm>
              <a:off x="5343821" y="35886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2" name="pt20212"/>
            <p:cNvSpPr/>
            <p:nvPr/>
          </p:nvSpPr>
          <p:spPr>
            <a:xfrm>
              <a:off x="5321567" y="35499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3" name="pt20213"/>
            <p:cNvSpPr/>
            <p:nvPr/>
          </p:nvSpPr>
          <p:spPr>
            <a:xfrm>
              <a:off x="5091298" y="35604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4" name="pt20214"/>
            <p:cNvSpPr/>
            <p:nvPr/>
          </p:nvSpPr>
          <p:spPr>
            <a:xfrm>
              <a:off x="5025295" y="35612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5" name="pt20215"/>
            <p:cNvSpPr/>
            <p:nvPr/>
          </p:nvSpPr>
          <p:spPr>
            <a:xfrm>
              <a:off x="5181356" y="35555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6" name="pt20216"/>
            <p:cNvSpPr/>
            <p:nvPr/>
          </p:nvSpPr>
          <p:spPr>
            <a:xfrm>
              <a:off x="5134517" y="3445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7" name="pt20217"/>
            <p:cNvSpPr/>
            <p:nvPr/>
          </p:nvSpPr>
          <p:spPr>
            <a:xfrm>
              <a:off x="5046441" y="3550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8" name="pt20218"/>
            <p:cNvSpPr/>
            <p:nvPr/>
          </p:nvSpPr>
          <p:spPr>
            <a:xfrm>
              <a:off x="5124290" y="3550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19" name="pt20219"/>
            <p:cNvSpPr/>
            <p:nvPr/>
          </p:nvSpPr>
          <p:spPr>
            <a:xfrm>
              <a:off x="5079027" y="35318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0" name="pt20220"/>
            <p:cNvSpPr/>
            <p:nvPr/>
          </p:nvSpPr>
          <p:spPr>
            <a:xfrm>
              <a:off x="5101069" y="3563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1" name="pt20221"/>
            <p:cNvSpPr/>
            <p:nvPr/>
          </p:nvSpPr>
          <p:spPr>
            <a:xfrm>
              <a:off x="5132006" y="35598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2" name="pt20222"/>
            <p:cNvSpPr/>
            <p:nvPr/>
          </p:nvSpPr>
          <p:spPr>
            <a:xfrm>
              <a:off x="5053795" y="3566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3" name="pt20223"/>
            <p:cNvSpPr/>
            <p:nvPr/>
          </p:nvSpPr>
          <p:spPr>
            <a:xfrm>
              <a:off x="5052098" y="3583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4" name="pt20224"/>
            <p:cNvSpPr/>
            <p:nvPr/>
          </p:nvSpPr>
          <p:spPr>
            <a:xfrm>
              <a:off x="5015664" y="3543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5" name="pt20225"/>
            <p:cNvSpPr/>
            <p:nvPr/>
          </p:nvSpPr>
          <p:spPr>
            <a:xfrm>
              <a:off x="5112030" y="35429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6" name="pt20226"/>
            <p:cNvSpPr/>
            <p:nvPr/>
          </p:nvSpPr>
          <p:spPr>
            <a:xfrm>
              <a:off x="5247702" y="35476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7" name="pt20227"/>
            <p:cNvSpPr/>
            <p:nvPr/>
          </p:nvSpPr>
          <p:spPr>
            <a:xfrm>
              <a:off x="5181702" y="3597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8" name="pt20228"/>
            <p:cNvSpPr/>
            <p:nvPr/>
          </p:nvSpPr>
          <p:spPr>
            <a:xfrm>
              <a:off x="5066787" y="35034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29" name="pt20229"/>
            <p:cNvSpPr/>
            <p:nvPr/>
          </p:nvSpPr>
          <p:spPr>
            <a:xfrm>
              <a:off x="5153128" y="35985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0" name="pt20230"/>
            <p:cNvSpPr/>
            <p:nvPr/>
          </p:nvSpPr>
          <p:spPr>
            <a:xfrm>
              <a:off x="5175406" y="3457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1" name="pt20231"/>
            <p:cNvSpPr/>
            <p:nvPr/>
          </p:nvSpPr>
          <p:spPr>
            <a:xfrm>
              <a:off x="5046766" y="3451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2" name="pt20232"/>
            <p:cNvSpPr/>
            <p:nvPr/>
          </p:nvSpPr>
          <p:spPr>
            <a:xfrm>
              <a:off x="5127259" y="3617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3" name="pt20233"/>
            <p:cNvSpPr/>
            <p:nvPr/>
          </p:nvSpPr>
          <p:spPr>
            <a:xfrm>
              <a:off x="5207057" y="3566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4" name="pt20234"/>
            <p:cNvSpPr/>
            <p:nvPr/>
          </p:nvSpPr>
          <p:spPr>
            <a:xfrm>
              <a:off x="5190937" y="3568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5" name="pt20235"/>
            <p:cNvSpPr/>
            <p:nvPr/>
          </p:nvSpPr>
          <p:spPr>
            <a:xfrm>
              <a:off x="5111295" y="3512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6" name="pt20236"/>
            <p:cNvSpPr/>
            <p:nvPr/>
          </p:nvSpPr>
          <p:spPr>
            <a:xfrm>
              <a:off x="4985278" y="35559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7" name="pt20237"/>
            <p:cNvSpPr/>
            <p:nvPr/>
          </p:nvSpPr>
          <p:spPr>
            <a:xfrm>
              <a:off x="5166325" y="3592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8" name="pt20238"/>
            <p:cNvSpPr/>
            <p:nvPr/>
          </p:nvSpPr>
          <p:spPr>
            <a:xfrm>
              <a:off x="5305776" y="3563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39" name="pt20239"/>
            <p:cNvSpPr/>
            <p:nvPr/>
          </p:nvSpPr>
          <p:spPr>
            <a:xfrm>
              <a:off x="5065484" y="3580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0" name="pt20240"/>
            <p:cNvSpPr/>
            <p:nvPr/>
          </p:nvSpPr>
          <p:spPr>
            <a:xfrm>
              <a:off x="5147432" y="3557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1" name="pt20241"/>
            <p:cNvSpPr/>
            <p:nvPr/>
          </p:nvSpPr>
          <p:spPr>
            <a:xfrm>
              <a:off x="5247339" y="35324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2" name="pt20242"/>
            <p:cNvSpPr/>
            <p:nvPr/>
          </p:nvSpPr>
          <p:spPr>
            <a:xfrm>
              <a:off x="5147243" y="35538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3" name="pt20243"/>
            <p:cNvSpPr/>
            <p:nvPr/>
          </p:nvSpPr>
          <p:spPr>
            <a:xfrm>
              <a:off x="5150315" y="3542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4" name="pt20244"/>
            <p:cNvSpPr/>
            <p:nvPr/>
          </p:nvSpPr>
          <p:spPr>
            <a:xfrm>
              <a:off x="5022705" y="35769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5" name="pt20245"/>
            <p:cNvSpPr/>
            <p:nvPr/>
          </p:nvSpPr>
          <p:spPr>
            <a:xfrm>
              <a:off x="5178524" y="35561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6" name="pt20246"/>
            <p:cNvSpPr/>
            <p:nvPr/>
          </p:nvSpPr>
          <p:spPr>
            <a:xfrm>
              <a:off x="5220039" y="3523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7" name="pt20247"/>
            <p:cNvSpPr/>
            <p:nvPr/>
          </p:nvSpPr>
          <p:spPr>
            <a:xfrm>
              <a:off x="5178516" y="35416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8" name="pt20248"/>
            <p:cNvSpPr/>
            <p:nvPr/>
          </p:nvSpPr>
          <p:spPr>
            <a:xfrm>
              <a:off x="5054208" y="35347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49" name="pt20249"/>
            <p:cNvSpPr/>
            <p:nvPr/>
          </p:nvSpPr>
          <p:spPr>
            <a:xfrm>
              <a:off x="5274400" y="345822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50" name="pt20250"/>
            <p:cNvSpPr/>
            <p:nvPr/>
          </p:nvSpPr>
          <p:spPr>
            <a:xfrm>
              <a:off x="5289654" y="3568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1" name="pt20251"/>
            <p:cNvSpPr/>
            <p:nvPr/>
          </p:nvSpPr>
          <p:spPr>
            <a:xfrm>
              <a:off x="5187416" y="3557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2" name="pt20252"/>
            <p:cNvSpPr/>
            <p:nvPr/>
          </p:nvSpPr>
          <p:spPr>
            <a:xfrm>
              <a:off x="5170039" y="3556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3" name="pt20253"/>
            <p:cNvSpPr/>
            <p:nvPr/>
          </p:nvSpPr>
          <p:spPr>
            <a:xfrm>
              <a:off x="5297511" y="35647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4" name="pt20254"/>
            <p:cNvSpPr/>
            <p:nvPr/>
          </p:nvSpPr>
          <p:spPr>
            <a:xfrm>
              <a:off x="5261904" y="36082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5" name="pt20255"/>
            <p:cNvSpPr/>
            <p:nvPr/>
          </p:nvSpPr>
          <p:spPr>
            <a:xfrm>
              <a:off x="5154044" y="3512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6" name="pt20256"/>
            <p:cNvSpPr/>
            <p:nvPr/>
          </p:nvSpPr>
          <p:spPr>
            <a:xfrm>
              <a:off x="5222349" y="3542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7" name="pt20257"/>
            <p:cNvSpPr/>
            <p:nvPr/>
          </p:nvSpPr>
          <p:spPr>
            <a:xfrm>
              <a:off x="5030271" y="3547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8" name="pt20258"/>
            <p:cNvSpPr/>
            <p:nvPr/>
          </p:nvSpPr>
          <p:spPr>
            <a:xfrm>
              <a:off x="5174303" y="3609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59" name="pt20259"/>
            <p:cNvSpPr/>
            <p:nvPr/>
          </p:nvSpPr>
          <p:spPr>
            <a:xfrm>
              <a:off x="5294109" y="3601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0" name="pt20260"/>
            <p:cNvSpPr/>
            <p:nvPr/>
          </p:nvSpPr>
          <p:spPr>
            <a:xfrm>
              <a:off x="5178685" y="35651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1" name="pt20261"/>
            <p:cNvSpPr/>
            <p:nvPr/>
          </p:nvSpPr>
          <p:spPr>
            <a:xfrm>
              <a:off x="4989639" y="36056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2" name="pt20262"/>
            <p:cNvSpPr/>
            <p:nvPr/>
          </p:nvSpPr>
          <p:spPr>
            <a:xfrm>
              <a:off x="5224474" y="35719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3" name="pt20263"/>
            <p:cNvSpPr/>
            <p:nvPr/>
          </p:nvSpPr>
          <p:spPr>
            <a:xfrm>
              <a:off x="4837862" y="35145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4" name="pt20264"/>
            <p:cNvSpPr/>
            <p:nvPr/>
          </p:nvSpPr>
          <p:spPr>
            <a:xfrm>
              <a:off x="5225594" y="36136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5" name="pt20265"/>
            <p:cNvSpPr/>
            <p:nvPr/>
          </p:nvSpPr>
          <p:spPr>
            <a:xfrm>
              <a:off x="5110657" y="35488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6" name="pt20266"/>
            <p:cNvSpPr/>
            <p:nvPr/>
          </p:nvSpPr>
          <p:spPr>
            <a:xfrm>
              <a:off x="5066227" y="35287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7" name="pt20267"/>
            <p:cNvSpPr/>
            <p:nvPr/>
          </p:nvSpPr>
          <p:spPr>
            <a:xfrm>
              <a:off x="5168733" y="3614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8" name="pt20268"/>
            <p:cNvSpPr/>
            <p:nvPr/>
          </p:nvSpPr>
          <p:spPr>
            <a:xfrm>
              <a:off x="5102353" y="3538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69" name="pt20269"/>
            <p:cNvSpPr/>
            <p:nvPr/>
          </p:nvSpPr>
          <p:spPr>
            <a:xfrm>
              <a:off x="5198518" y="35833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0" name="pt20270"/>
            <p:cNvSpPr/>
            <p:nvPr/>
          </p:nvSpPr>
          <p:spPr>
            <a:xfrm>
              <a:off x="5238887" y="3560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1" name="pt20271"/>
            <p:cNvSpPr/>
            <p:nvPr/>
          </p:nvSpPr>
          <p:spPr>
            <a:xfrm>
              <a:off x="4986257" y="3505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2" name="pt20272"/>
            <p:cNvSpPr/>
            <p:nvPr/>
          </p:nvSpPr>
          <p:spPr>
            <a:xfrm>
              <a:off x="4949184" y="3562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3" name="pt20273"/>
            <p:cNvSpPr/>
            <p:nvPr/>
          </p:nvSpPr>
          <p:spPr>
            <a:xfrm>
              <a:off x="5135838" y="35754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4" name="pt20274"/>
            <p:cNvSpPr/>
            <p:nvPr/>
          </p:nvSpPr>
          <p:spPr>
            <a:xfrm>
              <a:off x="5062708" y="3572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5" name="pt20275"/>
            <p:cNvSpPr/>
            <p:nvPr/>
          </p:nvSpPr>
          <p:spPr>
            <a:xfrm>
              <a:off x="5251153" y="36031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6" name="pt20276"/>
            <p:cNvSpPr/>
            <p:nvPr/>
          </p:nvSpPr>
          <p:spPr>
            <a:xfrm>
              <a:off x="5213023" y="3596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7" name="pt20277"/>
            <p:cNvSpPr/>
            <p:nvPr/>
          </p:nvSpPr>
          <p:spPr>
            <a:xfrm>
              <a:off x="5235683" y="3585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8" name="pt20278"/>
            <p:cNvSpPr/>
            <p:nvPr/>
          </p:nvSpPr>
          <p:spPr>
            <a:xfrm>
              <a:off x="5298052" y="3561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79" name="pt20279"/>
            <p:cNvSpPr/>
            <p:nvPr/>
          </p:nvSpPr>
          <p:spPr>
            <a:xfrm>
              <a:off x="5036915" y="35348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0" name="pt20280"/>
            <p:cNvSpPr/>
            <p:nvPr/>
          </p:nvSpPr>
          <p:spPr>
            <a:xfrm>
              <a:off x="5229746" y="35589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1" name="pt20281"/>
            <p:cNvSpPr/>
            <p:nvPr/>
          </p:nvSpPr>
          <p:spPr>
            <a:xfrm>
              <a:off x="6006293" y="35333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2" name="pt20282"/>
            <p:cNvSpPr/>
            <p:nvPr/>
          </p:nvSpPr>
          <p:spPr>
            <a:xfrm>
              <a:off x="5184130" y="35487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3" name="pt20283"/>
            <p:cNvSpPr/>
            <p:nvPr/>
          </p:nvSpPr>
          <p:spPr>
            <a:xfrm>
              <a:off x="5214121" y="35719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4" name="pt20284"/>
            <p:cNvSpPr/>
            <p:nvPr/>
          </p:nvSpPr>
          <p:spPr>
            <a:xfrm>
              <a:off x="5105709" y="35570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5" name="pt20285"/>
            <p:cNvSpPr/>
            <p:nvPr/>
          </p:nvSpPr>
          <p:spPr>
            <a:xfrm>
              <a:off x="5214833" y="35742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6" name="pt20286"/>
            <p:cNvSpPr/>
            <p:nvPr/>
          </p:nvSpPr>
          <p:spPr>
            <a:xfrm>
              <a:off x="5100922" y="35105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7" name="pt20287"/>
            <p:cNvSpPr/>
            <p:nvPr/>
          </p:nvSpPr>
          <p:spPr>
            <a:xfrm>
              <a:off x="5003368" y="35428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8" name="pt20288"/>
            <p:cNvSpPr/>
            <p:nvPr/>
          </p:nvSpPr>
          <p:spPr>
            <a:xfrm>
              <a:off x="5258363" y="3541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89" name="pt20289"/>
            <p:cNvSpPr/>
            <p:nvPr/>
          </p:nvSpPr>
          <p:spPr>
            <a:xfrm>
              <a:off x="4871334" y="3558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0" name="pt20290"/>
            <p:cNvSpPr/>
            <p:nvPr/>
          </p:nvSpPr>
          <p:spPr>
            <a:xfrm>
              <a:off x="5329008" y="35764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1" name="pt20291"/>
            <p:cNvSpPr/>
            <p:nvPr/>
          </p:nvSpPr>
          <p:spPr>
            <a:xfrm>
              <a:off x="5133063" y="35052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2" name="pt20292"/>
            <p:cNvSpPr/>
            <p:nvPr/>
          </p:nvSpPr>
          <p:spPr>
            <a:xfrm>
              <a:off x="5087687" y="35563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3" name="pt20293"/>
            <p:cNvSpPr/>
            <p:nvPr/>
          </p:nvSpPr>
          <p:spPr>
            <a:xfrm>
              <a:off x="5224504" y="3563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4" name="pt20294"/>
            <p:cNvSpPr/>
            <p:nvPr/>
          </p:nvSpPr>
          <p:spPr>
            <a:xfrm>
              <a:off x="5051719" y="35368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5" name="pt20295"/>
            <p:cNvSpPr/>
            <p:nvPr/>
          </p:nvSpPr>
          <p:spPr>
            <a:xfrm>
              <a:off x="5130717" y="35969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6" name="pt20296"/>
            <p:cNvSpPr/>
            <p:nvPr/>
          </p:nvSpPr>
          <p:spPr>
            <a:xfrm>
              <a:off x="5010784" y="35226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7" name="pt20297"/>
            <p:cNvSpPr/>
            <p:nvPr/>
          </p:nvSpPr>
          <p:spPr>
            <a:xfrm>
              <a:off x="5113755" y="3553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8" name="pt20298"/>
            <p:cNvSpPr/>
            <p:nvPr/>
          </p:nvSpPr>
          <p:spPr>
            <a:xfrm>
              <a:off x="5152679" y="35409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299" name="pt20299"/>
            <p:cNvSpPr/>
            <p:nvPr/>
          </p:nvSpPr>
          <p:spPr>
            <a:xfrm>
              <a:off x="4835221" y="3526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0" name="pt20300"/>
            <p:cNvSpPr/>
            <p:nvPr/>
          </p:nvSpPr>
          <p:spPr>
            <a:xfrm>
              <a:off x="5303667" y="3584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1" name="pt20301"/>
            <p:cNvSpPr/>
            <p:nvPr/>
          </p:nvSpPr>
          <p:spPr>
            <a:xfrm>
              <a:off x="5059479" y="3536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2" name="pt20302"/>
            <p:cNvSpPr/>
            <p:nvPr/>
          </p:nvSpPr>
          <p:spPr>
            <a:xfrm>
              <a:off x="5165243" y="35640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3" name="pt20303"/>
            <p:cNvSpPr/>
            <p:nvPr/>
          </p:nvSpPr>
          <p:spPr>
            <a:xfrm>
              <a:off x="5087423" y="3489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4" name="pt20304"/>
            <p:cNvSpPr/>
            <p:nvPr/>
          </p:nvSpPr>
          <p:spPr>
            <a:xfrm>
              <a:off x="5181187" y="3542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5" name="pt20305"/>
            <p:cNvSpPr/>
            <p:nvPr/>
          </p:nvSpPr>
          <p:spPr>
            <a:xfrm>
              <a:off x="5349557" y="35578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6" name="pt20306"/>
            <p:cNvSpPr/>
            <p:nvPr/>
          </p:nvSpPr>
          <p:spPr>
            <a:xfrm>
              <a:off x="5155229" y="34990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7" name="pt20307"/>
            <p:cNvSpPr/>
            <p:nvPr/>
          </p:nvSpPr>
          <p:spPr>
            <a:xfrm>
              <a:off x="5275086" y="35598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8" name="pt20308"/>
            <p:cNvSpPr/>
            <p:nvPr/>
          </p:nvSpPr>
          <p:spPr>
            <a:xfrm>
              <a:off x="5141147" y="3565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09" name="pt20309"/>
            <p:cNvSpPr/>
            <p:nvPr/>
          </p:nvSpPr>
          <p:spPr>
            <a:xfrm>
              <a:off x="5144669" y="35997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0" name="pt20310"/>
            <p:cNvSpPr/>
            <p:nvPr/>
          </p:nvSpPr>
          <p:spPr>
            <a:xfrm>
              <a:off x="5051696" y="35183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1" name="pt20311"/>
            <p:cNvSpPr/>
            <p:nvPr/>
          </p:nvSpPr>
          <p:spPr>
            <a:xfrm>
              <a:off x="5244989" y="35772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2" name="pt20312"/>
            <p:cNvSpPr/>
            <p:nvPr/>
          </p:nvSpPr>
          <p:spPr>
            <a:xfrm>
              <a:off x="5215585" y="3570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3" name="pt20313"/>
            <p:cNvSpPr/>
            <p:nvPr/>
          </p:nvSpPr>
          <p:spPr>
            <a:xfrm>
              <a:off x="5225217" y="35814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4" name="pt20314"/>
            <p:cNvSpPr/>
            <p:nvPr/>
          </p:nvSpPr>
          <p:spPr>
            <a:xfrm>
              <a:off x="5349808" y="35531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5" name="pt20315"/>
            <p:cNvSpPr/>
            <p:nvPr/>
          </p:nvSpPr>
          <p:spPr>
            <a:xfrm>
              <a:off x="5195266" y="3431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6" name="pt20316"/>
            <p:cNvSpPr/>
            <p:nvPr/>
          </p:nvSpPr>
          <p:spPr>
            <a:xfrm>
              <a:off x="5113162" y="35566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7" name="pt20317"/>
            <p:cNvSpPr/>
            <p:nvPr/>
          </p:nvSpPr>
          <p:spPr>
            <a:xfrm>
              <a:off x="5208157" y="3566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8" name="pt20318"/>
            <p:cNvSpPr/>
            <p:nvPr/>
          </p:nvSpPr>
          <p:spPr>
            <a:xfrm>
              <a:off x="5062673" y="3331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19" name="pt20319"/>
            <p:cNvSpPr/>
            <p:nvPr/>
          </p:nvSpPr>
          <p:spPr>
            <a:xfrm>
              <a:off x="5289600" y="35761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0" name="pt20320"/>
            <p:cNvSpPr/>
            <p:nvPr/>
          </p:nvSpPr>
          <p:spPr>
            <a:xfrm>
              <a:off x="5143108" y="35629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1" name="pt20321"/>
            <p:cNvSpPr/>
            <p:nvPr/>
          </p:nvSpPr>
          <p:spPr>
            <a:xfrm>
              <a:off x="5191997" y="35857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2" name="pt20322"/>
            <p:cNvSpPr/>
            <p:nvPr/>
          </p:nvSpPr>
          <p:spPr>
            <a:xfrm>
              <a:off x="5141936" y="35593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3" name="pt20323"/>
            <p:cNvSpPr/>
            <p:nvPr/>
          </p:nvSpPr>
          <p:spPr>
            <a:xfrm>
              <a:off x="5289996" y="3587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4" name="pt20324"/>
            <p:cNvSpPr/>
            <p:nvPr/>
          </p:nvSpPr>
          <p:spPr>
            <a:xfrm>
              <a:off x="5069108" y="35459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5" name="pt20325"/>
            <p:cNvSpPr/>
            <p:nvPr/>
          </p:nvSpPr>
          <p:spPr>
            <a:xfrm>
              <a:off x="5133896" y="36143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6" name="pt20326"/>
            <p:cNvSpPr/>
            <p:nvPr/>
          </p:nvSpPr>
          <p:spPr>
            <a:xfrm>
              <a:off x="5192989" y="3556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7" name="pt20327"/>
            <p:cNvSpPr/>
            <p:nvPr/>
          </p:nvSpPr>
          <p:spPr>
            <a:xfrm>
              <a:off x="5413049" y="3584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8" name="pt20328"/>
            <p:cNvSpPr/>
            <p:nvPr/>
          </p:nvSpPr>
          <p:spPr>
            <a:xfrm>
              <a:off x="5328476" y="3575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29" name="pt20329"/>
            <p:cNvSpPr/>
            <p:nvPr/>
          </p:nvSpPr>
          <p:spPr>
            <a:xfrm>
              <a:off x="4938709" y="35395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0" name="pt20330"/>
            <p:cNvSpPr/>
            <p:nvPr/>
          </p:nvSpPr>
          <p:spPr>
            <a:xfrm>
              <a:off x="5123285" y="3607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1" name="pt20331"/>
            <p:cNvSpPr/>
            <p:nvPr/>
          </p:nvSpPr>
          <p:spPr>
            <a:xfrm>
              <a:off x="5338274" y="3588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2" name="pt20332"/>
            <p:cNvSpPr/>
            <p:nvPr/>
          </p:nvSpPr>
          <p:spPr>
            <a:xfrm>
              <a:off x="5145191" y="35597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3" name="pt20333"/>
            <p:cNvSpPr/>
            <p:nvPr/>
          </p:nvSpPr>
          <p:spPr>
            <a:xfrm>
              <a:off x="6167838" y="35479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4" name="pt20334"/>
            <p:cNvSpPr/>
            <p:nvPr/>
          </p:nvSpPr>
          <p:spPr>
            <a:xfrm>
              <a:off x="5114621" y="3523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5" name="pt20335"/>
            <p:cNvSpPr/>
            <p:nvPr/>
          </p:nvSpPr>
          <p:spPr>
            <a:xfrm>
              <a:off x="5182243" y="35443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6" name="pt20336"/>
            <p:cNvSpPr/>
            <p:nvPr/>
          </p:nvSpPr>
          <p:spPr>
            <a:xfrm>
              <a:off x="5257875" y="3557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7" name="pt20337"/>
            <p:cNvSpPr/>
            <p:nvPr/>
          </p:nvSpPr>
          <p:spPr>
            <a:xfrm>
              <a:off x="5027224" y="3542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8" name="pt20338"/>
            <p:cNvSpPr/>
            <p:nvPr/>
          </p:nvSpPr>
          <p:spPr>
            <a:xfrm>
              <a:off x="4984494" y="3579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39" name="pt20339"/>
            <p:cNvSpPr/>
            <p:nvPr/>
          </p:nvSpPr>
          <p:spPr>
            <a:xfrm>
              <a:off x="5236212" y="35724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0" name="pt20340"/>
            <p:cNvSpPr/>
            <p:nvPr/>
          </p:nvSpPr>
          <p:spPr>
            <a:xfrm>
              <a:off x="5113768" y="35248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1" name="pt20341"/>
            <p:cNvSpPr/>
            <p:nvPr/>
          </p:nvSpPr>
          <p:spPr>
            <a:xfrm>
              <a:off x="5246573" y="36264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2" name="pt20342"/>
            <p:cNvSpPr/>
            <p:nvPr/>
          </p:nvSpPr>
          <p:spPr>
            <a:xfrm>
              <a:off x="5190610" y="35434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3" name="pt20343"/>
            <p:cNvSpPr/>
            <p:nvPr/>
          </p:nvSpPr>
          <p:spPr>
            <a:xfrm>
              <a:off x="5243180" y="3577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4" name="pt20344"/>
            <p:cNvSpPr/>
            <p:nvPr/>
          </p:nvSpPr>
          <p:spPr>
            <a:xfrm>
              <a:off x="5044236" y="3546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5" name="pt20345"/>
            <p:cNvSpPr/>
            <p:nvPr/>
          </p:nvSpPr>
          <p:spPr>
            <a:xfrm>
              <a:off x="5154601" y="35765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6" name="pt20346"/>
            <p:cNvSpPr/>
            <p:nvPr/>
          </p:nvSpPr>
          <p:spPr>
            <a:xfrm>
              <a:off x="5697111" y="3552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7" name="pt20347"/>
            <p:cNvSpPr/>
            <p:nvPr/>
          </p:nvSpPr>
          <p:spPr>
            <a:xfrm>
              <a:off x="5099699" y="35199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8" name="pt20348"/>
            <p:cNvSpPr/>
            <p:nvPr/>
          </p:nvSpPr>
          <p:spPr>
            <a:xfrm>
              <a:off x="5002868" y="3527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49" name="pt20349"/>
            <p:cNvSpPr/>
            <p:nvPr/>
          </p:nvSpPr>
          <p:spPr>
            <a:xfrm>
              <a:off x="5210982" y="3611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0" name="pt20350"/>
            <p:cNvSpPr/>
            <p:nvPr/>
          </p:nvSpPr>
          <p:spPr>
            <a:xfrm>
              <a:off x="5376193" y="3562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1" name="pt20351"/>
            <p:cNvSpPr/>
            <p:nvPr/>
          </p:nvSpPr>
          <p:spPr>
            <a:xfrm>
              <a:off x="5084911" y="35416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2" name="pt20352"/>
            <p:cNvSpPr/>
            <p:nvPr/>
          </p:nvSpPr>
          <p:spPr>
            <a:xfrm>
              <a:off x="5064370" y="35940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3" name="pt20353"/>
            <p:cNvSpPr/>
            <p:nvPr/>
          </p:nvSpPr>
          <p:spPr>
            <a:xfrm>
              <a:off x="5085694" y="3551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4" name="pt20354"/>
            <p:cNvSpPr/>
            <p:nvPr/>
          </p:nvSpPr>
          <p:spPr>
            <a:xfrm>
              <a:off x="5023778" y="34792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5" name="pt20355"/>
            <p:cNvSpPr/>
            <p:nvPr/>
          </p:nvSpPr>
          <p:spPr>
            <a:xfrm>
              <a:off x="5333102" y="3595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6" name="pt20356"/>
            <p:cNvSpPr/>
            <p:nvPr/>
          </p:nvSpPr>
          <p:spPr>
            <a:xfrm>
              <a:off x="5094417" y="35642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7" name="pt20357"/>
            <p:cNvSpPr/>
            <p:nvPr/>
          </p:nvSpPr>
          <p:spPr>
            <a:xfrm>
              <a:off x="5211960" y="35659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8" name="pt20358"/>
            <p:cNvSpPr/>
            <p:nvPr/>
          </p:nvSpPr>
          <p:spPr>
            <a:xfrm>
              <a:off x="5037855" y="3550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59" name="pt20359"/>
            <p:cNvSpPr/>
            <p:nvPr/>
          </p:nvSpPr>
          <p:spPr>
            <a:xfrm>
              <a:off x="5037475" y="3556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0" name="pt20360"/>
            <p:cNvSpPr/>
            <p:nvPr/>
          </p:nvSpPr>
          <p:spPr>
            <a:xfrm>
              <a:off x="5043321" y="3516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1" name="pt20361"/>
            <p:cNvSpPr/>
            <p:nvPr/>
          </p:nvSpPr>
          <p:spPr>
            <a:xfrm>
              <a:off x="5097141" y="35343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2" name="pt20362"/>
            <p:cNvSpPr/>
            <p:nvPr/>
          </p:nvSpPr>
          <p:spPr>
            <a:xfrm>
              <a:off x="5087916" y="34718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3" name="pt20363"/>
            <p:cNvSpPr/>
            <p:nvPr/>
          </p:nvSpPr>
          <p:spPr>
            <a:xfrm>
              <a:off x="5077841" y="35481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4" name="pt20364"/>
            <p:cNvSpPr/>
            <p:nvPr/>
          </p:nvSpPr>
          <p:spPr>
            <a:xfrm>
              <a:off x="5295972" y="36037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5" name="pt20365"/>
            <p:cNvSpPr/>
            <p:nvPr/>
          </p:nvSpPr>
          <p:spPr>
            <a:xfrm>
              <a:off x="5234141" y="3563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6" name="pt20366"/>
            <p:cNvSpPr/>
            <p:nvPr/>
          </p:nvSpPr>
          <p:spPr>
            <a:xfrm>
              <a:off x="5236143" y="35838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7" name="pt20367"/>
            <p:cNvSpPr/>
            <p:nvPr/>
          </p:nvSpPr>
          <p:spPr>
            <a:xfrm>
              <a:off x="5098907" y="36895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8" name="pt20368"/>
            <p:cNvSpPr/>
            <p:nvPr/>
          </p:nvSpPr>
          <p:spPr>
            <a:xfrm>
              <a:off x="5265832" y="35698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69" name="pt20369"/>
            <p:cNvSpPr/>
            <p:nvPr/>
          </p:nvSpPr>
          <p:spPr>
            <a:xfrm>
              <a:off x="5168240" y="3530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0" name="pt20370"/>
            <p:cNvSpPr/>
            <p:nvPr/>
          </p:nvSpPr>
          <p:spPr>
            <a:xfrm>
              <a:off x="5112001" y="35401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1" name="pt20371"/>
            <p:cNvSpPr/>
            <p:nvPr/>
          </p:nvSpPr>
          <p:spPr>
            <a:xfrm>
              <a:off x="5161089" y="3570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2" name="pt20372"/>
            <p:cNvSpPr/>
            <p:nvPr/>
          </p:nvSpPr>
          <p:spPr>
            <a:xfrm>
              <a:off x="5220494" y="3571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3" name="pt20373"/>
            <p:cNvSpPr/>
            <p:nvPr/>
          </p:nvSpPr>
          <p:spPr>
            <a:xfrm>
              <a:off x="4812402" y="35248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4" name="pt20374"/>
            <p:cNvSpPr/>
            <p:nvPr/>
          </p:nvSpPr>
          <p:spPr>
            <a:xfrm>
              <a:off x="5138358" y="35417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5" name="pt20375"/>
            <p:cNvSpPr/>
            <p:nvPr/>
          </p:nvSpPr>
          <p:spPr>
            <a:xfrm>
              <a:off x="5222141" y="35584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6" name="pt20376"/>
            <p:cNvSpPr/>
            <p:nvPr/>
          </p:nvSpPr>
          <p:spPr>
            <a:xfrm>
              <a:off x="5199694" y="3544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7" name="pt20377"/>
            <p:cNvSpPr/>
            <p:nvPr/>
          </p:nvSpPr>
          <p:spPr>
            <a:xfrm>
              <a:off x="5293741" y="3574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8" name="pt20378"/>
            <p:cNvSpPr/>
            <p:nvPr/>
          </p:nvSpPr>
          <p:spPr>
            <a:xfrm>
              <a:off x="5088790" y="34783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79" name="pt20379"/>
            <p:cNvSpPr/>
            <p:nvPr/>
          </p:nvSpPr>
          <p:spPr>
            <a:xfrm>
              <a:off x="5155689" y="35432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0" name="pt20380"/>
            <p:cNvSpPr/>
            <p:nvPr/>
          </p:nvSpPr>
          <p:spPr>
            <a:xfrm>
              <a:off x="5150401" y="3547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1" name="pt20381"/>
            <p:cNvSpPr/>
            <p:nvPr/>
          </p:nvSpPr>
          <p:spPr>
            <a:xfrm>
              <a:off x="5096526" y="35459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2" name="pt20382"/>
            <p:cNvSpPr/>
            <p:nvPr/>
          </p:nvSpPr>
          <p:spPr>
            <a:xfrm>
              <a:off x="5198578" y="34816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3" name="pt20383"/>
            <p:cNvSpPr/>
            <p:nvPr/>
          </p:nvSpPr>
          <p:spPr>
            <a:xfrm>
              <a:off x="5103288" y="36171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4" name="pt20384"/>
            <p:cNvSpPr/>
            <p:nvPr/>
          </p:nvSpPr>
          <p:spPr>
            <a:xfrm>
              <a:off x="5204248" y="35623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5" name="pt20385"/>
            <p:cNvSpPr/>
            <p:nvPr/>
          </p:nvSpPr>
          <p:spPr>
            <a:xfrm>
              <a:off x="5084153" y="35309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6" name="pt20386"/>
            <p:cNvSpPr/>
            <p:nvPr/>
          </p:nvSpPr>
          <p:spPr>
            <a:xfrm>
              <a:off x="5148869" y="3545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7" name="pt20387"/>
            <p:cNvSpPr/>
            <p:nvPr/>
          </p:nvSpPr>
          <p:spPr>
            <a:xfrm>
              <a:off x="5068796" y="3549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8" name="pt20388"/>
            <p:cNvSpPr/>
            <p:nvPr/>
          </p:nvSpPr>
          <p:spPr>
            <a:xfrm>
              <a:off x="5134139" y="35567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89" name="pt20389"/>
            <p:cNvSpPr/>
            <p:nvPr/>
          </p:nvSpPr>
          <p:spPr>
            <a:xfrm>
              <a:off x="4852322" y="345123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90" name="pt20390"/>
            <p:cNvSpPr/>
            <p:nvPr/>
          </p:nvSpPr>
          <p:spPr>
            <a:xfrm>
              <a:off x="5243202" y="3586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1" name="pt20391"/>
            <p:cNvSpPr/>
            <p:nvPr/>
          </p:nvSpPr>
          <p:spPr>
            <a:xfrm>
              <a:off x="5082560" y="3692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2" name="pt20392"/>
            <p:cNvSpPr/>
            <p:nvPr/>
          </p:nvSpPr>
          <p:spPr>
            <a:xfrm>
              <a:off x="5308266" y="35985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3" name="pt20393"/>
            <p:cNvSpPr/>
            <p:nvPr/>
          </p:nvSpPr>
          <p:spPr>
            <a:xfrm>
              <a:off x="5205033" y="35368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4" name="pt20394"/>
            <p:cNvSpPr/>
            <p:nvPr/>
          </p:nvSpPr>
          <p:spPr>
            <a:xfrm>
              <a:off x="5188352" y="35552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5" name="pt20395"/>
            <p:cNvSpPr/>
            <p:nvPr/>
          </p:nvSpPr>
          <p:spPr>
            <a:xfrm>
              <a:off x="4989438" y="3578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6" name="pt20396"/>
            <p:cNvSpPr/>
            <p:nvPr/>
          </p:nvSpPr>
          <p:spPr>
            <a:xfrm>
              <a:off x="5153514" y="35654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7" name="pt20397"/>
            <p:cNvSpPr/>
            <p:nvPr/>
          </p:nvSpPr>
          <p:spPr>
            <a:xfrm>
              <a:off x="5152201" y="35940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8" name="pt20398"/>
            <p:cNvSpPr/>
            <p:nvPr/>
          </p:nvSpPr>
          <p:spPr>
            <a:xfrm>
              <a:off x="5118465" y="3519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399" name="pt20399"/>
            <p:cNvSpPr/>
            <p:nvPr/>
          </p:nvSpPr>
          <p:spPr>
            <a:xfrm>
              <a:off x="5145936" y="3548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0" name="pt20400"/>
            <p:cNvSpPr/>
            <p:nvPr/>
          </p:nvSpPr>
          <p:spPr>
            <a:xfrm>
              <a:off x="5160088" y="35813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1" name="pt20401"/>
            <p:cNvSpPr/>
            <p:nvPr/>
          </p:nvSpPr>
          <p:spPr>
            <a:xfrm>
              <a:off x="5147284" y="35663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2" name="pt20402"/>
            <p:cNvSpPr/>
            <p:nvPr/>
          </p:nvSpPr>
          <p:spPr>
            <a:xfrm>
              <a:off x="5289926" y="35456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3" name="pt20403"/>
            <p:cNvSpPr/>
            <p:nvPr/>
          </p:nvSpPr>
          <p:spPr>
            <a:xfrm>
              <a:off x="5093844" y="35264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4" name="pt20404"/>
            <p:cNvSpPr/>
            <p:nvPr/>
          </p:nvSpPr>
          <p:spPr>
            <a:xfrm>
              <a:off x="4935377" y="35409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5" name="pt20405"/>
            <p:cNvSpPr/>
            <p:nvPr/>
          </p:nvSpPr>
          <p:spPr>
            <a:xfrm>
              <a:off x="5095881" y="35205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6" name="pt20406"/>
            <p:cNvSpPr/>
            <p:nvPr/>
          </p:nvSpPr>
          <p:spPr>
            <a:xfrm>
              <a:off x="5062399" y="3502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7" name="pt20407"/>
            <p:cNvSpPr/>
            <p:nvPr/>
          </p:nvSpPr>
          <p:spPr>
            <a:xfrm>
              <a:off x="5099510" y="35521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8" name="pt20408"/>
            <p:cNvSpPr/>
            <p:nvPr/>
          </p:nvSpPr>
          <p:spPr>
            <a:xfrm>
              <a:off x="5308039" y="35539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09" name="pt20409"/>
            <p:cNvSpPr/>
            <p:nvPr/>
          </p:nvSpPr>
          <p:spPr>
            <a:xfrm>
              <a:off x="5083230" y="35885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0" name="pt20410"/>
            <p:cNvSpPr/>
            <p:nvPr/>
          </p:nvSpPr>
          <p:spPr>
            <a:xfrm>
              <a:off x="5056877" y="3573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1" name="pt20411"/>
            <p:cNvSpPr/>
            <p:nvPr/>
          </p:nvSpPr>
          <p:spPr>
            <a:xfrm>
              <a:off x="5218910" y="3575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2" name="pt20412"/>
            <p:cNvSpPr/>
            <p:nvPr/>
          </p:nvSpPr>
          <p:spPr>
            <a:xfrm>
              <a:off x="5197538" y="35528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3" name="pt20413"/>
            <p:cNvSpPr/>
            <p:nvPr/>
          </p:nvSpPr>
          <p:spPr>
            <a:xfrm>
              <a:off x="5156511" y="3544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4" name="pt20414"/>
            <p:cNvSpPr/>
            <p:nvPr/>
          </p:nvSpPr>
          <p:spPr>
            <a:xfrm>
              <a:off x="5137050" y="35623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5" name="pt20415"/>
            <p:cNvSpPr/>
            <p:nvPr/>
          </p:nvSpPr>
          <p:spPr>
            <a:xfrm>
              <a:off x="5134103" y="3527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6" name="pt20416"/>
            <p:cNvSpPr/>
            <p:nvPr/>
          </p:nvSpPr>
          <p:spPr>
            <a:xfrm>
              <a:off x="5102310" y="3528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7" name="pt20417"/>
            <p:cNvSpPr/>
            <p:nvPr/>
          </p:nvSpPr>
          <p:spPr>
            <a:xfrm>
              <a:off x="4887934" y="35617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8" name="pt20418"/>
            <p:cNvSpPr/>
            <p:nvPr/>
          </p:nvSpPr>
          <p:spPr>
            <a:xfrm>
              <a:off x="5022848" y="36034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19" name="pt20419"/>
            <p:cNvSpPr/>
            <p:nvPr/>
          </p:nvSpPr>
          <p:spPr>
            <a:xfrm>
              <a:off x="4898508" y="3553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0" name="pt20420"/>
            <p:cNvSpPr/>
            <p:nvPr/>
          </p:nvSpPr>
          <p:spPr>
            <a:xfrm>
              <a:off x="5173200" y="35321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1" name="pt20421"/>
            <p:cNvSpPr/>
            <p:nvPr/>
          </p:nvSpPr>
          <p:spPr>
            <a:xfrm>
              <a:off x="5170852" y="3589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2" name="pt20422"/>
            <p:cNvSpPr/>
            <p:nvPr/>
          </p:nvSpPr>
          <p:spPr>
            <a:xfrm>
              <a:off x="5133118" y="34890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3" name="pt20423"/>
            <p:cNvSpPr/>
            <p:nvPr/>
          </p:nvSpPr>
          <p:spPr>
            <a:xfrm>
              <a:off x="5085846" y="3544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4" name="pt20424"/>
            <p:cNvSpPr/>
            <p:nvPr/>
          </p:nvSpPr>
          <p:spPr>
            <a:xfrm>
              <a:off x="5464165" y="3428939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25" name="pt20425"/>
            <p:cNvSpPr/>
            <p:nvPr/>
          </p:nvSpPr>
          <p:spPr>
            <a:xfrm>
              <a:off x="5087315" y="3566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6" name="pt20426"/>
            <p:cNvSpPr/>
            <p:nvPr/>
          </p:nvSpPr>
          <p:spPr>
            <a:xfrm>
              <a:off x="5103983" y="35435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7" name="pt20427"/>
            <p:cNvSpPr/>
            <p:nvPr/>
          </p:nvSpPr>
          <p:spPr>
            <a:xfrm>
              <a:off x="5176171" y="3636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8" name="pt20428"/>
            <p:cNvSpPr/>
            <p:nvPr/>
          </p:nvSpPr>
          <p:spPr>
            <a:xfrm>
              <a:off x="5159477" y="3548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29" name="pt20429"/>
            <p:cNvSpPr/>
            <p:nvPr/>
          </p:nvSpPr>
          <p:spPr>
            <a:xfrm>
              <a:off x="5162564" y="3573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0" name="pt20430"/>
            <p:cNvSpPr/>
            <p:nvPr/>
          </p:nvSpPr>
          <p:spPr>
            <a:xfrm>
              <a:off x="5117105" y="35885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1" name="pt20431"/>
            <p:cNvSpPr/>
            <p:nvPr/>
          </p:nvSpPr>
          <p:spPr>
            <a:xfrm>
              <a:off x="5122202" y="3509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2" name="pt20432"/>
            <p:cNvSpPr/>
            <p:nvPr/>
          </p:nvSpPr>
          <p:spPr>
            <a:xfrm>
              <a:off x="5032266" y="3569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3" name="pt20433"/>
            <p:cNvSpPr/>
            <p:nvPr/>
          </p:nvSpPr>
          <p:spPr>
            <a:xfrm>
              <a:off x="5381864" y="3574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4" name="pt20434"/>
            <p:cNvSpPr/>
            <p:nvPr/>
          </p:nvSpPr>
          <p:spPr>
            <a:xfrm>
              <a:off x="5101143" y="35199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5" name="pt20435"/>
            <p:cNvSpPr/>
            <p:nvPr/>
          </p:nvSpPr>
          <p:spPr>
            <a:xfrm>
              <a:off x="4936275" y="35560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6" name="pt20436"/>
            <p:cNvSpPr/>
            <p:nvPr/>
          </p:nvSpPr>
          <p:spPr>
            <a:xfrm>
              <a:off x="5104987" y="3576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7" name="pt20437"/>
            <p:cNvSpPr/>
            <p:nvPr/>
          </p:nvSpPr>
          <p:spPr>
            <a:xfrm>
              <a:off x="5126679" y="34813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8" name="pt20438"/>
            <p:cNvSpPr/>
            <p:nvPr/>
          </p:nvSpPr>
          <p:spPr>
            <a:xfrm>
              <a:off x="5237913" y="3561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39" name="pt20439"/>
            <p:cNvSpPr/>
            <p:nvPr/>
          </p:nvSpPr>
          <p:spPr>
            <a:xfrm>
              <a:off x="5202457" y="35686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0" name="pt20440"/>
            <p:cNvSpPr/>
            <p:nvPr/>
          </p:nvSpPr>
          <p:spPr>
            <a:xfrm>
              <a:off x="5152384" y="35607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1" name="pt20441"/>
            <p:cNvSpPr/>
            <p:nvPr/>
          </p:nvSpPr>
          <p:spPr>
            <a:xfrm>
              <a:off x="5023237" y="3506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2" name="pt20442"/>
            <p:cNvSpPr/>
            <p:nvPr/>
          </p:nvSpPr>
          <p:spPr>
            <a:xfrm>
              <a:off x="5194066" y="35792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3" name="pt20443"/>
            <p:cNvSpPr/>
            <p:nvPr/>
          </p:nvSpPr>
          <p:spPr>
            <a:xfrm>
              <a:off x="5202460" y="35892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4" name="pt20444"/>
            <p:cNvSpPr/>
            <p:nvPr/>
          </p:nvSpPr>
          <p:spPr>
            <a:xfrm>
              <a:off x="5107029" y="3529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5" name="pt20445"/>
            <p:cNvSpPr/>
            <p:nvPr/>
          </p:nvSpPr>
          <p:spPr>
            <a:xfrm>
              <a:off x="5081525" y="35724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6" name="pt20446"/>
            <p:cNvSpPr/>
            <p:nvPr/>
          </p:nvSpPr>
          <p:spPr>
            <a:xfrm>
              <a:off x="5186728" y="3544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7" name="pt20447"/>
            <p:cNvSpPr/>
            <p:nvPr/>
          </p:nvSpPr>
          <p:spPr>
            <a:xfrm>
              <a:off x="5280845" y="3568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8" name="pt20448"/>
            <p:cNvSpPr/>
            <p:nvPr/>
          </p:nvSpPr>
          <p:spPr>
            <a:xfrm>
              <a:off x="5109255" y="3559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49" name="pt20449"/>
            <p:cNvSpPr/>
            <p:nvPr/>
          </p:nvSpPr>
          <p:spPr>
            <a:xfrm>
              <a:off x="5176081" y="35562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0" name="pt20450"/>
            <p:cNvSpPr/>
            <p:nvPr/>
          </p:nvSpPr>
          <p:spPr>
            <a:xfrm>
              <a:off x="5000967" y="3561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1" name="pt20451"/>
            <p:cNvSpPr/>
            <p:nvPr/>
          </p:nvSpPr>
          <p:spPr>
            <a:xfrm>
              <a:off x="5097658" y="3525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2" name="pt20452"/>
            <p:cNvSpPr/>
            <p:nvPr/>
          </p:nvSpPr>
          <p:spPr>
            <a:xfrm>
              <a:off x="5145650" y="36043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3" name="pt20453"/>
            <p:cNvSpPr/>
            <p:nvPr/>
          </p:nvSpPr>
          <p:spPr>
            <a:xfrm>
              <a:off x="5107417" y="3578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4" name="pt20454"/>
            <p:cNvSpPr/>
            <p:nvPr/>
          </p:nvSpPr>
          <p:spPr>
            <a:xfrm>
              <a:off x="5192281" y="35895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5" name="pt20455"/>
            <p:cNvSpPr/>
            <p:nvPr/>
          </p:nvSpPr>
          <p:spPr>
            <a:xfrm>
              <a:off x="4968927" y="3596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6" name="pt20456"/>
            <p:cNvSpPr/>
            <p:nvPr/>
          </p:nvSpPr>
          <p:spPr>
            <a:xfrm>
              <a:off x="5120951" y="35360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7" name="pt20457"/>
            <p:cNvSpPr/>
            <p:nvPr/>
          </p:nvSpPr>
          <p:spPr>
            <a:xfrm>
              <a:off x="5211261" y="35978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8" name="pt20458"/>
            <p:cNvSpPr/>
            <p:nvPr/>
          </p:nvSpPr>
          <p:spPr>
            <a:xfrm>
              <a:off x="5060387" y="3568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59" name="pt20459"/>
            <p:cNvSpPr/>
            <p:nvPr/>
          </p:nvSpPr>
          <p:spPr>
            <a:xfrm>
              <a:off x="5142493" y="35143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0" name="pt20460"/>
            <p:cNvSpPr/>
            <p:nvPr/>
          </p:nvSpPr>
          <p:spPr>
            <a:xfrm>
              <a:off x="5141761" y="3555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1" name="pt20461"/>
            <p:cNvSpPr/>
            <p:nvPr/>
          </p:nvSpPr>
          <p:spPr>
            <a:xfrm>
              <a:off x="5258195" y="3555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2" name="pt20462"/>
            <p:cNvSpPr/>
            <p:nvPr/>
          </p:nvSpPr>
          <p:spPr>
            <a:xfrm>
              <a:off x="5068017" y="35269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3" name="pt20463"/>
            <p:cNvSpPr/>
            <p:nvPr/>
          </p:nvSpPr>
          <p:spPr>
            <a:xfrm>
              <a:off x="5119939" y="35478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4" name="pt20464"/>
            <p:cNvSpPr/>
            <p:nvPr/>
          </p:nvSpPr>
          <p:spPr>
            <a:xfrm>
              <a:off x="5140594" y="3527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5" name="pt20465"/>
            <p:cNvSpPr/>
            <p:nvPr/>
          </p:nvSpPr>
          <p:spPr>
            <a:xfrm>
              <a:off x="5177133" y="3554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6" name="pt20466"/>
            <p:cNvSpPr/>
            <p:nvPr/>
          </p:nvSpPr>
          <p:spPr>
            <a:xfrm>
              <a:off x="5202330" y="3571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7" name="pt20467"/>
            <p:cNvSpPr/>
            <p:nvPr/>
          </p:nvSpPr>
          <p:spPr>
            <a:xfrm>
              <a:off x="5237309" y="3579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8" name="pt20468"/>
            <p:cNvSpPr/>
            <p:nvPr/>
          </p:nvSpPr>
          <p:spPr>
            <a:xfrm>
              <a:off x="5046815" y="35655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69" name="pt20469"/>
            <p:cNvSpPr/>
            <p:nvPr/>
          </p:nvSpPr>
          <p:spPr>
            <a:xfrm>
              <a:off x="5216960" y="3563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0" name="pt20470"/>
            <p:cNvSpPr/>
            <p:nvPr/>
          </p:nvSpPr>
          <p:spPr>
            <a:xfrm>
              <a:off x="5182890" y="3544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1" name="pt20471"/>
            <p:cNvSpPr/>
            <p:nvPr/>
          </p:nvSpPr>
          <p:spPr>
            <a:xfrm>
              <a:off x="5166164" y="35563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2" name="pt20472"/>
            <p:cNvSpPr/>
            <p:nvPr/>
          </p:nvSpPr>
          <p:spPr>
            <a:xfrm>
              <a:off x="5080857" y="3547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3" name="pt20473"/>
            <p:cNvSpPr/>
            <p:nvPr/>
          </p:nvSpPr>
          <p:spPr>
            <a:xfrm>
              <a:off x="5449907" y="3415383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74" name="pt20474"/>
            <p:cNvSpPr/>
            <p:nvPr/>
          </p:nvSpPr>
          <p:spPr>
            <a:xfrm>
              <a:off x="5248548" y="3579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5" name="pt20475"/>
            <p:cNvSpPr/>
            <p:nvPr/>
          </p:nvSpPr>
          <p:spPr>
            <a:xfrm>
              <a:off x="5163835" y="35834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6" name="pt20476"/>
            <p:cNvSpPr/>
            <p:nvPr/>
          </p:nvSpPr>
          <p:spPr>
            <a:xfrm>
              <a:off x="5155715" y="35368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7" name="pt20477"/>
            <p:cNvSpPr/>
            <p:nvPr/>
          </p:nvSpPr>
          <p:spPr>
            <a:xfrm>
              <a:off x="5299835" y="3546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8" name="pt20478"/>
            <p:cNvSpPr/>
            <p:nvPr/>
          </p:nvSpPr>
          <p:spPr>
            <a:xfrm>
              <a:off x="5350713" y="35552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79" name="pt20479"/>
            <p:cNvSpPr/>
            <p:nvPr/>
          </p:nvSpPr>
          <p:spPr>
            <a:xfrm>
              <a:off x="5229070" y="3568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0" name="pt20480"/>
            <p:cNvSpPr/>
            <p:nvPr/>
          </p:nvSpPr>
          <p:spPr>
            <a:xfrm>
              <a:off x="5071215" y="3567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1" name="pt20481"/>
            <p:cNvSpPr/>
            <p:nvPr/>
          </p:nvSpPr>
          <p:spPr>
            <a:xfrm>
              <a:off x="5095853" y="3534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2" name="pt20482"/>
            <p:cNvSpPr/>
            <p:nvPr/>
          </p:nvSpPr>
          <p:spPr>
            <a:xfrm>
              <a:off x="5238958" y="35852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3" name="pt20483"/>
            <p:cNvSpPr/>
            <p:nvPr/>
          </p:nvSpPr>
          <p:spPr>
            <a:xfrm>
              <a:off x="5025874" y="3579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4" name="pt20484"/>
            <p:cNvSpPr/>
            <p:nvPr/>
          </p:nvSpPr>
          <p:spPr>
            <a:xfrm>
              <a:off x="5067217" y="34835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5" name="pt20485"/>
            <p:cNvSpPr/>
            <p:nvPr/>
          </p:nvSpPr>
          <p:spPr>
            <a:xfrm>
              <a:off x="5169544" y="35286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6" name="pt20486"/>
            <p:cNvSpPr/>
            <p:nvPr/>
          </p:nvSpPr>
          <p:spPr>
            <a:xfrm>
              <a:off x="5215736" y="35946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7" name="pt20487"/>
            <p:cNvSpPr/>
            <p:nvPr/>
          </p:nvSpPr>
          <p:spPr>
            <a:xfrm>
              <a:off x="5089716" y="35221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8" name="pt20488"/>
            <p:cNvSpPr/>
            <p:nvPr/>
          </p:nvSpPr>
          <p:spPr>
            <a:xfrm>
              <a:off x="5288762" y="35679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89" name="pt20489"/>
            <p:cNvSpPr/>
            <p:nvPr/>
          </p:nvSpPr>
          <p:spPr>
            <a:xfrm>
              <a:off x="5242366" y="35731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0" name="pt20490"/>
            <p:cNvSpPr/>
            <p:nvPr/>
          </p:nvSpPr>
          <p:spPr>
            <a:xfrm>
              <a:off x="5093777" y="3571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1" name="pt20491"/>
            <p:cNvSpPr/>
            <p:nvPr/>
          </p:nvSpPr>
          <p:spPr>
            <a:xfrm>
              <a:off x="5267449" y="35689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2" name="pt20492"/>
            <p:cNvSpPr/>
            <p:nvPr/>
          </p:nvSpPr>
          <p:spPr>
            <a:xfrm>
              <a:off x="5066492" y="3536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3" name="pt20493"/>
            <p:cNvSpPr/>
            <p:nvPr/>
          </p:nvSpPr>
          <p:spPr>
            <a:xfrm>
              <a:off x="5137492" y="35413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4" name="pt20494"/>
            <p:cNvSpPr/>
            <p:nvPr/>
          </p:nvSpPr>
          <p:spPr>
            <a:xfrm>
              <a:off x="5164904" y="35064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5" name="pt20495"/>
            <p:cNvSpPr/>
            <p:nvPr/>
          </p:nvSpPr>
          <p:spPr>
            <a:xfrm>
              <a:off x="5056275" y="3555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6" name="pt20496"/>
            <p:cNvSpPr/>
            <p:nvPr/>
          </p:nvSpPr>
          <p:spPr>
            <a:xfrm>
              <a:off x="5149503" y="3566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7" name="pt20497"/>
            <p:cNvSpPr/>
            <p:nvPr/>
          </p:nvSpPr>
          <p:spPr>
            <a:xfrm>
              <a:off x="4956598" y="3552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8" name="pt20498"/>
            <p:cNvSpPr/>
            <p:nvPr/>
          </p:nvSpPr>
          <p:spPr>
            <a:xfrm>
              <a:off x="5208396" y="3552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499" name="pt20499"/>
            <p:cNvSpPr/>
            <p:nvPr/>
          </p:nvSpPr>
          <p:spPr>
            <a:xfrm>
              <a:off x="5232304" y="35841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0" name="pt20500"/>
            <p:cNvSpPr/>
            <p:nvPr/>
          </p:nvSpPr>
          <p:spPr>
            <a:xfrm>
              <a:off x="5149329" y="3543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1" name="pt20501"/>
            <p:cNvSpPr/>
            <p:nvPr/>
          </p:nvSpPr>
          <p:spPr>
            <a:xfrm>
              <a:off x="5134923" y="3582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2" name="pt20502"/>
            <p:cNvSpPr/>
            <p:nvPr/>
          </p:nvSpPr>
          <p:spPr>
            <a:xfrm>
              <a:off x="5114460" y="36078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3" name="pt20503"/>
            <p:cNvSpPr/>
            <p:nvPr/>
          </p:nvSpPr>
          <p:spPr>
            <a:xfrm>
              <a:off x="4971263" y="3544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4" name="pt20504"/>
            <p:cNvSpPr/>
            <p:nvPr/>
          </p:nvSpPr>
          <p:spPr>
            <a:xfrm>
              <a:off x="5100177" y="3552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5" name="pt20505"/>
            <p:cNvSpPr/>
            <p:nvPr/>
          </p:nvSpPr>
          <p:spPr>
            <a:xfrm>
              <a:off x="5071058" y="3526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6" name="pt20506"/>
            <p:cNvSpPr/>
            <p:nvPr/>
          </p:nvSpPr>
          <p:spPr>
            <a:xfrm>
              <a:off x="5054601" y="35562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7" name="pt20507"/>
            <p:cNvSpPr/>
            <p:nvPr/>
          </p:nvSpPr>
          <p:spPr>
            <a:xfrm>
              <a:off x="5168019" y="35513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8" name="pt20508"/>
            <p:cNvSpPr/>
            <p:nvPr/>
          </p:nvSpPr>
          <p:spPr>
            <a:xfrm>
              <a:off x="5155758" y="3473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09" name="pt20509"/>
            <p:cNvSpPr/>
            <p:nvPr/>
          </p:nvSpPr>
          <p:spPr>
            <a:xfrm>
              <a:off x="5069773" y="35177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0" name="pt20510"/>
            <p:cNvSpPr/>
            <p:nvPr/>
          </p:nvSpPr>
          <p:spPr>
            <a:xfrm>
              <a:off x="5187976" y="34880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1" name="pt20511"/>
            <p:cNvSpPr/>
            <p:nvPr/>
          </p:nvSpPr>
          <p:spPr>
            <a:xfrm>
              <a:off x="5237739" y="35519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2" name="pt20512"/>
            <p:cNvSpPr/>
            <p:nvPr/>
          </p:nvSpPr>
          <p:spPr>
            <a:xfrm>
              <a:off x="5240143" y="35159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3" name="pt20513"/>
            <p:cNvSpPr/>
            <p:nvPr/>
          </p:nvSpPr>
          <p:spPr>
            <a:xfrm>
              <a:off x="5173484" y="3618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4" name="pt20514"/>
            <p:cNvSpPr/>
            <p:nvPr/>
          </p:nvSpPr>
          <p:spPr>
            <a:xfrm>
              <a:off x="5014612" y="3524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5" name="pt20515"/>
            <p:cNvSpPr/>
            <p:nvPr/>
          </p:nvSpPr>
          <p:spPr>
            <a:xfrm>
              <a:off x="5211611" y="36162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6" name="pt20516"/>
            <p:cNvSpPr/>
            <p:nvPr/>
          </p:nvSpPr>
          <p:spPr>
            <a:xfrm>
              <a:off x="5086315" y="35462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7" name="pt20517"/>
            <p:cNvSpPr/>
            <p:nvPr/>
          </p:nvSpPr>
          <p:spPr>
            <a:xfrm>
              <a:off x="5151033" y="35872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8" name="pt20518"/>
            <p:cNvSpPr/>
            <p:nvPr/>
          </p:nvSpPr>
          <p:spPr>
            <a:xfrm>
              <a:off x="5207541" y="35770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19" name="pt20519"/>
            <p:cNvSpPr/>
            <p:nvPr/>
          </p:nvSpPr>
          <p:spPr>
            <a:xfrm>
              <a:off x="5139591" y="3503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0" name="pt20520"/>
            <p:cNvSpPr/>
            <p:nvPr/>
          </p:nvSpPr>
          <p:spPr>
            <a:xfrm>
              <a:off x="5208584" y="3599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1" name="pt20521"/>
            <p:cNvSpPr/>
            <p:nvPr/>
          </p:nvSpPr>
          <p:spPr>
            <a:xfrm>
              <a:off x="5120662" y="3515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2" name="pt20522"/>
            <p:cNvSpPr/>
            <p:nvPr/>
          </p:nvSpPr>
          <p:spPr>
            <a:xfrm>
              <a:off x="5086764" y="35517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3" name="pt20523"/>
            <p:cNvSpPr/>
            <p:nvPr/>
          </p:nvSpPr>
          <p:spPr>
            <a:xfrm>
              <a:off x="5416806" y="3483950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24" name="pt20524"/>
            <p:cNvSpPr/>
            <p:nvPr/>
          </p:nvSpPr>
          <p:spPr>
            <a:xfrm>
              <a:off x="5003802" y="35812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5" name="pt20525"/>
            <p:cNvSpPr/>
            <p:nvPr/>
          </p:nvSpPr>
          <p:spPr>
            <a:xfrm>
              <a:off x="5095882" y="3576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6" name="pt20526"/>
            <p:cNvSpPr/>
            <p:nvPr/>
          </p:nvSpPr>
          <p:spPr>
            <a:xfrm>
              <a:off x="5228145" y="35681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7" name="pt20527"/>
            <p:cNvSpPr/>
            <p:nvPr/>
          </p:nvSpPr>
          <p:spPr>
            <a:xfrm>
              <a:off x="5129658" y="3555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8" name="pt20528"/>
            <p:cNvSpPr/>
            <p:nvPr/>
          </p:nvSpPr>
          <p:spPr>
            <a:xfrm>
              <a:off x="5099581" y="3550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29" name="pt20529"/>
            <p:cNvSpPr/>
            <p:nvPr/>
          </p:nvSpPr>
          <p:spPr>
            <a:xfrm>
              <a:off x="4967308" y="35528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0" name="pt20530"/>
            <p:cNvSpPr/>
            <p:nvPr/>
          </p:nvSpPr>
          <p:spPr>
            <a:xfrm>
              <a:off x="5194156" y="35207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1" name="pt20531"/>
            <p:cNvSpPr/>
            <p:nvPr/>
          </p:nvSpPr>
          <p:spPr>
            <a:xfrm>
              <a:off x="4876427" y="3550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2" name="pt20532"/>
            <p:cNvSpPr/>
            <p:nvPr/>
          </p:nvSpPr>
          <p:spPr>
            <a:xfrm>
              <a:off x="5154317" y="35776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3" name="pt20533"/>
            <p:cNvSpPr/>
            <p:nvPr/>
          </p:nvSpPr>
          <p:spPr>
            <a:xfrm>
              <a:off x="5138115" y="35559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4" name="pt20534"/>
            <p:cNvSpPr/>
            <p:nvPr/>
          </p:nvSpPr>
          <p:spPr>
            <a:xfrm>
              <a:off x="5165259" y="35686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5" name="pt20535"/>
            <p:cNvSpPr/>
            <p:nvPr/>
          </p:nvSpPr>
          <p:spPr>
            <a:xfrm>
              <a:off x="5181698" y="36059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6" name="pt20536"/>
            <p:cNvSpPr/>
            <p:nvPr/>
          </p:nvSpPr>
          <p:spPr>
            <a:xfrm>
              <a:off x="5185983" y="35490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7" name="pt20537"/>
            <p:cNvSpPr/>
            <p:nvPr/>
          </p:nvSpPr>
          <p:spPr>
            <a:xfrm>
              <a:off x="5282098" y="35733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8" name="pt20538"/>
            <p:cNvSpPr/>
            <p:nvPr/>
          </p:nvSpPr>
          <p:spPr>
            <a:xfrm>
              <a:off x="5038046" y="35212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39" name="pt20539"/>
            <p:cNvSpPr/>
            <p:nvPr/>
          </p:nvSpPr>
          <p:spPr>
            <a:xfrm>
              <a:off x="5064504" y="3531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0" name="pt20540"/>
            <p:cNvSpPr/>
            <p:nvPr/>
          </p:nvSpPr>
          <p:spPr>
            <a:xfrm>
              <a:off x="5469914" y="3561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1" name="pt20541"/>
            <p:cNvSpPr/>
            <p:nvPr/>
          </p:nvSpPr>
          <p:spPr>
            <a:xfrm>
              <a:off x="5195794" y="35422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2" name="pt20542"/>
            <p:cNvSpPr/>
            <p:nvPr/>
          </p:nvSpPr>
          <p:spPr>
            <a:xfrm>
              <a:off x="5350866" y="3516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3" name="pt20543"/>
            <p:cNvSpPr/>
            <p:nvPr/>
          </p:nvSpPr>
          <p:spPr>
            <a:xfrm>
              <a:off x="5067328" y="35559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4" name="pt20544"/>
            <p:cNvSpPr/>
            <p:nvPr/>
          </p:nvSpPr>
          <p:spPr>
            <a:xfrm>
              <a:off x="4898802" y="35643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5" name="pt20545"/>
            <p:cNvSpPr/>
            <p:nvPr/>
          </p:nvSpPr>
          <p:spPr>
            <a:xfrm>
              <a:off x="5161811" y="35894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6" name="pt20546"/>
            <p:cNvSpPr/>
            <p:nvPr/>
          </p:nvSpPr>
          <p:spPr>
            <a:xfrm>
              <a:off x="5162518" y="35476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7" name="pt20547"/>
            <p:cNvSpPr/>
            <p:nvPr/>
          </p:nvSpPr>
          <p:spPr>
            <a:xfrm>
              <a:off x="5153658" y="3564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8" name="pt20548"/>
            <p:cNvSpPr/>
            <p:nvPr/>
          </p:nvSpPr>
          <p:spPr>
            <a:xfrm>
              <a:off x="4980276" y="35773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49" name="pt20549"/>
            <p:cNvSpPr/>
            <p:nvPr/>
          </p:nvSpPr>
          <p:spPr>
            <a:xfrm>
              <a:off x="5159224" y="3542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0" name="pt20550"/>
            <p:cNvSpPr/>
            <p:nvPr/>
          </p:nvSpPr>
          <p:spPr>
            <a:xfrm>
              <a:off x="5169243" y="3577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1" name="pt20551"/>
            <p:cNvSpPr/>
            <p:nvPr/>
          </p:nvSpPr>
          <p:spPr>
            <a:xfrm>
              <a:off x="5357750" y="35419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2" name="pt20552"/>
            <p:cNvSpPr/>
            <p:nvPr/>
          </p:nvSpPr>
          <p:spPr>
            <a:xfrm>
              <a:off x="5278646" y="3548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3" name="pt20553"/>
            <p:cNvSpPr/>
            <p:nvPr/>
          </p:nvSpPr>
          <p:spPr>
            <a:xfrm>
              <a:off x="5153609" y="35407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4" name="pt20554"/>
            <p:cNvSpPr/>
            <p:nvPr/>
          </p:nvSpPr>
          <p:spPr>
            <a:xfrm>
              <a:off x="5070806" y="3558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5" name="pt20555"/>
            <p:cNvSpPr/>
            <p:nvPr/>
          </p:nvSpPr>
          <p:spPr>
            <a:xfrm>
              <a:off x="5079773" y="35754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6" name="pt20556"/>
            <p:cNvSpPr/>
            <p:nvPr/>
          </p:nvSpPr>
          <p:spPr>
            <a:xfrm>
              <a:off x="5237657" y="3572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7" name="pt20557"/>
            <p:cNvSpPr/>
            <p:nvPr/>
          </p:nvSpPr>
          <p:spPr>
            <a:xfrm>
              <a:off x="5153118" y="35432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8" name="pt20558"/>
            <p:cNvSpPr/>
            <p:nvPr/>
          </p:nvSpPr>
          <p:spPr>
            <a:xfrm>
              <a:off x="5061936" y="35333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59" name="pt20559"/>
            <p:cNvSpPr/>
            <p:nvPr/>
          </p:nvSpPr>
          <p:spPr>
            <a:xfrm>
              <a:off x="5175072" y="3595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0" name="pt20560"/>
            <p:cNvSpPr/>
            <p:nvPr/>
          </p:nvSpPr>
          <p:spPr>
            <a:xfrm>
              <a:off x="5404894" y="3573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1" name="pt20561"/>
            <p:cNvSpPr/>
            <p:nvPr/>
          </p:nvSpPr>
          <p:spPr>
            <a:xfrm>
              <a:off x="5217370" y="3550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2" name="pt20562"/>
            <p:cNvSpPr/>
            <p:nvPr/>
          </p:nvSpPr>
          <p:spPr>
            <a:xfrm>
              <a:off x="5070594" y="35332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3" name="pt20563"/>
            <p:cNvSpPr/>
            <p:nvPr/>
          </p:nvSpPr>
          <p:spPr>
            <a:xfrm>
              <a:off x="4873863" y="35535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4" name="pt20564"/>
            <p:cNvSpPr/>
            <p:nvPr/>
          </p:nvSpPr>
          <p:spPr>
            <a:xfrm>
              <a:off x="5107874" y="35342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5" name="pt20565"/>
            <p:cNvSpPr/>
            <p:nvPr/>
          </p:nvSpPr>
          <p:spPr>
            <a:xfrm>
              <a:off x="5093026" y="3542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6" name="pt20566"/>
            <p:cNvSpPr/>
            <p:nvPr/>
          </p:nvSpPr>
          <p:spPr>
            <a:xfrm>
              <a:off x="5148838" y="35353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7" name="pt20567"/>
            <p:cNvSpPr/>
            <p:nvPr/>
          </p:nvSpPr>
          <p:spPr>
            <a:xfrm>
              <a:off x="5015773" y="35466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8" name="pt20568"/>
            <p:cNvSpPr/>
            <p:nvPr/>
          </p:nvSpPr>
          <p:spPr>
            <a:xfrm>
              <a:off x="5208140" y="35662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69" name="pt20569"/>
            <p:cNvSpPr/>
            <p:nvPr/>
          </p:nvSpPr>
          <p:spPr>
            <a:xfrm>
              <a:off x="5044412" y="3576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0" name="pt20570"/>
            <p:cNvSpPr/>
            <p:nvPr/>
          </p:nvSpPr>
          <p:spPr>
            <a:xfrm>
              <a:off x="5131628" y="35367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1" name="pt20571"/>
            <p:cNvSpPr/>
            <p:nvPr/>
          </p:nvSpPr>
          <p:spPr>
            <a:xfrm>
              <a:off x="5128679" y="35364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2" name="pt20572"/>
            <p:cNvSpPr/>
            <p:nvPr/>
          </p:nvSpPr>
          <p:spPr>
            <a:xfrm>
              <a:off x="5186413" y="3600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3" name="pt20573"/>
            <p:cNvSpPr/>
            <p:nvPr/>
          </p:nvSpPr>
          <p:spPr>
            <a:xfrm>
              <a:off x="4870141" y="3533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4" name="pt20574"/>
            <p:cNvSpPr/>
            <p:nvPr/>
          </p:nvSpPr>
          <p:spPr>
            <a:xfrm>
              <a:off x="5177967" y="35668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5" name="pt20575"/>
            <p:cNvSpPr/>
            <p:nvPr/>
          </p:nvSpPr>
          <p:spPr>
            <a:xfrm>
              <a:off x="5329809" y="35599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6" name="pt20576"/>
            <p:cNvSpPr/>
            <p:nvPr/>
          </p:nvSpPr>
          <p:spPr>
            <a:xfrm>
              <a:off x="5181821" y="35595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7" name="pt20577"/>
            <p:cNvSpPr/>
            <p:nvPr/>
          </p:nvSpPr>
          <p:spPr>
            <a:xfrm>
              <a:off x="5143745" y="35282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8" name="pt20578"/>
            <p:cNvSpPr/>
            <p:nvPr/>
          </p:nvSpPr>
          <p:spPr>
            <a:xfrm>
              <a:off x="5079000" y="3483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79" name="pt20579"/>
            <p:cNvSpPr/>
            <p:nvPr/>
          </p:nvSpPr>
          <p:spPr>
            <a:xfrm>
              <a:off x="5143489" y="35471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0" name="pt20580"/>
            <p:cNvSpPr/>
            <p:nvPr/>
          </p:nvSpPr>
          <p:spPr>
            <a:xfrm>
              <a:off x="5178909" y="35700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1" name="pt20581"/>
            <p:cNvSpPr/>
            <p:nvPr/>
          </p:nvSpPr>
          <p:spPr>
            <a:xfrm>
              <a:off x="5123575" y="35047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2" name="pt20582"/>
            <p:cNvSpPr/>
            <p:nvPr/>
          </p:nvSpPr>
          <p:spPr>
            <a:xfrm>
              <a:off x="5193689" y="3545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3" name="pt20583"/>
            <p:cNvSpPr/>
            <p:nvPr/>
          </p:nvSpPr>
          <p:spPr>
            <a:xfrm>
              <a:off x="5116425" y="3494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4" name="pt20584"/>
            <p:cNvSpPr/>
            <p:nvPr/>
          </p:nvSpPr>
          <p:spPr>
            <a:xfrm>
              <a:off x="5057710" y="35180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5" name="pt20585"/>
            <p:cNvSpPr/>
            <p:nvPr/>
          </p:nvSpPr>
          <p:spPr>
            <a:xfrm>
              <a:off x="5162042" y="35025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6" name="pt20586"/>
            <p:cNvSpPr/>
            <p:nvPr/>
          </p:nvSpPr>
          <p:spPr>
            <a:xfrm>
              <a:off x="5244125" y="35706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7" name="pt20587"/>
            <p:cNvSpPr/>
            <p:nvPr/>
          </p:nvSpPr>
          <p:spPr>
            <a:xfrm>
              <a:off x="5212190" y="3595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8" name="pt20588"/>
            <p:cNvSpPr/>
            <p:nvPr/>
          </p:nvSpPr>
          <p:spPr>
            <a:xfrm>
              <a:off x="5065615" y="35713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89" name="pt20589"/>
            <p:cNvSpPr/>
            <p:nvPr/>
          </p:nvSpPr>
          <p:spPr>
            <a:xfrm>
              <a:off x="5101085" y="3561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0" name="pt20590"/>
            <p:cNvSpPr/>
            <p:nvPr/>
          </p:nvSpPr>
          <p:spPr>
            <a:xfrm>
              <a:off x="5132506" y="3527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1" name="pt20591"/>
            <p:cNvSpPr/>
            <p:nvPr/>
          </p:nvSpPr>
          <p:spPr>
            <a:xfrm>
              <a:off x="5242393" y="35298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2" name="pt20592"/>
            <p:cNvSpPr/>
            <p:nvPr/>
          </p:nvSpPr>
          <p:spPr>
            <a:xfrm>
              <a:off x="5063702" y="35545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3" name="pt20593"/>
            <p:cNvSpPr/>
            <p:nvPr/>
          </p:nvSpPr>
          <p:spPr>
            <a:xfrm>
              <a:off x="5049634" y="3523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4" name="pt20594"/>
            <p:cNvSpPr/>
            <p:nvPr/>
          </p:nvSpPr>
          <p:spPr>
            <a:xfrm>
              <a:off x="5167993" y="3556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5" name="pt20595"/>
            <p:cNvSpPr/>
            <p:nvPr/>
          </p:nvSpPr>
          <p:spPr>
            <a:xfrm>
              <a:off x="5122699" y="34861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6" name="pt20596"/>
            <p:cNvSpPr/>
            <p:nvPr/>
          </p:nvSpPr>
          <p:spPr>
            <a:xfrm>
              <a:off x="4927610" y="35484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7" name="pt20597"/>
            <p:cNvSpPr/>
            <p:nvPr/>
          </p:nvSpPr>
          <p:spPr>
            <a:xfrm>
              <a:off x="5097556" y="35569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8" name="pt20598"/>
            <p:cNvSpPr/>
            <p:nvPr/>
          </p:nvSpPr>
          <p:spPr>
            <a:xfrm>
              <a:off x="4993888" y="35780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599" name="pt20599"/>
            <p:cNvSpPr/>
            <p:nvPr/>
          </p:nvSpPr>
          <p:spPr>
            <a:xfrm>
              <a:off x="5145424" y="35452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0" name="pt20600"/>
            <p:cNvSpPr/>
            <p:nvPr/>
          </p:nvSpPr>
          <p:spPr>
            <a:xfrm>
              <a:off x="5158760" y="35706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1" name="pt20601"/>
            <p:cNvSpPr/>
            <p:nvPr/>
          </p:nvSpPr>
          <p:spPr>
            <a:xfrm>
              <a:off x="5136244" y="3568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2" name="pt20602"/>
            <p:cNvSpPr/>
            <p:nvPr/>
          </p:nvSpPr>
          <p:spPr>
            <a:xfrm>
              <a:off x="5078247" y="35493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3" name="pt20603"/>
            <p:cNvSpPr/>
            <p:nvPr/>
          </p:nvSpPr>
          <p:spPr>
            <a:xfrm>
              <a:off x="5168189" y="35981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4" name="pt20604"/>
            <p:cNvSpPr/>
            <p:nvPr/>
          </p:nvSpPr>
          <p:spPr>
            <a:xfrm>
              <a:off x="5188926" y="35086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5" name="pt20605"/>
            <p:cNvSpPr/>
            <p:nvPr/>
          </p:nvSpPr>
          <p:spPr>
            <a:xfrm>
              <a:off x="5083813" y="35321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6" name="pt20606"/>
            <p:cNvSpPr/>
            <p:nvPr/>
          </p:nvSpPr>
          <p:spPr>
            <a:xfrm>
              <a:off x="5156599" y="35459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7" name="pt20607"/>
            <p:cNvSpPr/>
            <p:nvPr/>
          </p:nvSpPr>
          <p:spPr>
            <a:xfrm>
              <a:off x="5078721" y="34797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8" name="pt20608"/>
            <p:cNvSpPr/>
            <p:nvPr/>
          </p:nvSpPr>
          <p:spPr>
            <a:xfrm>
              <a:off x="5142011" y="36027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09" name="pt20609"/>
            <p:cNvSpPr/>
            <p:nvPr/>
          </p:nvSpPr>
          <p:spPr>
            <a:xfrm>
              <a:off x="5245867" y="35479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0" name="pt20610"/>
            <p:cNvSpPr/>
            <p:nvPr/>
          </p:nvSpPr>
          <p:spPr>
            <a:xfrm>
              <a:off x="5059466" y="3491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1" name="pt20611"/>
            <p:cNvSpPr/>
            <p:nvPr/>
          </p:nvSpPr>
          <p:spPr>
            <a:xfrm>
              <a:off x="5040631" y="3560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2" name="pt20612"/>
            <p:cNvSpPr/>
            <p:nvPr/>
          </p:nvSpPr>
          <p:spPr>
            <a:xfrm>
              <a:off x="5194354" y="35816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3" name="pt20613"/>
            <p:cNvSpPr/>
            <p:nvPr/>
          </p:nvSpPr>
          <p:spPr>
            <a:xfrm>
              <a:off x="5197064" y="3590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4" name="pt20614"/>
            <p:cNvSpPr/>
            <p:nvPr/>
          </p:nvSpPr>
          <p:spPr>
            <a:xfrm>
              <a:off x="5103229" y="35410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5" name="pt20615"/>
            <p:cNvSpPr/>
            <p:nvPr/>
          </p:nvSpPr>
          <p:spPr>
            <a:xfrm>
              <a:off x="4947579" y="35413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6" name="pt20616"/>
            <p:cNvSpPr/>
            <p:nvPr/>
          </p:nvSpPr>
          <p:spPr>
            <a:xfrm>
              <a:off x="5091019" y="35594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7" name="pt20617"/>
            <p:cNvSpPr/>
            <p:nvPr/>
          </p:nvSpPr>
          <p:spPr>
            <a:xfrm>
              <a:off x="4857534" y="35603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8" name="pt20618"/>
            <p:cNvSpPr/>
            <p:nvPr/>
          </p:nvSpPr>
          <p:spPr>
            <a:xfrm>
              <a:off x="5069049" y="35296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19" name="pt20619"/>
            <p:cNvSpPr/>
            <p:nvPr/>
          </p:nvSpPr>
          <p:spPr>
            <a:xfrm>
              <a:off x="5056884" y="3525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0" name="pt20620"/>
            <p:cNvSpPr/>
            <p:nvPr/>
          </p:nvSpPr>
          <p:spPr>
            <a:xfrm>
              <a:off x="5167586" y="3531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1" name="pt20621"/>
            <p:cNvSpPr/>
            <p:nvPr/>
          </p:nvSpPr>
          <p:spPr>
            <a:xfrm>
              <a:off x="5124349" y="3555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2" name="pt20622"/>
            <p:cNvSpPr/>
            <p:nvPr/>
          </p:nvSpPr>
          <p:spPr>
            <a:xfrm>
              <a:off x="5192054" y="3586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3" name="pt20623"/>
            <p:cNvSpPr/>
            <p:nvPr/>
          </p:nvSpPr>
          <p:spPr>
            <a:xfrm>
              <a:off x="5286383" y="35617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4" name="pt20624"/>
            <p:cNvSpPr/>
            <p:nvPr/>
          </p:nvSpPr>
          <p:spPr>
            <a:xfrm>
              <a:off x="5093367" y="3558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5" name="pt20625"/>
            <p:cNvSpPr/>
            <p:nvPr/>
          </p:nvSpPr>
          <p:spPr>
            <a:xfrm>
              <a:off x="5276624" y="3579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6" name="pt20626"/>
            <p:cNvSpPr/>
            <p:nvPr/>
          </p:nvSpPr>
          <p:spPr>
            <a:xfrm>
              <a:off x="5098893" y="35502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7" name="pt20627"/>
            <p:cNvSpPr/>
            <p:nvPr/>
          </p:nvSpPr>
          <p:spPr>
            <a:xfrm>
              <a:off x="5238798" y="35054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8" name="pt20628"/>
            <p:cNvSpPr/>
            <p:nvPr/>
          </p:nvSpPr>
          <p:spPr>
            <a:xfrm>
              <a:off x="5024474" y="3522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29" name="pt20629"/>
            <p:cNvSpPr/>
            <p:nvPr/>
          </p:nvSpPr>
          <p:spPr>
            <a:xfrm>
              <a:off x="5143545" y="3207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0" name="pt20630"/>
            <p:cNvSpPr/>
            <p:nvPr/>
          </p:nvSpPr>
          <p:spPr>
            <a:xfrm>
              <a:off x="5162921" y="35485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1" name="pt20631"/>
            <p:cNvSpPr/>
            <p:nvPr/>
          </p:nvSpPr>
          <p:spPr>
            <a:xfrm>
              <a:off x="5132038" y="36732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2" name="pt20632"/>
            <p:cNvSpPr/>
            <p:nvPr/>
          </p:nvSpPr>
          <p:spPr>
            <a:xfrm>
              <a:off x="5174058" y="3531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3" name="pt20633"/>
            <p:cNvSpPr/>
            <p:nvPr/>
          </p:nvSpPr>
          <p:spPr>
            <a:xfrm>
              <a:off x="4987873" y="3564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4" name="pt20634"/>
            <p:cNvSpPr/>
            <p:nvPr/>
          </p:nvSpPr>
          <p:spPr>
            <a:xfrm>
              <a:off x="5125231" y="3553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5" name="pt20635"/>
            <p:cNvSpPr/>
            <p:nvPr/>
          </p:nvSpPr>
          <p:spPr>
            <a:xfrm>
              <a:off x="5240310" y="3576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6" name="pt20636"/>
            <p:cNvSpPr/>
            <p:nvPr/>
          </p:nvSpPr>
          <p:spPr>
            <a:xfrm>
              <a:off x="5519886" y="3570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7" name="pt20637"/>
            <p:cNvSpPr/>
            <p:nvPr/>
          </p:nvSpPr>
          <p:spPr>
            <a:xfrm>
              <a:off x="5116246" y="3514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8" name="pt20638"/>
            <p:cNvSpPr/>
            <p:nvPr/>
          </p:nvSpPr>
          <p:spPr>
            <a:xfrm>
              <a:off x="5205202" y="35543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39" name="pt20639"/>
            <p:cNvSpPr/>
            <p:nvPr/>
          </p:nvSpPr>
          <p:spPr>
            <a:xfrm>
              <a:off x="5090306" y="3604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0" name="pt20640"/>
            <p:cNvSpPr/>
            <p:nvPr/>
          </p:nvSpPr>
          <p:spPr>
            <a:xfrm>
              <a:off x="5184846" y="3598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1" name="pt20641"/>
            <p:cNvSpPr/>
            <p:nvPr/>
          </p:nvSpPr>
          <p:spPr>
            <a:xfrm>
              <a:off x="5069925" y="3523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2" name="pt20642"/>
            <p:cNvSpPr/>
            <p:nvPr/>
          </p:nvSpPr>
          <p:spPr>
            <a:xfrm>
              <a:off x="5045572" y="35666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3" name="pt20643"/>
            <p:cNvSpPr/>
            <p:nvPr/>
          </p:nvSpPr>
          <p:spPr>
            <a:xfrm>
              <a:off x="5010994" y="35236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4" name="pt20644"/>
            <p:cNvSpPr/>
            <p:nvPr/>
          </p:nvSpPr>
          <p:spPr>
            <a:xfrm>
              <a:off x="5077897" y="35286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5" name="pt20645"/>
            <p:cNvSpPr/>
            <p:nvPr/>
          </p:nvSpPr>
          <p:spPr>
            <a:xfrm>
              <a:off x="5147872" y="3539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6" name="pt20646"/>
            <p:cNvSpPr/>
            <p:nvPr/>
          </p:nvSpPr>
          <p:spPr>
            <a:xfrm>
              <a:off x="5166524" y="3557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7" name="pt20647"/>
            <p:cNvSpPr/>
            <p:nvPr/>
          </p:nvSpPr>
          <p:spPr>
            <a:xfrm>
              <a:off x="5068009" y="3541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8" name="pt20648"/>
            <p:cNvSpPr/>
            <p:nvPr/>
          </p:nvSpPr>
          <p:spPr>
            <a:xfrm>
              <a:off x="5066857" y="36088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49" name="pt20649"/>
            <p:cNvSpPr/>
            <p:nvPr/>
          </p:nvSpPr>
          <p:spPr>
            <a:xfrm>
              <a:off x="4998158" y="3539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0" name="pt20650"/>
            <p:cNvSpPr/>
            <p:nvPr/>
          </p:nvSpPr>
          <p:spPr>
            <a:xfrm>
              <a:off x="5204755" y="3555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1" name="pt20651"/>
            <p:cNvSpPr/>
            <p:nvPr/>
          </p:nvSpPr>
          <p:spPr>
            <a:xfrm>
              <a:off x="5200849" y="3553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2" name="pt20652"/>
            <p:cNvSpPr/>
            <p:nvPr/>
          </p:nvSpPr>
          <p:spPr>
            <a:xfrm>
              <a:off x="5170698" y="35363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3" name="pt20653"/>
            <p:cNvSpPr/>
            <p:nvPr/>
          </p:nvSpPr>
          <p:spPr>
            <a:xfrm>
              <a:off x="5087948" y="35451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4" name="pt20654"/>
            <p:cNvSpPr/>
            <p:nvPr/>
          </p:nvSpPr>
          <p:spPr>
            <a:xfrm>
              <a:off x="5210458" y="3547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5" name="pt20655"/>
            <p:cNvSpPr/>
            <p:nvPr/>
          </p:nvSpPr>
          <p:spPr>
            <a:xfrm>
              <a:off x="5218629" y="3561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6" name="pt20656"/>
            <p:cNvSpPr/>
            <p:nvPr/>
          </p:nvSpPr>
          <p:spPr>
            <a:xfrm>
              <a:off x="5061903" y="35023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7" name="pt20657"/>
            <p:cNvSpPr/>
            <p:nvPr/>
          </p:nvSpPr>
          <p:spPr>
            <a:xfrm>
              <a:off x="5179371" y="35443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8" name="pt20658"/>
            <p:cNvSpPr/>
            <p:nvPr/>
          </p:nvSpPr>
          <p:spPr>
            <a:xfrm>
              <a:off x="5107956" y="3506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59" name="pt20659"/>
            <p:cNvSpPr/>
            <p:nvPr/>
          </p:nvSpPr>
          <p:spPr>
            <a:xfrm>
              <a:off x="5245395" y="35687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0" name="pt20660"/>
            <p:cNvSpPr/>
            <p:nvPr/>
          </p:nvSpPr>
          <p:spPr>
            <a:xfrm>
              <a:off x="5145082" y="35996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1" name="pt20661"/>
            <p:cNvSpPr/>
            <p:nvPr/>
          </p:nvSpPr>
          <p:spPr>
            <a:xfrm>
              <a:off x="5053641" y="3579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2" name="pt20662"/>
            <p:cNvSpPr/>
            <p:nvPr/>
          </p:nvSpPr>
          <p:spPr>
            <a:xfrm>
              <a:off x="5232822" y="35602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3" name="pt20663"/>
            <p:cNvSpPr/>
            <p:nvPr/>
          </p:nvSpPr>
          <p:spPr>
            <a:xfrm>
              <a:off x="5202274" y="35415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4" name="pt20664"/>
            <p:cNvSpPr/>
            <p:nvPr/>
          </p:nvSpPr>
          <p:spPr>
            <a:xfrm>
              <a:off x="5073184" y="35465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5" name="pt20665"/>
            <p:cNvSpPr/>
            <p:nvPr/>
          </p:nvSpPr>
          <p:spPr>
            <a:xfrm>
              <a:off x="5136796" y="35100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6" name="pt20666"/>
            <p:cNvSpPr/>
            <p:nvPr/>
          </p:nvSpPr>
          <p:spPr>
            <a:xfrm>
              <a:off x="5035434" y="35434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7" name="pt20667"/>
            <p:cNvSpPr/>
            <p:nvPr/>
          </p:nvSpPr>
          <p:spPr>
            <a:xfrm>
              <a:off x="5088192" y="35124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8" name="pt20668"/>
            <p:cNvSpPr/>
            <p:nvPr/>
          </p:nvSpPr>
          <p:spPr>
            <a:xfrm>
              <a:off x="5217673" y="35002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69" name="pt20669"/>
            <p:cNvSpPr/>
            <p:nvPr/>
          </p:nvSpPr>
          <p:spPr>
            <a:xfrm>
              <a:off x="5037619" y="35663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0" name="pt20670"/>
            <p:cNvSpPr/>
            <p:nvPr/>
          </p:nvSpPr>
          <p:spPr>
            <a:xfrm>
              <a:off x="5065560" y="3560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1" name="pt20671"/>
            <p:cNvSpPr/>
            <p:nvPr/>
          </p:nvSpPr>
          <p:spPr>
            <a:xfrm>
              <a:off x="5102964" y="3539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2" name="pt20672"/>
            <p:cNvSpPr/>
            <p:nvPr/>
          </p:nvSpPr>
          <p:spPr>
            <a:xfrm>
              <a:off x="5162713" y="3545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3" name="pt20673"/>
            <p:cNvSpPr/>
            <p:nvPr/>
          </p:nvSpPr>
          <p:spPr>
            <a:xfrm>
              <a:off x="5143205" y="3518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4" name="pt20674"/>
            <p:cNvSpPr/>
            <p:nvPr/>
          </p:nvSpPr>
          <p:spPr>
            <a:xfrm>
              <a:off x="5236059" y="35866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5" name="pt20675"/>
            <p:cNvSpPr/>
            <p:nvPr/>
          </p:nvSpPr>
          <p:spPr>
            <a:xfrm>
              <a:off x="5177256" y="35171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6" name="pt20676"/>
            <p:cNvSpPr/>
            <p:nvPr/>
          </p:nvSpPr>
          <p:spPr>
            <a:xfrm>
              <a:off x="4997619" y="35285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7" name="pt20677"/>
            <p:cNvSpPr/>
            <p:nvPr/>
          </p:nvSpPr>
          <p:spPr>
            <a:xfrm>
              <a:off x="5060352" y="3534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8" name="pt20678"/>
            <p:cNvSpPr/>
            <p:nvPr/>
          </p:nvSpPr>
          <p:spPr>
            <a:xfrm>
              <a:off x="5107065" y="35628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79" name="pt20679"/>
            <p:cNvSpPr/>
            <p:nvPr/>
          </p:nvSpPr>
          <p:spPr>
            <a:xfrm>
              <a:off x="5109887" y="35208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0" name="pt20680"/>
            <p:cNvSpPr/>
            <p:nvPr/>
          </p:nvSpPr>
          <p:spPr>
            <a:xfrm>
              <a:off x="5129712" y="3558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1" name="pt20681"/>
            <p:cNvSpPr/>
            <p:nvPr/>
          </p:nvSpPr>
          <p:spPr>
            <a:xfrm>
              <a:off x="5124220" y="35440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2" name="pt20682"/>
            <p:cNvSpPr/>
            <p:nvPr/>
          </p:nvSpPr>
          <p:spPr>
            <a:xfrm>
              <a:off x="5279191" y="35837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3" name="pt20683"/>
            <p:cNvSpPr/>
            <p:nvPr/>
          </p:nvSpPr>
          <p:spPr>
            <a:xfrm>
              <a:off x="5139233" y="35613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4" name="pt20684"/>
            <p:cNvSpPr/>
            <p:nvPr/>
          </p:nvSpPr>
          <p:spPr>
            <a:xfrm>
              <a:off x="5165024" y="3568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5" name="pt20685"/>
            <p:cNvSpPr/>
            <p:nvPr/>
          </p:nvSpPr>
          <p:spPr>
            <a:xfrm>
              <a:off x="5150664" y="36721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6" name="pt20686"/>
            <p:cNvSpPr/>
            <p:nvPr/>
          </p:nvSpPr>
          <p:spPr>
            <a:xfrm>
              <a:off x="5109315" y="3617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7" name="pt20687"/>
            <p:cNvSpPr/>
            <p:nvPr/>
          </p:nvSpPr>
          <p:spPr>
            <a:xfrm>
              <a:off x="5211951" y="35692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8" name="pt20688"/>
            <p:cNvSpPr/>
            <p:nvPr/>
          </p:nvSpPr>
          <p:spPr>
            <a:xfrm>
              <a:off x="5257370" y="35578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89" name="pt20689"/>
            <p:cNvSpPr/>
            <p:nvPr/>
          </p:nvSpPr>
          <p:spPr>
            <a:xfrm>
              <a:off x="5278683" y="3486658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90" name="pt20690"/>
            <p:cNvSpPr/>
            <p:nvPr/>
          </p:nvSpPr>
          <p:spPr>
            <a:xfrm>
              <a:off x="5195698" y="3575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1" name="pt20691"/>
            <p:cNvSpPr/>
            <p:nvPr/>
          </p:nvSpPr>
          <p:spPr>
            <a:xfrm>
              <a:off x="5104528" y="3506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2" name="pt20692"/>
            <p:cNvSpPr/>
            <p:nvPr/>
          </p:nvSpPr>
          <p:spPr>
            <a:xfrm>
              <a:off x="4998271" y="3541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3" name="pt20693"/>
            <p:cNvSpPr/>
            <p:nvPr/>
          </p:nvSpPr>
          <p:spPr>
            <a:xfrm>
              <a:off x="5038962" y="35358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4" name="pt20694"/>
            <p:cNvSpPr/>
            <p:nvPr/>
          </p:nvSpPr>
          <p:spPr>
            <a:xfrm>
              <a:off x="5225940" y="3658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5" name="pt20695"/>
            <p:cNvSpPr/>
            <p:nvPr/>
          </p:nvSpPr>
          <p:spPr>
            <a:xfrm>
              <a:off x="5110575" y="35622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6" name="pt20696"/>
            <p:cNvSpPr/>
            <p:nvPr/>
          </p:nvSpPr>
          <p:spPr>
            <a:xfrm>
              <a:off x="5068460" y="35343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7" name="pt20697"/>
            <p:cNvSpPr/>
            <p:nvPr/>
          </p:nvSpPr>
          <p:spPr>
            <a:xfrm>
              <a:off x="5161371" y="3586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8" name="pt20698"/>
            <p:cNvSpPr/>
            <p:nvPr/>
          </p:nvSpPr>
          <p:spPr>
            <a:xfrm>
              <a:off x="4963384" y="3561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699" name="pt20699"/>
            <p:cNvSpPr/>
            <p:nvPr/>
          </p:nvSpPr>
          <p:spPr>
            <a:xfrm>
              <a:off x="5128469" y="35411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0" name="pt20700"/>
            <p:cNvSpPr/>
            <p:nvPr/>
          </p:nvSpPr>
          <p:spPr>
            <a:xfrm>
              <a:off x="4837980" y="3556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1" name="pt20701"/>
            <p:cNvSpPr/>
            <p:nvPr/>
          </p:nvSpPr>
          <p:spPr>
            <a:xfrm>
              <a:off x="5094457" y="35887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2" name="pt20702"/>
            <p:cNvSpPr/>
            <p:nvPr/>
          </p:nvSpPr>
          <p:spPr>
            <a:xfrm>
              <a:off x="5177394" y="3546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3" name="pt20703"/>
            <p:cNvSpPr/>
            <p:nvPr/>
          </p:nvSpPr>
          <p:spPr>
            <a:xfrm>
              <a:off x="5367493" y="35476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4" name="pt20704"/>
            <p:cNvSpPr/>
            <p:nvPr/>
          </p:nvSpPr>
          <p:spPr>
            <a:xfrm>
              <a:off x="5299690" y="3539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5" name="pt20705"/>
            <p:cNvSpPr/>
            <p:nvPr/>
          </p:nvSpPr>
          <p:spPr>
            <a:xfrm>
              <a:off x="5175448" y="3564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6" name="pt20706"/>
            <p:cNvSpPr/>
            <p:nvPr/>
          </p:nvSpPr>
          <p:spPr>
            <a:xfrm>
              <a:off x="5081987" y="3562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7" name="pt20707"/>
            <p:cNvSpPr/>
            <p:nvPr/>
          </p:nvSpPr>
          <p:spPr>
            <a:xfrm>
              <a:off x="5089771" y="3541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8" name="pt20708"/>
            <p:cNvSpPr/>
            <p:nvPr/>
          </p:nvSpPr>
          <p:spPr>
            <a:xfrm>
              <a:off x="5095789" y="35502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09" name="pt20709"/>
            <p:cNvSpPr/>
            <p:nvPr/>
          </p:nvSpPr>
          <p:spPr>
            <a:xfrm>
              <a:off x="5023753" y="35614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0" name="pt20710"/>
            <p:cNvSpPr/>
            <p:nvPr/>
          </p:nvSpPr>
          <p:spPr>
            <a:xfrm>
              <a:off x="4991894" y="35173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1" name="pt20711"/>
            <p:cNvSpPr/>
            <p:nvPr/>
          </p:nvSpPr>
          <p:spPr>
            <a:xfrm>
              <a:off x="5185536" y="3631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2" name="pt20712"/>
            <p:cNvSpPr/>
            <p:nvPr/>
          </p:nvSpPr>
          <p:spPr>
            <a:xfrm>
              <a:off x="5201869" y="3567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3" name="pt20713"/>
            <p:cNvSpPr/>
            <p:nvPr/>
          </p:nvSpPr>
          <p:spPr>
            <a:xfrm>
              <a:off x="5134897" y="3483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4" name="pt20714"/>
            <p:cNvSpPr/>
            <p:nvPr/>
          </p:nvSpPr>
          <p:spPr>
            <a:xfrm>
              <a:off x="5058700" y="35470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5" name="pt20715"/>
            <p:cNvSpPr/>
            <p:nvPr/>
          </p:nvSpPr>
          <p:spPr>
            <a:xfrm>
              <a:off x="4897805" y="35459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6" name="pt20716"/>
            <p:cNvSpPr/>
            <p:nvPr/>
          </p:nvSpPr>
          <p:spPr>
            <a:xfrm>
              <a:off x="5192656" y="3563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7" name="pt20717"/>
            <p:cNvSpPr/>
            <p:nvPr/>
          </p:nvSpPr>
          <p:spPr>
            <a:xfrm>
              <a:off x="5127076" y="35588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8" name="pt20718"/>
            <p:cNvSpPr/>
            <p:nvPr/>
          </p:nvSpPr>
          <p:spPr>
            <a:xfrm>
              <a:off x="5250599" y="36358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19" name="pt20719"/>
            <p:cNvSpPr/>
            <p:nvPr/>
          </p:nvSpPr>
          <p:spPr>
            <a:xfrm>
              <a:off x="5215937" y="3534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0" name="pt20720"/>
            <p:cNvSpPr/>
            <p:nvPr/>
          </p:nvSpPr>
          <p:spPr>
            <a:xfrm>
              <a:off x="5116794" y="35343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1" name="pt20721"/>
            <p:cNvSpPr/>
            <p:nvPr/>
          </p:nvSpPr>
          <p:spPr>
            <a:xfrm>
              <a:off x="5331086" y="35462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2" name="pt20722"/>
            <p:cNvSpPr/>
            <p:nvPr/>
          </p:nvSpPr>
          <p:spPr>
            <a:xfrm>
              <a:off x="5071495" y="35696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3" name="pt20723"/>
            <p:cNvSpPr/>
            <p:nvPr/>
          </p:nvSpPr>
          <p:spPr>
            <a:xfrm>
              <a:off x="5065194" y="3491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4" name="pt20724"/>
            <p:cNvSpPr/>
            <p:nvPr/>
          </p:nvSpPr>
          <p:spPr>
            <a:xfrm>
              <a:off x="5046219" y="3556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5" name="pt20725"/>
            <p:cNvSpPr/>
            <p:nvPr/>
          </p:nvSpPr>
          <p:spPr>
            <a:xfrm>
              <a:off x="5177971" y="35549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6" name="pt20726"/>
            <p:cNvSpPr/>
            <p:nvPr/>
          </p:nvSpPr>
          <p:spPr>
            <a:xfrm>
              <a:off x="5152592" y="35934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7" name="pt20727"/>
            <p:cNvSpPr/>
            <p:nvPr/>
          </p:nvSpPr>
          <p:spPr>
            <a:xfrm>
              <a:off x="5078835" y="35191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8" name="pt20728"/>
            <p:cNvSpPr/>
            <p:nvPr/>
          </p:nvSpPr>
          <p:spPr>
            <a:xfrm>
              <a:off x="5291202" y="35721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29" name="pt20729"/>
            <p:cNvSpPr/>
            <p:nvPr/>
          </p:nvSpPr>
          <p:spPr>
            <a:xfrm>
              <a:off x="5227030" y="35778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0" name="pt20730"/>
            <p:cNvSpPr/>
            <p:nvPr/>
          </p:nvSpPr>
          <p:spPr>
            <a:xfrm>
              <a:off x="5086671" y="35271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1" name="pt20731"/>
            <p:cNvSpPr/>
            <p:nvPr/>
          </p:nvSpPr>
          <p:spPr>
            <a:xfrm>
              <a:off x="5204474" y="35546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2" name="pt20732"/>
            <p:cNvSpPr/>
            <p:nvPr/>
          </p:nvSpPr>
          <p:spPr>
            <a:xfrm>
              <a:off x="5225102" y="3560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3" name="pt20733"/>
            <p:cNvSpPr/>
            <p:nvPr/>
          </p:nvSpPr>
          <p:spPr>
            <a:xfrm>
              <a:off x="5253458" y="3562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4" name="pt20734"/>
            <p:cNvSpPr/>
            <p:nvPr/>
          </p:nvSpPr>
          <p:spPr>
            <a:xfrm>
              <a:off x="5190695" y="35613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5" name="pt20735"/>
            <p:cNvSpPr/>
            <p:nvPr/>
          </p:nvSpPr>
          <p:spPr>
            <a:xfrm>
              <a:off x="5190779" y="3545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6" name="pt20736"/>
            <p:cNvSpPr/>
            <p:nvPr/>
          </p:nvSpPr>
          <p:spPr>
            <a:xfrm>
              <a:off x="5216124" y="35677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7" name="pt20737"/>
            <p:cNvSpPr/>
            <p:nvPr/>
          </p:nvSpPr>
          <p:spPr>
            <a:xfrm>
              <a:off x="5156224" y="35415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8" name="pt20738"/>
            <p:cNvSpPr/>
            <p:nvPr/>
          </p:nvSpPr>
          <p:spPr>
            <a:xfrm>
              <a:off x="5060526" y="35190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39" name="pt20739"/>
            <p:cNvSpPr/>
            <p:nvPr/>
          </p:nvSpPr>
          <p:spPr>
            <a:xfrm>
              <a:off x="5198917" y="3576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0" name="pt20740"/>
            <p:cNvSpPr/>
            <p:nvPr/>
          </p:nvSpPr>
          <p:spPr>
            <a:xfrm>
              <a:off x="5186540" y="35754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1" name="pt20741"/>
            <p:cNvSpPr/>
            <p:nvPr/>
          </p:nvSpPr>
          <p:spPr>
            <a:xfrm>
              <a:off x="5174378" y="3661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2" name="pt20742"/>
            <p:cNvSpPr/>
            <p:nvPr/>
          </p:nvSpPr>
          <p:spPr>
            <a:xfrm>
              <a:off x="5116471" y="35546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3" name="pt20743"/>
            <p:cNvSpPr/>
            <p:nvPr/>
          </p:nvSpPr>
          <p:spPr>
            <a:xfrm>
              <a:off x="4834753" y="35400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4" name="pt20744"/>
            <p:cNvSpPr/>
            <p:nvPr/>
          </p:nvSpPr>
          <p:spPr>
            <a:xfrm>
              <a:off x="4893973" y="35627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5" name="pt20745"/>
            <p:cNvSpPr/>
            <p:nvPr/>
          </p:nvSpPr>
          <p:spPr>
            <a:xfrm>
              <a:off x="5174616" y="35246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6" name="pt20746"/>
            <p:cNvSpPr/>
            <p:nvPr/>
          </p:nvSpPr>
          <p:spPr>
            <a:xfrm>
              <a:off x="5035125" y="36344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7" name="pt20747"/>
            <p:cNvSpPr/>
            <p:nvPr/>
          </p:nvSpPr>
          <p:spPr>
            <a:xfrm>
              <a:off x="5216853" y="3603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8" name="pt20748"/>
            <p:cNvSpPr/>
            <p:nvPr/>
          </p:nvSpPr>
          <p:spPr>
            <a:xfrm>
              <a:off x="5099136" y="3561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49" name="pt20749"/>
            <p:cNvSpPr/>
            <p:nvPr/>
          </p:nvSpPr>
          <p:spPr>
            <a:xfrm>
              <a:off x="5160701" y="35617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0" name="pt20750"/>
            <p:cNvSpPr/>
            <p:nvPr/>
          </p:nvSpPr>
          <p:spPr>
            <a:xfrm>
              <a:off x="5128084" y="35658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1" name="pt20751"/>
            <p:cNvSpPr/>
            <p:nvPr/>
          </p:nvSpPr>
          <p:spPr>
            <a:xfrm>
              <a:off x="5206132" y="3551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2" name="pt20752"/>
            <p:cNvSpPr/>
            <p:nvPr/>
          </p:nvSpPr>
          <p:spPr>
            <a:xfrm>
              <a:off x="5078685" y="35511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3" name="pt20753"/>
            <p:cNvSpPr/>
            <p:nvPr/>
          </p:nvSpPr>
          <p:spPr>
            <a:xfrm>
              <a:off x="5216141" y="3573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4" name="pt20754"/>
            <p:cNvSpPr/>
            <p:nvPr/>
          </p:nvSpPr>
          <p:spPr>
            <a:xfrm>
              <a:off x="5161597" y="3675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5" name="pt20755"/>
            <p:cNvSpPr/>
            <p:nvPr/>
          </p:nvSpPr>
          <p:spPr>
            <a:xfrm>
              <a:off x="5042196" y="3572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6" name="pt20756"/>
            <p:cNvSpPr/>
            <p:nvPr/>
          </p:nvSpPr>
          <p:spPr>
            <a:xfrm>
              <a:off x="5232860" y="35672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7" name="pt20757"/>
            <p:cNvSpPr/>
            <p:nvPr/>
          </p:nvSpPr>
          <p:spPr>
            <a:xfrm>
              <a:off x="5135779" y="35550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8" name="pt20758"/>
            <p:cNvSpPr/>
            <p:nvPr/>
          </p:nvSpPr>
          <p:spPr>
            <a:xfrm>
              <a:off x="4975773" y="35275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59" name="pt20759"/>
            <p:cNvSpPr/>
            <p:nvPr/>
          </p:nvSpPr>
          <p:spPr>
            <a:xfrm>
              <a:off x="5098700" y="3533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0" name="pt20760"/>
            <p:cNvSpPr/>
            <p:nvPr/>
          </p:nvSpPr>
          <p:spPr>
            <a:xfrm>
              <a:off x="5185372" y="3547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1" name="pt20761"/>
            <p:cNvSpPr/>
            <p:nvPr/>
          </p:nvSpPr>
          <p:spPr>
            <a:xfrm>
              <a:off x="5200237" y="35362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2" name="pt20762"/>
            <p:cNvSpPr/>
            <p:nvPr/>
          </p:nvSpPr>
          <p:spPr>
            <a:xfrm>
              <a:off x="5073221" y="35857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3" name="pt20763"/>
            <p:cNvSpPr/>
            <p:nvPr/>
          </p:nvSpPr>
          <p:spPr>
            <a:xfrm>
              <a:off x="5170688" y="3550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4" name="pt20764"/>
            <p:cNvSpPr/>
            <p:nvPr/>
          </p:nvSpPr>
          <p:spPr>
            <a:xfrm>
              <a:off x="5208945" y="3576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5" name="pt20765"/>
            <p:cNvSpPr/>
            <p:nvPr/>
          </p:nvSpPr>
          <p:spPr>
            <a:xfrm>
              <a:off x="5064067" y="35471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6" name="pt20766"/>
            <p:cNvSpPr/>
            <p:nvPr/>
          </p:nvSpPr>
          <p:spPr>
            <a:xfrm>
              <a:off x="4959099" y="35342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7" name="pt20767"/>
            <p:cNvSpPr/>
            <p:nvPr/>
          </p:nvSpPr>
          <p:spPr>
            <a:xfrm>
              <a:off x="5112434" y="35618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8" name="pt20768"/>
            <p:cNvSpPr/>
            <p:nvPr/>
          </p:nvSpPr>
          <p:spPr>
            <a:xfrm>
              <a:off x="5139258" y="35583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69" name="pt20769"/>
            <p:cNvSpPr/>
            <p:nvPr/>
          </p:nvSpPr>
          <p:spPr>
            <a:xfrm>
              <a:off x="5151757" y="3525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0" name="pt20770"/>
            <p:cNvSpPr/>
            <p:nvPr/>
          </p:nvSpPr>
          <p:spPr>
            <a:xfrm>
              <a:off x="5101529" y="3540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1" name="pt20771"/>
            <p:cNvSpPr/>
            <p:nvPr/>
          </p:nvSpPr>
          <p:spPr>
            <a:xfrm>
              <a:off x="5219831" y="35457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2" name="pt20772"/>
            <p:cNvSpPr/>
            <p:nvPr/>
          </p:nvSpPr>
          <p:spPr>
            <a:xfrm>
              <a:off x="5203988" y="3577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3" name="pt20773"/>
            <p:cNvSpPr/>
            <p:nvPr/>
          </p:nvSpPr>
          <p:spPr>
            <a:xfrm>
              <a:off x="5205312" y="3504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4" name="pt20774"/>
            <p:cNvSpPr/>
            <p:nvPr/>
          </p:nvSpPr>
          <p:spPr>
            <a:xfrm>
              <a:off x="5219196" y="34956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5" name="pt20775"/>
            <p:cNvSpPr/>
            <p:nvPr/>
          </p:nvSpPr>
          <p:spPr>
            <a:xfrm>
              <a:off x="5055317" y="35198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6" name="pt20776"/>
            <p:cNvSpPr/>
            <p:nvPr/>
          </p:nvSpPr>
          <p:spPr>
            <a:xfrm>
              <a:off x="5122745" y="3542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7" name="pt20777"/>
            <p:cNvSpPr/>
            <p:nvPr/>
          </p:nvSpPr>
          <p:spPr>
            <a:xfrm>
              <a:off x="5105627" y="35740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8" name="pt20778"/>
            <p:cNvSpPr/>
            <p:nvPr/>
          </p:nvSpPr>
          <p:spPr>
            <a:xfrm>
              <a:off x="5089506" y="3552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79" name="pt20779"/>
            <p:cNvSpPr/>
            <p:nvPr/>
          </p:nvSpPr>
          <p:spPr>
            <a:xfrm>
              <a:off x="5242407" y="3520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0" name="pt20780"/>
            <p:cNvSpPr/>
            <p:nvPr/>
          </p:nvSpPr>
          <p:spPr>
            <a:xfrm>
              <a:off x="5164833" y="34846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1" name="pt20781"/>
            <p:cNvSpPr/>
            <p:nvPr/>
          </p:nvSpPr>
          <p:spPr>
            <a:xfrm>
              <a:off x="5146495" y="35448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2" name="pt20782"/>
            <p:cNvSpPr/>
            <p:nvPr/>
          </p:nvSpPr>
          <p:spPr>
            <a:xfrm>
              <a:off x="5073296" y="35788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3" name="pt20783"/>
            <p:cNvSpPr/>
            <p:nvPr/>
          </p:nvSpPr>
          <p:spPr>
            <a:xfrm>
              <a:off x="5155545" y="3580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4" name="pt20784"/>
            <p:cNvSpPr/>
            <p:nvPr/>
          </p:nvSpPr>
          <p:spPr>
            <a:xfrm>
              <a:off x="5061359" y="35373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5" name="pt20785"/>
            <p:cNvSpPr/>
            <p:nvPr/>
          </p:nvSpPr>
          <p:spPr>
            <a:xfrm>
              <a:off x="5068729" y="3531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6" name="pt20786"/>
            <p:cNvSpPr/>
            <p:nvPr/>
          </p:nvSpPr>
          <p:spPr>
            <a:xfrm>
              <a:off x="5096613" y="35754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7" name="pt20787"/>
            <p:cNvSpPr/>
            <p:nvPr/>
          </p:nvSpPr>
          <p:spPr>
            <a:xfrm>
              <a:off x="5165653" y="3600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8" name="pt20788"/>
            <p:cNvSpPr/>
            <p:nvPr/>
          </p:nvSpPr>
          <p:spPr>
            <a:xfrm>
              <a:off x="5004895" y="35526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89" name="pt20789"/>
            <p:cNvSpPr/>
            <p:nvPr/>
          </p:nvSpPr>
          <p:spPr>
            <a:xfrm>
              <a:off x="5103927" y="3539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0" name="pt20790"/>
            <p:cNvSpPr/>
            <p:nvPr/>
          </p:nvSpPr>
          <p:spPr>
            <a:xfrm>
              <a:off x="5253199" y="35660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1" name="pt20791"/>
            <p:cNvSpPr/>
            <p:nvPr/>
          </p:nvSpPr>
          <p:spPr>
            <a:xfrm>
              <a:off x="5226159" y="36144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2" name="pt20792"/>
            <p:cNvSpPr/>
            <p:nvPr/>
          </p:nvSpPr>
          <p:spPr>
            <a:xfrm>
              <a:off x="5100444" y="35377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3" name="pt20793"/>
            <p:cNvSpPr/>
            <p:nvPr/>
          </p:nvSpPr>
          <p:spPr>
            <a:xfrm>
              <a:off x="5323118" y="35272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4" name="pt20794"/>
            <p:cNvSpPr/>
            <p:nvPr/>
          </p:nvSpPr>
          <p:spPr>
            <a:xfrm>
              <a:off x="5150120" y="35029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5" name="pt20795"/>
            <p:cNvSpPr/>
            <p:nvPr/>
          </p:nvSpPr>
          <p:spPr>
            <a:xfrm>
              <a:off x="5139410" y="35924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6" name="pt20796"/>
            <p:cNvSpPr/>
            <p:nvPr/>
          </p:nvSpPr>
          <p:spPr>
            <a:xfrm>
              <a:off x="5262597" y="36875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7" name="pt20797"/>
            <p:cNvSpPr/>
            <p:nvPr/>
          </p:nvSpPr>
          <p:spPr>
            <a:xfrm>
              <a:off x="5152821" y="35286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8" name="pt20798"/>
            <p:cNvSpPr/>
            <p:nvPr/>
          </p:nvSpPr>
          <p:spPr>
            <a:xfrm>
              <a:off x="5146101" y="34894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799" name="pt20799"/>
            <p:cNvSpPr/>
            <p:nvPr/>
          </p:nvSpPr>
          <p:spPr>
            <a:xfrm>
              <a:off x="5004152" y="3504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0" name="pt20800"/>
            <p:cNvSpPr/>
            <p:nvPr/>
          </p:nvSpPr>
          <p:spPr>
            <a:xfrm>
              <a:off x="5184373" y="3561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1" name="pt20801"/>
            <p:cNvSpPr/>
            <p:nvPr/>
          </p:nvSpPr>
          <p:spPr>
            <a:xfrm>
              <a:off x="5222255" y="3587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2" name="pt20802"/>
            <p:cNvSpPr/>
            <p:nvPr/>
          </p:nvSpPr>
          <p:spPr>
            <a:xfrm>
              <a:off x="5216003" y="3576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3" name="pt20803"/>
            <p:cNvSpPr/>
            <p:nvPr/>
          </p:nvSpPr>
          <p:spPr>
            <a:xfrm>
              <a:off x="4988606" y="35436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4" name="pt20804"/>
            <p:cNvSpPr/>
            <p:nvPr/>
          </p:nvSpPr>
          <p:spPr>
            <a:xfrm>
              <a:off x="5113341" y="3563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5" name="pt20805"/>
            <p:cNvSpPr/>
            <p:nvPr/>
          </p:nvSpPr>
          <p:spPr>
            <a:xfrm>
              <a:off x="5197748" y="3554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6" name="pt20806"/>
            <p:cNvSpPr/>
            <p:nvPr/>
          </p:nvSpPr>
          <p:spPr>
            <a:xfrm>
              <a:off x="5171847" y="3567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7" name="pt20807"/>
            <p:cNvSpPr/>
            <p:nvPr/>
          </p:nvSpPr>
          <p:spPr>
            <a:xfrm>
              <a:off x="5030915" y="35111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8" name="pt20808"/>
            <p:cNvSpPr/>
            <p:nvPr/>
          </p:nvSpPr>
          <p:spPr>
            <a:xfrm>
              <a:off x="5111839" y="3514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09" name="pt20809"/>
            <p:cNvSpPr/>
            <p:nvPr/>
          </p:nvSpPr>
          <p:spPr>
            <a:xfrm>
              <a:off x="5240449" y="35827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0" name="pt20810"/>
            <p:cNvSpPr/>
            <p:nvPr/>
          </p:nvSpPr>
          <p:spPr>
            <a:xfrm>
              <a:off x="5239339" y="35365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1" name="pt20811"/>
            <p:cNvSpPr/>
            <p:nvPr/>
          </p:nvSpPr>
          <p:spPr>
            <a:xfrm>
              <a:off x="5182397" y="3517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2" name="pt20812"/>
            <p:cNvSpPr/>
            <p:nvPr/>
          </p:nvSpPr>
          <p:spPr>
            <a:xfrm>
              <a:off x="5096702" y="3584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3" name="pt20813"/>
            <p:cNvSpPr/>
            <p:nvPr/>
          </p:nvSpPr>
          <p:spPr>
            <a:xfrm>
              <a:off x="5198593" y="35402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4" name="pt20814"/>
            <p:cNvSpPr/>
            <p:nvPr/>
          </p:nvSpPr>
          <p:spPr>
            <a:xfrm>
              <a:off x="5250349" y="29338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5" name="pt20815"/>
            <p:cNvSpPr/>
            <p:nvPr/>
          </p:nvSpPr>
          <p:spPr>
            <a:xfrm>
              <a:off x="5090928" y="3552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6" name="pt20816"/>
            <p:cNvSpPr/>
            <p:nvPr/>
          </p:nvSpPr>
          <p:spPr>
            <a:xfrm>
              <a:off x="5085800" y="3540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7" name="pt20817"/>
            <p:cNvSpPr/>
            <p:nvPr/>
          </p:nvSpPr>
          <p:spPr>
            <a:xfrm>
              <a:off x="5099593" y="3552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8" name="pt20818"/>
            <p:cNvSpPr/>
            <p:nvPr/>
          </p:nvSpPr>
          <p:spPr>
            <a:xfrm>
              <a:off x="5089532" y="36079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19" name="pt20819"/>
            <p:cNvSpPr/>
            <p:nvPr/>
          </p:nvSpPr>
          <p:spPr>
            <a:xfrm>
              <a:off x="5304901" y="35798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0" name="pt20820"/>
            <p:cNvSpPr/>
            <p:nvPr/>
          </p:nvSpPr>
          <p:spPr>
            <a:xfrm>
              <a:off x="5235267" y="3570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1" name="pt20821"/>
            <p:cNvSpPr/>
            <p:nvPr/>
          </p:nvSpPr>
          <p:spPr>
            <a:xfrm>
              <a:off x="5140219" y="35834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2" name="pt20822"/>
            <p:cNvSpPr/>
            <p:nvPr/>
          </p:nvSpPr>
          <p:spPr>
            <a:xfrm>
              <a:off x="5092855" y="35112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3" name="pt20823"/>
            <p:cNvSpPr/>
            <p:nvPr/>
          </p:nvSpPr>
          <p:spPr>
            <a:xfrm>
              <a:off x="5246876" y="3543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4" name="pt20824"/>
            <p:cNvSpPr/>
            <p:nvPr/>
          </p:nvSpPr>
          <p:spPr>
            <a:xfrm>
              <a:off x="5124845" y="35466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5" name="pt20825"/>
            <p:cNvSpPr/>
            <p:nvPr/>
          </p:nvSpPr>
          <p:spPr>
            <a:xfrm>
              <a:off x="5217833" y="35161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6" name="pt20826"/>
            <p:cNvSpPr/>
            <p:nvPr/>
          </p:nvSpPr>
          <p:spPr>
            <a:xfrm>
              <a:off x="5051114" y="35411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7" name="pt20827"/>
            <p:cNvSpPr/>
            <p:nvPr/>
          </p:nvSpPr>
          <p:spPr>
            <a:xfrm>
              <a:off x="5155333" y="3562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8" name="pt20828"/>
            <p:cNvSpPr/>
            <p:nvPr/>
          </p:nvSpPr>
          <p:spPr>
            <a:xfrm>
              <a:off x="5122026" y="35662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29" name="pt20829"/>
            <p:cNvSpPr/>
            <p:nvPr/>
          </p:nvSpPr>
          <p:spPr>
            <a:xfrm>
              <a:off x="4981596" y="35541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0" name="pt20830"/>
            <p:cNvSpPr/>
            <p:nvPr/>
          </p:nvSpPr>
          <p:spPr>
            <a:xfrm>
              <a:off x="5211962" y="36198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1" name="pt20831"/>
            <p:cNvSpPr/>
            <p:nvPr/>
          </p:nvSpPr>
          <p:spPr>
            <a:xfrm>
              <a:off x="5189255" y="3534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2" name="pt20832"/>
            <p:cNvSpPr/>
            <p:nvPr/>
          </p:nvSpPr>
          <p:spPr>
            <a:xfrm>
              <a:off x="5035111" y="35546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3" name="pt20833"/>
            <p:cNvSpPr/>
            <p:nvPr/>
          </p:nvSpPr>
          <p:spPr>
            <a:xfrm>
              <a:off x="5059157" y="35406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4" name="pt20834"/>
            <p:cNvSpPr/>
            <p:nvPr/>
          </p:nvSpPr>
          <p:spPr>
            <a:xfrm>
              <a:off x="5407153" y="3414080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35" name="pt20835"/>
            <p:cNvSpPr/>
            <p:nvPr/>
          </p:nvSpPr>
          <p:spPr>
            <a:xfrm>
              <a:off x="5218389" y="35890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6" name="pt20836"/>
            <p:cNvSpPr/>
            <p:nvPr/>
          </p:nvSpPr>
          <p:spPr>
            <a:xfrm>
              <a:off x="5087415" y="35580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7" name="pt20837"/>
            <p:cNvSpPr/>
            <p:nvPr/>
          </p:nvSpPr>
          <p:spPr>
            <a:xfrm>
              <a:off x="5153835" y="3533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8" name="pt20838"/>
            <p:cNvSpPr/>
            <p:nvPr/>
          </p:nvSpPr>
          <p:spPr>
            <a:xfrm>
              <a:off x="5100142" y="35693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39" name="pt20839"/>
            <p:cNvSpPr/>
            <p:nvPr/>
          </p:nvSpPr>
          <p:spPr>
            <a:xfrm>
              <a:off x="5331367" y="35718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0" name="pt20840"/>
            <p:cNvSpPr/>
            <p:nvPr/>
          </p:nvSpPr>
          <p:spPr>
            <a:xfrm>
              <a:off x="5107944" y="35666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1" name="pt20841"/>
            <p:cNvSpPr/>
            <p:nvPr/>
          </p:nvSpPr>
          <p:spPr>
            <a:xfrm>
              <a:off x="5238743" y="36032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2" name="pt20842"/>
            <p:cNvSpPr/>
            <p:nvPr/>
          </p:nvSpPr>
          <p:spPr>
            <a:xfrm>
              <a:off x="5115099" y="3571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3" name="pt20843"/>
            <p:cNvSpPr/>
            <p:nvPr/>
          </p:nvSpPr>
          <p:spPr>
            <a:xfrm>
              <a:off x="5200950" y="35348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4" name="pt20844"/>
            <p:cNvSpPr/>
            <p:nvPr/>
          </p:nvSpPr>
          <p:spPr>
            <a:xfrm>
              <a:off x="5087076" y="3585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5" name="pt20845"/>
            <p:cNvSpPr/>
            <p:nvPr/>
          </p:nvSpPr>
          <p:spPr>
            <a:xfrm>
              <a:off x="5122570" y="35272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6" name="pt20846"/>
            <p:cNvSpPr/>
            <p:nvPr/>
          </p:nvSpPr>
          <p:spPr>
            <a:xfrm>
              <a:off x="5146296" y="36090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7" name="pt20847"/>
            <p:cNvSpPr/>
            <p:nvPr/>
          </p:nvSpPr>
          <p:spPr>
            <a:xfrm>
              <a:off x="4997667" y="35551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8" name="pt20848"/>
            <p:cNvSpPr/>
            <p:nvPr/>
          </p:nvSpPr>
          <p:spPr>
            <a:xfrm>
              <a:off x="5102682" y="3504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49" name="pt20849"/>
            <p:cNvSpPr/>
            <p:nvPr/>
          </p:nvSpPr>
          <p:spPr>
            <a:xfrm>
              <a:off x="5151503" y="35356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0" name="pt20850"/>
            <p:cNvSpPr/>
            <p:nvPr/>
          </p:nvSpPr>
          <p:spPr>
            <a:xfrm>
              <a:off x="5123442" y="3530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1" name="pt20851"/>
            <p:cNvSpPr/>
            <p:nvPr/>
          </p:nvSpPr>
          <p:spPr>
            <a:xfrm>
              <a:off x="5122237" y="3550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2" name="pt20852"/>
            <p:cNvSpPr/>
            <p:nvPr/>
          </p:nvSpPr>
          <p:spPr>
            <a:xfrm>
              <a:off x="5094413" y="35027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3" name="pt20853"/>
            <p:cNvSpPr/>
            <p:nvPr/>
          </p:nvSpPr>
          <p:spPr>
            <a:xfrm>
              <a:off x="5115898" y="3530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4" name="pt20854"/>
            <p:cNvSpPr/>
            <p:nvPr/>
          </p:nvSpPr>
          <p:spPr>
            <a:xfrm>
              <a:off x="5188869" y="3572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5" name="pt20855"/>
            <p:cNvSpPr/>
            <p:nvPr/>
          </p:nvSpPr>
          <p:spPr>
            <a:xfrm>
              <a:off x="5158100" y="3579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6" name="pt20856"/>
            <p:cNvSpPr/>
            <p:nvPr/>
          </p:nvSpPr>
          <p:spPr>
            <a:xfrm>
              <a:off x="5028088" y="35278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7" name="pt20857"/>
            <p:cNvSpPr/>
            <p:nvPr/>
          </p:nvSpPr>
          <p:spPr>
            <a:xfrm>
              <a:off x="5282321" y="35737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8" name="pt20858"/>
            <p:cNvSpPr/>
            <p:nvPr/>
          </p:nvSpPr>
          <p:spPr>
            <a:xfrm>
              <a:off x="5055532" y="35380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59" name="pt20859"/>
            <p:cNvSpPr/>
            <p:nvPr/>
          </p:nvSpPr>
          <p:spPr>
            <a:xfrm>
              <a:off x="5103488" y="35179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0" name="pt20860"/>
            <p:cNvSpPr/>
            <p:nvPr/>
          </p:nvSpPr>
          <p:spPr>
            <a:xfrm>
              <a:off x="5337498" y="356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1" name="pt20861"/>
            <p:cNvSpPr/>
            <p:nvPr/>
          </p:nvSpPr>
          <p:spPr>
            <a:xfrm>
              <a:off x="5009181" y="35685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2" name="pt20862"/>
            <p:cNvSpPr/>
            <p:nvPr/>
          </p:nvSpPr>
          <p:spPr>
            <a:xfrm>
              <a:off x="5166659" y="3555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3" name="pt20863"/>
            <p:cNvSpPr/>
            <p:nvPr/>
          </p:nvSpPr>
          <p:spPr>
            <a:xfrm>
              <a:off x="5230380" y="35074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4" name="pt20864"/>
            <p:cNvSpPr/>
            <p:nvPr/>
          </p:nvSpPr>
          <p:spPr>
            <a:xfrm>
              <a:off x="5183591" y="35449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5" name="pt20865"/>
            <p:cNvSpPr/>
            <p:nvPr/>
          </p:nvSpPr>
          <p:spPr>
            <a:xfrm>
              <a:off x="5126665" y="3557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6" name="pt20866"/>
            <p:cNvSpPr/>
            <p:nvPr/>
          </p:nvSpPr>
          <p:spPr>
            <a:xfrm>
              <a:off x="5216211" y="3582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7" name="pt20867"/>
            <p:cNvSpPr/>
            <p:nvPr/>
          </p:nvSpPr>
          <p:spPr>
            <a:xfrm>
              <a:off x="5167806" y="35846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8" name="pt20868"/>
            <p:cNvSpPr/>
            <p:nvPr/>
          </p:nvSpPr>
          <p:spPr>
            <a:xfrm>
              <a:off x="5033270" y="3495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69" name="pt20869"/>
            <p:cNvSpPr/>
            <p:nvPr/>
          </p:nvSpPr>
          <p:spPr>
            <a:xfrm>
              <a:off x="5082182" y="35517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0" name="pt20870"/>
            <p:cNvSpPr/>
            <p:nvPr/>
          </p:nvSpPr>
          <p:spPr>
            <a:xfrm>
              <a:off x="5044492" y="35488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1" name="pt20871"/>
            <p:cNvSpPr/>
            <p:nvPr/>
          </p:nvSpPr>
          <p:spPr>
            <a:xfrm>
              <a:off x="5020734" y="35432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2" name="pt20872"/>
            <p:cNvSpPr/>
            <p:nvPr/>
          </p:nvSpPr>
          <p:spPr>
            <a:xfrm>
              <a:off x="5145693" y="3579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3" name="pt20873"/>
            <p:cNvSpPr/>
            <p:nvPr/>
          </p:nvSpPr>
          <p:spPr>
            <a:xfrm>
              <a:off x="5047671" y="3563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4" name="pt20874"/>
            <p:cNvSpPr/>
            <p:nvPr/>
          </p:nvSpPr>
          <p:spPr>
            <a:xfrm>
              <a:off x="5127323" y="35534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5" name="pt20875"/>
            <p:cNvSpPr/>
            <p:nvPr/>
          </p:nvSpPr>
          <p:spPr>
            <a:xfrm>
              <a:off x="5464975" y="35776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6" name="pt20876"/>
            <p:cNvSpPr/>
            <p:nvPr/>
          </p:nvSpPr>
          <p:spPr>
            <a:xfrm>
              <a:off x="5195250" y="35770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7" name="pt20877"/>
            <p:cNvSpPr/>
            <p:nvPr/>
          </p:nvSpPr>
          <p:spPr>
            <a:xfrm>
              <a:off x="5321257" y="35880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8" name="pt20878"/>
            <p:cNvSpPr/>
            <p:nvPr/>
          </p:nvSpPr>
          <p:spPr>
            <a:xfrm>
              <a:off x="5164726" y="3525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79" name="pt20879"/>
            <p:cNvSpPr/>
            <p:nvPr/>
          </p:nvSpPr>
          <p:spPr>
            <a:xfrm>
              <a:off x="5064149" y="3539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0" name="pt20880"/>
            <p:cNvSpPr/>
            <p:nvPr/>
          </p:nvSpPr>
          <p:spPr>
            <a:xfrm>
              <a:off x="5077078" y="3467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1" name="pt20881"/>
            <p:cNvSpPr/>
            <p:nvPr/>
          </p:nvSpPr>
          <p:spPr>
            <a:xfrm>
              <a:off x="4991065" y="35983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2" name="pt20882"/>
            <p:cNvSpPr/>
            <p:nvPr/>
          </p:nvSpPr>
          <p:spPr>
            <a:xfrm>
              <a:off x="5071344" y="35571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3" name="pt20883"/>
            <p:cNvSpPr/>
            <p:nvPr/>
          </p:nvSpPr>
          <p:spPr>
            <a:xfrm>
              <a:off x="5055787" y="35374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4" name="pt20884"/>
            <p:cNvSpPr/>
            <p:nvPr/>
          </p:nvSpPr>
          <p:spPr>
            <a:xfrm>
              <a:off x="5079338" y="35185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5" name="pt20885"/>
            <p:cNvSpPr/>
            <p:nvPr/>
          </p:nvSpPr>
          <p:spPr>
            <a:xfrm>
              <a:off x="5206224" y="35683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6" name="pt20886"/>
            <p:cNvSpPr/>
            <p:nvPr/>
          </p:nvSpPr>
          <p:spPr>
            <a:xfrm>
              <a:off x="5032268" y="35701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7" name="pt20887"/>
            <p:cNvSpPr/>
            <p:nvPr/>
          </p:nvSpPr>
          <p:spPr>
            <a:xfrm>
              <a:off x="5067329" y="35052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8" name="pt20888"/>
            <p:cNvSpPr/>
            <p:nvPr/>
          </p:nvSpPr>
          <p:spPr>
            <a:xfrm>
              <a:off x="5215123" y="35724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89" name="pt20889"/>
            <p:cNvSpPr/>
            <p:nvPr/>
          </p:nvSpPr>
          <p:spPr>
            <a:xfrm>
              <a:off x="5120448" y="35299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0" name="pt20890"/>
            <p:cNvSpPr/>
            <p:nvPr/>
          </p:nvSpPr>
          <p:spPr>
            <a:xfrm>
              <a:off x="5266899" y="35517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1" name="pt20891"/>
            <p:cNvSpPr/>
            <p:nvPr/>
          </p:nvSpPr>
          <p:spPr>
            <a:xfrm>
              <a:off x="5142978" y="3538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2" name="pt20892"/>
            <p:cNvSpPr/>
            <p:nvPr/>
          </p:nvSpPr>
          <p:spPr>
            <a:xfrm>
              <a:off x="5210953" y="3586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3" name="pt20893"/>
            <p:cNvSpPr/>
            <p:nvPr/>
          </p:nvSpPr>
          <p:spPr>
            <a:xfrm>
              <a:off x="5330295" y="3621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4" name="pt20894"/>
            <p:cNvSpPr/>
            <p:nvPr/>
          </p:nvSpPr>
          <p:spPr>
            <a:xfrm>
              <a:off x="5233557" y="35773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5" name="pt20895"/>
            <p:cNvSpPr/>
            <p:nvPr/>
          </p:nvSpPr>
          <p:spPr>
            <a:xfrm>
              <a:off x="5215365" y="35507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6" name="pt20896"/>
            <p:cNvSpPr/>
            <p:nvPr/>
          </p:nvSpPr>
          <p:spPr>
            <a:xfrm>
              <a:off x="5227293" y="3555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7" name="pt20897"/>
            <p:cNvSpPr/>
            <p:nvPr/>
          </p:nvSpPr>
          <p:spPr>
            <a:xfrm>
              <a:off x="5090524" y="34778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8" name="pt20898"/>
            <p:cNvSpPr/>
            <p:nvPr/>
          </p:nvSpPr>
          <p:spPr>
            <a:xfrm>
              <a:off x="5138252" y="35137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899" name="pt20899"/>
            <p:cNvSpPr/>
            <p:nvPr/>
          </p:nvSpPr>
          <p:spPr>
            <a:xfrm>
              <a:off x="5063732" y="3581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0" name="pt20900"/>
            <p:cNvSpPr/>
            <p:nvPr/>
          </p:nvSpPr>
          <p:spPr>
            <a:xfrm>
              <a:off x="5485452" y="35572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1" name="pt20901"/>
            <p:cNvSpPr/>
            <p:nvPr/>
          </p:nvSpPr>
          <p:spPr>
            <a:xfrm>
              <a:off x="5302395" y="35669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2" name="pt20902"/>
            <p:cNvSpPr/>
            <p:nvPr/>
          </p:nvSpPr>
          <p:spPr>
            <a:xfrm>
              <a:off x="5079209" y="35139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3" name="pt20903"/>
            <p:cNvSpPr/>
            <p:nvPr/>
          </p:nvSpPr>
          <p:spPr>
            <a:xfrm>
              <a:off x="5072697" y="35527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4" name="pt20904"/>
            <p:cNvSpPr/>
            <p:nvPr/>
          </p:nvSpPr>
          <p:spPr>
            <a:xfrm>
              <a:off x="5290258" y="35645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5" name="pt20905"/>
            <p:cNvSpPr/>
            <p:nvPr/>
          </p:nvSpPr>
          <p:spPr>
            <a:xfrm>
              <a:off x="5106795" y="35448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6" name="pt20906"/>
            <p:cNvSpPr/>
            <p:nvPr/>
          </p:nvSpPr>
          <p:spPr>
            <a:xfrm>
              <a:off x="5281912" y="3516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7" name="pt20907"/>
            <p:cNvSpPr/>
            <p:nvPr/>
          </p:nvSpPr>
          <p:spPr>
            <a:xfrm>
              <a:off x="5133389" y="3559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8" name="pt20908"/>
            <p:cNvSpPr/>
            <p:nvPr/>
          </p:nvSpPr>
          <p:spPr>
            <a:xfrm>
              <a:off x="5051388" y="3540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09" name="pt20909"/>
            <p:cNvSpPr/>
            <p:nvPr/>
          </p:nvSpPr>
          <p:spPr>
            <a:xfrm>
              <a:off x="5034169" y="35648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0" name="pt20910"/>
            <p:cNvSpPr/>
            <p:nvPr/>
          </p:nvSpPr>
          <p:spPr>
            <a:xfrm>
              <a:off x="5094792" y="35258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1" name="pt20911"/>
            <p:cNvSpPr/>
            <p:nvPr/>
          </p:nvSpPr>
          <p:spPr>
            <a:xfrm>
              <a:off x="5084038" y="3532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2" name="pt20912"/>
            <p:cNvSpPr/>
            <p:nvPr/>
          </p:nvSpPr>
          <p:spPr>
            <a:xfrm>
              <a:off x="5166161" y="35820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3" name="pt20913"/>
            <p:cNvSpPr/>
            <p:nvPr/>
          </p:nvSpPr>
          <p:spPr>
            <a:xfrm>
              <a:off x="5111492" y="35650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4" name="pt20914"/>
            <p:cNvSpPr/>
            <p:nvPr/>
          </p:nvSpPr>
          <p:spPr>
            <a:xfrm>
              <a:off x="5098076" y="35328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5" name="pt20915"/>
            <p:cNvSpPr/>
            <p:nvPr/>
          </p:nvSpPr>
          <p:spPr>
            <a:xfrm>
              <a:off x="5019859" y="3582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6" name="pt20916"/>
            <p:cNvSpPr/>
            <p:nvPr/>
          </p:nvSpPr>
          <p:spPr>
            <a:xfrm>
              <a:off x="5485589" y="35949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7" name="pt20917"/>
            <p:cNvSpPr/>
            <p:nvPr/>
          </p:nvSpPr>
          <p:spPr>
            <a:xfrm>
              <a:off x="5151312" y="35648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8" name="pt20918"/>
            <p:cNvSpPr/>
            <p:nvPr/>
          </p:nvSpPr>
          <p:spPr>
            <a:xfrm>
              <a:off x="5088564" y="3555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19" name="pt20919"/>
            <p:cNvSpPr/>
            <p:nvPr/>
          </p:nvSpPr>
          <p:spPr>
            <a:xfrm>
              <a:off x="5125461" y="3527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0" name="pt20920"/>
            <p:cNvSpPr/>
            <p:nvPr/>
          </p:nvSpPr>
          <p:spPr>
            <a:xfrm>
              <a:off x="5128655" y="3528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1" name="pt20921"/>
            <p:cNvSpPr/>
            <p:nvPr/>
          </p:nvSpPr>
          <p:spPr>
            <a:xfrm>
              <a:off x="5126973" y="34884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2" name="pt20922"/>
            <p:cNvSpPr/>
            <p:nvPr/>
          </p:nvSpPr>
          <p:spPr>
            <a:xfrm>
              <a:off x="5173554" y="3546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3" name="pt20923"/>
            <p:cNvSpPr/>
            <p:nvPr/>
          </p:nvSpPr>
          <p:spPr>
            <a:xfrm>
              <a:off x="5010429" y="3574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4" name="pt20924"/>
            <p:cNvSpPr/>
            <p:nvPr/>
          </p:nvSpPr>
          <p:spPr>
            <a:xfrm>
              <a:off x="5059603" y="35422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5" name="pt20925"/>
            <p:cNvSpPr/>
            <p:nvPr/>
          </p:nvSpPr>
          <p:spPr>
            <a:xfrm>
              <a:off x="5159998" y="3546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6" name="pt20926"/>
            <p:cNvSpPr/>
            <p:nvPr/>
          </p:nvSpPr>
          <p:spPr>
            <a:xfrm>
              <a:off x="5068210" y="35692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7" name="pt20927"/>
            <p:cNvSpPr/>
            <p:nvPr/>
          </p:nvSpPr>
          <p:spPr>
            <a:xfrm>
              <a:off x="5013527" y="35611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8" name="pt20928"/>
            <p:cNvSpPr/>
            <p:nvPr/>
          </p:nvSpPr>
          <p:spPr>
            <a:xfrm>
              <a:off x="5161575" y="3506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29" name="pt20929"/>
            <p:cNvSpPr/>
            <p:nvPr/>
          </p:nvSpPr>
          <p:spPr>
            <a:xfrm>
              <a:off x="6159986" y="3574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0" name="pt20930"/>
            <p:cNvSpPr/>
            <p:nvPr/>
          </p:nvSpPr>
          <p:spPr>
            <a:xfrm>
              <a:off x="5254175" y="34910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1" name="pt20931"/>
            <p:cNvSpPr/>
            <p:nvPr/>
          </p:nvSpPr>
          <p:spPr>
            <a:xfrm>
              <a:off x="5224318" y="3562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2" name="pt20932"/>
            <p:cNvSpPr/>
            <p:nvPr/>
          </p:nvSpPr>
          <p:spPr>
            <a:xfrm>
              <a:off x="5207888" y="36084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3" name="pt20933"/>
            <p:cNvSpPr/>
            <p:nvPr/>
          </p:nvSpPr>
          <p:spPr>
            <a:xfrm>
              <a:off x="5173283" y="35393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4" name="pt20934"/>
            <p:cNvSpPr/>
            <p:nvPr/>
          </p:nvSpPr>
          <p:spPr>
            <a:xfrm>
              <a:off x="5189411" y="3564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5" name="pt20935"/>
            <p:cNvSpPr/>
            <p:nvPr/>
          </p:nvSpPr>
          <p:spPr>
            <a:xfrm>
              <a:off x="5183956" y="3551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6" name="pt20936"/>
            <p:cNvSpPr/>
            <p:nvPr/>
          </p:nvSpPr>
          <p:spPr>
            <a:xfrm>
              <a:off x="5276175" y="3558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7" name="pt20937"/>
            <p:cNvSpPr/>
            <p:nvPr/>
          </p:nvSpPr>
          <p:spPr>
            <a:xfrm>
              <a:off x="5128759" y="4056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8" name="pt20938"/>
            <p:cNvSpPr/>
            <p:nvPr/>
          </p:nvSpPr>
          <p:spPr>
            <a:xfrm>
              <a:off x="5109725" y="3531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39" name="pt20939"/>
            <p:cNvSpPr/>
            <p:nvPr/>
          </p:nvSpPr>
          <p:spPr>
            <a:xfrm>
              <a:off x="5117777" y="3550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0" name="pt20940"/>
            <p:cNvSpPr/>
            <p:nvPr/>
          </p:nvSpPr>
          <p:spPr>
            <a:xfrm>
              <a:off x="5195617" y="35678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1" name="pt20941"/>
            <p:cNvSpPr/>
            <p:nvPr/>
          </p:nvSpPr>
          <p:spPr>
            <a:xfrm>
              <a:off x="5234835" y="35816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2" name="pt20942"/>
            <p:cNvSpPr/>
            <p:nvPr/>
          </p:nvSpPr>
          <p:spPr>
            <a:xfrm>
              <a:off x="5090936" y="3521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3" name="pt20943"/>
            <p:cNvSpPr/>
            <p:nvPr/>
          </p:nvSpPr>
          <p:spPr>
            <a:xfrm>
              <a:off x="5094316" y="35499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4" name="pt20944"/>
            <p:cNvSpPr/>
            <p:nvPr/>
          </p:nvSpPr>
          <p:spPr>
            <a:xfrm>
              <a:off x="5140166" y="3562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5" name="pt20945"/>
            <p:cNvSpPr/>
            <p:nvPr/>
          </p:nvSpPr>
          <p:spPr>
            <a:xfrm>
              <a:off x="5076634" y="35346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6" name="pt20946"/>
            <p:cNvSpPr/>
            <p:nvPr/>
          </p:nvSpPr>
          <p:spPr>
            <a:xfrm>
              <a:off x="5200391" y="3537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7" name="pt20947"/>
            <p:cNvSpPr/>
            <p:nvPr/>
          </p:nvSpPr>
          <p:spPr>
            <a:xfrm>
              <a:off x="4950190" y="35398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8" name="pt20948"/>
            <p:cNvSpPr/>
            <p:nvPr/>
          </p:nvSpPr>
          <p:spPr>
            <a:xfrm>
              <a:off x="5096751" y="35522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49" name="pt20949"/>
            <p:cNvSpPr/>
            <p:nvPr/>
          </p:nvSpPr>
          <p:spPr>
            <a:xfrm>
              <a:off x="5110016" y="36163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0" name="pt20950"/>
            <p:cNvSpPr/>
            <p:nvPr/>
          </p:nvSpPr>
          <p:spPr>
            <a:xfrm>
              <a:off x="5068607" y="35370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1" name="pt20951"/>
            <p:cNvSpPr/>
            <p:nvPr/>
          </p:nvSpPr>
          <p:spPr>
            <a:xfrm>
              <a:off x="5257056" y="3635559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52" name="pt20952"/>
            <p:cNvSpPr/>
            <p:nvPr/>
          </p:nvSpPr>
          <p:spPr>
            <a:xfrm>
              <a:off x="5061957" y="35490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3" name="pt20953"/>
            <p:cNvSpPr/>
            <p:nvPr/>
          </p:nvSpPr>
          <p:spPr>
            <a:xfrm>
              <a:off x="5171279" y="35515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4" name="pt20954"/>
            <p:cNvSpPr/>
            <p:nvPr/>
          </p:nvSpPr>
          <p:spPr>
            <a:xfrm>
              <a:off x="5122201" y="3521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5" name="pt20955"/>
            <p:cNvSpPr/>
            <p:nvPr/>
          </p:nvSpPr>
          <p:spPr>
            <a:xfrm>
              <a:off x="5112908" y="3543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6" name="pt20956"/>
            <p:cNvSpPr/>
            <p:nvPr/>
          </p:nvSpPr>
          <p:spPr>
            <a:xfrm>
              <a:off x="5200591" y="3576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7" name="pt20957"/>
            <p:cNvSpPr/>
            <p:nvPr/>
          </p:nvSpPr>
          <p:spPr>
            <a:xfrm>
              <a:off x="5384436" y="35583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8" name="pt20958"/>
            <p:cNvSpPr/>
            <p:nvPr/>
          </p:nvSpPr>
          <p:spPr>
            <a:xfrm>
              <a:off x="5109073" y="36032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59" name="pt20959"/>
            <p:cNvSpPr/>
            <p:nvPr/>
          </p:nvSpPr>
          <p:spPr>
            <a:xfrm>
              <a:off x="5220356" y="3567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0" name="pt20960"/>
            <p:cNvSpPr/>
            <p:nvPr/>
          </p:nvSpPr>
          <p:spPr>
            <a:xfrm>
              <a:off x="5167062" y="35449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1" name="pt20961"/>
            <p:cNvSpPr/>
            <p:nvPr/>
          </p:nvSpPr>
          <p:spPr>
            <a:xfrm>
              <a:off x="5179836" y="35616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2" name="pt20962"/>
            <p:cNvSpPr/>
            <p:nvPr/>
          </p:nvSpPr>
          <p:spPr>
            <a:xfrm>
              <a:off x="5040262" y="3474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3" name="pt20963"/>
            <p:cNvSpPr/>
            <p:nvPr/>
          </p:nvSpPr>
          <p:spPr>
            <a:xfrm>
              <a:off x="4997767" y="35610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4" name="pt20964"/>
            <p:cNvSpPr/>
            <p:nvPr/>
          </p:nvSpPr>
          <p:spPr>
            <a:xfrm>
              <a:off x="4936963" y="3523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5" name="pt20965"/>
            <p:cNvSpPr/>
            <p:nvPr/>
          </p:nvSpPr>
          <p:spPr>
            <a:xfrm>
              <a:off x="5014738" y="35625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6" name="pt20966"/>
            <p:cNvSpPr/>
            <p:nvPr/>
          </p:nvSpPr>
          <p:spPr>
            <a:xfrm>
              <a:off x="5030991" y="35096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7" name="pt20967"/>
            <p:cNvSpPr/>
            <p:nvPr/>
          </p:nvSpPr>
          <p:spPr>
            <a:xfrm>
              <a:off x="5032719" y="3557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8" name="pt20968"/>
            <p:cNvSpPr/>
            <p:nvPr/>
          </p:nvSpPr>
          <p:spPr>
            <a:xfrm>
              <a:off x="4979995" y="35254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69" name="pt20969"/>
            <p:cNvSpPr/>
            <p:nvPr/>
          </p:nvSpPr>
          <p:spPr>
            <a:xfrm>
              <a:off x="5156105" y="35618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0" name="pt20970"/>
            <p:cNvSpPr/>
            <p:nvPr/>
          </p:nvSpPr>
          <p:spPr>
            <a:xfrm>
              <a:off x="5203452" y="35504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1" name="pt20971"/>
            <p:cNvSpPr/>
            <p:nvPr/>
          </p:nvSpPr>
          <p:spPr>
            <a:xfrm>
              <a:off x="5025808" y="35657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2" name="pt20972"/>
            <p:cNvSpPr/>
            <p:nvPr/>
          </p:nvSpPr>
          <p:spPr>
            <a:xfrm>
              <a:off x="5617335" y="3585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3" name="pt20973"/>
            <p:cNvSpPr/>
            <p:nvPr/>
          </p:nvSpPr>
          <p:spPr>
            <a:xfrm>
              <a:off x="5112164" y="3604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4" name="pt20974"/>
            <p:cNvSpPr/>
            <p:nvPr/>
          </p:nvSpPr>
          <p:spPr>
            <a:xfrm>
              <a:off x="5104140" y="35346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5" name="pt20975"/>
            <p:cNvSpPr/>
            <p:nvPr/>
          </p:nvSpPr>
          <p:spPr>
            <a:xfrm>
              <a:off x="5079234" y="35876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6" name="pt20976"/>
            <p:cNvSpPr/>
            <p:nvPr/>
          </p:nvSpPr>
          <p:spPr>
            <a:xfrm>
              <a:off x="5131873" y="35364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7" name="pt20977"/>
            <p:cNvSpPr/>
            <p:nvPr/>
          </p:nvSpPr>
          <p:spPr>
            <a:xfrm>
              <a:off x="4919700" y="3503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8" name="pt20978"/>
            <p:cNvSpPr/>
            <p:nvPr/>
          </p:nvSpPr>
          <p:spPr>
            <a:xfrm>
              <a:off x="5141403" y="35510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79" name="pt20979"/>
            <p:cNvSpPr/>
            <p:nvPr/>
          </p:nvSpPr>
          <p:spPr>
            <a:xfrm>
              <a:off x="5105207" y="35727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0" name="pt20980"/>
            <p:cNvSpPr/>
            <p:nvPr/>
          </p:nvSpPr>
          <p:spPr>
            <a:xfrm>
              <a:off x="5011861" y="3533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1" name="pt20981"/>
            <p:cNvSpPr/>
            <p:nvPr/>
          </p:nvSpPr>
          <p:spPr>
            <a:xfrm>
              <a:off x="5157931" y="3570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2" name="pt20982"/>
            <p:cNvSpPr/>
            <p:nvPr/>
          </p:nvSpPr>
          <p:spPr>
            <a:xfrm>
              <a:off x="5126822" y="35305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3" name="pt20983"/>
            <p:cNvSpPr/>
            <p:nvPr/>
          </p:nvSpPr>
          <p:spPr>
            <a:xfrm>
              <a:off x="5109436" y="35007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4" name="pt20984"/>
            <p:cNvSpPr/>
            <p:nvPr/>
          </p:nvSpPr>
          <p:spPr>
            <a:xfrm>
              <a:off x="5018864" y="35407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5" name="pt20985"/>
            <p:cNvSpPr/>
            <p:nvPr/>
          </p:nvSpPr>
          <p:spPr>
            <a:xfrm>
              <a:off x="5094561" y="3551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6" name="pt20986"/>
            <p:cNvSpPr/>
            <p:nvPr/>
          </p:nvSpPr>
          <p:spPr>
            <a:xfrm>
              <a:off x="4918470" y="35526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7" name="pt20987"/>
            <p:cNvSpPr/>
            <p:nvPr/>
          </p:nvSpPr>
          <p:spPr>
            <a:xfrm>
              <a:off x="4996431" y="35193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8" name="pt20988"/>
            <p:cNvSpPr/>
            <p:nvPr/>
          </p:nvSpPr>
          <p:spPr>
            <a:xfrm>
              <a:off x="5099675" y="35885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89" name="pt20989"/>
            <p:cNvSpPr/>
            <p:nvPr/>
          </p:nvSpPr>
          <p:spPr>
            <a:xfrm>
              <a:off x="5174979" y="35716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0" name="pt20990"/>
            <p:cNvSpPr/>
            <p:nvPr/>
          </p:nvSpPr>
          <p:spPr>
            <a:xfrm>
              <a:off x="5125470" y="35802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1" name="pt20991"/>
            <p:cNvSpPr/>
            <p:nvPr/>
          </p:nvSpPr>
          <p:spPr>
            <a:xfrm>
              <a:off x="5125006" y="3535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2" name="pt20992"/>
            <p:cNvSpPr/>
            <p:nvPr/>
          </p:nvSpPr>
          <p:spPr>
            <a:xfrm>
              <a:off x="5060287" y="3440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3" name="pt20993"/>
            <p:cNvSpPr/>
            <p:nvPr/>
          </p:nvSpPr>
          <p:spPr>
            <a:xfrm>
              <a:off x="5173736" y="3562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4" name="pt20994"/>
            <p:cNvSpPr/>
            <p:nvPr/>
          </p:nvSpPr>
          <p:spPr>
            <a:xfrm>
              <a:off x="5081249" y="3582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5" name="pt20995"/>
            <p:cNvSpPr/>
            <p:nvPr/>
          </p:nvSpPr>
          <p:spPr>
            <a:xfrm>
              <a:off x="5231877" y="3560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6" name="pt20996"/>
            <p:cNvSpPr/>
            <p:nvPr/>
          </p:nvSpPr>
          <p:spPr>
            <a:xfrm>
              <a:off x="5114157" y="3562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7" name="pt20997"/>
            <p:cNvSpPr/>
            <p:nvPr/>
          </p:nvSpPr>
          <p:spPr>
            <a:xfrm>
              <a:off x="5174253" y="36569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8" name="pt20998"/>
            <p:cNvSpPr/>
            <p:nvPr/>
          </p:nvSpPr>
          <p:spPr>
            <a:xfrm>
              <a:off x="5059073" y="3513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0999" name="pt20999"/>
            <p:cNvSpPr/>
            <p:nvPr/>
          </p:nvSpPr>
          <p:spPr>
            <a:xfrm>
              <a:off x="5329117" y="35632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0" name="pt21000"/>
            <p:cNvSpPr/>
            <p:nvPr/>
          </p:nvSpPr>
          <p:spPr>
            <a:xfrm>
              <a:off x="5109540" y="35837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1" name="pt21001"/>
            <p:cNvSpPr/>
            <p:nvPr/>
          </p:nvSpPr>
          <p:spPr>
            <a:xfrm>
              <a:off x="5334950" y="35727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2" name="pt21002"/>
            <p:cNvSpPr/>
            <p:nvPr/>
          </p:nvSpPr>
          <p:spPr>
            <a:xfrm>
              <a:off x="5102056" y="35453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3" name="pt21003"/>
            <p:cNvSpPr/>
            <p:nvPr/>
          </p:nvSpPr>
          <p:spPr>
            <a:xfrm>
              <a:off x="5085788" y="35836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4" name="pt21004"/>
            <p:cNvSpPr/>
            <p:nvPr/>
          </p:nvSpPr>
          <p:spPr>
            <a:xfrm>
              <a:off x="5098699" y="3541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5" name="pt21005"/>
            <p:cNvSpPr/>
            <p:nvPr/>
          </p:nvSpPr>
          <p:spPr>
            <a:xfrm>
              <a:off x="5067571" y="35544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6" name="pt21006"/>
            <p:cNvSpPr/>
            <p:nvPr/>
          </p:nvSpPr>
          <p:spPr>
            <a:xfrm>
              <a:off x="5065040" y="3535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7" name="pt21007"/>
            <p:cNvSpPr/>
            <p:nvPr/>
          </p:nvSpPr>
          <p:spPr>
            <a:xfrm>
              <a:off x="4988298" y="35695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8" name="pt21008"/>
            <p:cNvSpPr/>
            <p:nvPr/>
          </p:nvSpPr>
          <p:spPr>
            <a:xfrm>
              <a:off x="5168502" y="35668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09" name="pt21009"/>
            <p:cNvSpPr/>
            <p:nvPr/>
          </p:nvSpPr>
          <p:spPr>
            <a:xfrm>
              <a:off x="5121905" y="35052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0" name="pt21010"/>
            <p:cNvSpPr/>
            <p:nvPr/>
          </p:nvSpPr>
          <p:spPr>
            <a:xfrm>
              <a:off x="5270292" y="35621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1" name="pt21011"/>
            <p:cNvSpPr/>
            <p:nvPr/>
          </p:nvSpPr>
          <p:spPr>
            <a:xfrm>
              <a:off x="5080394" y="3640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2" name="pt21012"/>
            <p:cNvSpPr/>
            <p:nvPr/>
          </p:nvSpPr>
          <p:spPr>
            <a:xfrm>
              <a:off x="4982491" y="3540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3" name="pt21013"/>
            <p:cNvSpPr/>
            <p:nvPr/>
          </p:nvSpPr>
          <p:spPr>
            <a:xfrm>
              <a:off x="5253784" y="35928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4" name="pt21014"/>
            <p:cNvSpPr/>
            <p:nvPr/>
          </p:nvSpPr>
          <p:spPr>
            <a:xfrm>
              <a:off x="5144610" y="3546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5" name="pt21015"/>
            <p:cNvSpPr/>
            <p:nvPr/>
          </p:nvSpPr>
          <p:spPr>
            <a:xfrm>
              <a:off x="5224682" y="3573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6" name="pt21016"/>
            <p:cNvSpPr/>
            <p:nvPr/>
          </p:nvSpPr>
          <p:spPr>
            <a:xfrm>
              <a:off x="5149081" y="35488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7" name="pt21017"/>
            <p:cNvSpPr/>
            <p:nvPr/>
          </p:nvSpPr>
          <p:spPr>
            <a:xfrm>
              <a:off x="4773768" y="36035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8" name="pt21018"/>
            <p:cNvSpPr/>
            <p:nvPr/>
          </p:nvSpPr>
          <p:spPr>
            <a:xfrm>
              <a:off x="5216452" y="3556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19" name="pt21019"/>
            <p:cNvSpPr/>
            <p:nvPr/>
          </p:nvSpPr>
          <p:spPr>
            <a:xfrm>
              <a:off x="5200492" y="3556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0" name="pt21020"/>
            <p:cNvSpPr/>
            <p:nvPr/>
          </p:nvSpPr>
          <p:spPr>
            <a:xfrm>
              <a:off x="5188441" y="3554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1" name="pt21021"/>
            <p:cNvSpPr/>
            <p:nvPr/>
          </p:nvSpPr>
          <p:spPr>
            <a:xfrm>
              <a:off x="5067518" y="3574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2" name="pt21022"/>
            <p:cNvSpPr/>
            <p:nvPr/>
          </p:nvSpPr>
          <p:spPr>
            <a:xfrm>
              <a:off x="5142103" y="35319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3" name="pt21023"/>
            <p:cNvSpPr/>
            <p:nvPr/>
          </p:nvSpPr>
          <p:spPr>
            <a:xfrm>
              <a:off x="5240781" y="3545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4" name="pt21024"/>
            <p:cNvSpPr/>
            <p:nvPr/>
          </p:nvSpPr>
          <p:spPr>
            <a:xfrm>
              <a:off x="5200916" y="35209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5" name="pt21025"/>
            <p:cNvSpPr/>
            <p:nvPr/>
          </p:nvSpPr>
          <p:spPr>
            <a:xfrm>
              <a:off x="5180248" y="3547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6" name="pt21026"/>
            <p:cNvSpPr/>
            <p:nvPr/>
          </p:nvSpPr>
          <p:spPr>
            <a:xfrm>
              <a:off x="5074487" y="3523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7" name="pt21027"/>
            <p:cNvSpPr/>
            <p:nvPr/>
          </p:nvSpPr>
          <p:spPr>
            <a:xfrm>
              <a:off x="5157990" y="3621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8" name="pt21028"/>
            <p:cNvSpPr/>
            <p:nvPr/>
          </p:nvSpPr>
          <p:spPr>
            <a:xfrm>
              <a:off x="5206171" y="35769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29" name="pt21029"/>
            <p:cNvSpPr/>
            <p:nvPr/>
          </p:nvSpPr>
          <p:spPr>
            <a:xfrm>
              <a:off x="5311185" y="35709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0" name="pt21030"/>
            <p:cNvSpPr/>
            <p:nvPr/>
          </p:nvSpPr>
          <p:spPr>
            <a:xfrm>
              <a:off x="5107868" y="3593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1" name="pt21031"/>
            <p:cNvSpPr/>
            <p:nvPr/>
          </p:nvSpPr>
          <p:spPr>
            <a:xfrm>
              <a:off x="5088243" y="35238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2" name="pt21032"/>
            <p:cNvSpPr/>
            <p:nvPr/>
          </p:nvSpPr>
          <p:spPr>
            <a:xfrm>
              <a:off x="5182004" y="33788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3" name="pt21033"/>
            <p:cNvSpPr/>
            <p:nvPr/>
          </p:nvSpPr>
          <p:spPr>
            <a:xfrm>
              <a:off x="5283846" y="35279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4" name="pt21034"/>
            <p:cNvSpPr/>
            <p:nvPr/>
          </p:nvSpPr>
          <p:spPr>
            <a:xfrm>
              <a:off x="5268915" y="3543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5" name="pt21035"/>
            <p:cNvSpPr/>
            <p:nvPr/>
          </p:nvSpPr>
          <p:spPr>
            <a:xfrm>
              <a:off x="5231765" y="3580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6" name="pt21036"/>
            <p:cNvSpPr/>
            <p:nvPr/>
          </p:nvSpPr>
          <p:spPr>
            <a:xfrm>
              <a:off x="5102075" y="3523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7" name="pt21037"/>
            <p:cNvSpPr/>
            <p:nvPr/>
          </p:nvSpPr>
          <p:spPr>
            <a:xfrm>
              <a:off x="5111285" y="35516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8" name="pt21038"/>
            <p:cNvSpPr/>
            <p:nvPr/>
          </p:nvSpPr>
          <p:spPr>
            <a:xfrm>
              <a:off x="5106449" y="3537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39" name="pt21039"/>
            <p:cNvSpPr/>
            <p:nvPr/>
          </p:nvSpPr>
          <p:spPr>
            <a:xfrm>
              <a:off x="5164523" y="35484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0" name="pt21040"/>
            <p:cNvSpPr/>
            <p:nvPr/>
          </p:nvSpPr>
          <p:spPr>
            <a:xfrm>
              <a:off x="4974819" y="35272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1" name="pt21041"/>
            <p:cNvSpPr/>
            <p:nvPr/>
          </p:nvSpPr>
          <p:spPr>
            <a:xfrm>
              <a:off x="5369279" y="3553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2" name="pt21042"/>
            <p:cNvSpPr/>
            <p:nvPr/>
          </p:nvSpPr>
          <p:spPr>
            <a:xfrm>
              <a:off x="5126654" y="35524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3" name="pt21043"/>
            <p:cNvSpPr/>
            <p:nvPr/>
          </p:nvSpPr>
          <p:spPr>
            <a:xfrm>
              <a:off x="5047820" y="3545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4" name="pt21044"/>
            <p:cNvSpPr/>
            <p:nvPr/>
          </p:nvSpPr>
          <p:spPr>
            <a:xfrm>
              <a:off x="5094573" y="36093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5" name="pt21045"/>
            <p:cNvSpPr/>
            <p:nvPr/>
          </p:nvSpPr>
          <p:spPr>
            <a:xfrm>
              <a:off x="5049383" y="35750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6" name="pt21046"/>
            <p:cNvSpPr/>
            <p:nvPr/>
          </p:nvSpPr>
          <p:spPr>
            <a:xfrm>
              <a:off x="5061824" y="35390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7" name="pt21047"/>
            <p:cNvSpPr/>
            <p:nvPr/>
          </p:nvSpPr>
          <p:spPr>
            <a:xfrm>
              <a:off x="5125697" y="35436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8" name="pt21048"/>
            <p:cNvSpPr/>
            <p:nvPr/>
          </p:nvSpPr>
          <p:spPr>
            <a:xfrm>
              <a:off x="5202767" y="35278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49" name="pt21049"/>
            <p:cNvSpPr/>
            <p:nvPr/>
          </p:nvSpPr>
          <p:spPr>
            <a:xfrm>
              <a:off x="4997469" y="35157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0" name="pt21050"/>
            <p:cNvSpPr/>
            <p:nvPr/>
          </p:nvSpPr>
          <p:spPr>
            <a:xfrm>
              <a:off x="5081768" y="35533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1" name="pt21051"/>
            <p:cNvSpPr/>
            <p:nvPr/>
          </p:nvSpPr>
          <p:spPr>
            <a:xfrm>
              <a:off x="5111886" y="3563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2" name="pt21052"/>
            <p:cNvSpPr/>
            <p:nvPr/>
          </p:nvSpPr>
          <p:spPr>
            <a:xfrm>
              <a:off x="5145573" y="35576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3" name="pt21053"/>
            <p:cNvSpPr/>
            <p:nvPr/>
          </p:nvSpPr>
          <p:spPr>
            <a:xfrm>
              <a:off x="5275050" y="35499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4" name="pt21054"/>
            <p:cNvSpPr/>
            <p:nvPr/>
          </p:nvSpPr>
          <p:spPr>
            <a:xfrm>
              <a:off x="5338022" y="35214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5" name="pt21055"/>
            <p:cNvSpPr/>
            <p:nvPr/>
          </p:nvSpPr>
          <p:spPr>
            <a:xfrm>
              <a:off x="5036947" y="3581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6" name="pt21056"/>
            <p:cNvSpPr/>
            <p:nvPr/>
          </p:nvSpPr>
          <p:spPr>
            <a:xfrm>
              <a:off x="5219377" y="35606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7" name="pt21057"/>
            <p:cNvSpPr/>
            <p:nvPr/>
          </p:nvSpPr>
          <p:spPr>
            <a:xfrm>
              <a:off x="5060861" y="3555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8" name="pt21058"/>
            <p:cNvSpPr/>
            <p:nvPr/>
          </p:nvSpPr>
          <p:spPr>
            <a:xfrm>
              <a:off x="5171671" y="3556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59" name="pt21059"/>
            <p:cNvSpPr/>
            <p:nvPr/>
          </p:nvSpPr>
          <p:spPr>
            <a:xfrm>
              <a:off x="5034060" y="35451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0" name="pt21060"/>
            <p:cNvSpPr/>
            <p:nvPr/>
          </p:nvSpPr>
          <p:spPr>
            <a:xfrm>
              <a:off x="5073869" y="3532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1" name="pt21061"/>
            <p:cNvSpPr/>
            <p:nvPr/>
          </p:nvSpPr>
          <p:spPr>
            <a:xfrm>
              <a:off x="5154059" y="35481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2" name="pt21062"/>
            <p:cNvSpPr/>
            <p:nvPr/>
          </p:nvSpPr>
          <p:spPr>
            <a:xfrm>
              <a:off x="5003125" y="35069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3" name="pt21063"/>
            <p:cNvSpPr/>
            <p:nvPr/>
          </p:nvSpPr>
          <p:spPr>
            <a:xfrm>
              <a:off x="5178052" y="3584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4" name="pt21064"/>
            <p:cNvSpPr/>
            <p:nvPr/>
          </p:nvSpPr>
          <p:spPr>
            <a:xfrm>
              <a:off x="5192650" y="3574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5" name="pt21065"/>
            <p:cNvSpPr/>
            <p:nvPr/>
          </p:nvSpPr>
          <p:spPr>
            <a:xfrm>
              <a:off x="5271335" y="35707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6" name="pt21066"/>
            <p:cNvSpPr/>
            <p:nvPr/>
          </p:nvSpPr>
          <p:spPr>
            <a:xfrm>
              <a:off x="5141048" y="35264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7" name="pt21067"/>
            <p:cNvSpPr/>
            <p:nvPr/>
          </p:nvSpPr>
          <p:spPr>
            <a:xfrm>
              <a:off x="5009761" y="34828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8" name="pt21068"/>
            <p:cNvSpPr/>
            <p:nvPr/>
          </p:nvSpPr>
          <p:spPr>
            <a:xfrm>
              <a:off x="5334719" y="3551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69" name="pt21069"/>
            <p:cNvSpPr/>
            <p:nvPr/>
          </p:nvSpPr>
          <p:spPr>
            <a:xfrm>
              <a:off x="5269736" y="3562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0" name="pt21070"/>
            <p:cNvSpPr/>
            <p:nvPr/>
          </p:nvSpPr>
          <p:spPr>
            <a:xfrm>
              <a:off x="5259517" y="35885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1" name="pt21071"/>
            <p:cNvSpPr/>
            <p:nvPr/>
          </p:nvSpPr>
          <p:spPr>
            <a:xfrm>
              <a:off x="5064638" y="35676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2" name="pt21072"/>
            <p:cNvSpPr/>
            <p:nvPr/>
          </p:nvSpPr>
          <p:spPr>
            <a:xfrm>
              <a:off x="5187660" y="3639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3" name="pt21073"/>
            <p:cNvSpPr/>
            <p:nvPr/>
          </p:nvSpPr>
          <p:spPr>
            <a:xfrm>
              <a:off x="5028722" y="3511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4" name="pt21074"/>
            <p:cNvSpPr/>
            <p:nvPr/>
          </p:nvSpPr>
          <p:spPr>
            <a:xfrm>
              <a:off x="5103943" y="35224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5" name="pt21075"/>
            <p:cNvSpPr/>
            <p:nvPr/>
          </p:nvSpPr>
          <p:spPr>
            <a:xfrm>
              <a:off x="5279267" y="35791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6" name="pt21076"/>
            <p:cNvSpPr/>
            <p:nvPr/>
          </p:nvSpPr>
          <p:spPr>
            <a:xfrm>
              <a:off x="5114549" y="35880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7" name="pt21077"/>
            <p:cNvSpPr/>
            <p:nvPr/>
          </p:nvSpPr>
          <p:spPr>
            <a:xfrm>
              <a:off x="5185215" y="3555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8" name="pt21078"/>
            <p:cNvSpPr/>
            <p:nvPr/>
          </p:nvSpPr>
          <p:spPr>
            <a:xfrm>
              <a:off x="5113695" y="3554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79" name="pt21079"/>
            <p:cNvSpPr/>
            <p:nvPr/>
          </p:nvSpPr>
          <p:spPr>
            <a:xfrm>
              <a:off x="5319013" y="35590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0" name="pt21080"/>
            <p:cNvSpPr/>
            <p:nvPr/>
          </p:nvSpPr>
          <p:spPr>
            <a:xfrm>
              <a:off x="5161294" y="35160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1" name="pt21081"/>
            <p:cNvSpPr/>
            <p:nvPr/>
          </p:nvSpPr>
          <p:spPr>
            <a:xfrm>
              <a:off x="5232446" y="35799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2" name="pt21082"/>
            <p:cNvSpPr/>
            <p:nvPr/>
          </p:nvSpPr>
          <p:spPr>
            <a:xfrm>
              <a:off x="5199322" y="3569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3" name="pt21083"/>
            <p:cNvSpPr/>
            <p:nvPr/>
          </p:nvSpPr>
          <p:spPr>
            <a:xfrm>
              <a:off x="5278117" y="34972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4" name="pt21084"/>
            <p:cNvSpPr/>
            <p:nvPr/>
          </p:nvSpPr>
          <p:spPr>
            <a:xfrm>
              <a:off x="4977329" y="3496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5" name="pt21085"/>
            <p:cNvSpPr/>
            <p:nvPr/>
          </p:nvSpPr>
          <p:spPr>
            <a:xfrm>
              <a:off x="5202231" y="35608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6" name="pt21086"/>
            <p:cNvSpPr/>
            <p:nvPr/>
          </p:nvSpPr>
          <p:spPr>
            <a:xfrm>
              <a:off x="5134682" y="35314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7" name="pt21087"/>
            <p:cNvSpPr/>
            <p:nvPr/>
          </p:nvSpPr>
          <p:spPr>
            <a:xfrm>
              <a:off x="5223847" y="35419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8" name="pt21088"/>
            <p:cNvSpPr/>
            <p:nvPr/>
          </p:nvSpPr>
          <p:spPr>
            <a:xfrm>
              <a:off x="5164453" y="35359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89" name="pt21089"/>
            <p:cNvSpPr/>
            <p:nvPr/>
          </p:nvSpPr>
          <p:spPr>
            <a:xfrm>
              <a:off x="5022582" y="35527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0" name="pt21090"/>
            <p:cNvSpPr/>
            <p:nvPr/>
          </p:nvSpPr>
          <p:spPr>
            <a:xfrm>
              <a:off x="5330247" y="3564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1" name="pt21091"/>
            <p:cNvSpPr/>
            <p:nvPr/>
          </p:nvSpPr>
          <p:spPr>
            <a:xfrm>
              <a:off x="5161478" y="35594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2" name="pt21092"/>
            <p:cNvSpPr/>
            <p:nvPr/>
          </p:nvSpPr>
          <p:spPr>
            <a:xfrm>
              <a:off x="5272773" y="3580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3" name="pt21093"/>
            <p:cNvSpPr/>
            <p:nvPr/>
          </p:nvSpPr>
          <p:spPr>
            <a:xfrm>
              <a:off x="5059164" y="35137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4" name="pt21094"/>
            <p:cNvSpPr/>
            <p:nvPr/>
          </p:nvSpPr>
          <p:spPr>
            <a:xfrm>
              <a:off x="5042380" y="35309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5" name="pt21095"/>
            <p:cNvSpPr/>
            <p:nvPr/>
          </p:nvSpPr>
          <p:spPr>
            <a:xfrm>
              <a:off x="4994515" y="35577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6" name="pt21096"/>
            <p:cNvSpPr/>
            <p:nvPr/>
          </p:nvSpPr>
          <p:spPr>
            <a:xfrm>
              <a:off x="5146066" y="3565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7" name="pt21097"/>
            <p:cNvSpPr/>
            <p:nvPr/>
          </p:nvSpPr>
          <p:spPr>
            <a:xfrm>
              <a:off x="5115426" y="35585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8" name="pt21098"/>
            <p:cNvSpPr/>
            <p:nvPr/>
          </p:nvSpPr>
          <p:spPr>
            <a:xfrm>
              <a:off x="5076731" y="35481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099" name="pt21099"/>
            <p:cNvSpPr/>
            <p:nvPr/>
          </p:nvSpPr>
          <p:spPr>
            <a:xfrm>
              <a:off x="5157255" y="35817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0" name="pt21100"/>
            <p:cNvSpPr/>
            <p:nvPr/>
          </p:nvSpPr>
          <p:spPr>
            <a:xfrm>
              <a:off x="5214306" y="3579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1" name="pt21101"/>
            <p:cNvSpPr/>
            <p:nvPr/>
          </p:nvSpPr>
          <p:spPr>
            <a:xfrm>
              <a:off x="5159905" y="35395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2" name="pt21102"/>
            <p:cNvSpPr/>
            <p:nvPr/>
          </p:nvSpPr>
          <p:spPr>
            <a:xfrm>
              <a:off x="5344178" y="35839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3" name="pt21103"/>
            <p:cNvSpPr/>
            <p:nvPr/>
          </p:nvSpPr>
          <p:spPr>
            <a:xfrm>
              <a:off x="5346661" y="35842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4" name="pt21104"/>
            <p:cNvSpPr/>
            <p:nvPr/>
          </p:nvSpPr>
          <p:spPr>
            <a:xfrm>
              <a:off x="5084320" y="3541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5" name="pt21105"/>
            <p:cNvSpPr/>
            <p:nvPr/>
          </p:nvSpPr>
          <p:spPr>
            <a:xfrm>
              <a:off x="5125797" y="3545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6" name="pt21106"/>
            <p:cNvSpPr/>
            <p:nvPr/>
          </p:nvSpPr>
          <p:spPr>
            <a:xfrm>
              <a:off x="5188341" y="3573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7" name="pt21107"/>
            <p:cNvSpPr/>
            <p:nvPr/>
          </p:nvSpPr>
          <p:spPr>
            <a:xfrm>
              <a:off x="5080306" y="3565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8" name="pt21108"/>
            <p:cNvSpPr/>
            <p:nvPr/>
          </p:nvSpPr>
          <p:spPr>
            <a:xfrm>
              <a:off x="5018482" y="35446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09" name="pt21109"/>
            <p:cNvSpPr/>
            <p:nvPr/>
          </p:nvSpPr>
          <p:spPr>
            <a:xfrm>
              <a:off x="5111273" y="3560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0" name="pt21110"/>
            <p:cNvSpPr/>
            <p:nvPr/>
          </p:nvSpPr>
          <p:spPr>
            <a:xfrm>
              <a:off x="5147033" y="35802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1" name="pt21111"/>
            <p:cNvSpPr/>
            <p:nvPr/>
          </p:nvSpPr>
          <p:spPr>
            <a:xfrm>
              <a:off x="5053302" y="35598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2" name="pt21112"/>
            <p:cNvSpPr/>
            <p:nvPr/>
          </p:nvSpPr>
          <p:spPr>
            <a:xfrm>
              <a:off x="5062548" y="3537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3" name="pt21113"/>
            <p:cNvSpPr/>
            <p:nvPr/>
          </p:nvSpPr>
          <p:spPr>
            <a:xfrm>
              <a:off x="5157617" y="3552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4" name="pt21114"/>
            <p:cNvSpPr/>
            <p:nvPr/>
          </p:nvSpPr>
          <p:spPr>
            <a:xfrm>
              <a:off x="5070111" y="35829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5" name="pt21115"/>
            <p:cNvSpPr/>
            <p:nvPr/>
          </p:nvSpPr>
          <p:spPr>
            <a:xfrm>
              <a:off x="5169719" y="35509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6" name="pt21116"/>
            <p:cNvSpPr/>
            <p:nvPr/>
          </p:nvSpPr>
          <p:spPr>
            <a:xfrm>
              <a:off x="5258274" y="3462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7" name="pt21117"/>
            <p:cNvSpPr/>
            <p:nvPr/>
          </p:nvSpPr>
          <p:spPr>
            <a:xfrm>
              <a:off x="5120166" y="3580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8" name="pt21118"/>
            <p:cNvSpPr/>
            <p:nvPr/>
          </p:nvSpPr>
          <p:spPr>
            <a:xfrm>
              <a:off x="5121683" y="35457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19" name="pt21119"/>
            <p:cNvSpPr/>
            <p:nvPr/>
          </p:nvSpPr>
          <p:spPr>
            <a:xfrm>
              <a:off x="5191839" y="35765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0" name="pt21120"/>
            <p:cNvSpPr/>
            <p:nvPr/>
          </p:nvSpPr>
          <p:spPr>
            <a:xfrm>
              <a:off x="5149180" y="35688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1" name="pt21121"/>
            <p:cNvSpPr/>
            <p:nvPr/>
          </p:nvSpPr>
          <p:spPr>
            <a:xfrm>
              <a:off x="4949480" y="3545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2" name="pt21122"/>
            <p:cNvSpPr/>
            <p:nvPr/>
          </p:nvSpPr>
          <p:spPr>
            <a:xfrm>
              <a:off x="5148241" y="35322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3" name="pt21123"/>
            <p:cNvSpPr/>
            <p:nvPr/>
          </p:nvSpPr>
          <p:spPr>
            <a:xfrm>
              <a:off x="5219658" y="35769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4" name="pt21124"/>
            <p:cNvSpPr/>
            <p:nvPr/>
          </p:nvSpPr>
          <p:spPr>
            <a:xfrm>
              <a:off x="5093060" y="3553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5" name="pt21125"/>
            <p:cNvSpPr/>
            <p:nvPr/>
          </p:nvSpPr>
          <p:spPr>
            <a:xfrm>
              <a:off x="5275440" y="35353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6" name="pt21126"/>
            <p:cNvSpPr/>
            <p:nvPr/>
          </p:nvSpPr>
          <p:spPr>
            <a:xfrm>
              <a:off x="5062412" y="35342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7" name="pt21127"/>
            <p:cNvSpPr/>
            <p:nvPr/>
          </p:nvSpPr>
          <p:spPr>
            <a:xfrm>
              <a:off x="5112691" y="35148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8" name="pt21128"/>
            <p:cNvSpPr/>
            <p:nvPr/>
          </p:nvSpPr>
          <p:spPr>
            <a:xfrm>
              <a:off x="4948473" y="35222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29" name="pt21129"/>
            <p:cNvSpPr/>
            <p:nvPr/>
          </p:nvSpPr>
          <p:spPr>
            <a:xfrm>
              <a:off x="5092090" y="35591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0" name="pt21130"/>
            <p:cNvSpPr/>
            <p:nvPr/>
          </p:nvSpPr>
          <p:spPr>
            <a:xfrm>
              <a:off x="5110305" y="35207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1" name="pt21131"/>
            <p:cNvSpPr/>
            <p:nvPr/>
          </p:nvSpPr>
          <p:spPr>
            <a:xfrm>
              <a:off x="5131281" y="35221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2" name="pt21132"/>
            <p:cNvSpPr/>
            <p:nvPr/>
          </p:nvSpPr>
          <p:spPr>
            <a:xfrm>
              <a:off x="5096844" y="35316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3" name="pt21133"/>
            <p:cNvSpPr/>
            <p:nvPr/>
          </p:nvSpPr>
          <p:spPr>
            <a:xfrm>
              <a:off x="5217163" y="3585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4" name="pt21134"/>
            <p:cNvSpPr/>
            <p:nvPr/>
          </p:nvSpPr>
          <p:spPr>
            <a:xfrm>
              <a:off x="5114484" y="35685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5" name="pt21135"/>
            <p:cNvSpPr/>
            <p:nvPr/>
          </p:nvSpPr>
          <p:spPr>
            <a:xfrm>
              <a:off x="5138350" y="35097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6" name="pt21136"/>
            <p:cNvSpPr/>
            <p:nvPr/>
          </p:nvSpPr>
          <p:spPr>
            <a:xfrm>
              <a:off x="5113216" y="3543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7" name="pt21137"/>
            <p:cNvSpPr/>
            <p:nvPr/>
          </p:nvSpPr>
          <p:spPr>
            <a:xfrm>
              <a:off x="5343990" y="35451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8" name="pt21138"/>
            <p:cNvSpPr/>
            <p:nvPr/>
          </p:nvSpPr>
          <p:spPr>
            <a:xfrm>
              <a:off x="5127377" y="35212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39" name="pt21139"/>
            <p:cNvSpPr/>
            <p:nvPr/>
          </p:nvSpPr>
          <p:spPr>
            <a:xfrm>
              <a:off x="4949477" y="35944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0" name="pt21140"/>
            <p:cNvSpPr/>
            <p:nvPr/>
          </p:nvSpPr>
          <p:spPr>
            <a:xfrm>
              <a:off x="5128629" y="3562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1" name="pt21141"/>
            <p:cNvSpPr/>
            <p:nvPr/>
          </p:nvSpPr>
          <p:spPr>
            <a:xfrm>
              <a:off x="5140124" y="3544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2" name="pt21142"/>
            <p:cNvSpPr/>
            <p:nvPr/>
          </p:nvSpPr>
          <p:spPr>
            <a:xfrm>
              <a:off x="5079815" y="3537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3" name="pt21143"/>
            <p:cNvSpPr/>
            <p:nvPr/>
          </p:nvSpPr>
          <p:spPr>
            <a:xfrm>
              <a:off x="5197864" y="35266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4" name="pt21144"/>
            <p:cNvSpPr/>
            <p:nvPr/>
          </p:nvSpPr>
          <p:spPr>
            <a:xfrm>
              <a:off x="5163055" y="34605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5" name="pt21145"/>
            <p:cNvSpPr/>
            <p:nvPr/>
          </p:nvSpPr>
          <p:spPr>
            <a:xfrm>
              <a:off x="5198006" y="35730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6" name="pt21146"/>
            <p:cNvSpPr/>
            <p:nvPr/>
          </p:nvSpPr>
          <p:spPr>
            <a:xfrm>
              <a:off x="5522926" y="35465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7" name="pt21147"/>
            <p:cNvSpPr/>
            <p:nvPr/>
          </p:nvSpPr>
          <p:spPr>
            <a:xfrm>
              <a:off x="5291200" y="3602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8" name="pt21148"/>
            <p:cNvSpPr/>
            <p:nvPr/>
          </p:nvSpPr>
          <p:spPr>
            <a:xfrm>
              <a:off x="5206874" y="3556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49" name="pt21149"/>
            <p:cNvSpPr/>
            <p:nvPr/>
          </p:nvSpPr>
          <p:spPr>
            <a:xfrm>
              <a:off x="5066764" y="3489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0" name="pt21150"/>
            <p:cNvSpPr/>
            <p:nvPr/>
          </p:nvSpPr>
          <p:spPr>
            <a:xfrm>
              <a:off x="4964427" y="35576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1" name="pt21151"/>
            <p:cNvSpPr/>
            <p:nvPr/>
          </p:nvSpPr>
          <p:spPr>
            <a:xfrm>
              <a:off x="5165462" y="35619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2" name="pt21152"/>
            <p:cNvSpPr/>
            <p:nvPr/>
          </p:nvSpPr>
          <p:spPr>
            <a:xfrm>
              <a:off x="5127525" y="36013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3" name="pt21153"/>
            <p:cNvSpPr/>
            <p:nvPr/>
          </p:nvSpPr>
          <p:spPr>
            <a:xfrm>
              <a:off x="5231489" y="35705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4" name="pt21154"/>
            <p:cNvSpPr/>
            <p:nvPr/>
          </p:nvSpPr>
          <p:spPr>
            <a:xfrm>
              <a:off x="5262823" y="3555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5" name="pt21155"/>
            <p:cNvSpPr/>
            <p:nvPr/>
          </p:nvSpPr>
          <p:spPr>
            <a:xfrm>
              <a:off x="5140251" y="3521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6" name="pt21156"/>
            <p:cNvSpPr/>
            <p:nvPr/>
          </p:nvSpPr>
          <p:spPr>
            <a:xfrm>
              <a:off x="5313926" y="35686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7" name="pt21157"/>
            <p:cNvSpPr/>
            <p:nvPr/>
          </p:nvSpPr>
          <p:spPr>
            <a:xfrm>
              <a:off x="5254230" y="35792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8" name="pt21158"/>
            <p:cNvSpPr/>
            <p:nvPr/>
          </p:nvSpPr>
          <p:spPr>
            <a:xfrm>
              <a:off x="4913613" y="35727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59" name="pt21159"/>
            <p:cNvSpPr/>
            <p:nvPr/>
          </p:nvSpPr>
          <p:spPr>
            <a:xfrm>
              <a:off x="5015863" y="35832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0" name="pt21160"/>
            <p:cNvSpPr/>
            <p:nvPr/>
          </p:nvSpPr>
          <p:spPr>
            <a:xfrm>
              <a:off x="5186905" y="35966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1" name="pt21161"/>
            <p:cNvSpPr/>
            <p:nvPr/>
          </p:nvSpPr>
          <p:spPr>
            <a:xfrm>
              <a:off x="5105821" y="35199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2" name="pt21162"/>
            <p:cNvSpPr/>
            <p:nvPr/>
          </p:nvSpPr>
          <p:spPr>
            <a:xfrm>
              <a:off x="5061587" y="3526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3" name="pt21163"/>
            <p:cNvSpPr/>
            <p:nvPr/>
          </p:nvSpPr>
          <p:spPr>
            <a:xfrm>
              <a:off x="5059464" y="35165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4" name="pt21164"/>
            <p:cNvSpPr/>
            <p:nvPr/>
          </p:nvSpPr>
          <p:spPr>
            <a:xfrm>
              <a:off x="5025385" y="35637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5" name="pt21165"/>
            <p:cNvSpPr/>
            <p:nvPr/>
          </p:nvSpPr>
          <p:spPr>
            <a:xfrm>
              <a:off x="5139606" y="35640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6" name="pt21166"/>
            <p:cNvSpPr/>
            <p:nvPr/>
          </p:nvSpPr>
          <p:spPr>
            <a:xfrm>
              <a:off x="5347542" y="35722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7" name="pt21167"/>
            <p:cNvSpPr/>
            <p:nvPr/>
          </p:nvSpPr>
          <p:spPr>
            <a:xfrm>
              <a:off x="4921644" y="3559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8" name="pt21168"/>
            <p:cNvSpPr/>
            <p:nvPr/>
          </p:nvSpPr>
          <p:spPr>
            <a:xfrm>
              <a:off x="4937770" y="35607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69" name="pt21169"/>
            <p:cNvSpPr/>
            <p:nvPr/>
          </p:nvSpPr>
          <p:spPr>
            <a:xfrm>
              <a:off x="5056918" y="3527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0" name="pt21170"/>
            <p:cNvSpPr/>
            <p:nvPr/>
          </p:nvSpPr>
          <p:spPr>
            <a:xfrm>
              <a:off x="5254678" y="35637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1" name="pt21171"/>
            <p:cNvSpPr/>
            <p:nvPr/>
          </p:nvSpPr>
          <p:spPr>
            <a:xfrm>
              <a:off x="5081424" y="35783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2" name="pt21172"/>
            <p:cNvSpPr/>
            <p:nvPr/>
          </p:nvSpPr>
          <p:spPr>
            <a:xfrm>
              <a:off x="5250385" y="40601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3" name="pt21173"/>
            <p:cNvSpPr/>
            <p:nvPr/>
          </p:nvSpPr>
          <p:spPr>
            <a:xfrm>
              <a:off x="5169896" y="35696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4" name="pt21174"/>
            <p:cNvSpPr/>
            <p:nvPr/>
          </p:nvSpPr>
          <p:spPr>
            <a:xfrm>
              <a:off x="5131842" y="35656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5" name="pt21175"/>
            <p:cNvSpPr/>
            <p:nvPr/>
          </p:nvSpPr>
          <p:spPr>
            <a:xfrm>
              <a:off x="5015541" y="35551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6" name="pt21176"/>
            <p:cNvSpPr/>
            <p:nvPr/>
          </p:nvSpPr>
          <p:spPr>
            <a:xfrm>
              <a:off x="5173021" y="3540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7" name="pt21177"/>
            <p:cNvSpPr/>
            <p:nvPr/>
          </p:nvSpPr>
          <p:spPr>
            <a:xfrm>
              <a:off x="5170909" y="36320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8" name="pt21178"/>
            <p:cNvSpPr/>
            <p:nvPr/>
          </p:nvSpPr>
          <p:spPr>
            <a:xfrm>
              <a:off x="5253673" y="35521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79" name="pt21179"/>
            <p:cNvSpPr/>
            <p:nvPr/>
          </p:nvSpPr>
          <p:spPr>
            <a:xfrm>
              <a:off x="5035095" y="35311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0" name="pt21180"/>
            <p:cNvSpPr/>
            <p:nvPr/>
          </p:nvSpPr>
          <p:spPr>
            <a:xfrm>
              <a:off x="5097451" y="35203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1" name="pt21181"/>
            <p:cNvSpPr/>
            <p:nvPr/>
          </p:nvSpPr>
          <p:spPr>
            <a:xfrm>
              <a:off x="5128713" y="37278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2" name="pt21182"/>
            <p:cNvSpPr/>
            <p:nvPr/>
          </p:nvSpPr>
          <p:spPr>
            <a:xfrm>
              <a:off x="5210086" y="3587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3" name="pt21183"/>
            <p:cNvSpPr/>
            <p:nvPr/>
          </p:nvSpPr>
          <p:spPr>
            <a:xfrm>
              <a:off x="5085198" y="3509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4" name="pt21184"/>
            <p:cNvSpPr/>
            <p:nvPr/>
          </p:nvSpPr>
          <p:spPr>
            <a:xfrm>
              <a:off x="5101805" y="3569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5" name="pt21185"/>
            <p:cNvSpPr/>
            <p:nvPr/>
          </p:nvSpPr>
          <p:spPr>
            <a:xfrm>
              <a:off x="5228727" y="35823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6" name="pt21186"/>
            <p:cNvSpPr/>
            <p:nvPr/>
          </p:nvSpPr>
          <p:spPr>
            <a:xfrm>
              <a:off x="5136306" y="35999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7" name="pt21187"/>
            <p:cNvSpPr/>
            <p:nvPr/>
          </p:nvSpPr>
          <p:spPr>
            <a:xfrm>
              <a:off x="5021843" y="35031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8" name="pt21188"/>
            <p:cNvSpPr/>
            <p:nvPr/>
          </p:nvSpPr>
          <p:spPr>
            <a:xfrm>
              <a:off x="5245724" y="35740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89" name="pt21189"/>
            <p:cNvSpPr/>
            <p:nvPr/>
          </p:nvSpPr>
          <p:spPr>
            <a:xfrm>
              <a:off x="5213382" y="35708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0" name="pt21190"/>
            <p:cNvSpPr/>
            <p:nvPr/>
          </p:nvSpPr>
          <p:spPr>
            <a:xfrm>
              <a:off x="5153228" y="35246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1" name="pt21191"/>
            <p:cNvSpPr/>
            <p:nvPr/>
          </p:nvSpPr>
          <p:spPr>
            <a:xfrm>
              <a:off x="5150470" y="3557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2" name="pt21192"/>
            <p:cNvSpPr/>
            <p:nvPr/>
          </p:nvSpPr>
          <p:spPr>
            <a:xfrm>
              <a:off x="5181664" y="3440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3" name="pt21193"/>
            <p:cNvSpPr/>
            <p:nvPr/>
          </p:nvSpPr>
          <p:spPr>
            <a:xfrm>
              <a:off x="5050584" y="35297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4" name="pt21194"/>
            <p:cNvSpPr/>
            <p:nvPr/>
          </p:nvSpPr>
          <p:spPr>
            <a:xfrm>
              <a:off x="5446217" y="3514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5" name="pt21195"/>
            <p:cNvSpPr/>
            <p:nvPr/>
          </p:nvSpPr>
          <p:spPr>
            <a:xfrm>
              <a:off x="5054924" y="3008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6" name="pt21196"/>
            <p:cNvSpPr/>
            <p:nvPr/>
          </p:nvSpPr>
          <p:spPr>
            <a:xfrm>
              <a:off x="5068182" y="3496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7" name="pt21197"/>
            <p:cNvSpPr/>
            <p:nvPr/>
          </p:nvSpPr>
          <p:spPr>
            <a:xfrm>
              <a:off x="4506308" y="3554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8" name="pt21198"/>
            <p:cNvSpPr/>
            <p:nvPr/>
          </p:nvSpPr>
          <p:spPr>
            <a:xfrm>
              <a:off x="5138584" y="35698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199" name="pt21199"/>
            <p:cNvSpPr/>
            <p:nvPr/>
          </p:nvSpPr>
          <p:spPr>
            <a:xfrm>
              <a:off x="5037463" y="3605154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00" name="pt21200"/>
            <p:cNvSpPr/>
            <p:nvPr/>
          </p:nvSpPr>
          <p:spPr>
            <a:xfrm>
              <a:off x="5092511" y="35524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1" name="pt21201"/>
            <p:cNvSpPr/>
            <p:nvPr/>
          </p:nvSpPr>
          <p:spPr>
            <a:xfrm>
              <a:off x="5135819" y="36230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2" name="pt21202"/>
            <p:cNvSpPr/>
            <p:nvPr/>
          </p:nvSpPr>
          <p:spPr>
            <a:xfrm>
              <a:off x="5158448" y="3601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3" name="pt21203"/>
            <p:cNvSpPr/>
            <p:nvPr/>
          </p:nvSpPr>
          <p:spPr>
            <a:xfrm>
              <a:off x="5023056" y="35594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4" name="pt21204"/>
            <p:cNvSpPr/>
            <p:nvPr/>
          </p:nvSpPr>
          <p:spPr>
            <a:xfrm>
              <a:off x="5088132" y="35433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5" name="pt21205"/>
            <p:cNvSpPr/>
            <p:nvPr/>
          </p:nvSpPr>
          <p:spPr>
            <a:xfrm>
              <a:off x="5105506" y="3612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6" name="pt21206"/>
            <p:cNvSpPr/>
            <p:nvPr/>
          </p:nvSpPr>
          <p:spPr>
            <a:xfrm>
              <a:off x="5002884" y="35471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7" name="pt21207"/>
            <p:cNvSpPr/>
            <p:nvPr/>
          </p:nvSpPr>
          <p:spPr>
            <a:xfrm>
              <a:off x="5130568" y="35594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8" name="pt21208"/>
            <p:cNvSpPr/>
            <p:nvPr/>
          </p:nvSpPr>
          <p:spPr>
            <a:xfrm>
              <a:off x="5100841" y="35509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09" name="pt21209"/>
            <p:cNvSpPr/>
            <p:nvPr/>
          </p:nvSpPr>
          <p:spPr>
            <a:xfrm>
              <a:off x="5209641" y="35664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0" name="pt21210"/>
            <p:cNvSpPr/>
            <p:nvPr/>
          </p:nvSpPr>
          <p:spPr>
            <a:xfrm>
              <a:off x="5101857" y="3575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1" name="pt21211"/>
            <p:cNvSpPr/>
            <p:nvPr/>
          </p:nvSpPr>
          <p:spPr>
            <a:xfrm>
              <a:off x="5138748" y="3556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2" name="pt21212"/>
            <p:cNvSpPr/>
            <p:nvPr/>
          </p:nvSpPr>
          <p:spPr>
            <a:xfrm>
              <a:off x="5054793" y="3509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3" name="pt21213"/>
            <p:cNvSpPr/>
            <p:nvPr/>
          </p:nvSpPr>
          <p:spPr>
            <a:xfrm>
              <a:off x="5038464" y="35477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4" name="pt21214"/>
            <p:cNvSpPr/>
            <p:nvPr/>
          </p:nvSpPr>
          <p:spPr>
            <a:xfrm>
              <a:off x="5081134" y="35362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5" name="pt21215"/>
            <p:cNvSpPr/>
            <p:nvPr/>
          </p:nvSpPr>
          <p:spPr>
            <a:xfrm>
              <a:off x="5203760" y="3561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6" name="pt21216"/>
            <p:cNvSpPr/>
            <p:nvPr/>
          </p:nvSpPr>
          <p:spPr>
            <a:xfrm>
              <a:off x="5236106" y="3561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7" name="pt21217"/>
            <p:cNvSpPr/>
            <p:nvPr/>
          </p:nvSpPr>
          <p:spPr>
            <a:xfrm>
              <a:off x="5230472" y="35855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8" name="pt21218"/>
            <p:cNvSpPr/>
            <p:nvPr/>
          </p:nvSpPr>
          <p:spPr>
            <a:xfrm>
              <a:off x="5238278" y="35701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19" name="pt21219"/>
            <p:cNvSpPr/>
            <p:nvPr/>
          </p:nvSpPr>
          <p:spPr>
            <a:xfrm>
              <a:off x="5059351" y="35264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0" name="pt21220"/>
            <p:cNvSpPr/>
            <p:nvPr/>
          </p:nvSpPr>
          <p:spPr>
            <a:xfrm>
              <a:off x="5199142" y="3515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1" name="pt21221"/>
            <p:cNvSpPr/>
            <p:nvPr/>
          </p:nvSpPr>
          <p:spPr>
            <a:xfrm>
              <a:off x="4989395" y="35354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2" name="pt21222"/>
            <p:cNvSpPr/>
            <p:nvPr/>
          </p:nvSpPr>
          <p:spPr>
            <a:xfrm>
              <a:off x="5032024" y="3559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3" name="pt21223"/>
            <p:cNvSpPr/>
            <p:nvPr/>
          </p:nvSpPr>
          <p:spPr>
            <a:xfrm>
              <a:off x="5127291" y="35348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4" name="pt21224"/>
            <p:cNvSpPr/>
            <p:nvPr/>
          </p:nvSpPr>
          <p:spPr>
            <a:xfrm>
              <a:off x="5223842" y="35727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5" name="pt21225"/>
            <p:cNvSpPr/>
            <p:nvPr/>
          </p:nvSpPr>
          <p:spPr>
            <a:xfrm>
              <a:off x="5138497" y="35275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6" name="pt21226"/>
            <p:cNvSpPr/>
            <p:nvPr/>
          </p:nvSpPr>
          <p:spPr>
            <a:xfrm>
              <a:off x="5099313" y="35607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7" name="pt21227"/>
            <p:cNvSpPr/>
            <p:nvPr/>
          </p:nvSpPr>
          <p:spPr>
            <a:xfrm>
              <a:off x="4981794" y="35496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8" name="pt21228"/>
            <p:cNvSpPr/>
            <p:nvPr/>
          </p:nvSpPr>
          <p:spPr>
            <a:xfrm>
              <a:off x="5233603" y="3604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29" name="pt21229"/>
            <p:cNvSpPr/>
            <p:nvPr/>
          </p:nvSpPr>
          <p:spPr>
            <a:xfrm>
              <a:off x="5002032" y="35549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0" name="pt21230"/>
            <p:cNvSpPr/>
            <p:nvPr/>
          </p:nvSpPr>
          <p:spPr>
            <a:xfrm>
              <a:off x="5269669" y="3565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1" name="pt21231"/>
            <p:cNvSpPr/>
            <p:nvPr/>
          </p:nvSpPr>
          <p:spPr>
            <a:xfrm>
              <a:off x="5113091" y="3598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2" name="pt21232"/>
            <p:cNvSpPr/>
            <p:nvPr/>
          </p:nvSpPr>
          <p:spPr>
            <a:xfrm>
              <a:off x="5035752" y="3492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3" name="pt21233"/>
            <p:cNvSpPr/>
            <p:nvPr/>
          </p:nvSpPr>
          <p:spPr>
            <a:xfrm>
              <a:off x="5156316" y="35287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4" name="pt21234"/>
            <p:cNvSpPr/>
            <p:nvPr/>
          </p:nvSpPr>
          <p:spPr>
            <a:xfrm>
              <a:off x="5077854" y="35436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5" name="pt21235"/>
            <p:cNvSpPr/>
            <p:nvPr/>
          </p:nvSpPr>
          <p:spPr>
            <a:xfrm>
              <a:off x="5292096" y="3545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6" name="pt21236"/>
            <p:cNvSpPr/>
            <p:nvPr/>
          </p:nvSpPr>
          <p:spPr>
            <a:xfrm>
              <a:off x="5089795" y="34913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7" name="pt21237"/>
            <p:cNvSpPr/>
            <p:nvPr/>
          </p:nvSpPr>
          <p:spPr>
            <a:xfrm>
              <a:off x="5224579" y="35501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8" name="pt21238"/>
            <p:cNvSpPr/>
            <p:nvPr/>
          </p:nvSpPr>
          <p:spPr>
            <a:xfrm>
              <a:off x="5164294" y="3480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39" name="pt21239"/>
            <p:cNvSpPr/>
            <p:nvPr/>
          </p:nvSpPr>
          <p:spPr>
            <a:xfrm>
              <a:off x="5202757" y="3595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0" name="pt21240"/>
            <p:cNvSpPr/>
            <p:nvPr/>
          </p:nvSpPr>
          <p:spPr>
            <a:xfrm>
              <a:off x="5123584" y="35695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1" name="pt21241"/>
            <p:cNvSpPr/>
            <p:nvPr/>
          </p:nvSpPr>
          <p:spPr>
            <a:xfrm>
              <a:off x="5128924" y="35710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2" name="pt21242"/>
            <p:cNvSpPr/>
            <p:nvPr/>
          </p:nvSpPr>
          <p:spPr>
            <a:xfrm>
              <a:off x="5283846" y="35657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3" name="pt21243"/>
            <p:cNvSpPr/>
            <p:nvPr/>
          </p:nvSpPr>
          <p:spPr>
            <a:xfrm>
              <a:off x="5022226" y="35472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4" name="pt21244"/>
            <p:cNvSpPr/>
            <p:nvPr/>
          </p:nvSpPr>
          <p:spPr>
            <a:xfrm>
              <a:off x="5101005" y="35398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5" name="pt21245"/>
            <p:cNvSpPr/>
            <p:nvPr/>
          </p:nvSpPr>
          <p:spPr>
            <a:xfrm>
              <a:off x="5232645" y="3575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6" name="pt21246"/>
            <p:cNvSpPr/>
            <p:nvPr/>
          </p:nvSpPr>
          <p:spPr>
            <a:xfrm>
              <a:off x="5227338" y="35106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7" name="pt21247"/>
            <p:cNvSpPr/>
            <p:nvPr/>
          </p:nvSpPr>
          <p:spPr>
            <a:xfrm>
              <a:off x="5056565" y="36116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8" name="pt21248"/>
            <p:cNvSpPr/>
            <p:nvPr/>
          </p:nvSpPr>
          <p:spPr>
            <a:xfrm>
              <a:off x="4959631" y="35480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49" name="pt21249"/>
            <p:cNvSpPr/>
            <p:nvPr/>
          </p:nvSpPr>
          <p:spPr>
            <a:xfrm>
              <a:off x="5067852" y="3430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0" name="pt21250"/>
            <p:cNvSpPr/>
            <p:nvPr/>
          </p:nvSpPr>
          <p:spPr>
            <a:xfrm>
              <a:off x="5032589" y="3567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1" name="pt21251"/>
            <p:cNvSpPr/>
            <p:nvPr/>
          </p:nvSpPr>
          <p:spPr>
            <a:xfrm>
              <a:off x="5078245" y="35224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2" name="pt21252"/>
            <p:cNvSpPr/>
            <p:nvPr/>
          </p:nvSpPr>
          <p:spPr>
            <a:xfrm>
              <a:off x="5296853" y="35571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3" name="pt21253"/>
            <p:cNvSpPr/>
            <p:nvPr/>
          </p:nvSpPr>
          <p:spPr>
            <a:xfrm>
              <a:off x="5129303" y="35346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4" name="pt21254"/>
            <p:cNvSpPr/>
            <p:nvPr/>
          </p:nvSpPr>
          <p:spPr>
            <a:xfrm>
              <a:off x="5060005" y="35514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5" name="pt21255"/>
            <p:cNvSpPr/>
            <p:nvPr/>
          </p:nvSpPr>
          <p:spPr>
            <a:xfrm>
              <a:off x="5118035" y="3538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6" name="pt21256"/>
            <p:cNvSpPr/>
            <p:nvPr/>
          </p:nvSpPr>
          <p:spPr>
            <a:xfrm>
              <a:off x="5290950" y="3559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7" name="pt21257"/>
            <p:cNvSpPr/>
            <p:nvPr/>
          </p:nvSpPr>
          <p:spPr>
            <a:xfrm>
              <a:off x="5267459" y="3573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8" name="pt21258"/>
            <p:cNvSpPr/>
            <p:nvPr/>
          </p:nvSpPr>
          <p:spPr>
            <a:xfrm>
              <a:off x="5149783" y="35682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59" name="pt21259"/>
            <p:cNvSpPr/>
            <p:nvPr/>
          </p:nvSpPr>
          <p:spPr>
            <a:xfrm>
              <a:off x="5060212" y="35583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0" name="pt21260"/>
            <p:cNvSpPr/>
            <p:nvPr/>
          </p:nvSpPr>
          <p:spPr>
            <a:xfrm>
              <a:off x="5232064" y="35352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1" name="pt21261"/>
            <p:cNvSpPr/>
            <p:nvPr/>
          </p:nvSpPr>
          <p:spPr>
            <a:xfrm>
              <a:off x="5249561" y="35567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2" name="pt21262"/>
            <p:cNvSpPr/>
            <p:nvPr/>
          </p:nvSpPr>
          <p:spPr>
            <a:xfrm>
              <a:off x="5365264" y="35371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3" name="pt21263"/>
            <p:cNvSpPr/>
            <p:nvPr/>
          </p:nvSpPr>
          <p:spPr>
            <a:xfrm>
              <a:off x="5174141" y="3510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4" name="pt21264"/>
            <p:cNvSpPr/>
            <p:nvPr/>
          </p:nvSpPr>
          <p:spPr>
            <a:xfrm>
              <a:off x="5339886" y="35473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5" name="pt21265"/>
            <p:cNvSpPr/>
            <p:nvPr/>
          </p:nvSpPr>
          <p:spPr>
            <a:xfrm>
              <a:off x="5124443" y="35878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6" name="pt21266"/>
            <p:cNvSpPr/>
            <p:nvPr/>
          </p:nvSpPr>
          <p:spPr>
            <a:xfrm>
              <a:off x="5115270" y="35445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7" name="pt21267"/>
            <p:cNvSpPr/>
            <p:nvPr/>
          </p:nvSpPr>
          <p:spPr>
            <a:xfrm>
              <a:off x="5152173" y="35441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8" name="pt21268"/>
            <p:cNvSpPr/>
            <p:nvPr/>
          </p:nvSpPr>
          <p:spPr>
            <a:xfrm>
              <a:off x="5082298" y="35480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69" name="pt21269"/>
            <p:cNvSpPr/>
            <p:nvPr/>
          </p:nvSpPr>
          <p:spPr>
            <a:xfrm>
              <a:off x="5184593" y="35421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0" name="pt21270"/>
            <p:cNvSpPr/>
            <p:nvPr/>
          </p:nvSpPr>
          <p:spPr>
            <a:xfrm>
              <a:off x="5009267" y="3526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1" name="pt21271"/>
            <p:cNvSpPr/>
            <p:nvPr/>
          </p:nvSpPr>
          <p:spPr>
            <a:xfrm>
              <a:off x="5165925" y="35402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2" name="pt21272"/>
            <p:cNvSpPr/>
            <p:nvPr/>
          </p:nvSpPr>
          <p:spPr>
            <a:xfrm>
              <a:off x="5085293" y="3558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3" name="pt21273"/>
            <p:cNvSpPr/>
            <p:nvPr/>
          </p:nvSpPr>
          <p:spPr>
            <a:xfrm>
              <a:off x="5115271" y="3594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4" name="pt21274"/>
            <p:cNvSpPr/>
            <p:nvPr/>
          </p:nvSpPr>
          <p:spPr>
            <a:xfrm>
              <a:off x="5022655" y="35935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5" name="pt21275"/>
            <p:cNvSpPr/>
            <p:nvPr/>
          </p:nvSpPr>
          <p:spPr>
            <a:xfrm>
              <a:off x="5127757" y="35249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6" name="pt21276"/>
            <p:cNvSpPr/>
            <p:nvPr/>
          </p:nvSpPr>
          <p:spPr>
            <a:xfrm>
              <a:off x="5127699" y="35353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7" name="pt21277"/>
            <p:cNvSpPr/>
            <p:nvPr/>
          </p:nvSpPr>
          <p:spPr>
            <a:xfrm>
              <a:off x="5095283" y="3535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8" name="pt21278"/>
            <p:cNvSpPr/>
            <p:nvPr/>
          </p:nvSpPr>
          <p:spPr>
            <a:xfrm>
              <a:off x="5128561" y="34543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79" name="pt21279"/>
            <p:cNvSpPr/>
            <p:nvPr/>
          </p:nvSpPr>
          <p:spPr>
            <a:xfrm>
              <a:off x="5064996" y="35267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0" name="pt21280"/>
            <p:cNvSpPr/>
            <p:nvPr/>
          </p:nvSpPr>
          <p:spPr>
            <a:xfrm>
              <a:off x="5429334" y="35292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1" name="pt21281"/>
            <p:cNvSpPr/>
            <p:nvPr/>
          </p:nvSpPr>
          <p:spPr>
            <a:xfrm>
              <a:off x="5128490" y="35554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2" name="pt21282"/>
            <p:cNvSpPr/>
            <p:nvPr/>
          </p:nvSpPr>
          <p:spPr>
            <a:xfrm>
              <a:off x="5087242" y="35651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3" name="pt21283"/>
            <p:cNvSpPr/>
            <p:nvPr/>
          </p:nvSpPr>
          <p:spPr>
            <a:xfrm>
              <a:off x="5205207" y="35904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4" name="pt21284"/>
            <p:cNvSpPr/>
            <p:nvPr/>
          </p:nvSpPr>
          <p:spPr>
            <a:xfrm>
              <a:off x="5320153" y="3531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5" name="pt21285"/>
            <p:cNvSpPr/>
            <p:nvPr/>
          </p:nvSpPr>
          <p:spPr>
            <a:xfrm>
              <a:off x="5211299" y="3493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6" name="pt21286"/>
            <p:cNvSpPr/>
            <p:nvPr/>
          </p:nvSpPr>
          <p:spPr>
            <a:xfrm>
              <a:off x="5281644" y="35505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7" name="pt21287"/>
            <p:cNvSpPr/>
            <p:nvPr/>
          </p:nvSpPr>
          <p:spPr>
            <a:xfrm>
              <a:off x="5158129" y="35168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8" name="pt21288"/>
            <p:cNvSpPr/>
            <p:nvPr/>
          </p:nvSpPr>
          <p:spPr>
            <a:xfrm>
              <a:off x="5295887" y="35672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89" name="pt21289"/>
            <p:cNvSpPr/>
            <p:nvPr/>
          </p:nvSpPr>
          <p:spPr>
            <a:xfrm>
              <a:off x="5264051" y="3542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0" name="pt21290"/>
            <p:cNvSpPr/>
            <p:nvPr/>
          </p:nvSpPr>
          <p:spPr>
            <a:xfrm>
              <a:off x="5171506" y="35937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1" name="pt21291"/>
            <p:cNvSpPr/>
            <p:nvPr/>
          </p:nvSpPr>
          <p:spPr>
            <a:xfrm>
              <a:off x="5100897" y="35343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2" name="pt21292"/>
            <p:cNvSpPr/>
            <p:nvPr/>
          </p:nvSpPr>
          <p:spPr>
            <a:xfrm>
              <a:off x="4896396" y="3524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3" name="pt21293"/>
            <p:cNvSpPr/>
            <p:nvPr/>
          </p:nvSpPr>
          <p:spPr>
            <a:xfrm>
              <a:off x="5353233" y="35919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4" name="pt21294"/>
            <p:cNvSpPr/>
            <p:nvPr/>
          </p:nvSpPr>
          <p:spPr>
            <a:xfrm>
              <a:off x="5074116" y="35449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5" name="pt21295"/>
            <p:cNvSpPr/>
            <p:nvPr/>
          </p:nvSpPr>
          <p:spPr>
            <a:xfrm>
              <a:off x="5223514" y="35558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6" name="pt21296"/>
            <p:cNvSpPr/>
            <p:nvPr/>
          </p:nvSpPr>
          <p:spPr>
            <a:xfrm>
              <a:off x="5081875" y="35362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7" name="pt21297"/>
            <p:cNvSpPr/>
            <p:nvPr/>
          </p:nvSpPr>
          <p:spPr>
            <a:xfrm>
              <a:off x="5057273" y="35412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8" name="pt21298"/>
            <p:cNvSpPr/>
            <p:nvPr/>
          </p:nvSpPr>
          <p:spPr>
            <a:xfrm>
              <a:off x="5072054" y="35765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299" name="pt21299"/>
            <p:cNvSpPr/>
            <p:nvPr/>
          </p:nvSpPr>
          <p:spPr>
            <a:xfrm>
              <a:off x="5174858" y="35560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0" name="pt21300"/>
            <p:cNvSpPr/>
            <p:nvPr/>
          </p:nvSpPr>
          <p:spPr>
            <a:xfrm>
              <a:off x="5373231" y="35727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1" name="pt21301"/>
            <p:cNvSpPr/>
            <p:nvPr/>
          </p:nvSpPr>
          <p:spPr>
            <a:xfrm>
              <a:off x="5070097" y="3548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2" name="pt21302"/>
            <p:cNvSpPr/>
            <p:nvPr/>
          </p:nvSpPr>
          <p:spPr>
            <a:xfrm>
              <a:off x="5296492" y="3578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3" name="pt21303"/>
            <p:cNvSpPr/>
            <p:nvPr/>
          </p:nvSpPr>
          <p:spPr>
            <a:xfrm>
              <a:off x="5211341" y="3586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4" name="pt21304"/>
            <p:cNvSpPr/>
            <p:nvPr/>
          </p:nvSpPr>
          <p:spPr>
            <a:xfrm>
              <a:off x="5053481" y="35335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5" name="pt21305"/>
            <p:cNvSpPr/>
            <p:nvPr/>
          </p:nvSpPr>
          <p:spPr>
            <a:xfrm>
              <a:off x="5704864" y="35659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6" name="pt21306"/>
            <p:cNvSpPr/>
            <p:nvPr/>
          </p:nvSpPr>
          <p:spPr>
            <a:xfrm>
              <a:off x="5397511" y="35807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7" name="pt21307"/>
            <p:cNvSpPr/>
            <p:nvPr/>
          </p:nvSpPr>
          <p:spPr>
            <a:xfrm>
              <a:off x="4962399" y="35453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8" name="pt21308"/>
            <p:cNvSpPr/>
            <p:nvPr/>
          </p:nvSpPr>
          <p:spPr>
            <a:xfrm>
              <a:off x="5052685" y="35319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09" name="pt21309"/>
            <p:cNvSpPr/>
            <p:nvPr/>
          </p:nvSpPr>
          <p:spPr>
            <a:xfrm>
              <a:off x="4960102" y="3504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0" name="pt21310"/>
            <p:cNvSpPr/>
            <p:nvPr/>
          </p:nvSpPr>
          <p:spPr>
            <a:xfrm>
              <a:off x="5026303" y="35500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1" name="pt21311"/>
            <p:cNvSpPr/>
            <p:nvPr/>
          </p:nvSpPr>
          <p:spPr>
            <a:xfrm>
              <a:off x="5142280" y="3530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2" name="pt21312"/>
            <p:cNvSpPr/>
            <p:nvPr/>
          </p:nvSpPr>
          <p:spPr>
            <a:xfrm>
              <a:off x="5035769" y="34658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3" name="pt21313"/>
            <p:cNvSpPr/>
            <p:nvPr/>
          </p:nvSpPr>
          <p:spPr>
            <a:xfrm>
              <a:off x="5006539" y="35515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4" name="pt21314"/>
            <p:cNvSpPr/>
            <p:nvPr/>
          </p:nvSpPr>
          <p:spPr>
            <a:xfrm>
              <a:off x="4944274" y="3555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5" name="pt21315"/>
            <p:cNvSpPr/>
            <p:nvPr/>
          </p:nvSpPr>
          <p:spPr>
            <a:xfrm>
              <a:off x="5139081" y="35571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6" name="pt21316"/>
            <p:cNvSpPr/>
            <p:nvPr/>
          </p:nvSpPr>
          <p:spPr>
            <a:xfrm>
              <a:off x="5085030" y="3543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7" name="pt21317"/>
            <p:cNvSpPr/>
            <p:nvPr/>
          </p:nvSpPr>
          <p:spPr>
            <a:xfrm>
              <a:off x="5199658" y="35809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8" name="pt21318"/>
            <p:cNvSpPr/>
            <p:nvPr/>
          </p:nvSpPr>
          <p:spPr>
            <a:xfrm>
              <a:off x="5071686" y="3526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19" name="pt21319"/>
            <p:cNvSpPr/>
            <p:nvPr/>
          </p:nvSpPr>
          <p:spPr>
            <a:xfrm>
              <a:off x="5149088" y="35713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0" name="pt21320"/>
            <p:cNvSpPr/>
            <p:nvPr/>
          </p:nvSpPr>
          <p:spPr>
            <a:xfrm>
              <a:off x="5122071" y="3532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1" name="pt21321"/>
            <p:cNvSpPr/>
            <p:nvPr/>
          </p:nvSpPr>
          <p:spPr>
            <a:xfrm>
              <a:off x="5010651" y="3552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2" name="pt21322"/>
            <p:cNvSpPr/>
            <p:nvPr/>
          </p:nvSpPr>
          <p:spPr>
            <a:xfrm>
              <a:off x="5017325" y="35361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3" name="pt21323"/>
            <p:cNvSpPr/>
            <p:nvPr/>
          </p:nvSpPr>
          <p:spPr>
            <a:xfrm>
              <a:off x="5047098" y="35159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4" name="pt21324"/>
            <p:cNvSpPr/>
            <p:nvPr/>
          </p:nvSpPr>
          <p:spPr>
            <a:xfrm>
              <a:off x="5056457" y="3506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5" name="pt21325"/>
            <p:cNvSpPr/>
            <p:nvPr/>
          </p:nvSpPr>
          <p:spPr>
            <a:xfrm>
              <a:off x="5129364" y="35939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6" name="pt21326"/>
            <p:cNvSpPr/>
            <p:nvPr/>
          </p:nvSpPr>
          <p:spPr>
            <a:xfrm>
              <a:off x="5027715" y="35424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7" name="pt21327"/>
            <p:cNvSpPr/>
            <p:nvPr/>
          </p:nvSpPr>
          <p:spPr>
            <a:xfrm>
              <a:off x="4844095" y="35747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8" name="pt21328"/>
            <p:cNvSpPr/>
            <p:nvPr/>
          </p:nvSpPr>
          <p:spPr>
            <a:xfrm>
              <a:off x="5253025" y="3566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29" name="pt21329"/>
            <p:cNvSpPr/>
            <p:nvPr/>
          </p:nvSpPr>
          <p:spPr>
            <a:xfrm>
              <a:off x="5240176" y="35694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0" name="pt21330"/>
            <p:cNvSpPr/>
            <p:nvPr/>
          </p:nvSpPr>
          <p:spPr>
            <a:xfrm>
              <a:off x="5169961" y="35530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1" name="pt21331"/>
            <p:cNvSpPr/>
            <p:nvPr/>
          </p:nvSpPr>
          <p:spPr>
            <a:xfrm>
              <a:off x="5150023" y="3578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2" name="pt21332"/>
            <p:cNvSpPr/>
            <p:nvPr/>
          </p:nvSpPr>
          <p:spPr>
            <a:xfrm>
              <a:off x="5373322" y="3541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3" name="pt21333"/>
            <p:cNvSpPr/>
            <p:nvPr/>
          </p:nvSpPr>
          <p:spPr>
            <a:xfrm>
              <a:off x="5087154" y="35332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4" name="pt21334"/>
            <p:cNvSpPr/>
            <p:nvPr/>
          </p:nvSpPr>
          <p:spPr>
            <a:xfrm>
              <a:off x="5154301" y="3546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5" name="pt21335"/>
            <p:cNvSpPr/>
            <p:nvPr/>
          </p:nvSpPr>
          <p:spPr>
            <a:xfrm>
              <a:off x="5119577" y="3542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6" name="pt21336"/>
            <p:cNvSpPr/>
            <p:nvPr/>
          </p:nvSpPr>
          <p:spPr>
            <a:xfrm>
              <a:off x="5130841" y="3529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7" name="pt21337"/>
            <p:cNvSpPr/>
            <p:nvPr/>
          </p:nvSpPr>
          <p:spPr>
            <a:xfrm>
              <a:off x="5157710" y="3563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8" name="pt21338"/>
            <p:cNvSpPr/>
            <p:nvPr/>
          </p:nvSpPr>
          <p:spPr>
            <a:xfrm>
              <a:off x="5102569" y="35589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39" name="pt21339"/>
            <p:cNvSpPr/>
            <p:nvPr/>
          </p:nvSpPr>
          <p:spPr>
            <a:xfrm>
              <a:off x="5110357" y="35641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0" name="pt21340"/>
            <p:cNvSpPr/>
            <p:nvPr/>
          </p:nvSpPr>
          <p:spPr>
            <a:xfrm>
              <a:off x="5082986" y="35476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1" name="pt21341"/>
            <p:cNvSpPr/>
            <p:nvPr/>
          </p:nvSpPr>
          <p:spPr>
            <a:xfrm>
              <a:off x="5119604" y="3525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2" name="pt21342"/>
            <p:cNvSpPr/>
            <p:nvPr/>
          </p:nvSpPr>
          <p:spPr>
            <a:xfrm>
              <a:off x="5148438" y="35418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3" name="pt21343"/>
            <p:cNvSpPr/>
            <p:nvPr/>
          </p:nvSpPr>
          <p:spPr>
            <a:xfrm>
              <a:off x="5308727" y="35410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4" name="pt21344"/>
            <p:cNvSpPr/>
            <p:nvPr/>
          </p:nvSpPr>
          <p:spPr>
            <a:xfrm>
              <a:off x="5237345" y="3547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5" name="pt21345"/>
            <p:cNvSpPr/>
            <p:nvPr/>
          </p:nvSpPr>
          <p:spPr>
            <a:xfrm>
              <a:off x="5046006" y="3555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6" name="pt21346"/>
            <p:cNvSpPr/>
            <p:nvPr/>
          </p:nvSpPr>
          <p:spPr>
            <a:xfrm>
              <a:off x="5112443" y="35337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7" name="pt21347"/>
            <p:cNvSpPr/>
            <p:nvPr/>
          </p:nvSpPr>
          <p:spPr>
            <a:xfrm>
              <a:off x="5137343" y="35709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8" name="pt21348"/>
            <p:cNvSpPr/>
            <p:nvPr/>
          </p:nvSpPr>
          <p:spPr>
            <a:xfrm>
              <a:off x="5067738" y="35468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49" name="pt21349"/>
            <p:cNvSpPr/>
            <p:nvPr/>
          </p:nvSpPr>
          <p:spPr>
            <a:xfrm>
              <a:off x="5168616" y="35424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0" name="pt21350"/>
            <p:cNvSpPr/>
            <p:nvPr/>
          </p:nvSpPr>
          <p:spPr>
            <a:xfrm>
              <a:off x="4863121" y="35031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1" name="pt21351"/>
            <p:cNvSpPr/>
            <p:nvPr/>
          </p:nvSpPr>
          <p:spPr>
            <a:xfrm>
              <a:off x="5194544" y="3538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2" name="pt21352"/>
            <p:cNvSpPr/>
            <p:nvPr/>
          </p:nvSpPr>
          <p:spPr>
            <a:xfrm>
              <a:off x="5016765" y="35530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3" name="pt21353"/>
            <p:cNvSpPr/>
            <p:nvPr/>
          </p:nvSpPr>
          <p:spPr>
            <a:xfrm>
              <a:off x="5295757" y="35787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4" name="pt21354"/>
            <p:cNvSpPr/>
            <p:nvPr/>
          </p:nvSpPr>
          <p:spPr>
            <a:xfrm>
              <a:off x="5080653" y="3519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5" name="pt21355"/>
            <p:cNvSpPr/>
            <p:nvPr/>
          </p:nvSpPr>
          <p:spPr>
            <a:xfrm>
              <a:off x="5195269" y="35604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6" name="pt21356"/>
            <p:cNvSpPr/>
            <p:nvPr/>
          </p:nvSpPr>
          <p:spPr>
            <a:xfrm>
              <a:off x="5046483" y="35513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7" name="pt21357"/>
            <p:cNvSpPr/>
            <p:nvPr/>
          </p:nvSpPr>
          <p:spPr>
            <a:xfrm>
              <a:off x="5052595" y="35642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8" name="pt21358"/>
            <p:cNvSpPr/>
            <p:nvPr/>
          </p:nvSpPr>
          <p:spPr>
            <a:xfrm>
              <a:off x="5192803" y="3568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59" name="pt21359"/>
            <p:cNvSpPr/>
            <p:nvPr/>
          </p:nvSpPr>
          <p:spPr>
            <a:xfrm>
              <a:off x="5292041" y="35387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0" name="pt21360"/>
            <p:cNvSpPr/>
            <p:nvPr/>
          </p:nvSpPr>
          <p:spPr>
            <a:xfrm>
              <a:off x="5074343" y="35279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1" name="pt21361"/>
            <p:cNvSpPr/>
            <p:nvPr/>
          </p:nvSpPr>
          <p:spPr>
            <a:xfrm>
              <a:off x="5190170" y="35470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2" name="pt21362"/>
            <p:cNvSpPr/>
            <p:nvPr/>
          </p:nvSpPr>
          <p:spPr>
            <a:xfrm>
              <a:off x="5110053" y="3533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3" name="pt21363"/>
            <p:cNvSpPr/>
            <p:nvPr/>
          </p:nvSpPr>
          <p:spPr>
            <a:xfrm>
              <a:off x="5014366" y="35213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4" name="pt21364"/>
            <p:cNvSpPr/>
            <p:nvPr/>
          </p:nvSpPr>
          <p:spPr>
            <a:xfrm>
              <a:off x="5178900" y="35435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5" name="pt21365"/>
            <p:cNvSpPr/>
            <p:nvPr/>
          </p:nvSpPr>
          <p:spPr>
            <a:xfrm>
              <a:off x="5180823" y="35658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6" name="pt21366"/>
            <p:cNvSpPr/>
            <p:nvPr/>
          </p:nvSpPr>
          <p:spPr>
            <a:xfrm>
              <a:off x="5181321" y="35512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7" name="pt21367"/>
            <p:cNvSpPr/>
            <p:nvPr/>
          </p:nvSpPr>
          <p:spPr>
            <a:xfrm>
              <a:off x="5128250" y="35211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8" name="pt21368"/>
            <p:cNvSpPr/>
            <p:nvPr/>
          </p:nvSpPr>
          <p:spPr>
            <a:xfrm>
              <a:off x="5020543" y="3579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69" name="pt21369"/>
            <p:cNvSpPr/>
            <p:nvPr/>
          </p:nvSpPr>
          <p:spPr>
            <a:xfrm>
              <a:off x="4953906" y="35339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0" name="pt21370"/>
            <p:cNvSpPr/>
            <p:nvPr/>
          </p:nvSpPr>
          <p:spPr>
            <a:xfrm>
              <a:off x="5193504" y="35425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1" name="pt21371"/>
            <p:cNvSpPr/>
            <p:nvPr/>
          </p:nvSpPr>
          <p:spPr>
            <a:xfrm>
              <a:off x="5681316" y="3444337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72" name="pt21372"/>
            <p:cNvSpPr/>
            <p:nvPr/>
          </p:nvSpPr>
          <p:spPr>
            <a:xfrm>
              <a:off x="5128474" y="35082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3" name="pt21373"/>
            <p:cNvSpPr/>
            <p:nvPr/>
          </p:nvSpPr>
          <p:spPr>
            <a:xfrm>
              <a:off x="5078456" y="35604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4" name="pt21374"/>
            <p:cNvSpPr/>
            <p:nvPr/>
          </p:nvSpPr>
          <p:spPr>
            <a:xfrm>
              <a:off x="5077397" y="3512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5" name="pt21375"/>
            <p:cNvSpPr/>
            <p:nvPr/>
          </p:nvSpPr>
          <p:spPr>
            <a:xfrm>
              <a:off x="5006584" y="35338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6" name="pt21376"/>
            <p:cNvSpPr/>
            <p:nvPr/>
          </p:nvSpPr>
          <p:spPr>
            <a:xfrm>
              <a:off x="5211006" y="35679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7" name="pt21377"/>
            <p:cNvSpPr/>
            <p:nvPr/>
          </p:nvSpPr>
          <p:spPr>
            <a:xfrm>
              <a:off x="5178175" y="3549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8" name="pt21378"/>
            <p:cNvSpPr/>
            <p:nvPr/>
          </p:nvSpPr>
          <p:spPr>
            <a:xfrm>
              <a:off x="5316029" y="35641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79" name="pt21379"/>
            <p:cNvSpPr/>
            <p:nvPr/>
          </p:nvSpPr>
          <p:spPr>
            <a:xfrm>
              <a:off x="5267247" y="35518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0" name="pt21380"/>
            <p:cNvSpPr/>
            <p:nvPr/>
          </p:nvSpPr>
          <p:spPr>
            <a:xfrm>
              <a:off x="5112938" y="3558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1" name="pt21381"/>
            <p:cNvSpPr/>
            <p:nvPr/>
          </p:nvSpPr>
          <p:spPr>
            <a:xfrm>
              <a:off x="5404017" y="3597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2" name="pt21382"/>
            <p:cNvSpPr/>
            <p:nvPr/>
          </p:nvSpPr>
          <p:spPr>
            <a:xfrm>
              <a:off x="5094698" y="35460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3" name="pt21383"/>
            <p:cNvSpPr/>
            <p:nvPr/>
          </p:nvSpPr>
          <p:spPr>
            <a:xfrm>
              <a:off x="5082938" y="3582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4" name="pt21384"/>
            <p:cNvSpPr/>
            <p:nvPr/>
          </p:nvSpPr>
          <p:spPr>
            <a:xfrm>
              <a:off x="5299939" y="3562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5" name="pt21385"/>
            <p:cNvSpPr/>
            <p:nvPr/>
          </p:nvSpPr>
          <p:spPr>
            <a:xfrm>
              <a:off x="5115560" y="35603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6" name="pt21386"/>
            <p:cNvSpPr/>
            <p:nvPr/>
          </p:nvSpPr>
          <p:spPr>
            <a:xfrm>
              <a:off x="4964744" y="35886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7" name="pt21387"/>
            <p:cNvSpPr/>
            <p:nvPr/>
          </p:nvSpPr>
          <p:spPr>
            <a:xfrm>
              <a:off x="5031583" y="35412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8" name="pt21388"/>
            <p:cNvSpPr/>
            <p:nvPr/>
          </p:nvSpPr>
          <p:spPr>
            <a:xfrm>
              <a:off x="5035600" y="35537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89" name="pt21389"/>
            <p:cNvSpPr/>
            <p:nvPr/>
          </p:nvSpPr>
          <p:spPr>
            <a:xfrm>
              <a:off x="5108530" y="35635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0" name="pt21390"/>
            <p:cNvSpPr/>
            <p:nvPr/>
          </p:nvSpPr>
          <p:spPr>
            <a:xfrm>
              <a:off x="5203019" y="3567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1" name="pt21391"/>
            <p:cNvSpPr/>
            <p:nvPr/>
          </p:nvSpPr>
          <p:spPr>
            <a:xfrm>
              <a:off x="5137136" y="3534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2" name="pt21392"/>
            <p:cNvSpPr/>
            <p:nvPr/>
          </p:nvSpPr>
          <p:spPr>
            <a:xfrm>
              <a:off x="5219846" y="35682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3" name="pt21393"/>
            <p:cNvSpPr/>
            <p:nvPr/>
          </p:nvSpPr>
          <p:spPr>
            <a:xfrm>
              <a:off x="5029211" y="3572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4" name="pt21394"/>
            <p:cNvSpPr/>
            <p:nvPr/>
          </p:nvSpPr>
          <p:spPr>
            <a:xfrm>
              <a:off x="4896852" y="35301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5" name="pt21395"/>
            <p:cNvSpPr/>
            <p:nvPr/>
          </p:nvSpPr>
          <p:spPr>
            <a:xfrm>
              <a:off x="5104301" y="3538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6" name="pt21396"/>
            <p:cNvSpPr/>
            <p:nvPr/>
          </p:nvSpPr>
          <p:spPr>
            <a:xfrm>
              <a:off x="5125237" y="3540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7" name="pt21397"/>
            <p:cNvSpPr/>
            <p:nvPr/>
          </p:nvSpPr>
          <p:spPr>
            <a:xfrm>
              <a:off x="5300726" y="35790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8" name="pt21398"/>
            <p:cNvSpPr/>
            <p:nvPr/>
          </p:nvSpPr>
          <p:spPr>
            <a:xfrm>
              <a:off x="5123569" y="3485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399" name="pt21399"/>
            <p:cNvSpPr/>
            <p:nvPr/>
          </p:nvSpPr>
          <p:spPr>
            <a:xfrm>
              <a:off x="5188267" y="3563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0" name="pt21400"/>
            <p:cNvSpPr/>
            <p:nvPr/>
          </p:nvSpPr>
          <p:spPr>
            <a:xfrm>
              <a:off x="5111469" y="3534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1" name="pt21401"/>
            <p:cNvSpPr/>
            <p:nvPr/>
          </p:nvSpPr>
          <p:spPr>
            <a:xfrm>
              <a:off x="5131023" y="35693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2" name="pt21402"/>
            <p:cNvSpPr/>
            <p:nvPr/>
          </p:nvSpPr>
          <p:spPr>
            <a:xfrm>
              <a:off x="5004289" y="35273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3" name="pt21403"/>
            <p:cNvSpPr/>
            <p:nvPr/>
          </p:nvSpPr>
          <p:spPr>
            <a:xfrm>
              <a:off x="5263921" y="35529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4" name="pt21404"/>
            <p:cNvSpPr/>
            <p:nvPr/>
          </p:nvSpPr>
          <p:spPr>
            <a:xfrm>
              <a:off x="5100712" y="35274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5" name="pt21405"/>
            <p:cNvSpPr/>
            <p:nvPr/>
          </p:nvSpPr>
          <p:spPr>
            <a:xfrm>
              <a:off x="5078693" y="3538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6" name="pt21406"/>
            <p:cNvSpPr/>
            <p:nvPr/>
          </p:nvSpPr>
          <p:spPr>
            <a:xfrm>
              <a:off x="5228800" y="3576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7" name="pt21407"/>
            <p:cNvSpPr/>
            <p:nvPr/>
          </p:nvSpPr>
          <p:spPr>
            <a:xfrm>
              <a:off x="5135003" y="3621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8" name="pt21408"/>
            <p:cNvSpPr/>
            <p:nvPr/>
          </p:nvSpPr>
          <p:spPr>
            <a:xfrm>
              <a:off x="5037019" y="35480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09" name="pt21409"/>
            <p:cNvSpPr/>
            <p:nvPr/>
          </p:nvSpPr>
          <p:spPr>
            <a:xfrm>
              <a:off x="4999008" y="3637128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10" name="pt21410"/>
            <p:cNvSpPr/>
            <p:nvPr/>
          </p:nvSpPr>
          <p:spPr>
            <a:xfrm>
              <a:off x="5048301" y="35569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1" name="pt21411"/>
            <p:cNvSpPr/>
            <p:nvPr/>
          </p:nvSpPr>
          <p:spPr>
            <a:xfrm>
              <a:off x="5182230" y="35730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2" name="pt21412"/>
            <p:cNvSpPr/>
            <p:nvPr/>
          </p:nvSpPr>
          <p:spPr>
            <a:xfrm>
              <a:off x="4985392" y="34980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3" name="pt21413"/>
            <p:cNvSpPr/>
            <p:nvPr/>
          </p:nvSpPr>
          <p:spPr>
            <a:xfrm>
              <a:off x="4968138" y="34931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4" name="pt21414"/>
            <p:cNvSpPr/>
            <p:nvPr/>
          </p:nvSpPr>
          <p:spPr>
            <a:xfrm>
              <a:off x="5220034" y="35499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5" name="pt21415"/>
            <p:cNvSpPr/>
            <p:nvPr/>
          </p:nvSpPr>
          <p:spPr>
            <a:xfrm>
              <a:off x="5058671" y="3541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6" name="pt21416"/>
            <p:cNvSpPr/>
            <p:nvPr/>
          </p:nvSpPr>
          <p:spPr>
            <a:xfrm>
              <a:off x="5077863" y="3519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7" name="pt21417"/>
            <p:cNvSpPr/>
            <p:nvPr/>
          </p:nvSpPr>
          <p:spPr>
            <a:xfrm>
              <a:off x="5037034" y="3612273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18" name="pt21418"/>
            <p:cNvSpPr/>
            <p:nvPr/>
          </p:nvSpPr>
          <p:spPr>
            <a:xfrm>
              <a:off x="5085079" y="3551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19" name="pt21419"/>
            <p:cNvSpPr/>
            <p:nvPr/>
          </p:nvSpPr>
          <p:spPr>
            <a:xfrm>
              <a:off x="5168109" y="35464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0" name="pt21420"/>
            <p:cNvSpPr/>
            <p:nvPr/>
          </p:nvSpPr>
          <p:spPr>
            <a:xfrm>
              <a:off x="5369059" y="3563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1" name="pt21421"/>
            <p:cNvSpPr/>
            <p:nvPr/>
          </p:nvSpPr>
          <p:spPr>
            <a:xfrm>
              <a:off x="5019589" y="35788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2" name="pt21422"/>
            <p:cNvSpPr/>
            <p:nvPr/>
          </p:nvSpPr>
          <p:spPr>
            <a:xfrm>
              <a:off x="5257770" y="3186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3" name="pt21423"/>
            <p:cNvSpPr/>
            <p:nvPr/>
          </p:nvSpPr>
          <p:spPr>
            <a:xfrm>
              <a:off x="5150467" y="3560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4" name="pt21424"/>
            <p:cNvSpPr/>
            <p:nvPr/>
          </p:nvSpPr>
          <p:spPr>
            <a:xfrm>
              <a:off x="5166464" y="35598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5" name="pt21425"/>
            <p:cNvSpPr/>
            <p:nvPr/>
          </p:nvSpPr>
          <p:spPr>
            <a:xfrm>
              <a:off x="5185428" y="3563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6" name="pt21426"/>
            <p:cNvSpPr/>
            <p:nvPr/>
          </p:nvSpPr>
          <p:spPr>
            <a:xfrm>
              <a:off x="5073156" y="3539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7" name="pt21427"/>
            <p:cNvSpPr/>
            <p:nvPr/>
          </p:nvSpPr>
          <p:spPr>
            <a:xfrm>
              <a:off x="5149847" y="35692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8" name="pt21428"/>
            <p:cNvSpPr/>
            <p:nvPr/>
          </p:nvSpPr>
          <p:spPr>
            <a:xfrm>
              <a:off x="5085894" y="35882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29" name="pt21429"/>
            <p:cNvSpPr/>
            <p:nvPr/>
          </p:nvSpPr>
          <p:spPr>
            <a:xfrm>
              <a:off x="5240871" y="3552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0" name="pt21430"/>
            <p:cNvSpPr/>
            <p:nvPr/>
          </p:nvSpPr>
          <p:spPr>
            <a:xfrm>
              <a:off x="5046952" y="35432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1" name="pt21431"/>
            <p:cNvSpPr/>
            <p:nvPr/>
          </p:nvSpPr>
          <p:spPr>
            <a:xfrm>
              <a:off x="5120072" y="35267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2" name="pt21432"/>
            <p:cNvSpPr/>
            <p:nvPr/>
          </p:nvSpPr>
          <p:spPr>
            <a:xfrm>
              <a:off x="5198150" y="35382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3" name="pt21433"/>
            <p:cNvSpPr/>
            <p:nvPr/>
          </p:nvSpPr>
          <p:spPr>
            <a:xfrm>
              <a:off x="5178888" y="3566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4" name="pt21434"/>
            <p:cNvSpPr/>
            <p:nvPr/>
          </p:nvSpPr>
          <p:spPr>
            <a:xfrm>
              <a:off x="5070938" y="35359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5" name="pt21435"/>
            <p:cNvSpPr/>
            <p:nvPr/>
          </p:nvSpPr>
          <p:spPr>
            <a:xfrm>
              <a:off x="5110640" y="3511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6" name="pt21436"/>
            <p:cNvSpPr/>
            <p:nvPr/>
          </p:nvSpPr>
          <p:spPr>
            <a:xfrm>
              <a:off x="5129476" y="35523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7" name="pt21437"/>
            <p:cNvSpPr/>
            <p:nvPr/>
          </p:nvSpPr>
          <p:spPr>
            <a:xfrm>
              <a:off x="5274690" y="35804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8" name="pt21438"/>
            <p:cNvSpPr/>
            <p:nvPr/>
          </p:nvSpPr>
          <p:spPr>
            <a:xfrm>
              <a:off x="5146511" y="35788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39" name="pt21439"/>
            <p:cNvSpPr/>
            <p:nvPr/>
          </p:nvSpPr>
          <p:spPr>
            <a:xfrm>
              <a:off x="5083454" y="35514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0" name="pt21440"/>
            <p:cNvSpPr/>
            <p:nvPr/>
          </p:nvSpPr>
          <p:spPr>
            <a:xfrm>
              <a:off x="5090878" y="35481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1" name="pt21441"/>
            <p:cNvSpPr/>
            <p:nvPr/>
          </p:nvSpPr>
          <p:spPr>
            <a:xfrm>
              <a:off x="5117940" y="3560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2" name="pt21442"/>
            <p:cNvSpPr/>
            <p:nvPr/>
          </p:nvSpPr>
          <p:spPr>
            <a:xfrm>
              <a:off x="5276638" y="35343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3" name="pt21443"/>
            <p:cNvSpPr/>
            <p:nvPr/>
          </p:nvSpPr>
          <p:spPr>
            <a:xfrm>
              <a:off x="5120568" y="35785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4" name="pt21444"/>
            <p:cNvSpPr/>
            <p:nvPr/>
          </p:nvSpPr>
          <p:spPr>
            <a:xfrm>
              <a:off x="5198192" y="3555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5" name="pt21445"/>
            <p:cNvSpPr/>
            <p:nvPr/>
          </p:nvSpPr>
          <p:spPr>
            <a:xfrm>
              <a:off x="4999195" y="35613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6" name="pt21446"/>
            <p:cNvSpPr/>
            <p:nvPr/>
          </p:nvSpPr>
          <p:spPr>
            <a:xfrm>
              <a:off x="5115693" y="35331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7" name="pt21447"/>
            <p:cNvSpPr/>
            <p:nvPr/>
          </p:nvSpPr>
          <p:spPr>
            <a:xfrm>
              <a:off x="4957417" y="35445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8" name="pt21448"/>
            <p:cNvSpPr/>
            <p:nvPr/>
          </p:nvSpPr>
          <p:spPr>
            <a:xfrm>
              <a:off x="5207333" y="35494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49" name="pt21449"/>
            <p:cNvSpPr/>
            <p:nvPr/>
          </p:nvSpPr>
          <p:spPr>
            <a:xfrm>
              <a:off x="5055783" y="35873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0" name="pt21450"/>
            <p:cNvSpPr/>
            <p:nvPr/>
          </p:nvSpPr>
          <p:spPr>
            <a:xfrm>
              <a:off x="5144082" y="3574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1" name="pt21451"/>
            <p:cNvSpPr/>
            <p:nvPr/>
          </p:nvSpPr>
          <p:spPr>
            <a:xfrm>
              <a:off x="5099013" y="36202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2" name="pt21452"/>
            <p:cNvSpPr/>
            <p:nvPr/>
          </p:nvSpPr>
          <p:spPr>
            <a:xfrm>
              <a:off x="5195440" y="35563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3" name="pt21453"/>
            <p:cNvSpPr/>
            <p:nvPr/>
          </p:nvSpPr>
          <p:spPr>
            <a:xfrm>
              <a:off x="5157666" y="35692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4" name="pt21454"/>
            <p:cNvSpPr/>
            <p:nvPr/>
          </p:nvSpPr>
          <p:spPr>
            <a:xfrm>
              <a:off x="4994969" y="35581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5" name="pt21455"/>
            <p:cNvSpPr/>
            <p:nvPr/>
          </p:nvSpPr>
          <p:spPr>
            <a:xfrm>
              <a:off x="5166481" y="3572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6" name="pt21456"/>
            <p:cNvSpPr/>
            <p:nvPr/>
          </p:nvSpPr>
          <p:spPr>
            <a:xfrm>
              <a:off x="5199640" y="35898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7" name="pt21457"/>
            <p:cNvSpPr/>
            <p:nvPr/>
          </p:nvSpPr>
          <p:spPr>
            <a:xfrm>
              <a:off x="5292449" y="34868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8" name="pt21458"/>
            <p:cNvSpPr/>
            <p:nvPr/>
          </p:nvSpPr>
          <p:spPr>
            <a:xfrm>
              <a:off x="5141709" y="35524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59" name="pt21459"/>
            <p:cNvSpPr/>
            <p:nvPr/>
          </p:nvSpPr>
          <p:spPr>
            <a:xfrm>
              <a:off x="5181248" y="35598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0" name="pt21460"/>
            <p:cNvSpPr/>
            <p:nvPr/>
          </p:nvSpPr>
          <p:spPr>
            <a:xfrm>
              <a:off x="5133156" y="35081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1" name="pt21461"/>
            <p:cNvSpPr/>
            <p:nvPr/>
          </p:nvSpPr>
          <p:spPr>
            <a:xfrm>
              <a:off x="5025555" y="3574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2" name="pt21462"/>
            <p:cNvSpPr/>
            <p:nvPr/>
          </p:nvSpPr>
          <p:spPr>
            <a:xfrm>
              <a:off x="5269490" y="35483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3" name="pt21463"/>
            <p:cNvSpPr/>
            <p:nvPr/>
          </p:nvSpPr>
          <p:spPr>
            <a:xfrm>
              <a:off x="5209463" y="35578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4" name="pt21464"/>
            <p:cNvSpPr/>
            <p:nvPr/>
          </p:nvSpPr>
          <p:spPr>
            <a:xfrm>
              <a:off x="5162165" y="35679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5" name="pt21465"/>
            <p:cNvSpPr/>
            <p:nvPr/>
          </p:nvSpPr>
          <p:spPr>
            <a:xfrm>
              <a:off x="5144582" y="35590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6" name="pt21466"/>
            <p:cNvSpPr/>
            <p:nvPr/>
          </p:nvSpPr>
          <p:spPr>
            <a:xfrm>
              <a:off x="5087842" y="35341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7" name="pt21467"/>
            <p:cNvSpPr/>
            <p:nvPr/>
          </p:nvSpPr>
          <p:spPr>
            <a:xfrm>
              <a:off x="5135313" y="3559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8" name="pt21468"/>
            <p:cNvSpPr/>
            <p:nvPr/>
          </p:nvSpPr>
          <p:spPr>
            <a:xfrm>
              <a:off x="5132006" y="34794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69" name="pt21469"/>
            <p:cNvSpPr/>
            <p:nvPr/>
          </p:nvSpPr>
          <p:spPr>
            <a:xfrm>
              <a:off x="5008931" y="3549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0" name="pt21470"/>
            <p:cNvSpPr/>
            <p:nvPr/>
          </p:nvSpPr>
          <p:spPr>
            <a:xfrm>
              <a:off x="5195529" y="35781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1" name="pt21471"/>
            <p:cNvSpPr/>
            <p:nvPr/>
          </p:nvSpPr>
          <p:spPr>
            <a:xfrm>
              <a:off x="5199170" y="35489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2" name="pt21472"/>
            <p:cNvSpPr/>
            <p:nvPr/>
          </p:nvSpPr>
          <p:spPr>
            <a:xfrm>
              <a:off x="5197532" y="35526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3" name="pt21473"/>
            <p:cNvSpPr/>
            <p:nvPr/>
          </p:nvSpPr>
          <p:spPr>
            <a:xfrm>
              <a:off x="5139904" y="35699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4" name="pt21474"/>
            <p:cNvSpPr/>
            <p:nvPr/>
          </p:nvSpPr>
          <p:spPr>
            <a:xfrm>
              <a:off x="5152377" y="3543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5" name="pt21475"/>
            <p:cNvSpPr/>
            <p:nvPr/>
          </p:nvSpPr>
          <p:spPr>
            <a:xfrm>
              <a:off x="5308267" y="3564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6" name="pt21476"/>
            <p:cNvSpPr/>
            <p:nvPr/>
          </p:nvSpPr>
          <p:spPr>
            <a:xfrm>
              <a:off x="5077358" y="35337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7" name="pt21477"/>
            <p:cNvSpPr/>
            <p:nvPr/>
          </p:nvSpPr>
          <p:spPr>
            <a:xfrm>
              <a:off x="5092085" y="35250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8" name="pt21478"/>
            <p:cNvSpPr/>
            <p:nvPr/>
          </p:nvSpPr>
          <p:spPr>
            <a:xfrm>
              <a:off x="4919959" y="3548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79" name="pt21479"/>
            <p:cNvSpPr/>
            <p:nvPr/>
          </p:nvSpPr>
          <p:spPr>
            <a:xfrm>
              <a:off x="5029755" y="35734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0" name="pt21480"/>
            <p:cNvSpPr/>
            <p:nvPr/>
          </p:nvSpPr>
          <p:spPr>
            <a:xfrm>
              <a:off x="5048266" y="35507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1" name="pt21481"/>
            <p:cNvSpPr/>
            <p:nvPr/>
          </p:nvSpPr>
          <p:spPr>
            <a:xfrm>
              <a:off x="5099605" y="3558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2" name="pt21482"/>
            <p:cNvSpPr/>
            <p:nvPr/>
          </p:nvSpPr>
          <p:spPr>
            <a:xfrm>
              <a:off x="5029598" y="3515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3" name="pt21483"/>
            <p:cNvSpPr/>
            <p:nvPr/>
          </p:nvSpPr>
          <p:spPr>
            <a:xfrm>
              <a:off x="5186511" y="35331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4" name="pt21484"/>
            <p:cNvSpPr/>
            <p:nvPr/>
          </p:nvSpPr>
          <p:spPr>
            <a:xfrm>
              <a:off x="5053089" y="35276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5" name="pt21485"/>
            <p:cNvSpPr/>
            <p:nvPr/>
          </p:nvSpPr>
          <p:spPr>
            <a:xfrm>
              <a:off x="5233034" y="35707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6" name="pt21486"/>
            <p:cNvSpPr/>
            <p:nvPr/>
          </p:nvSpPr>
          <p:spPr>
            <a:xfrm>
              <a:off x="4918290" y="35766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7" name="pt21487"/>
            <p:cNvSpPr/>
            <p:nvPr/>
          </p:nvSpPr>
          <p:spPr>
            <a:xfrm>
              <a:off x="5035097" y="35905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8" name="pt21488"/>
            <p:cNvSpPr/>
            <p:nvPr/>
          </p:nvSpPr>
          <p:spPr>
            <a:xfrm>
              <a:off x="5838001" y="3551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89" name="pt21489"/>
            <p:cNvSpPr/>
            <p:nvPr/>
          </p:nvSpPr>
          <p:spPr>
            <a:xfrm>
              <a:off x="5287339" y="34016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0" name="pt21490"/>
            <p:cNvSpPr/>
            <p:nvPr/>
          </p:nvSpPr>
          <p:spPr>
            <a:xfrm>
              <a:off x="5123328" y="3594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1" name="pt21491"/>
            <p:cNvSpPr/>
            <p:nvPr/>
          </p:nvSpPr>
          <p:spPr>
            <a:xfrm>
              <a:off x="4899907" y="35444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2" name="pt21492"/>
            <p:cNvSpPr/>
            <p:nvPr/>
          </p:nvSpPr>
          <p:spPr>
            <a:xfrm>
              <a:off x="5107401" y="35557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3" name="pt21493"/>
            <p:cNvSpPr/>
            <p:nvPr/>
          </p:nvSpPr>
          <p:spPr>
            <a:xfrm>
              <a:off x="5165696" y="35654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4" name="pt21494"/>
            <p:cNvSpPr/>
            <p:nvPr/>
          </p:nvSpPr>
          <p:spPr>
            <a:xfrm>
              <a:off x="5236234" y="35699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5" name="pt21495"/>
            <p:cNvSpPr/>
            <p:nvPr/>
          </p:nvSpPr>
          <p:spPr>
            <a:xfrm>
              <a:off x="5169300" y="35473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6" name="pt21496"/>
            <p:cNvSpPr/>
            <p:nvPr/>
          </p:nvSpPr>
          <p:spPr>
            <a:xfrm>
              <a:off x="5347843" y="35855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7" name="pt21497"/>
            <p:cNvSpPr/>
            <p:nvPr/>
          </p:nvSpPr>
          <p:spPr>
            <a:xfrm>
              <a:off x="5146956" y="3568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8" name="pt21498"/>
            <p:cNvSpPr/>
            <p:nvPr/>
          </p:nvSpPr>
          <p:spPr>
            <a:xfrm>
              <a:off x="5119324" y="3564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499" name="pt21499"/>
            <p:cNvSpPr/>
            <p:nvPr/>
          </p:nvSpPr>
          <p:spPr>
            <a:xfrm>
              <a:off x="5129665" y="35952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0" name="pt21500"/>
            <p:cNvSpPr/>
            <p:nvPr/>
          </p:nvSpPr>
          <p:spPr>
            <a:xfrm>
              <a:off x="5090182" y="35617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1" name="pt21501"/>
            <p:cNvSpPr/>
            <p:nvPr/>
          </p:nvSpPr>
          <p:spPr>
            <a:xfrm>
              <a:off x="5201230" y="35459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2" name="pt21502"/>
            <p:cNvSpPr/>
            <p:nvPr/>
          </p:nvSpPr>
          <p:spPr>
            <a:xfrm>
              <a:off x="5082771" y="35919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3" name="pt21503"/>
            <p:cNvSpPr/>
            <p:nvPr/>
          </p:nvSpPr>
          <p:spPr>
            <a:xfrm>
              <a:off x="5006401" y="35719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4" name="pt21504"/>
            <p:cNvSpPr/>
            <p:nvPr/>
          </p:nvSpPr>
          <p:spPr>
            <a:xfrm>
              <a:off x="5073716" y="35625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5" name="pt21505"/>
            <p:cNvSpPr/>
            <p:nvPr/>
          </p:nvSpPr>
          <p:spPr>
            <a:xfrm>
              <a:off x="5381342" y="35567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6" name="pt21506"/>
            <p:cNvSpPr/>
            <p:nvPr/>
          </p:nvSpPr>
          <p:spPr>
            <a:xfrm>
              <a:off x="5129238" y="39422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7" name="pt21507"/>
            <p:cNvSpPr/>
            <p:nvPr/>
          </p:nvSpPr>
          <p:spPr>
            <a:xfrm>
              <a:off x="5127747" y="3538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8" name="pt21508"/>
            <p:cNvSpPr/>
            <p:nvPr/>
          </p:nvSpPr>
          <p:spPr>
            <a:xfrm>
              <a:off x="5516100" y="3582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09" name="pt21509"/>
            <p:cNvSpPr/>
            <p:nvPr/>
          </p:nvSpPr>
          <p:spPr>
            <a:xfrm>
              <a:off x="4829391" y="3538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0" name="pt21510"/>
            <p:cNvSpPr/>
            <p:nvPr/>
          </p:nvSpPr>
          <p:spPr>
            <a:xfrm>
              <a:off x="5079565" y="35758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1" name="pt21511"/>
            <p:cNvSpPr/>
            <p:nvPr/>
          </p:nvSpPr>
          <p:spPr>
            <a:xfrm>
              <a:off x="5197665" y="35661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2" name="pt21512"/>
            <p:cNvSpPr/>
            <p:nvPr/>
          </p:nvSpPr>
          <p:spPr>
            <a:xfrm>
              <a:off x="5121584" y="3489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3" name="pt21513"/>
            <p:cNvSpPr/>
            <p:nvPr/>
          </p:nvSpPr>
          <p:spPr>
            <a:xfrm>
              <a:off x="5127542" y="35981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4" name="pt21514"/>
            <p:cNvSpPr/>
            <p:nvPr/>
          </p:nvSpPr>
          <p:spPr>
            <a:xfrm>
              <a:off x="5081262" y="3567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5" name="pt21515"/>
            <p:cNvSpPr/>
            <p:nvPr/>
          </p:nvSpPr>
          <p:spPr>
            <a:xfrm>
              <a:off x="5240887" y="3549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6" name="pt21516"/>
            <p:cNvSpPr/>
            <p:nvPr/>
          </p:nvSpPr>
          <p:spPr>
            <a:xfrm>
              <a:off x="5188012" y="35555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7" name="pt21517"/>
            <p:cNvSpPr/>
            <p:nvPr/>
          </p:nvSpPr>
          <p:spPr>
            <a:xfrm>
              <a:off x="5087330" y="35450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8" name="pt21518"/>
            <p:cNvSpPr/>
            <p:nvPr/>
          </p:nvSpPr>
          <p:spPr>
            <a:xfrm>
              <a:off x="5374882" y="3584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19" name="pt21519"/>
            <p:cNvSpPr/>
            <p:nvPr/>
          </p:nvSpPr>
          <p:spPr>
            <a:xfrm>
              <a:off x="5073252" y="3529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0" name="pt21520"/>
            <p:cNvSpPr/>
            <p:nvPr/>
          </p:nvSpPr>
          <p:spPr>
            <a:xfrm>
              <a:off x="5119235" y="35568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1" name="pt21521"/>
            <p:cNvSpPr/>
            <p:nvPr/>
          </p:nvSpPr>
          <p:spPr>
            <a:xfrm>
              <a:off x="5109907" y="3519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2" name="pt21522"/>
            <p:cNvSpPr/>
            <p:nvPr/>
          </p:nvSpPr>
          <p:spPr>
            <a:xfrm>
              <a:off x="5155186" y="35758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3" name="pt21523"/>
            <p:cNvSpPr/>
            <p:nvPr/>
          </p:nvSpPr>
          <p:spPr>
            <a:xfrm>
              <a:off x="5121356" y="35751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4" name="pt21524"/>
            <p:cNvSpPr/>
            <p:nvPr/>
          </p:nvSpPr>
          <p:spPr>
            <a:xfrm>
              <a:off x="5215733" y="35809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5" name="pt21525"/>
            <p:cNvSpPr/>
            <p:nvPr/>
          </p:nvSpPr>
          <p:spPr>
            <a:xfrm>
              <a:off x="5199318" y="35529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6" name="pt21526"/>
            <p:cNvSpPr/>
            <p:nvPr/>
          </p:nvSpPr>
          <p:spPr>
            <a:xfrm>
              <a:off x="5125717" y="3560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7" name="pt21527"/>
            <p:cNvSpPr/>
            <p:nvPr/>
          </p:nvSpPr>
          <p:spPr>
            <a:xfrm>
              <a:off x="5064514" y="35586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8" name="pt21528"/>
            <p:cNvSpPr/>
            <p:nvPr/>
          </p:nvSpPr>
          <p:spPr>
            <a:xfrm>
              <a:off x="5115681" y="35698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29" name="pt21529"/>
            <p:cNvSpPr/>
            <p:nvPr/>
          </p:nvSpPr>
          <p:spPr>
            <a:xfrm>
              <a:off x="5247768" y="3581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0" name="pt21530"/>
            <p:cNvSpPr/>
            <p:nvPr/>
          </p:nvSpPr>
          <p:spPr>
            <a:xfrm>
              <a:off x="5139804" y="3535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1" name="pt21531"/>
            <p:cNvSpPr/>
            <p:nvPr/>
          </p:nvSpPr>
          <p:spPr>
            <a:xfrm>
              <a:off x="5233292" y="3533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2" name="pt21532"/>
            <p:cNvSpPr/>
            <p:nvPr/>
          </p:nvSpPr>
          <p:spPr>
            <a:xfrm>
              <a:off x="5029404" y="35604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3" name="pt21533"/>
            <p:cNvSpPr/>
            <p:nvPr/>
          </p:nvSpPr>
          <p:spPr>
            <a:xfrm>
              <a:off x="5198533" y="36039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4" name="pt21534"/>
            <p:cNvSpPr/>
            <p:nvPr/>
          </p:nvSpPr>
          <p:spPr>
            <a:xfrm>
              <a:off x="5084000" y="3511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5" name="pt21535"/>
            <p:cNvSpPr/>
            <p:nvPr/>
          </p:nvSpPr>
          <p:spPr>
            <a:xfrm>
              <a:off x="5109327" y="3560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6" name="pt21536"/>
            <p:cNvSpPr/>
            <p:nvPr/>
          </p:nvSpPr>
          <p:spPr>
            <a:xfrm>
              <a:off x="4957351" y="36000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7" name="pt21537"/>
            <p:cNvSpPr/>
            <p:nvPr/>
          </p:nvSpPr>
          <p:spPr>
            <a:xfrm>
              <a:off x="5247903" y="35352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8" name="pt21538"/>
            <p:cNvSpPr/>
            <p:nvPr/>
          </p:nvSpPr>
          <p:spPr>
            <a:xfrm>
              <a:off x="5141945" y="3520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39" name="pt21539"/>
            <p:cNvSpPr/>
            <p:nvPr/>
          </p:nvSpPr>
          <p:spPr>
            <a:xfrm>
              <a:off x="5199211" y="35526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0" name="pt21540"/>
            <p:cNvSpPr/>
            <p:nvPr/>
          </p:nvSpPr>
          <p:spPr>
            <a:xfrm>
              <a:off x="5129269" y="35489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1" name="pt21541"/>
            <p:cNvSpPr/>
            <p:nvPr/>
          </p:nvSpPr>
          <p:spPr>
            <a:xfrm>
              <a:off x="5220907" y="35458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2" name="pt21542"/>
            <p:cNvSpPr/>
            <p:nvPr/>
          </p:nvSpPr>
          <p:spPr>
            <a:xfrm>
              <a:off x="5079739" y="3560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3" name="pt21543"/>
            <p:cNvSpPr/>
            <p:nvPr/>
          </p:nvSpPr>
          <p:spPr>
            <a:xfrm>
              <a:off x="5107615" y="35947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4" name="pt21544"/>
            <p:cNvSpPr/>
            <p:nvPr/>
          </p:nvSpPr>
          <p:spPr>
            <a:xfrm>
              <a:off x="5072228" y="35944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5" name="pt21545"/>
            <p:cNvSpPr/>
            <p:nvPr/>
          </p:nvSpPr>
          <p:spPr>
            <a:xfrm>
              <a:off x="5068474" y="35526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6" name="pt21546"/>
            <p:cNvSpPr/>
            <p:nvPr/>
          </p:nvSpPr>
          <p:spPr>
            <a:xfrm>
              <a:off x="5058039" y="3539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7" name="pt21547"/>
            <p:cNvSpPr/>
            <p:nvPr/>
          </p:nvSpPr>
          <p:spPr>
            <a:xfrm>
              <a:off x="5243553" y="35952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8" name="pt21548"/>
            <p:cNvSpPr/>
            <p:nvPr/>
          </p:nvSpPr>
          <p:spPr>
            <a:xfrm>
              <a:off x="5187208" y="3574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49" name="pt21549"/>
            <p:cNvSpPr/>
            <p:nvPr/>
          </p:nvSpPr>
          <p:spPr>
            <a:xfrm>
              <a:off x="5238879" y="35090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0" name="pt21550"/>
            <p:cNvSpPr/>
            <p:nvPr/>
          </p:nvSpPr>
          <p:spPr>
            <a:xfrm>
              <a:off x="5125290" y="35513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1" name="pt21551"/>
            <p:cNvSpPr/>
            <p:nvPr/>
          </p:nvSpPr>
          <p:spPr>
            <a:xfrm>
              <a:off x="5212824" y="35691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2" name="pt21552"/>
            <p:cNvSpPr/>
            <p:nvPr/>
          </p:nvSpPr>
          <p:spPr>
            <a:xfrm>
              <a:off x="5295072" y="3595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3" name="pt21553"/>
            <p:cNvSpPr/>
            <p:nvPr/>
          </p:nvSpPr>
          <p:spPr>
            <a:xfrm>
              <a:off x="5154216" y="35826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4" name="pt21554"/>
            <p:cNvSpPr/>
            <p:nvPr/>
          </p:nvSpPr>
          <p:spPr>
            <a:xfrm>
              <a:off x="5197882" y="35550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5" name="pt21555"/>
            <p:cNvSpPr/>
            <p:nvPr/>
          </p:nvSpPr>
          <p:spPr>
            <a:xfrm>
              <a:off x="5197251" y="35592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6" name="pt21556"/>
            <p:cNvSpPr/>
            <p:nvPr/>
          </p:nvSpPr>
          <p:spPr>
            <a:xfrm>
              <a:off x="5151129" y="3582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7" name="pt21557"/>
            <p:cNvSpPr/>
            <p:nvPr/>
          </p:nvSpPr>
          <p:spPr>
            <a:xfrm>
              <a:off x="5265982" y="35588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8" name="pt21558"/>
            <p:cNvSpPr/>
            <p:nvPr/>
          </p:nvSpPr>
          <p:spPr>
            <a:xfrm>
              <a:off x="5193072" y="3566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59" name="pt21559"/>
            <p:cNvSpPr/>
            <p:nvPr/>
          </p:nvSpPr>
          <p:spPr>
            <a:xfrm>
              <a:off x="5164468" y="3572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0" name="pt21560"/>
            <p:cNvSpPr/>
            <p:nvPr/>
          </p:nvSpPr>
          <p:spPr>
            <a:xfrm>
              <a:off x="5160195" y="35584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1" name="pt21561"/>
            <p:cNvSpPr/>
            <p:nvPr/>
          </p:nvSpPr>
          <p:spPr>
            <a:xfrm>
              <a:off x="4880014" y="35355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2" name="pt21562"/>
            <p:cNvSpPr/>
            <p:nvPr/>
          </p:nvSpPr>
          <p:spPr>
            <a:xfrm>
              <a:off x="5166052" y="3637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3" name="pt21563"/>
            <p:cNvSpPr/>
            <p:nvPr/>
          </p:nvSpPr>
          <p:spPr>
            <a:xfrm>
              <a:off x="5151930" y="35623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4" name="pt21564"/>
            <p:cNvSpPr/>
            <p:nvPr/>
          </p:nvSpPr>
          <p:spPr>
            <a:xfrm>
              <a:off x="5177558" y="35400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5" name="pt21565"/>
            <p:cNvSpPr/>
            <p:nvPr/>
          </p:nvSpPr>
          <p:spPr>
            <a:xfrm>
              <a:off x="5114976" y="35532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6" name="pt21566"/>
            <p:cNvSpPr/>
            <p:nvPr/>
          </p:nvSpPr>
          <p:spPr>
            <a:xfrm>
              <a:off x="5186269" y="36031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7" name="pt21567"/>
            <p:cNvSpPr/>
            <p:nvPr/>
          </p:nvSpPr>
          <p:spPr>
            <a:xfrm>
              <a:off x="5817244" y="3570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8" name="pt21568"/>
            <p:cNvSpPr/>
            <p:nvPr/>
          </p:nvSpPr>
          <p:spPr>
            <a:xfrm>
              <a:off x="5061859" y="35168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69" name="pt21569"/>
            <p:cNvSpPr/>
            <p:nvPr/>
          </p:nvSpPr>
          <p:spPr>
            <a:xfrm>
              <a:off x="5131635" y="35283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0" name="pt21570"/>
            <p:cNvSpPr/>
            <p:nvPr/>
          </p:nvSpPr>
          <p:spPr>
            <a:xfrm>
              <a:off x="5450949" y="36056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1" name="pt21571"/>
            <p:cNvSpPr/>
            <p:nvPr/>
          </p:nvSpPr>
          <p:spPr>
            <a:xfrm>
              <a:off x="5211222" y="3621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2" name="pt21572"/>
            <p:cNvSpPr/>
            <p:nvPr/>
          </p:nvSpPr>
          <p:spPr>
            <a:xfrm>
              <a:off x="5110490" y="3540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3" name="pt21573"/>
            <p:cNvSpPr/>
            <p:nvPr/>
          </p:nvSpPr>
          <p:spPr>
            <a:xfrm>
              <a:off x="5200717" y="35471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4" name="pt21574"/>
            <p:cNvSpPr/>
            <p:nvPr/>
          </p:nvSpPr>
          <p:spPr>
            <a:xfrm>
              <a:off x="5313753" y="3562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5" name="pt21575"/>
            <p:cNvSpPr/>
            <p:nvPr/>
          </p:nvSpPr>
          <p:spPr>
            <a:xfrm>
              <a:off x="5197232" y="35816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6" name="pt21576"/>
            <p:cNvSpPr/>
            <p:nvPr/>
          </p:nvSpPr>
          <p:spPr>
            <a:xfrm>
              <a:off x="5318256" y="3474728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77" name="pt21577"/>
            <p:cNvSpPr/>
            <p:nvPr/>
          </p:nvSpPr>
          <p:spPr>
            <a:xfrm>
              <a:off x="5033172" y="35302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8" name="pt21578"/>
            <p:cNvSpPr/>
            <p:nvPr/>
          </p:nvSpPr>
          <p:spPr>
            <a:xfrm>
              <a:off x="5002973" y="35535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79" name="pt21579"/>
            <p:cNvSpPr/>
            <p:nvPr/>
          </p:nvSpPr>
          <p:spPr>
            <a:xfrm>
              <a:off x="4922422" y="35493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0" name="pt21580"/>
            <p:cNvSpPr/>
            <p:nvPr/>
          </p:nvSpPr>
          <p:spPr>
            <a:xfrm>
              <a:off x="5064992" y="35493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1" name="pt21581"/>
            <p:cNvSpPr/>
            <p:nvPr/>
          </p:nvSpPr>
          <p:spPr>
            <a:xfrm>
              <a:off x="5035411" y="35634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2" name="pt21582"/>
            <p:cNvSpPr/>
            <p:nvPr/>
          </p:nvSpPr>
          <p:spPr>
            <a:xfrm>
              <a:off x="5120600" y="35456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3" name="pt21583"/>
            <p:cNvSpPr/>
            <p:nvPr/>
          </p:nvSpPr>
          <p:spPr>
            <a:xfrm>
              <a:off x="5192438" y="3556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4" name="pt21584"/>
            <p:cNvSpPr/>
            <p:nvPr/>
          </p:nvSpPr>
          <p:spPr>
            <a:xfrm>
              <a:off x="5074772" y="3516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5" name="pt21585"/>
            <p:cNvSpPr/>
            <p:nvPr/>
          </p:nvSpPr>
          <p:spPr>
            <a:xfrm>
              <a:off x="5108901" y="35554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6" name="pt21586"/>
            <p:cNvSpPr/>
            <p:nvPr/>
          </p:nvSpPr>
          <p:spPr>
            <a:xfrm>
              <a:off x="4987305" y="3553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7" name="pt21587"/>
            <p:cNvSpPr/>
            <p:nvPr/>
          </p:nvSpPr>
          <p:spPr>
            <a:xfrm>
              <a:off x="5077088" y="34850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8" name="pt21588"/>
            <p:cNvSpPr/>
            <p:nvPr/>
          </p:nvSpPr>
          <p:spPr>
            <a:xfrm>
              <a:off x="5023382" y="35235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89" name="pt21589"/>
            <p:cNvSpPr/>
            <p:nvPr/>
          </p:nvSpPr>
          <p:spPr>
            <a:xfrm>
              <a:off x="5180240" y="34577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0" name="pt21590"/>
            <p:cNvSpPr/>
            <p:nvPr/>
          </p:nvSpPr>
          <p:spPr>
            <a:xfrm>
              <a:off x="5194165" y="35332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1" name="pt21591"/>
            <p:cNvSpPr/>
            <p:nvPr/>
          </p:nvSpPr>
          <p:spPr>
            <a:xfrm>
              <a:off x="5120008" y="35751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2" name="pt21592"/>
            <p:cNvSpPr/>
            <p:nvPr/>
          </p:nvSpPr>
          <p:spPr>
            <a:xfrm>
              <a:off x="5205888" y="3543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3" name="pt21593"/>
            <p:cNvSpPr/>
            <p:nvPr/>
          </p:nvSpPr>
          <p:spPr>
            <a:xfrm>
              <a:off x="5062739" y="3546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4" name="pt21594"/>
            <p:cNvSpPr/>
            <p:nvPr/>
          </p:nvSpPr>
          <p:spPr>
            <a:xfrm>
              <a:off x="5087317" y="35580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5" name="pt21595"/>
            <p:cNvSpPr/>
            <p:nvPr/>
          </p:nvSpPr>
          <p:spPr>
            <a:xfrm>
              <a:off x="5115002" y="35476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6" name="pt21596"/>
            <p:cNvSpPr/>
            <p:nvPr/>
          </p:nvSpPr>
          <p:spPr>
            <a:xfrm>
              <a:off x="5091085" y="35426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7" name="pt21597"/>
            <p:cNvSpPr/>
            <p:nvPr/>
          </p:nvSpPr>
          <p:spPr>
            <a:xfrm>
              <a:off x="5058924" y="35461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8" name="pt21598"/>
            <p:cNvSpPr/>
            <p:nvPr/>
          </p:nvSpPr>
          <p:spPr>
            <a:xfrm>
              <a:off x="5186034" y="3563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599" name="pt21599"/>
            <p:cNvSpPr/>
            <p:nvPr/>
          </p:nvSpPr>
          <p:spPr>
            <a:xfrm>
              <a:off x="5006044" y="35532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0" name="pt21600"/>
            <p:cNvSpPr/>
            <p:nvPr/>
          </p:nvSpPr>
          <p:spPr>
            <a:xfrm>
              <a:off x="5101871" y="3477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1" name="pt21601"/>
            <p:cNvSpPr/>
            <p:nvPr/>
          </p:nvSpPr>
          <p:spPr>
            <a:xfrm>
              <a:off x="5049666" y="35797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2" name="pt21602"/>
            <p:cNvSpPr/>
            <p:nvPr/>
          </p:nvSpPr>
          <p:spPr>
            <a:xfrm>
              <a:off x="5199505" y="35894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3" name="pt21603"/>
            <p:cNvSpPr/>
            <p:nvPr/>
          </p:nvSpPr>
          <p:spPr>
            <a:xfrm>
              <a:off x="5063390" y="35557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4" name="pt21604"/>
            <p:cNvSpPr/>
            <p:nvPr/>
          </p:nvSpPr>
          <p:spPr>
            <a:xfrm>
              <a:off x="5023978" y="36691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5" name="pt21605"/>
            <p:cNvSpPr/>
            <p:nvPr/>
          </p:nvSpPr>
          <p:spPr>
            <a:xfrm>
              <a:off x="5082602" y="35578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6" name="pt21606"/>
            <p:cNvSpPr/>
            <p:nvPr/>
          </p:nvSpPr>
          <p:spPr>
            <a:xfrm>
              <a:off x="5672104" y="3599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7" name="pt21607"/>
            <p:cNvSpPr/>
            <p:nvPr/>
          </p:nvSpPr>
          <p:spPr>
            <a:xfrm>
              <a:off x="5208267" y="35310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8" name="pt21608"/>
            <p:cNvSpPr/>
            <p:nvPr/>
          </p:nvSpPr>
          <p:spPr>
            <a:xfrm>
              <a:off x="5142996" y="35845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09" name="pt21609"/>
            <p:cNvSpPr/>
            <p:nvPr/>
          </p:nvSpPr>
          <p:spPr>
            <a:xfrm>
              <a:off x="5117642" y="3572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0" name="pt21610"/>
            <p:cNvSpPr/>
            <p:nvPr/>
          </p:nvSpPr>
          <p:spPr>
            <a:xfrm>
              <a:off x="5070890" y="35296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1" name="pt21611"/>
            <p:cNvSpPr/>
            <p:nvPr/>
          </p:nvSpPr>
          <p:spPr>
            <a:xfrm>
              <a:off x="5055638" y="35109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2" name="pt21612"/>
            <p:cNvSpPr/>
            <p:nvPr/>
          </p:nvSpPr>
          <p:spPr>
            <a:xfrm>
              <a:off x="5175152" y="35295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3" name="pt21613"/>
            <p:cNvSpPr/>
            <p:nvPr/>
          </p:nvSpPr>
          <p:spPr>
            <a:xfrm>
              <a:off x="5313720" y="36185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4" name="pt21614"/>
            <p:cNvSpPr/>
            <p:nvPr/>
          </p:nvSpPr>
          <p:spPr>
            <a:xfrm>
              <a:off x="5201036" y="35694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5" name="pt21615"/>
            <p:cNvSpPr/>
            <p:nvPr/>
          </p:nvSpPr>
          <p:spPr>
            <a:xfrm>
              <a:off x="5092850" y="35252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6" name="pt21616"/>
            <p:cNvSpPr/>
            <p:nvPr/>
          </p:nvSpPr>
          <p:spPr>
            <a:xfrm>
              <a:off x="5048701" y="3530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7" name="pt21617"/>
            <p:cNvSpPr/>
            <p:nvPr/>
          </p:nvSpPr>
          <p:spPr>
            <a:xfrm>
              <a:off x="5178890" y="35506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8" name="pt21618"/>
            <p:cNvSpPr/>
            <p:nvPr/>
          </p:nvSpPr>
          <p:spPr>
            <a:xfrm>
              <a:off x="5163653" y="3504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19" name="pt21619"/>
            <p:cNvSpPr/>
            <p:nvPr/>
          </p:nvSpPr>
          <p:spPr>
            <a:xfrm>
              <a:off x="5133513" y="36053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0" name="pt21620"/>
            <p:cNvSpPr/>
            <p:nvPr/>
          </p:nvSpPr>
          <p:spPr>
            <a:xfrm>
              <a:off x="5191298" y="35277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1" name="pt21621"/>
            <p:cNvSpPr/>
            <p:nvPr/>
          </p:nvSpPr>
          <p:spPr>
            <a:xfrm>
              <a:off x="5133512" y="35728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2" name="pt21622"/>
            <p:cNvSpPr/>
            <p:nvPr/>
          </p:nvSpPr>
          <p:spPr>
            <a:xfrm>
              <a:off x="5066325" y="3482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3" name="pt21623"/>
            <p:cNvSpPr/>
            <p:nvPr/>
          </p:nvSpPr>
          <p:spPr>
            <a:xfrm>
              <a:off x="5155593" y="3551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4" name="pt21624"/>
            <p:cNvSpPr/>
            <p:nvPr/>
          </p:nvSpPr>
          <p:spPr>
            <a:xfrm>
              <a:off x="5232110" y="35189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5" name="pt21625"/>
            <p:cNvSpPr/>
            <p:nvPr/>
          </p:nvSpPr>
          <p:spPr>
            <a:xfrm>
              <a:off x="5085214" y="35374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6" name="pt21626"/>
            <p:cNvSpPr/>
            <p:nvPr/>
          </p:nvSpPr>
          <p:spPr>
            <a:xfrm>
              <a:off x="5148330" y="3612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7" name="pt21627"/>
            <p:cNvSpPr/>
            <p:nvPr/>
          </p:nvSpPr>
          <p:spPr>
            <a:xfrm>
              <a:off x="5041426" y="35369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8" name="pt21628"/>
            <p:cNvSpPr/>
            <p:nvPr/>
          </p:nvSpPr>
          <p:spPr>
            <a:xfrm>
              <a:off x="5078151" y="35451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29" name="pt21629"/>
            <p:cNvSpPr/>
            <p:nvPr/>
          </p:nvSpPr>
          <p:spPr>
            <a:xfrm>
              <a:off x="5046560" y="36356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0" name="pt21630"/>
            <p:cNvSpPr/>
            <p:nvPr/>
          </p:nvSpPr>
          <p:spPr>
            <a:xfrm>
              <a:off x="4740654" y="35637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1" name="pt21631"/>
            <p:cNvSpPr/>
            <p:nvPr/>
          </p:nvSpPr>
          <p:spPr>
            <a:xfrm>
              <a:off x="5128494" y="3555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2" name="pt21632"/>
            <p:cNvSpPr/>
            <p:nvPr/>
          </p:nvSpPr>
          <p:spPr>
            <a:xfrm>
              <a:off x="5167738" y="35638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3" name="pt21633"/>
            <p:cNvSpPr/>
            <p:nvPr/>
          </p:nvSpPr>
          <p:spPr>
            <a:xfrm>
              <a:off x="5026016" y="35009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4" name="pt21634"/>
            <p:cNvSpPr/>
            <p:nvPr/>
          </p:nvSpPr>
          <p:spPr>
            <a:xfrm>
              <a:off x="5156856" y="3554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5" name="pt21635"/>
            <p:cNvSpPr/>
            <p:nvPr/>
          </p:nvSpPr>
          <p:spPr>
            <a:xfrm>
              <a:off x="5179631" y="3575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6" name="pt21636"/>
            <p:cNvSpPr/>
            <p:nvPr/>
          </p:nvSpPr>
          <p:spPr>
            <a:xfrm>
              <a:off x="5106797" y="35422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7" name="pt21637"/>
            <p:cNvSpPr/>
            <p:nvPr/>
          </p:nvSpPr>
          <p:spPr>
            <a:xfrm>
              <a:off x="5270074" y="3637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8" name="pt21638"/>
            <p:cNvSpPr/>
            <p:nvPr/>
          </p:nvSpPr>
          <p:spPr>
            <a:xfrm>
              <a:off x="5051664" y="35560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39" name="pt21639"/>
            <p:cNvSpPr/>
            <p:nvPr/>
          </p:nvSpPr>
          <p:spPr>
            <a:xfrm>
              <a:off x="5163707" y="35394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0" name="pt21640"/>
            <p:cNvSpPr/>
            <p:nvPr/>
          </p:nvSpPr>
          <p:spPr>
            <a:xfrm>
              <a:off x="5044034" y="3582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1" name="pt21641"/>
            <p:cNvSpPr/>
            <p:nvPr/>
          </p:nvSpPr>
          <p:spPr>
            <a:xfrm>
              <a:off x="5168142" y="35619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2" name="pt21642"/>
            <p:cNvSpPr/>
            <p:nvPr/>
          </p:nvSpPr>
          <p:spPr>
            <a:xfrm>
              <a:off x="4985819" y="3567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3" name="pt21643"/>
            <p:cNvSpPr/>
            <p:nvPr/>
          </p:nvSpPr>
          <p:spPr>
            <a:xfrm>
              <a:off x="5212148" y="35535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4" name="pt21644"/>
            <p:cNvSpPr/>
            <p:nvPr/>
          </p:nvSpPr>
          <p:spPr>
            <a:xfrm>
              <a:off x="5118436" y="35568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5" name="pt21645"/>
            <p:cNvSpPr/>
            <p:nvPr/>
          </p:nvSpPr>
          <p:spPr>
            <a:xfrm>
              <a:off x="5144763" y="35380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6" name="pt21646"/>
            <p:cNvSpPr/>
            <p:nvPr/>
          </p:nvSpPr>
          <p:spPr>
            <a:xfrm>
              <a:off x="5197537" y="35690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7" name="pt21647"/>
            <p:cNvSpPr/>
            <p:nvPr/>
          </p:nvSpPr>
          <p:spPr>
            <a:xfrm>
              <a:off x="5393540" y="35287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8" name="pt21648"/>
            <p:cNvSpPr/>
            <p:nvPr/>
          </p:nvSpPr>
          <p:spPr>
            <a:xfrm>
              <a:off x="5081273" y="3505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49" name="pt21649"/>
            <p:cNvSpPr/>
            <p:nvPr/>
          </p:nvSpPr>
          <p:spPr>
            <a:xfrm>
              <a:off x="5114634" y="35380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0" name="pt21650"/>
            <p:cNvSpPr/>
            <p:nvPr/>
          </p:nvSpPr>
          <p:spPr>
            <a:xfrm>
              <a:off x="5065680" y="35116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1" name="pt21651"/>
            <p:cNvSpPr/>
            <p:nvPr/>
          </p:nvSpPr>
          <p:spPr>
            <a:xfrm>
              <a:off x="5078838" y="3546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2" name="pt21652"/>
            <p:cNvSpPr/>
            <p:nvPr/>
          </p:nvSpPr>
          <p:spPr>
            <a:xfrm>
              <a:off x="5106609" y="35012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3" name="pt21653"/>
            <p:cNvSpPr/>
            <p:nvPr/>
          </p:nvSpPr>
          <p:spPr>
            <a:xfrm>
              <a:off x="5046685" y="3548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4" name="pt21654"/>
            <p:cNvSpPr/>
            <p:nvPr/>
          </p:nvSpPr>
          <p:spPr>
            <a:xfrm>
              <a:off x="5052215" y="35381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5" name="pt21655"/>
            <p:cNvSpPr/>
            <p:nvPr/>
          </p:nvSpPr>
          <p:spPr>
            <a:xfrm>
              <a:off x="5110483" y="35172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6" name="pt21656"/>
            <p:cNvSpPr/>
            <p:nvPr/>
          </p:nvSpPr>
          <p:spPr>
            <a:xfrm>
              <a:off x="5052454" y="35606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7" name="pt21657"/>
            <p:cNvSpPr/>
            <p:nvPr/>
          </p:nvSpPr>
          <p:spPr>
            <a:xfrm>
              <a:off x="5102197" y="38387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8" name="pt21658"/>
            <p:cNvSpPr/>
            <p:nvPr/>
          </p:nvSpPr>
          <p:spPr>
            <a:xfrm>
              <a:off x="5158463" y="35555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59" name="pt21659"/>
            <p:cNvSpPr/>
            <p:nvPr/>
          </p:nvSpPr>
          <p:spPr>
            <a:xfrm>
              <a:off x="5055726" y="35272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0" name="pt21660"/>
            <p:cNvSpPr/>
            <p:nvPr/>
          </p:nvSpPr>
          <p:spPr>
            <a:xfrm>
              <a:off x="5308510" y="35620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1" name="pt21661"/>
            <p:cNvSpPr/>
            <p:nvPr/>
          </p:nvSpPr>
          <p:spPr>
            <a:xfrm>
              <a:off x="5320541" y="35342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2" name="pt21662"/>
            <p:cNvSpPr/>
            <p:nvPr/>
          </p:nvSpPr>
          <p:spPr>
            <a:xfrm>
              <a:off x="5183125" y="35651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3" name="pt21663"/>
            <p:cNvSpPr/>
            <p:nvPr/>
          </p:nvSpPr>
          <p:spPr>
            <a:xfrm>
              <a:off x="5129302" y="3548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4" name="pt21664"/>
            <p:cNvSpPr/>
            <p:nvPr/>
          </p:nvSpPr>
          <p:spPr>
            <a:xfrm>
              <a:off x="6264999" y="35513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5" name="pt21665"/>
            <p:cNvSpPr/>
            <p:nvPr/>
          </p:nvSpPr>
          <p:spPr>
            <a:xfrm>
              <a:off x="5125506" y="35675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6" name="pt21666"/>
            <p:cNvSpPr/>
            <p:nvPr/>
          </p:nvSpPr>
          <p:spPr>
            <a:xfrm>
              <a:off x="5095854" y="35732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7" name="pt21667"/>
            <p:cNvSpPr/>
            <p:nvPr/>
          </p:nvSpPr>
          <p:spPr>
            <a:xfrm>
              <a:off x="5072618" y="35337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8" name="pt21668"/>
            <p:cNvSpPr/>
            <p:nvPr/>
          </p:nvSpPr>
          <p:spPr>
            <a:xfrm>
              <a:off x="5108211" y="3545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69" name="pt21669"/>
            <p:cNvSpPr/>
            <p:nvPr/>
          </p:nvSpPr>
          <p:spPr>
            <a:xfrm>
              <a:off x="5156337" y="35446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0" name="pt21670"/>
            <p:cNvSpPr/>
            <p:nvPr/>
          </p:nvSpPr>
          <p:spPr>
            <a:xfrm>
              <a:off x="5139230" y="35366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1" name="pt21671"/>
            <p:cNvSpPr/>
            <p:nvPr/>
          </p:nvSpPr>
          <p:spPr>
            <a:xfrm>
              <a:off x="5088171" y="3562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2" name="pt21672"/>
            <p:cNvSpPr/>
            <p:nvPr/>
          </p:nvSpPr>
          <p:spPr>
            <a:xfrm>
              <a:off x="5113894" y="3557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3" name="pt21673"/>
            <p:cNvSpPr/>
            <p:nvPr/>
          </p:nvSpPr>
          <p:spPr>
            <a:xfrm>
              <a:off x="5200383" y="3517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4" name="pt21674"/>
            <p:cNvSpPr/>
            <p:nvPr/>
          </p:nvSpPr>
          <p:spPr>
            <a:xfrm>
              <a:off x="5191858" y="35574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5" name="pt21675"/>
            <p:cNvSpPr/>
            <p:nvPr/>
          </p:nvSpPr>
          <p:spPr>
            <a:xfrm>
              <a:off x="5121231" y="3567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6" name="pt21676"/>
            <p:cNvSpPr/>
            <p:nvPr/>
          </p:nvSpPr>
          <p:spPr>
            <a:xfrm>
              <a:off x="4952263" y="35704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7" name="pt21677"/>
            <p:cNvSpPr/>
            <p:nvPr/>
          </p:nvSpPr>
          <p:spPr>
            <a:xfrm>
              <a:off x="5106088" y="35295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8" name="pt21678"/>
            <p:cNvSpPr/>
            <p:nvPr/>
          </p:nvSpPr>
          <p:spPr>
            <a:xfrm>
              <a:off x="5188245" y="35607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79" name="pt21679"/>
            <p:cNvSpPr/>
            <p:nvPr/>
          </p:nvSpPr>
          <p:spPr>
            <a:xfrm>
              <a:off x="5116851" y="3552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0" name="pt21680"/>
            <p:cNvSpPr/>
            <p:nvPr/>
          </p:nvSpPr>
          <p:spPr>
            <a:xfrm>
              <a:off x="5129697" y="35758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1" name="pt21681"/>
            <p:cNvSpPr/>
            <p:nvPr/>
          </p:nvSpPr>
          <p:spPr>
            <a:xfrm>
              <a:off x="5138866" y="3577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2" name="pt21682"/>
            <p:cNvSpPr/>
            <p:nvPr/>
          </p:nvSpPr>
          <p:spPr>
            <a:xfrm>
              <a:off x="5159832" y="35489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3" name="pt21683"/>
            <p:cNvSpPr/>
            <p:nvPr/>
          </p:nvSpPr>
          <p:spPr>
            <a:xfrm>
              <a:off x="5081962" y="35144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4" name="pt21684"/>
            <p:cNvSpPr/>
            <p:nvPr/>
          </p:nvSpPr>
          <p:spPr>
            <a:xfrm>
              <a:off x="5079185" y="35045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5" name="pt21685"/>
            <p:cNvSpPr/>
            <p:nvPr/>
          </p:nvSpPr>
          <p:spPr>
            <a:xfrm>
              <a:off x="5105281" y="3547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6" name="pt21686"/>
            <p:cNvSpPr/>
            <p:nvPr/>
          </p:nvSpPr>
          <p:spPr>
            <a:xfrm>
              <a:off x="5144899" y="35353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7" name="pt21687"/>
            <p:cNvSpPr/>
            <p:nvPr/>
          </p:nvSpPr>
          <p:spPr>
            <a:xfrm>
              <a:off x="5179514" y="35332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8" name="pt21688"/>
            <p:cNvSpPr/>
            <p:nvPr/>
          </p:nvSpPr>
          <p:spPr>
            <a:xfrm>
              <a:off x="5286065" y="36364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89" name="pt21689"/>
            <p:cNvSpPr/>
            <p:nvPr/>
          </p:nvSpPr>
          <p:spPr>
            <a:xfrm>
              <a:off x="5125460" y="35593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0" name="pt21690"/>
            <p:cNvSpPr/>
            <p:nvPr/>
          </p:nvSpPr>
          <p:spPr>
            <a:xfrm>
              <a:off x="5138023" y="3542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1" name="pt21691"/>
            <p:cNvSpPr/>
            <p:nvPr/>
          </p:nvSpPr>
          <p:spPr>
            <a:xfrm>
              <a:off x="5080023" y="35498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2" name="pt21692"/>
            <p:cNvSpPr/>
            <p:nvPr/>
          </p:nvSpPr>
          <p:spPr>
            <a:xfrm>
              <a:off x="5164037" y="35278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3" name="pt21693"/>
            <p:cNvSpPr/>
            <p:nvPr/>
          </p:nvSpPr>
          <p:spPr>
            <a:xfrm>
              <a:off x="5076874" y="35533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4" name="pt21694"/>
            <p:cNvSpPr/>
            <p:nvPr/>
          </p:nvSpPr>
          <p:spPr>
            <a:xfrm>
              <a:off x="5071726" y="3528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5" name="pt21695"/>
            <p:cNvSpPr/>
            <p:nvPr/>
          </p:nvSpPr>
          <p:spPr>
            <a:xfrm>
              <a:off x="5088281" y="3537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6" name="pt21696"/>
            <p:cNvSpPr/>
            <p:nvPr/>
          </p:nvSpPr>
          <p:spPr>
            <a:xfrm>
              <a:off x="5130943" y="3566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7" name="pt21697"/>
            <p:cNvSpPr/>
            <p:nvPr/>
          </p:nvSpPr>
          <p:spPr>
            <a:xfrm>
              <a:off x="5015987" y="35255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8" name="pt21698"/>
            <p:cNvSpPr/>
            <p:nvPr/>
          </p:nvSpPr>
          <p:spPr>
            <a:xfrm>
              <a:off x="5085434" y="3604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699" name="pt21699"/>
            <p:cNvSpPr/>
            <p:nvPr/>
          </p:nvSpPr>
          <p:spPr>
            <a:xfrm>
              <a:off x="5288631" y="3534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0" name="pt21700"/>
            <p:cNvSpPr/>
            <p:nvPr/>
          </p:nvSpPr>
          <p:spPr>
            <a:xfrm>
              <a:off x="5043167" y="3513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1" name="pt21701"/>
            <p:cNvSpPr/>
            <p:nvPr/>
          </p:nvSpPr>
          <p:spPr>
            <a:xfrm>
              <a:off x="5072571" y="35380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2" name="pt21702"/>
            <p:cNvSpPr/>
            <p:nvPr/>
          </p:nvSpPr>
          <p:spPr>
            <a:xfrm>
              <a:off x="5153335" y="36277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3" name="pt21703"/>
            <p:cNvSpPr/>
            <p:nvPr/>
          </p:nvSpPr>
          <p:spPr>
            <a:xfrm>
              <a:off x="5053229" y="35183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4" name="pt21704"/>
            <p:cNvSpPr/>
            <p:nvPr/>
          </p:nvSpPr>
          <p:spPr>
            <a:xfrm>
              <a:off x="5343336" y="35536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5" name="pt21705"/>
            <p:cNvSpPr/>
            <p:nvPr/>
          </p:nvSpPr>
          <p:spPr>
            <a:xfrm>
              <a:off x="5132643" y="35439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6" name="pt21706"/>
            <p:cNvSpPr/>
            <p:nvPr/>
          </p:nvSpPr>
          <p:spPr>
            <a:xfrm>
              <a:off x="5102032" y="35283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7" name="pt21707"/>
            <p:cNvSpPr/>
            <p:nvPr/>
          </p:nvSpPr>
          <p:spPr>
            <a:xfrm>
              <a:off x="5044388" y="35227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8" name="pt21708"/>
            <p:cNvSpPr/>
            <p:nvPr/>
          </p:nvSpPr>
          <p:spPr>
            <a:xfrm>
              <a:off x="5185161" y="3560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09" name="pt21709"/>
            <p:cNvSpPr/>
            <p:nvPr/>
          </p:nvSpPr>
          <p:spPr>
            <a:xfrm>
              <a:off x="5098913" y="3547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0" name="pt21710"/>
            <p:cNvSpPr/>
            <p:nvPr/>
          </p:nvSpPr>
          <p:spPr>
            <a:xfrm>
              <a:off x="5262417" y="35598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1" name="pt21711"/>
            <p:cNvSpPr/>
            <p:nvPr/>
          </p:nvSpPr>
          <p:spPr>
            <a:xfrm>
              <a:off x="5125215" y="3578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2" name="pt21712"/>
            <p:cNvSpPr/>
            <p:nvPr/>
          </p:nvSpPr>
          <p:spPr>
            <a:xfrm>
              <a:off x="5135546" y="34640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3" name="pt21713"/>
            <p:cNvSpPr/>
            <p:nvPr/>
          </p:nvSpPr>
          <p:spPr>
            <a:xfrm>
              <a:off x="5186491" y="35432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4" name="pt21714"/>
            <p:cNvSpPr/>
            <p:nvPr/>
          </p:nvSpPr>
          <p:spPr>
            <a:xfrm>
              <a:off x="5044329" y="3594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5" name="pt21715"/>
            <p:cNvSpPr/>
            <p:nvPr/>
          </p:nvSpPr>
          <p:spPr>
            <a:xfrm>
              <a:off x="5125522" y="36319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6" name="pt21716"/>
            <p:cNvSpPr/>
            <p:nvPr/>
          </p:nvSpPr>
          <p:spPr>
            <a:xfrm>
              <a:off x="5021811" y="35149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7" name="pt21717"/>
            <p:cNvSpPr/>
            <p:nvPr/>
          </p:nvSpPr>
          <p:spPr>
            <a:xfrm>
              <a:off x="5021821" y="35490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8" name="pt21718"/>
            <p:cNvSpPr/>
            <p:nvPr/>
          </p:nvSpPr>
          <p:spPr>
            <a:xfrm>
              <a:off x="5132631" y="3542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19" name="pt21719"/>
            <p:cNvSpPr/>
            <p:nvPr/>
          </p:nvSpPr>
          <p:spPr>
            <a:xfrm>
              <a:off x="5121656" y="3553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0" name="pt21720"/>
            <p:cNvSpPr/>
            <p:nvPr/>
          </p:nvSpPr>
          <p:spPr>
            <a:xfrm>
              <a:off x="5107559" y="3570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1" name="pt21721"/>
            <p:cNvSpPr/>
            <p:nvPr/>
          </p:nvSpPr>
          <p:spPr>
            <a:xfrm>
              <a:off x="5143851" y="3585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2" name="pt21722"/>
            <p:cNvSpPr/>
            <p:nvPr/>
          </p:nvSpPr>
          <p:spPr>
            <a:xfrm>
              <a:off x="5050139" y="3533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3" name="pt21723"/>
            <p:cNvSpPr/>
            <p:nvPr/>
          </p:nvSpPr>
          <p:spPr>
            <a:xfrm>
              <a:off x="5152325" y="36145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4" name="pt21724"/>
            <p:cNvSpPr/>
            <p:nvPr/>
          </p:nvSpPr>
          <p:spPr>
            <a:xfrm>
              <a:off x="5090476" y="3573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5" name="pt21725"/>
            <p:cNvSpPr/>
            <p:nvPr/>
          </p:nvSpPr>
          <p:spPr>
            <a:xfrm>
              <a:off x="5047915" y="3570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6" name="pt21726"/>
            <p:cNvSpPr/>
            <p:nvPr/>
          </p:nvSpPr>
          <p:spPr>
            <a:xfrm>
              <a:off x="5019113" y="35595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7" name="pt21727"/>
            <p:cNvSpPr/>
            <p:nvPr/>
          </p:nvSpPr>
          <p:spPr>
            <a:xfrm>
              <a:off x="5244209" y="3591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8" name="pt21728"/>
            <p:cNvSpPr/>
            <p:nvPr/>
          </p:nvSpPr>
          <p:spPr>
            <a:xfrm>
              <a:off x="5128135" y="35656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29" name="pt21729"/>
            <p:cNvSpPr/>
            <p:nvPr/>
          </p:nvSpPr>
          <p:spPr>
            <a:xfrm>
              <a:off x="5118906" y="35329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0" name="pt21730"/>
            <p:cNvSpPr/>
            <p:nvPr/>
          </p:nvSpPr>
          <p:spPr>
            <a:xfrm>
              <a:off x="5097069" y="3547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1" name="pt21731"/>
            <p:cNvSpPr/>
            <p:nvPr/>
          </p:nvSpPr>
          <p:spPr>
            <a:xfrm>
              <a:off x="5164164" y="3634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2" name="pt21732"/>
            <p:cNvSpPr/>
            <p:nvPr/>
          </p:nvSpPr>
          <p:spPr>
            <a:xfrm>
              <a:off x="5600974" y="35721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3" name="pt21733"/>
            <p:cNvSpPr/>
            <p:nvPr/>
          </p:nvSpPr>
          <p:spPr>
            <a:xfrm>
              <a:off x="5152078" y="35382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4" name="pt21734"/>
            <p:cNvSpPr/>
            <p:nvPr/>
          </p:nvSpPr>
          <p:spPr>
            <a:xfrm>
              <a:off x="5042235" y="35514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5" name="pt21735"/>
            <p:cNvSpPr/>
            <p:nvPr/>
          </p:nvSpPr>
          <p:spPr>
            <a:xfrm>
              <a:off x="5102427" y="35512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6" name="pt21736"/>
            <p:cNvSpPr/>
            <p:nvPr/>
          </p:nvSpPr>
          <p:spPr>
            <a:xfrm>
              <a:off x="5083858" y="3539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7" name="pt21737"/>
            <p:cNvSpPr/>
            <p:nvPr/>
          </p:nvSpPr>
          <p:spPr>
            <a:xfrm>
              <a:off x="5148203" y="3629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8" name="pt21738"/>
            <p:cNvSpPr/>
            <p:nvPr/>
          </p:nvSpPr>
          <p:spPr>
            <a:xfrm>
              <a:off x="5140603" y="35273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39" name="pt21739"/>
            <p:cNvSpPr/>
            <p:nvPr/>
          </p:nvSpPr>
          <p:spPr>
            <a:xfrm>
              <a:off x="5108463" y="34728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0" name="pt21740"/>
            <p:cNvSpPr/>
            <p:nvPr/>
          </p:nvSpPr>
          <p:spPr>
            <a:xfrm>
              <a:off x="5153576" y="3579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1" name="pt21741"/>
            <p:cNvSpPr/>
            <p:nvPr/>
          </p:nvSpPr>
          <p:spPr>
            <a:xfrm>
              <a:off x="5188897" y="35460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2" name="pt21742"/>
            <p:cNvSpPr/>
            <p:nvPr/>
          </p:nvSpPr>
          <p:spPr>
            <a:xfrm>
              <a:off x="5160390" y="35427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3" name="pt21743"/>
            <p:cNvSpPr/>
            <p:nvPr/>
          </p:nvSpPr>
          <p:spPr>
            <a:xfrm>
              <a:off x="5262747" y="3518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4" name="pt21744"/>
            <p:cNvSpPr/>
            <p:nvPr/>
          </p:nvSpPr>
          <p:spPr>
            <a:xfrm>
              <a:off x="5106205" y="35364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5" name="pt21745"/>
            <p:cNvSpPr/>
            <p:nvPr/>
          </p:nvSpPr>
          <p:spPr>
            <a:xfrm>
              <a:off x="5177566" y="36129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6" name="pt21746"/>
            <p:cNvSpPr/>
            <p:nvPr/>
          </p:nvSpPr>
          <p:spPr>
            <a:xfrm>
              <a:off x="5143950" y="35408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7" name="pt21747"/>
            <p:cNvSpPr/>
            <p:nvPr/>
          </p:nvSpPr>
          <p:spPr>
            <a:xfrm>
              <a:off x="5374199" y="35310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8" name="pt21748"/>
            <p:cNvSpPr/>
            <p:nvPr/>
          </p:nvSpPr>
          <p:spPr>
            <a:xfrm>
              <a:off x="5036000" y="35414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49" name="pt21749"/>
            <p:cNvSpPr/>
            <p:nvPr/>
          </p:nvSpPr>
          <p:spPr>
            <a:xfrm>
              <a:off x="5121777" y="36522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0" name="pt21750"/>
            <p:cNvSpPr/>
            <p:nvPr/>
          </p:nvSpPr>
          <p:spPr>
            <a:xfrm>
              <a:off x="5133230" y="34655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1" name="pt21751"/>
            <p:cNvSpPr/>
            <p:nvPr/>
          </p:nvSpPr>
          <p:spPr>
            <a:xfrm>
              <a:off x="5088516" y="3556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2" name="pt21752"/>
            <p:cNvSpPr/>
            <p:nvPr/>
          </p:nvSpPr>
          <p:spPr>
            <a:xfrm>
              <a:off x="5072163" y="35783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3" name="pt21753"/>
            <p:cNvSpPr/>
            <p:nvPr/>
          </p:nvSpPr>
          <p:spPr>
            <a:xfrm>
              <a:off x="4998681" y="35525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4" name="pt21754"/>
            <p:cNvSpPr/>
            <p:nvPr/>
          </p:nvSpPr>
          <p:spPr>
            <a:xfrm>
              <a:off x="5107284" y="35595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5" name="pt21755"/>
            <p:cNvSpPr/>
            <p:nvPr/>
          </p:nvSpPr>
          <p:spPr>
            <a:xfrm>
              <a:off x="5314206" y="35760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6" name="pt21756"/>
            <p:cNvSpPr/>
            <p:nvPr/>
          </p:nvSpPr>
          <p:spPr>
            <a:xfrm>
              <a:off x="5066177" y="3503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7" name="pt21757"/>
            <p:cNvSpPr/>
            <p:nvPr/>
          </p:nvSpPr>
          <p:spPr>
            <a:xfrm>
              <a:off x="5188369" y="35547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8" name="pt21758"/>
            <p:cNvSpPr/>
            <p:nvPr/>
          </p:nvSpPr>
          <p:spPr>
            <a:xfrm>
              <a:off x="5196011" y="35560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59" name="pt21759"/>
            <p:cNvSpPr/>
            <p:nvPr/>
          </p:nvSpPr>
          <p:spPr>
            <a:xfrm>
              <a:off x="5056763" y="35473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0" name="pt21760"/>
            <p:cNvSpPr/>
            <p:nvPr/>
          </p:nvSpPr>
          <p:spPr>
            <a:xfrm>
              <a:off x="5004072" y="35323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1" name="pt21761"/>
            <p:cNvSpPr/>
            <p:nvPr/>
          </p:nvSpPr>
          <p:spPr>
            <a:xfrm>
              <a:off x="5181932" y="35718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2" name="pt21762"/>
            <p:cNvSpPr/>
            <p:nvPr/>
          </p:nvSpPr>
          <p:spPr>
            <a:xfrm>
              <a:off x="5102154" y="3617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3" name="pt21763"/>
            <p:cNvSpPr/>
            <p:nvPr/>
          </p:nvSpPr>
          <p:spPr>
            <a:xfrm>
              <a:off x="5296402" y="35412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4" name="pt21764"/>
            <p:cNvSpPr/>
            <p:nvPr/>
          </p:nvSpPr>
          <p:spPr>
            <a:xfrm>
              <a:off x="5101543" y="35333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5" name="pt21765"/>
            <p:cNvSpPr/>
            <p:nvPr/>
          </p:nvSpPr>
          <p:spPr>
            <a:xfrm>
              <a:off x="5150088" y="3506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6" name="pt21766"/>
            <p:cNvSpPr/>
            <p:nvPr/>
          </p:nvSpPr>
          <p:spPr>
            <a:xfrm>
              <a:off x="5154850" y="3552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7" name="pt21767"/>
            <p:cNvSpPr/>
            <p:nvPr/>
          </p:nvSpPr>
          <p:spPr>
            <a:xfrm>
              <a:off x="5048437" y="34987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8" name="pt21768"/>
            <p:cNvSpPr/>
            <p:nvPr/>
          </p:nvSpPr>
          <p:spPr>
            <a:xfrm>
              <a:off x="5136739" y="34935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69" name="pt21769"/>
            <p:cNvSpPr/>
            <p:nvPr/>
          </p:nvSpPr>
          <p:spPr>
            <a:xfrm>
              <a:off x="5239076" y="3619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0" name="pt21770"/>
            <p:cNvSpPr/>
            <p:nvPr/>
          </p:nvSpPr>
          <p:spPr>
            <a:xfrm>
              <a:off x="4975363" y="35540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1" name="pt21771"/>
            <p:cNvSpPr/>
            <p:nvPr/>
          </p:nvSpPr>
          <p:spPr>
            <a:xfrm>
              <a:off x="5177967" y="35667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2" name="pt21772"/>
            <p:cNvSpPr/>
            <p:nvPr/>
          </p:nvSpPr>
          <p:spPr>
            <a:xfrm>
              <a:off x="5219165" y="35671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3" name="pt21773"/>
            <p:cNvSpPr/>
            <p:nvPr/>
          </p:nvSpPr>
          <p:spPr>
            <a:xfrm>
              <a:off x="5026328" y="35349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4" name="pt21774"/>
            <p:cNvSpPr/>
            <p:nvPr/>
          </p:nvSpPr>
          <p:spPr>
            <a:xfrm>
              <a:off x="5010867" y="35423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5" name="pt21775"/>
            <p:cNvSpPr/>
            <p:nvPr/>
          </p:nvSpPr>
          <p:spPr>
            <a:xfrm>
              <a:off x="4966845" y="3523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6" name="pt21776"/>
            <p:cNvSpPr/>
            <p:nvPr/>
          </p:nvSpPr>
          <p:spPr>
            <a:xfrm>
              <a:off x="4916892" y="35503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7" name="pt21777"/>
            <p:cNvSpPr/>
            <p:nvPr/>
          </p:nvSpPr>
          <p:spPr>
            <a:xfrm>
              <a:off x="5313344" y="3575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8" name="pt21778"/>
            <p:cNvSpPr/>
            <p:nvPr/>
          </p:nvSpPr>
          <p:spPr>
            <a:xfrm>
              <a:off x="5005773" y="35325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79" name="pt21779"/>
            <p:cNvSpPr/>
            <p:nvPr/>
          </p:nvSpPr>
          <p:spPr>
            <a:xfrm>
              <a:off x="4964024" y="3538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0" name="pt21780"/>
            <p:cNvSpPr/>
            <p:nvPr/>
          </p:nvSpPr>
          <p:spPr>
            <a:xfrm>
              <a:off x="5080128" y="35474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1" name="pt21781"/>
            <p:cNvSpPr/>
            <p:nvPr/>
          </p:nvSpPr>
          <p:spPr>
            <a:xfrm>
              <a:off x="5221343" y="35480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2" name="pt21782"/>
            <p:cNvSpPr/>
            <p:nvPr/>
          </p:nvSpPr>
          <p:spPr>
            <a:xfrm>
              <a:off x="5105121" y="35390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3" name="pt21783"/>
            <p:cNvSpPr/>
            <p:nvPr/>
          </p:nvSpPr>
          <p:spPr>
            <a:xfrm>
              <a:off x="5175954" y="39167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4" name="pt21784"/>
            <p:cNvSpPr/>
            <p:nvPr/>
          </p:nvSpPr>
          <p:spPr>
            <a:xfrm>
              <a:off x="5207663" y="35063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5" name="pt21785"/>
            <p:cNvSpPr/>
            <p:nvPr/>
          </p:nvSpPr>
          <p:spPr>
            <a:xfrm>
              <a:off x="5133029" y="35622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6" name="pt21786"/>
            <p:cNvSpPr/>
            <p:nvPr/>
          </p:nvSpPr>
          <p:spPr>
            <a:xfrm>
              <a:off x="5034445" y="35420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7" name="pt21787"/>
            <p:cNvSpPr/>
            <p:nvPr/>
          </p:nvSpPr>
          <p:spPr>
            <a:xfrm>
              <a:off x="5114041" y="35394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8" name="pt21788"/>
            <p:cNvSpPr/>
            <p:nvPr/>
          </p:nvSpPr>
          <p:spPr>
            <a:xfrm>
              <a:off x="5092259" y="35705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89" name="pt21789"/>
            <p:cNvSpPr/>
            <p:nvPr/>
          </p:nvSpPr>
          <p:spPr>
            <a:xfrm>
              <a:off x="5073883" y="3536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0" name="pt21790"/>
            <p:cNvSpPr/>
            <p:nvPr/>
          </p:nvSpPr>
          <p:spPr>
            <a:xfrm>
              <a:off x="5284831" y="3665635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91" name="pt21791"/>
            <p:cNvSpPr/>
            <p:nvPr/>
          </p:nvSpPr>
          <p:spPr>
            <a:xfrm>
              <a:off x="5067094" y="35398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2" name="pt21792"/>
            <p:cNvSpPr/>
            <p:nvPr/>
          </p:nvSpPr>
          <p:spPr>
            <a:xfrm>
              <a:off x="5214173" y="3534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3" name="pt21793"/>
            <p:cNvSpPr/>
            <p:nvPr/>
          </p:nvSpPr>
          <p:spPr>
            <a:xfrm>
              <a:off x="5139828" y="3554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4" name="pt21794"/>
            <p:cNvSpPr/>
            <p:nvPr/>
          </p:nvSpPr>
          <p:spPr>
            <a:xfrm>
              <a:off x="5126588" y="3467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5" name="pt21795"/>
            <p:cNvSpPr/>
            <p:nvPr/>
          </p:nvSpPr>
          <p:spPr>
            <a:xfrm>
              <a:off x="5132146" y="35602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6" name="pt21796"/>
            <p:cNvSpPr/>
            <p:nvPr/>
          </p:nvSpPr>
          <p:spPr>
            <a:xfrm>
              <a:off x="5047894" y="35273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7" name="pt21797"/>
            <p:cNvSpPr/>
            <p:nvPr/>
          </p:nvSpPr>
          <p:spPr>
            <a:xfrm>
              <a:off x="5212558" y="3573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8" name="pt21798"/>
            <p:cNvSpPr/>
            <p:nvPr/>
          </p:nvSpPr>
          <p:spPr>
            <a:xfrm>
              <a:off x="5215309" y="35518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799" name="pt21799"/>
            <p:cNvSpPr/>
            <p:nvPr/>
          </p:nvSpPr>
          <p:spPr>
            <a:xfrm>
              <a:off x="5232597" y="35227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0" name="pt21800"/>
            <p:cNvSpPr/>
            <p:nvPr/>
          </p:nvSpPr>
          <p:spPr>
            <a:xfrm>
              <a:off x="5148844" y="35431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1" name="pt21801"/>
            <p:cNvSpPr/>
            <p:nvPr/>
          </p:nvSpPr>
          <p:spPr>
            <a:xfrm>
              <a:off x="5116937" y="3518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2" name="pt21802"/>
            <p:cNvSpPr/>
            <p:nvPr/>
          </p:nvSpPr>
          <p:spPr>
            <a:xfrm>
              <a:off x="5181825" y="35637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3" name="pt21803"/>
            <p:cNvSpPr/>
            <p:nvPr/>
          </p:nvSpPr>
          <p:spPr>
            <a:xfrm>
              <a:off x="5384155" y="3163259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04" name="pt21804"/>
            <p:cNvSpPr/>
            <p:nvPr/>
          </p:nvSpPr>
          <p:spPr>
            <a:xfrm>
              <a:off x="5226684" y="35293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5" name="pt21805"/>
            <p:cNvSpPr/>
            <p:nvPr/>
          </p:nvSpPr>
          <p:spPr>
            <a:xfrm>
              <a:off x="5223422" y="3501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6" name="pt21806"/>
            <p:cNvSpPr/>
            <p:nvPr/>
          </p:nvSpPr>
          <p:spPr>
            <a:xfrm>
              <a:off x="5197762" y="3548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7" name="pt21807"/>
            <p:cNvSpPr/>
            <p:nvPr/>
          </p:nvSpPr>
          <p:spPr>
            <a:xfrm>
              <a:off x="5064419" y="35643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8" name="pt21808"/>
            <p:cNvSpPr/>
            <p:nvPr/>
          </p:nvSpPr>
          <p:spPr>
            <a:xfrm>
              <a:off x="5053955" y="35708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09" name="pt21809"/>
            <p:cNvSpPr/>
            <p:nvPr/>
          </p:nvSpPr>
          <p:spPr>
            <a:xfrm>
              <a:off x="5178105" y="35236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0" name="pt21810"/>
            <p:cNvSpPr/>
            <p:nvPr/>
          </p:nvSpPr>
          <p:spPr>
            <a:xfrm>
              <a:off x="5167142" y="35654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1" name="pt21811"/>
            <p:cNvSpPr/>
            <p:nvPr/>
          </p:nvSpPr>
          <p:spPr>
            <a:xfrm>
              <a:off x="5168364" y="35868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2" name="pt21812"/>
            <p:cNvSpPr/>
            <p:nvPr/>
          </p:nvSpPr>
          <p:spPr>
            <a:xfrm>
              <a:off x="4969006" y="3549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3" name="pt21813"/>
            <p:cNvSpPr/>
            <p:nvPr/>
          </p:nvSpPr>
          <p:spPr>
            <a:xfrm>
              <a:off x="4949308" y="3487387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14" name="pt21814"/>
            <p:cNvSpPr/>
            <p:nvPr/>
          </p:nvSpPr>
          <p:spPr>
            <a:xfrm>
              <a:off x="5543144" y="35460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5" name="pt21815"/>
            <p:cNvSpPr/>
            <p:nvPr/>
          </p:nvSpPr>
          <p:spPr>
            <a:xfrm>
              <a:off x="5149933" y="35531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6" name="pt21816"/>
            <p:cNvSpPr/>
            <p:nvPr/>
          </p:nvSpPr>
          <p:spPr>
            <a:xfrm>
              <a:off x="5161003" y="3567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7" name="pt21817"/>
            <p:cNvSpPr/>
            <p:nvPr/>
          </p:nvSpPr>
          <p:spPr>
            <a:xfrm>
              <a:off x="5238170" y="35590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8" name="pt21818"/>
            <p:cNvSpPr/>
            <p:nvPr/>
          </p:nvSpPr>
          <p:spPr>
            <a:xfrm>
              <a:off x="5121962" y="3582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19" name="pt21819"/>
            <p:cNvSpPr/>
            <p:nvPr/>
          </p:nvSpPr>
          <p:spPr>
            <a:xfrm>
              <a:off x="5300169" y="3543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0" name="pt21820"/>
            <p:cNvSpPr/>
            <p:nvPr/>
          </p:nvSpPr>
          <p:spPr>
            <a:xfrm>
              <a:off x="5158949" y="3563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1" name="pt21821"/>
            <p:cNvSpPr/>
            <p:nvPr/>
          </p:nvSpPr>
          <p:spPr>
            <a:xfrm>
              <a:off x="5376128" y="3536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2" name="pt21822"/>
            <p:cNvSpPr/>
            <p:nvPr/>
          </p:nvSpPr>
          <p:spPr>
            <a:xfrm>
              <a:off x="5325350" y="35441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3" name="pt21823"/>
            <p:cNvSpPr/>
            <p:nvPr/>
          </p:nvSpPr>
          <p:spPr>
            <a:xfrm>
              <a:off x="5065452" y="35515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4" name="pt21824"/>
            <p:cNvSpPr/>
            <p:nvPr/>
          </p:nvSpPr>
          <p:spPr>
            <a:xfrm>
              <a:off x="5152921" y="35148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5" name="pt21825"/>
            <p:cNvSpPr/>
            <p:nvPr/>
          </p:nvSpPr>
          <p:spPr>
            <a:xfrm>
              <a:off x="5292116" y="35699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6" name="pt21826"/>
            <p:cNvSpPr/>
            <p:nvPr/>
          </p:nvSpPr>
          <p:spPr>
            <a:xfrm>
              <a:off x="5232213" y="35990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7" name="pt21827"/>
            <p:cNvSpPr/>
            <p:nvPr/>
          </p:nvSpPr>
          <p:spPr>
            <a:xfrm>
              <a:off x="5056360" y="35640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8" name="pt21828"/>
            <p:cNvSpPr/>
            <p:nvPr/>
          </p:nvSpPr>
          <p:spPr>
            <a:xfrm>
              <a:off x="5151408" y="35538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29" name="pt21829"/>
            <p:cNvSpPr/>
            <p:nvPr/>
          </p:nvSpPr>
          <p:spPr>
            <a:xfrm>
              <a:off x="5064801" y="35333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0" name="pt21830"/>
            <p:cNvSpPr/>
            <p:nvPr/>
          </p:nvSpPr>
          <p:spPr>
            <a:xfrm>
              <a:off x="5364363" y="3608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1" name="pt21831"/>
            <p:cNvSpPr/>
            <p:nvPr/>
          </p:nvSpPr>
          <p:spPr>
            <a:xfrm>
              <a:off x="5321215" y="3677821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32" name="pt21832"/>
            <p:cNvSpPr/>
            <p:nvPr/>
          </p:nvSpPr>
          <p:spPr>
            <a:xfrm>
              <a:off x="5081860" y="35314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3" name="pt21833"/>
            <p:cNvSpPr/>
            <p:nvPr/>
          </p:nvSpPr>
          <p:spPr>
            <a:xfrm>
              <a:off x="5020973" y="35809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4" name="pt21834"/>
            <p:cNvSpPr/>
            <p:nvPr/>
          </p:nvSpPr>
          <p:spPr>
            <a:xfrm>
              <a:off x="5135826" y="35533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5" name="pt21835"/>
            <p:cNvSpPr/>
            <p:nvPr/>
          </p:nvSpPr>
          <p:spPr>
            <a:xfrm>
              <a:off x="5068655" y="35331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6" name="pt21836"/>
            <p:cNvSpPr/>
            <p:nvPr/>
          </p:nvSpPr>
          <p:spPr>
            <a:xfrm>
              <a:off x="5141060" y="35543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7" name="pt21837"/>
            <p:cNvSpPr/>
            <p:nvPr/>
          </p:nvSpPr>
          <p:spPr>
            <a:xfrm>
              <a:off x="5111072" y="35847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8" name="pt21838"/>
            <p:cNvSpPr/>
            <p:nvPr/>
          </p:nvSpPr>
          <p:spPr>
            <a:xfrm>
              <a:off x="4993048" y="3542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39" name="pt21839"/>
            <p:cNvSpPr/>
            <p:nvPr/>
          </p:nvSpPr>
          <p:spPr>
            <a:xfrm>
              <a:off x="5132532" y="35778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0" name="pt21840"/>
            <p:cNvSpPr/>
            <p:nvPr/>
          </p:nvSpPr>
          <p:spPr>
            <a:xfrm>
              <a:off x="5057796" y="3522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1" name="pt21841"/>
            <p:cNvSpPr/>
            <p:nvPr/>
          </p:nvSpPr>
          <p:spPr>
            <a:xfrm>
              <a:off x="5105270" y="35069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2" name="pt21842"/>
            <p:cNvSpPr/>
            <p:nvPr/>
          </p:nvSpPr>
          <p:spPr>
            <a:xfrm>
              <a:off x="5056385" y="3505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3" name="pt21843"/>
            <p:cNvSpPr/>
            <p:nvPr/>
          </p:nvSpPr>
          <p:spPr>
            <a:xfrm>
              <a:off x="5086935" y="3515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4" name="pt21844"/>
            <p:cNvSpPr/>
            <p:nvPr/>
          </p:nvSpPr>
          <p:spPr>
            <a:xfrm>
              <a:off x="5090200" y="35156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5" name="pt21845"/>
            <p:cNvSpPr/>
            <p:nvPr/>
          </p:nvSpPr>
          <p:spPr>
            <a:xfrm>
              <a:off x="5116659" y="35850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6" name="pt21846"/>
            <p:cNvSpPr/>
            <p:nvPr/>
          </p:nvSpPr>
          <p:spPr>
            <a:xfrm>
              <a:off x="5118798" y="3492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7" name="pt21847"/>
            <p:cNvSpPr/>
            <p:nvPr/>
          </p:nvSpPr>
          <p:spPr>
            <a:xfrm>
              <a:off x="5138502" y="35839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48" name="pt21848"/>
            <p:cNvSpPr/>
            <p:nvPr/>
          </p:nvSpPr>
          <p:spPr>
            <a:xfrm>
              <a:off x="4989600" y="3632317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49" name="pt21849"/>
            <p:cNvSpPr/>
            <p:nvPr/>
          </p:nvSpPr>
          <p:spPr>
            <a:xfrm>
              <a:off x="5243586" y="35765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0" name="pt21850"/>
            <p:cNvSpPr/>
            <p:nvPr/>
          </p:nvSpPr>
          <p:spPr>
            <a:xfrm>
              <a:off x="5249253" y="35784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1" name="pt21851"/>
            <p:cNvSpPr/>
            <p:nvPr/>
          </p:nvSpPr>
          <p:spPr>
            <a:xfrm>
              <a:off x="5061253" y="35417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2" name="pt21852"/>
            <p:cNvSpPr/>
            <p:nvPr/>
          </p:nvSpPr>
          <p:spPr>
            <a:xfrm>
              <a:off x="5079036" y="33732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3" name="pt21853"/>
            <p:cNvSpPr/>
            <p:nvPr/>
          </p:nvSpPr>
          <p:spPr>
            <a:xfrm>
              <a:off x="4996287" y="36100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4" name="pt21854"/>
            <p:cNvSpPr/>
            <p:nvPr/>
          </p:nvSpPr>
          <p:spPr>
            <a:xfrm>
              <a:off x="4948505" y="3557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5" name="pt21855"/>
            <p:cNvSpPr/>
            <p:nvPr/>
          </p:nvSpPr>
          <p:spPr>
            <a:xfrm>
              <a:off x="5024345" y="35554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6" name="pt21856"/>
            <p:cNvSpPr/>
            <p:nvPr/>
          </p:nvSpPr>
          <p:spPr>
            <a:xfrm>
              <a:off x="5090370" y="3516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7" name="pt21857"/>
            <p:cNvSpPr/>
            <p:nvPr/>
          </p:nvSpPr>
          <p:spPr>
            <a:xfrm>
              <a:off x="5048753" y="34367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8" name="pt21858"/>
            <p:cNvSpPr/>
            <p:nvPr/>
          </p:nvSpPr>
          <p:spPr>
            <a:xfrm>
              <a:off x="5279890" y="35742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59" name="pt21859"/>
            <p:cNvSpPr/>
            <p:nvPr/>
          </p:nvSpPr>
          <p:spPr>
            <a:xfrm>
              <a:off x="5253573" y="35436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0" name="pt21860"/>
            <p:cNvSpPr/>
            <p:nvPr/>
          </p:nvSpPr>
          <p:spPr>
            <a:xfrm>
              <a:off x="5010820" y="35200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1" name="pt21861"/>
            <p:cNvSpPr/>
            <p:nvPr/>
          </p:nvSpPr>
          <p:spPr>
            <a:xfrm>
              <a:off x="5151074" y="35723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2" name="pt21862"/>
            <p:cNvSpPr/>
            <p:nvPr/>
          </p:nvSpPr>
          <p:spPr>
            <a:xfrm>
              <a:off x="5180171" y="3501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3" name="pt21863"/>
            <p:cNvSpPr/>
            <p:nvPr/>
          </p:nvSpPr>
          <p:spPr>
            <a:xfrm>
              <a:off x="5292344" y="35615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4" name="pt21864"/>
            <p:cNvSpPr/>
            <p:nvPr/>
          </p:nvSpPr>
          <p:spPr>
            <a:xfrm>
              <a:off x="5099249" y="3561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5" name="pt21865"/>
            <p:cNvSpPr/>
            <p:nvPr/>
          </p:nvSpPr>
          <p:spPr>
            <a:xfrm>
              <a:off x="5025088" y="35432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6" name="pt21866"/>
            <p:cNvSpPr/>
            <p:nvPr/>
          </p:nvSpPr>
          <p:spPr>
            <a:xfrm>
              <a:off x="5235408" y="3576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7" name="pt21867"/>
            <p:cNvSpPr/>
            <p:nvPr/>
          </p:nvSpPr>
          <p:spPr>
            <a:xfrm>
              <a:off x="5098121" y="33953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8" name="pt21868"/>
            <p:cNvSpPr/>
            <p:nvPr/>
          </p:nvSpPr>
          <p:spPr>
            <a:xfrm>
              <a:off x="4918458" y="36026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69" name="pt21869"/>
            <p:cNvSpPr/>
            <p:nvPr/>
          </p:nvSpPr>
          <p:spPr>
            <a:xfrm>
              <a:off x="5167961" y="3593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0" name="pt21870"/>
            <p:cNvSpPr/>
            <p:nvPr/>
          </p:nvSpPr>
          <p:spPr>
            <a:xfrm>
              <a:off x="5060817" y="3576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1" name="pt21871"/>
            <p:cNvSpPr/>
            <p:nvPr/>
          </p:nvSpPr>
          <p:spPr>
            <a:xfrm>
              <a:off x="5349972" y="3545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2" name="pt21872"/>
            <p:cNvSpPr/>
            <p:nvPr/>
          </p:nvSpPr>
          <p:spPr>
            <a:xfrm>
              <a:off x="5100593" y="36430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3" name="pt21873"/>
            <p:cNvSpPr/>
            <p:nvPr/>
          </p:nvSpPr>
          <p:spPr>
            <a:xfrm>
              <a:off x="5222653" y="35567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4" name="pt21874"/>
            <p:cNvSpPr/>
            <p:nvPr/>
          </p:nvSpPr>
          <p:spPr>
            <a:xfrm>
              <a:off x="5190176" y="3573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5" name="pt21875"/>
            <p:cNvSpPr/>
            <p:nvPr/>
          </p:nvSpPr>
          <p:spPr>
            <a:xfrm>
              <a:off x="5117837" y="35386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6" name="pt21876"/>
            <p:cNvSpPr/>
            <p:nvPr/>
          </p:nvSpPr>
          <p:spPr>
            <a:xfrm>
              <a:off x="5270486" y="35785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7" name="pt21877"/>
            <p:cNvSpPr/>
            <p:nvPr/>
          </p:nvSpPr>
          <p:spPr>
            <a:xfrm>
              <a:off x="5061106" y="35387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8" name="pt21878"/>
            <p:cNvSpPr/>
            <p:nvPr/>
          </p:nvSpPr>
          <p:spPr>
            <a:xfrm>
              <a:off x="5076187" y="35282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79" name="pt21879"/>
            <p:cNvSpPr/>
            <p:nvPr/>
          </p:nvSpPr>
          <p:spPr>
            <a:xfrm>
              <a:off x="5197692" y="3569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0" name="pt21880"/>
            <p:cNvSpPr/>
            <p:nvPr/>
          </p:nvSpPr>
          <p:spPr>
            <a:xfrm>
              <a:off x="5402943" y="35404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1" name="pt21881"/>
            <p:cNvSpPr/>
            <p:nvPr/>
          </p:nvSpPr>
          <p:spPr>
            <a:xfrm>
              <a:off x="5107970" y="35517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2" name="pt21882"/>
            <p:cNvSpPr/>
            <p:nvPr/>
          </p:nvSpPr>
          <p:spPr>
            <a:xfrm>
              <a:off x="5134326" y="3569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3" name="pt21883"/>
            <p:cNvSpPr/>
            <p:nvPr/>
          </p:nvSpPr>
          <p:spPr>
            <a:xfrm>
              <a:off x="5229228" y="34842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4" name="pt21884"/>
            <p:cNvSpPr/>
            <p:nvPr/>
          </p:nvSpPr>
          <p:spPr>
            <a:xfrm>
              <a:off x="5137496" y="35444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5" name="pt21885"/>
            <p:cNvSpPr/>
            <p:nvPr/>
          </p:nvSpPr>
          <p:spPr>
            <a:xfrm>
              <a:off x="5091110" y="3562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6" name="pt21886"/>
            <p:cNvSpPr/>
            <p:nvPr/>
          </p:nvSpPr>
          <p:spPr>
            <a:xfrm>
              <a:off x="5204405" y="35542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7" name="pt21887"/>
            <p:cNvSpPr/>
            <p:nvPr/>
          </p:nvSpPr>
          <p:spPr>
            <a:xfrm>
              <a:off x="5132129" y="35425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8" name="pt21888"/>
            <p:cNvSpPr/>
            <p:nvPr/>
          </p:nvSpPr>
          <p:spPr>
            <a:xfrm>
              <a:off x="4934838" y="3552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89" name="pt21889"/>
            <p:cNvSpPr/>
            <p:nvPr/>
          </p:nvSpPr>
          <p:spPr>
            <a:xfrm>
              <a:off x="4967677" y="35711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0" name="pt21890"/>
            <p:cNvSpPr/>
            <p:nvPr/>
          </p:nvSpPr>
          <p:spPr>
            <a:xfrm>
              <a:off x="5114121" y="3797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1" name="pt21891"/>
            <p:cNvSpPr/>
            <p:nvPr/>
          </p:nvSpPr>
          <p:spPr>
            <a:xfrm>
              <a:off x="5193513" y="35226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2" name="pt21892"/>
            <p:cNvSpPr/>
            <p:nvPr/>
          </p:nvSpPr>
          <p:spPr>
            <a:xfrm>
              <a:off x="5117309" y="35829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3" name="pt21893"/>
            <p:cNvSpPr/>
            <p:nvPr/>
          </p:nvSpPr>
          <p:spPr>
            <a:xfrm>
              <a:off x="5186311" y="35668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4" name="pt21894"/>
            <p:cNvSpPr/>
            <p:nvPr/>
          </p:nvSpPr>
          <p:spPr>
            <a:xfrm>
              <a:off x="5260528" y="35554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5" name="pt21895"/>
            <p:cNvSpPr/>
            <p:nvPr/>
          </p:nvSpPr>
          <p:spPr>
            <a:xfrm>
              <a:off x="3569783" y="3542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6" name="pt21896"/>
            <p:cNvSpPr/>
            <p:nvPr/>
          </p:nvSpPr>
          <p:spPr>
            <a:xfrm>
              <a:off x="5042976" y="356572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7" name="pt21897"/>
            <p:cNvSpPr/>
            <p:nvPr/>
          </p:nvSpPr>
          <p:spPr>
            <a:xfrm>
              <a:off x="5114719" y="3559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8" name="pt21898"/>
            <p:cNvSpPr/>
            <p:nvPr/>
          </p:nvSpPr>
          <p:spPr>
            <a:xfrm>
              <a:off x="5069662" y="3559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899" name="pt21899"/>
            <p:cNvSpPr/>
            <p:nvPr/>
          </p:nvSpPr>
          <p:spPr>
            <a:xfrm>
              <a:off x="5175269" y="35267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0" name="pt21900"/>
            <p:cNvSpPr/>
            <p:nvPr/>
          </p:nvSpPr>
          <p:spPr>
            <a:xfrm>
              <a:off x="5129929" y="3657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1" name="pt21901"/>
            <p:cNvSpPr/>
            <p:nvPr/>
          </p:nvSpPr>
          <p:spPr>
            <a:xfrm>
              <a:off x="5084691" y="35252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2" name="pt21902"/>
            <p:cNvSpPr/>
            <p:nvPr/>
          </p:nvSpPr>
          <p:spPr>
            <a:xfrm>
              <a:off x="5072018" y="35831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3" name="pt21903"/>
            <p:cNvSpPr/>
            <p:nvPr/>
          </p:nvSpPr>
          <p:spPr>
            <a:xfrm>
              <a:off x="5121801" y="3560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4" name="pt21904"/>
            <p:cNvSpPr/>
            <p:nvPr/>
          </p:nvSpPr>
          <p:spPr>
            <a:xfrm>
              <a:off x="5096019" y="35334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5" name="pt21905"/>
            <p:cNvSpPr/>
            <p:nvPr/>
          </p:nvSpPr>
          <p:spPr>
            <a:xfrm>
              <a:off x="5085445" y="35145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6" name="pt21906"/>
            <p:cNvSpPr/>
            <p:nvPr/>
          </p:nvSpPr>
          <p:spPr>
            <a:xfrm>
              <a:off x="5103450" y="35169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7" name="pt21907"/>
            <p:cNvSpPr/>
            <p:nvPr/>
          </p:nvSpPr>
          <p:spPr>
            <a:xfrm>
              <a:off x="5300499" y="3261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8" name="pt21908"/>
            <p:cNvSpPr/>
            <p:nvPr/>
          </p:nvSpPr>
          <p:spPr>
            <a:xfrm>
              <a:off x="5013849" y="34580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09" name="pt21909"/>
            <p:cNvSpPr/>
            <p:nvPr/>
          </p:nvSpPr>
          <p:spPr>
            <a:xfrm>
              <a:off x="5150070" y="35430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0" name="pt21910"/>
            <p:cNvSpPr/>
            <p:nvPr/>
          </p:nvSpPr>
          <p:spPr>
            <a:xfrm>
              <a:off x="5069458" y="35343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1" name="pt21911"/>
            <p:cNvSpPr/>
            <p:nvPr/>
          </p:nvSpPr>
          <p:spPr>
            <a:xfrm>
              <a:off x="5040281" y="35085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2" name="pt21912"/>
            <p:cNvSpPr/>
            <p:nvPr/>
          </p:nvSpPr>
          <p:spPr>
            <a:xfrm>
              <a:off x="5009356" y="35628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3" name="pt21913"/>
            <p:cNvSpPr/>
            <p:nvPr/>
          </p:nvSpPr>
          <p:spPr>
            <a:xfrm>
              <a:off x="4964606" y="35111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4" name="pt21914"/>
            <p:cNvSpPr/>
            <p:nvPr/>
          </p:nvSpPr>
          <p:spPr>
            <a:xfrm>
              <a:off x="5054356" y="35874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5" name="pt21915"/>
            <p:cNvSpPr/>
            <p:nvPr/>
          </p:nvSpPr>
          <p:spPr>
            <a:xfrm>
              <a:off x="5071943" y="34481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6" name="pt21916"/>
            <p:cNvSpPr/>
            <p:nvPr/>
          </p:nvSpPr>
          <p:spPr>
            <a:xfrm>
              <a:off x="5213023" y="35573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7" name="pt21917"/>
            <p:cNvSpPr/>
            <p:nvPr/>
          </p:nvSpPr>
          <p:spPr>
            <a:xfrm>
              <a:off x="5185522" y="35488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8" name="pt21918"/>
            <p:cNvSpPr/>
            <p:nvPr/>
          </p:nvSpPr>
          <p:spPr>
            <a:xfrm>
              <a:off x="5138596" y="35229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19" name="pt21919"/>
            <p:cNvSpPr/>
            <p:nvPr/>
          </p:nvSpPr>
          <p:spPr>
            <a:xfrm>
              <a:off x="5262525" y="35666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0" name="pt21920"/>
            <p:cNvSpPr/>
            <p:nvPr/>
          </p:nvSpPr>
          <p:spPr>
            <a:xfrm>
              <a:off x="5188057" y="36108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1" name="pt21921"/>
            <p:cNvSpPr/>
            <p:nvPr/>
          </p:nvSpPr>
          <p:spPr>
            <a:xfrm>
              <a:off x="5229691" y="35581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2" name="pt21922"/>
            <p:cNvSpPr/>
            <p:nvPr/>
          </p:nvSpPr>
          <p:spPr>
            <a:xfrm>
              <a:off x="5012923" y="35573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3" name="pt21923"/>
            <p:cNvSpPr/>
            <p:nvPr/>
          </p:nvSpPr>
          <p:spPr>
            <a:xfrm>
              <a:off x="5201505" y="3565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4" name="pt21924"/>
            <p:cNvSpPr/>
            <p:nvPr/>
          </p:nvSpPr>
          <p:spPr>
            <a:xfrm>
              <a:off x="5136268" y="38738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5" name="pt21925"/>
            <p:cNvSpPr/>
            <p:nvPr/>
          </p:nvSpPr>
          <p:spPr>
            <a:xfrm>
              <a:off x="5132985" y="35472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6" name="pt21926"/>
            <p:cNvSpPr/>
            <p:nvPr/>
          </p:nvSpPr>
          <p:spPr>
            <a:xfrm>
              <a:off x="5132683" y="35375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7" name="pt21927"/>
            <p:cNvSpPr/>
            <p:nvPr/>
          </p:nvSpPr>
          <p:spPr>
            <a:xfrm>
              <a:off x="5056593" y="34422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8" name="pt21928"/>
            <p:cNvSpPr/>
            <p:nvPr/>
          </p:nvSpPr>
          <p:spPr>
            <a:xfrm>
              <a:off x="5253736" y="35443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29" name="pt21929"/>
            <p:cNvSpPr/>
            <p:nvPr/>
          </p:nvSpPr>
          <p:spPr>
            <a:xfrm>
              <a:off x="5139275" y="3548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0" name="pt21930"/>
            <p:cNvSpPr/>
            <p:nvPr/>
          </p:nvSpPr>
          <p:spPr>
            <a:xfrm>
              <a:off x="5123429" y="35282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1" name="pt21931"/>
            <p:cNvSpPr/>
            <p:nvPr/>
          </p:nvSpPr>
          <p:spPr>
            <a:xfrm>
              <a:off x="5072018" y="35177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2" name="pt21932"/>
            <p:cNvSpPr/>
            <p:nvPr/>
          </p:nvSpPr>
          <p:spPr>
            <a:xfrm>
              <a:off x="5179460" y="35647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3" name="pt21933"/>
            <p:cNvSpPr/>
            <p:nvPr/>
          </p:nvSpPr>
          <p:spPr>
            <a:xfrm>
              <a:off x="5258989" y="36014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4" name="pt21934"/>
            <p:cNvSpPr/>
            <p:nvPr/>
          </p:nvSpPr>
          <p:spPr>
            <a:xfrm>
              <a:off x="5115926" y="35239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5" name="pt21935"/>
            <p:cNvSpPr/>
            <p:nvPr/>
          </p:nvSpPr>
          <p:spPr>
            <a:xfrm>
              <a:off x="5266174" y="3559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6" name="pt21936"/>
            <p:cNvSpPr/>
            <p:nvPr/>
          </p:nvSpPr>
          <p:spPr>
            <a:xfrm>
              <a:off x="5179147" y="35449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7" name="pt21937"/>
            <p:cNvSpPr/>
            <p:nvPr/>
          </p:nvSpPr>
          <p:spPr>
            <a:xfrm>
              <a:off x="5132830" y="36052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8" name="pt21938"/>
            <p:cNvSpPr/>
            <p:nvPr/>
          </p:nvSpPr>
          <p:spPr>
            <a:xfrm>
              <a:off x="5020577" y="3545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39" name="pt21939"/>
            <p:cNvSpPr/>
            <p:nvPr/>
          </p:nvSpPr>
          <p:spPr>
            <a:xfrm>
              <a:off x="5057511" y="3507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0" name="pt21940"/>
            <p:cNvSpPr/>
            <p:nvPr/>
          </p:nvSpPr>
          <p:spPr>
            <a:xfrm>
              <a:off x="5288313" y="35899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1" name="pt21941"/>
            <p:cNvSpPr/>
            <p:nvPr/>
          </p:nvSpPr>
          <p:spPr>
            <a:xfrm>
              <a:off x="5112659" y="35080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2" name="pt21942"/>
            <p:cNvSpPr/>
            <p:nvPr/>
          </p:nvSpPr>
          <p:spPr>
            <a:xfrm>
              <a:off x="5250145" y="35470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3" name="pt21943"/>
            <p:cNvSpPr/>
            <p:nvPr/>
          </p:nvSpPr>
          <p:spPr>
            <a:xfrm>
              <a:off x="5273716" y="3555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4" name="pt21944"/>
            <p:cNvSpPr/>
            <p:nvPr/>
          </p:nvSpPr>
          <p:spPr>
            <a:xfrm>
              <a:off x="5234974" y="3560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5" name="pt21945"/>
            <p:cNvSpPr/>
            <p:nvPr/>
          </p:nvSpPr>
          <p:spPr>
            <a:xfrm>
              <a:off x="4956476" y="3552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6" name="pt21946"/>
            <p:cNvSpPr/>
            <p:nvPr/>
          </p:nvSpPr>
          <p:spPr>
            <a:xfrm>
              <a:off x="5092478" y="3555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7" name="pt21947"/>
            <p:cNvSpPr/>
            <p:nvPr/>
          </p:nvSpPr>
          <p:spPr>
            <a:xfrm>
              <a:off x="5186710" y="36580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8" name="pt21948"/>
            <p:cNvSpPr/>
            <p:nvPr/>
          </p:nvSpPr>
          <p:spPr>
            <a:xfrm>
              <a:off x="5029625" y="35616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49" name="pt21949"/>
            <p:cNvSpPr/>
            <p:nvPr/>
          </p:nvSpPr>
          <p:spPr>
            <a:xfrm>
              <a:off x="5114715" y="35225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0" name="pt21950"/>
            <p:cNvSpPr/>
            <p:nvPr/>
          </p:nvSpPr>
          <p:spPr>
            <a:xfrm>
              <a:off x="5175730" y="35217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1" name="pt21951"/>
            <p:cNvSpPr/>
            <p:nvPr/>
          </p:nvSpPr>
          <p:spPr>
            <a:xfrm>
              <a:off x="5087157" y="34692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2" name="pt21952"/>
            <p:cNvSpPr/>
            <p:nvPr/>
          </p:nvSpPr>
          <p:spPr>
            <a:xfrm>
              <a:off x="5139763" y="35861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3" name="pt21953"/>
            <p:cNvSpPr/>
            <p:nvPr/>
          </p:nvSpPr>
          <p:spPr>
            <a:xfrm>
              <a:off x="5139344" y="35573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4" name="pt21954"/>
            <p:cNvSpPr/>
            <p:nvPr/>
          </p:nvSpPr>
          <p:spPr>
            <a:xfrm>
              <a:off x="5190583" y="35474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5" name="pt21955"/>
            <p:cNvSpPr/>
            <p:nvPr/>
          </p:nvSpPr>
          <p:spPr>
            <a:xfrm>
              <a:off x="5320499" y="3546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6" name="pt21956"/>
            <p:cNvSpPr/>
            <p:nvPr/>
          </p:nvSpPr>
          <p:spPr>
            <a:xfrm>
              <a:off x="5145847" y="35091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7" name="pt21957"/>
            <p:cNvSpPr/>
            <p:nvPr/>
          </p:nvSpPr>
          <p:spPr>
            <a:xfrm>
              <a:off x="5359262" y="36156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8" name="pt21958"/>
            <p:cNvSpPr/>
            <p:nvPr/>
          </p:nvSpPr>
          <p:spPr>
            <a:xfrm>
              <a:off x="5053214" y="35616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59" name="pt21959"/>
            <p:cNvSpPr/>
            <p:nvPr/>
          </p:nvSpPr>
          <p:spPr>
            <a:xfrm>
              <a:off x="5179416" y="36117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0" name="pt21960"/>
            <p:cNvSpPr/>
            <p:nvPr/>
          </p:nvSpPr>
          <p:spPr>
            <a:xfrm>
              <a:off x="5187361" y="35302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1" name="pt21961"/>
            <p:cNvSpPr/>
            <p:nvPr/>
          </p:nvSpPr>
          <p:spPr>
            <a:xfrm>
              <a:off x="5026242" y="34990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2" name="pt21962"/>
            <p:cNvSpPr/>
            <p:nvPr/>
          </p:nvSpPr>
          <p:spPr>
            <a:xfrm>
              <a:off x="5055223" y="35468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3" name="pt21963"/>
            <p:cNvSpPr/>
            <p:nvPr/>
          </p:nvSpPr>
          <p:spPr>
            <a:xfrm>
              <a:off x="5088198" y="3573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4" name="pt21964"/>
            <p:cNvSpPr/>
            <p:nvPr/>
          </p:nvSpPr>
          <p:spPr>
            <a:xfrm>
              <a:off x="5120169" y="35864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5" name="pt21965"/>
            <p:cNvSpPr/>
            <p:nvPr/>
          </p:nvSpPr>
          <p:spPr>
            <a:xfrm>
              <a:off x="5015380" y="35589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6" name="pt21966"/>
            <p:cNvSpPr/>
            <p:nvPr/>
          </p:nvSpPr>
          <p:spPr>
            <a:xfrm>
              <a:off x="5155412" y="35523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7" name="pt21967"/>
            <p:cNvSpPr/>
            <p:nvPr/>
          </p:nvSpPr>
          <p:spPr>
            <a:xfrm>
              <a:off x="5071807" y="35506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8" name="pt21968"/>
            <p:cNvSpPr/>
            <p:nvPr/>
          </p:nvSpPr>
          <p:spPr>
            <a:xfrm>
              <a:off x="5024225" y="35524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69" name="pt21969"/>
            <p:cNvSpPr/>
            <p:nvPr/>
          </p:nvSpPr>
          <p:spPr>
            <a:xfrm>
              <a:off x="5061714" y="35399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0" name="pt21970"/>
            <p:cNvSpPr/>
            <p:nvPr/>
          </p:nvSpPr>
          <p:spPr>
            <a:xfrm>
              <a:off x="4997829" y="35660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1" name="pt21971"/>
            <p:cNvSpPr/>
            <p:nvPr/>
          </p:nvSpPr>
          <p:spPr>
            <a:xfrm>
              <a:off x="5063224" y="357029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2" name="pt21972"/>
            <p:cNvSpPr/>
            <p:nvPr/>
          </p:nvSpPr>
          <p:spPr>
            <a:xfrm>
              <a:off x="5120128" y="35675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3" name="pt21973"/>
            <p:cNvSpPr/>
            <p:nvPr/>
          </p:nvSpPr>
          <p:spPr>
            <a:xfrm>
              <a:off x="5108332" y="35144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4" name="pt21974"/>
            <p:cNvSpPr/>
            <p:nvPr/>
          </p:nvSpPr>
          <p:spPr>
            <a:xfrm>
              <a:off x="5044115" y="35598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5" name="pt21975"/>
            <p:cNvSpPr/>
            <p:nvPr/>
          </p:nvSpPr>
          <p:spPr>
            <a:xfrm>
              <a:off x="5127626" y="3559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6" name="pt21976"/>
            <p:cNvSpPr/>
            <p:nvPr/>
          </p:nvSpPr>
          <p:spPr>
            <a:xfrm>
              <a:off x="5054056" y="35356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7" name="pt21977"/>
            <p:cNvSpPr/>
            <p:nvPr/>
          </p:nvSpPr>
          <p:spPr>
            <a:xfrm>
              <a:off x="5249689" y="3545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8" name="pt21978"/>
            <p:cNvSpPr/>
            <p:nvPr/>
          </p:nvSpPr>
          <p:spPr>
            <a:xfrm>
              <a:off x="5346545" y="35886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79" name="pt21979"/>
            <p:cNvSpPr/>
            <p:nvPr/>
          </p:nvSpPr>
          <p:spPr>
            <a:xfrm>
              <a:off x="5236533" y="35370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0" name="pt21980"/>
            <p:cNvSpPr/>
            <p:nvPr/>
          </p:nvSpPr>
          <p:spPr>
            <a:xfrm>
              <a:off x="5082219" y="3547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1" name="pt21981"/>
            <p:cNvSpPr/>
            <p:nvPr/>
          </p:nvSpPr>
          <p:spPr>
            <a:xfrm>
              <a:off x="5126218" y="35485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2" name="pt21982"/>
            <p:cNvSpPr/>
            <p:nvPr/>
          </p:nvSpPr>
          <p:spPr>
            <a:xfrm>
              <a:off x="5227238" y="3532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3" name="pt21983"/>
            <p:cNvSpPr/>
            <p:nvPr/>
          </p:nvSpPr>
          <p:spPr>
            <a:xfrm>
              <a:off x="5040865" y="3500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4" name="pt21984"/>
            <p:cNvSpPr/>
            <p:nvPr/>
          </p:nvSpPr>
          <p:spPr>
            <a:xfrm>
              <a:off x="5210347" y="3564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5" name="pt21985"/>
            <p:cNvSpPr/>
            <p:nvPr/>
          </p:nvSpPr>
          <p:spPr>
            <a:xfrm>
              <a:off x="5146145" y="35614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6" name="pt21986"/>
            <p:cNvSpPr/>
            <p:nvPr/>
          </p:nvSpPr>
          <p:spPr>
            <a:xfrm>
              <a:off x="4999297" y="35453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7" name="pt21987"/>
            <p:cNvSpPr/>
            <p:nvPr/>
          </p:nvSpPr>
          <p:spPr>
            <a:xfrm>
              <a:off x="5114964" y="35521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8" name="pt21988"/>
            <p:cNvSpPr/>
            <p:nvPr/>
          </p:nvSpPr>
          <p:spPr>
            <a:xfrm>
              <a:off x="5139755" y="35109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89" name="pt21989"/>
            <p:cNvSpPr/>
            <p:nvPr/>
          </p:nvSpPr>
          <p:spPr>
            <a:xfrm>
              <a:off x="5133517" y="35315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0" name="pt21990"/>
            <p:cNvSpPr/>
            <p:nvPr/>
          </p:nvSpPr>
          <p:spPr>
            <a:xfrm>
              <a:off x="5150998" y="34717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1" name="pt21991"/>
            <p:cNvSpPr/>
            <p:nvPr/>
          </p:nvSpPr>
          <p:spPr>
            <a:xfrm>
              <a:off x="5123576" y="35617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2" name="pt21992"/>
            <p:cNvSpPr/>
            <p:nvPr/>
          </p:nvSpPr>
          <p:spPr>
            <a:xfrm>
              <a:off x="5141738" y="3565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3" name="pt21993"/>
            <p:cNvSpPr/>
            <p:nvPr/>
          </p:nvSpPr>
          <p:spPr>
            <a:xfrm>
              <a:off x="5161398" y="35071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4" name="pt21994"/>
            <p:cNvSpPr/>
            <p:nvPr/>
          </p:nvSpPr>
          <p:spPr>
            <a:xfrm>
              <a:off x="5313067" y="35484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5" name="pt21995"/>
            <p:cNvSpPr/>
            <p:nvPr/>
          </p:nvSpPr>
          <p:spPr>
            <a:xfrm>
              <a:off x="5221069" y="35425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6" name="pt21996"/>
            <p:cNvSpPr/>
            <p:nvPr/>
          </p:nvSpPr>
          <p:spPr>
            <a:xfrm>
              <a:off x="5122839" y="35613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7" name="pt21997"/>
            <p:cNvSpPr/>
            <p:nvPr/>
          </p:nvSpPr>
          <p:spPr>
            <a:xfrm>
              <a:off x="4929574" y="35351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8" name="pt21998"/>
            <p:cNvSpPr/>
            <p:nvPr/>
          </p:nvSpPr>
          <p:spPr>
            <a:xfrm>
              <a:off x="5044555" y="3539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1999" name="pt21999"/>
            <p:cNvSpPr/>
            <p:nvPr/>
          </p:nvSpPr>
          <p:spPr>
            <a:xfrm>
              <a:off x="5072576" y="35470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0" name="pt22000"/>
            <p:cNvSpPr/>
            <p:nvPr/>
          </p:nvSpPr>
          <p:spPr>
            <a:xfrm>
              <a:off x="5032797" y="3539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1" name="pt22001"/>
            <p:cNvSpPr/>
            <p:nvPr/>
          </p:nvSpPr>
          <p:spPr>
            <a:xfrm>
              <a:off x="4950542" y="35787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2" name="pt22002"/>
            <p:cNvSpPr/>
            <p:nvPr/>
          </p:nvSpPr>
          <p:spPr>
            <a:xfrm>
              <a:off x="5073085" y="35545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3" name="pt22003"/>
            <p:cNvSpPr/>
            <p:nvPr/>
          </p:nvSpPr>
          <p:spPr>
            <a:xfrm>
              <a:off x="5014379" y="35530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4" name="pt22004"/>
            <p:cNvSpPr/>
            <p:nvPr/>
          </p:nvSpPr>
          <p:spPr>
            <a:xfrm>
              <a:off x="5118364" y="35504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5" name="pt22005"/>
            <p:cNvSpPr/>
            <p:nvPr/>
          </p:nvSpPr>
          <p:spPr>
            <a:xfrm>
              <a:off x="5207480" y="35505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6" name="pt22006"/>
            <p:cNvSpPr/>
            <p:nvPr/>
          </p:nvSpPr>
          <p:spPr>
            <a:xfrm>
              <a:off x="5134772" y="35593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7" name="pt22007"/>
            <p:cNvSpPr/>
            <p:nvPr/>
          </p:nvSpPr>
          <p:spPr>
            <a:xfrm>
              <a:off x="6008497" y="36176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8" name="pt22008"/>
            <p:cNvSpPr/>
            <p:nvPr/>
          </p:nvSpPr>
          <p:spPr>
            <a:xfrm>
              <a:off x="5007622" y="3555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09" name="pt22009"/>
            <p:cNvSpPr/>
            <p:nvPr/>
          </p:nvSpPr>
          <p:spPr>
            <a:xfrm>
              <a:off x="5085402" y="35323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0" name="pt22010"/>
            <p:cNvSpPr/>
            <p:nvPr/>
          </p:nvSpPr>
          <p:spPr>
            <a:xfrm>
              <a:off x="5057557" y="35293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1" name="pt22011"/>
            <p:cNvSpPr/>
            <p:nvPr/>
          </p:nvSpPr>
          <p:spPr>
            <a:xfrm>
              <a:off x="5092860" y="35719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2" name="pt22012"/>
            <p:cNvSpPr/>
            <p:nvPr/>
          </p:nvSpPr>
          <p:spPr>
            <a:xfrm>
              <a:off x="5103363" y="35557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3" name="pt22013"/>
            <p:cNvSpPr/>
            <p:nvPr/>
          </p:nvSpPr>
          <p:spPr>
            <a:xfrm>
              <a:off x="5121947" y="3541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4" name="pt22014"/>
            <p:cNvSpPr/>
            <p:nvPr/>
          </p:nvSpPr>
          <p:spPr>
            <a:xfrm>
              <a:off x="5217873" y="31061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5" name="pt22015"/>
            <p:cNvSpPr/>
            <p:nvPr/>
          </p:nvSpPr>
          <p:spPr>
            <a:xfrm>
              <a:off x="5056344" y="35455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6" name="pt22016"/>
            <p:cNvSpPr/>
            <p:nvPr/>
          </p:nvSpPr>
          <p:spPr>
            <a:xfrm>
              <a:off x="5048268" y="35351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7" name="pt22017"/>
            <p:cNvSpPr/>
            <p:nvPr/>
          </p:nvSpPr>
          <p:spPr>
            <a:xfrm>
              <a:off x="4974990" y="35605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8" name="pt22018"/>
            <p:cNvSpPr/>
            <p:nvPr/>
          </p:nvSpPr>
          <p:spPr>
            <a:xfrm>
              <a:off x="5056258" y="3506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19" name="pt22019"/>
            <p:cNvSpPr/>
            <p:nvPr/>
          </p:nvSpPr>
          <p:spPr>
            <a:xfrm>
              <a:off x="5151446" y="3546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0" name="pt22020"/>
            <p:cNvSpPr/>
            <p:nvPr/>
          </p:nvSpPr>
          <p:spPr>
            <a:xfrm>
              <a:off x="5130334" y="35544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1" name="pt22021"/>
            <p:cNvSpPr/>
            <p:nvPr/>
          </p:nvSpPr>
          <p:spPr>
            <a:xfrm>
              <a:off x="5050764" y="35529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2" name="pt22022"/>
            <p:cNvSpPr/>
            <p:nvPr/>
          </p:nvSpPr>
          <p:spPr>
            <a:xfrm>
              <a:off x="5092095" y="35368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3" name="pt22023"/>
            <p:cNvSpPr/>
            <p:nvPr/>
          </p:nvSpPr>
          <p:spPr>
            <a:xfrm>
              <a:off x="5184441" y="35679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4" name="pt22024"/>
            <p:cNvSpPr/>
            <p:nvPr/>
          </p:nvSpPr>
          <p:spPr>
            <a:xfrm>
              <a:off x="5152651" y="35942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5" name="pt22025"/>
            <p:cNvSpPr/>
            <p:nvPr/>
          </p:nvSpPr>
          <p:spPr>
            <a:xfrm>
              <a:off x="5187518" y="35631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6" name="pt22026"/>
            <p:cNvSpPr/>
            <p:nvPr/>
          </p:nvSpPr>
          <p:spPr>
            <a:xfrm>
              <a:off x="5132655" y="3539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7" name="pt22027"/>
            <p:cNvSpPr/>
            <p:nvPr/>
          </p:nvSpPr>
          <p:spPr>
            <a:xfrm>
              <a:off x="5142126" y="35587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8" name="pt22028"/>
            <p:cNvSpPr/>
            <p:nvPr/>
          </p:nvSpPr>
          <p:spPr>
            <a:xfrm>
              <a:off x="5149838" y="35640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29" name="pt22029"/>
            <p:cNvSpPr/>
            <p:nvPr/>
          </p:nvSpPr>
          <p:spPr>
            <a:xfrm>
              <a:off x="5036326" y="35377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0" name="pt22030"/>
            <p:cNvSpPr/>
            <p:nvPr/>
          </p:nvSpPr>
          <p:spPr>
            <a:xfrm>
              <a:off x="5287359" y="35608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1" name="pt22031"/>
            <p:cNvSpPr/>
            <p:nvPr/>
          </p:nvSpPr>
          <p:spPr>
            <a:xfrm>
              <a:off x="5117583" y="35216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2" name="pt22032"/>
            <p:cNvSpPr/>
            <p:nvPr/>
          </p:nvSpPr>
          <p:spPr>
            <a:xfrm>
              <a:off x="5263150" y="355442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3" name="pt22033"/>
            <p:cNvSpPr/>
            <p:nvPr/>
          </p:nvSpPr>
          <p:spPr>
            <a:xfrm>
              <a:off x="5146219" y="35688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4" name="pt22034"/>
            <p:cNvSpPr/>
            <p:nvPr/>
          </p:nvSpPr>
          <p:spPr>
            <a:xfrm>
              <a:off x="5138207" y="35370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5" name="pt22035"/>
            <p:cNvSpPr/>
            <p:nvPr/>
          </p:nvSpPr>
          <p:spPr>
            <a:xfrm>
              <a:off x="5096980" y="35596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6" name="pt22036"/>
            <p:cNvSpPr/>
            <p:nvPr/>
          </p:nvSpPr>
          <p:spPr>
            <a:xfrm>
              <a:off x="5182076" y="35925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7" name="pt22037"/>
            <p:cNvSpPr/>
            <p:nvPr/>
          </p:nvSpPr>
          <p:spPr>
            <a:xfrm>
              <a:off x="5113792" y="35542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8" name="pt22038"/>
            <p:cNvSpPr/>
            <p:nvPr/>
          </p:nvSpPr>
          <p:spPr>
            <a:xfrm>
              <a:off x="5192651" y="3546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39" name="pt22039"/>
            <p:cNvSpPr/>
            <p:nvPr/>
          </p:nvSpPr>
          <p:spPr>
            <a:xfrm>
              <a:off x="5054354" y="355914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0" name="pt22040"/>
            <p:cNvSpPr/>
            <p:nvPr/>
          </p:nvSpPr>
          <p:spPr>
            <a:xfrm>
              <a:off x="5388511" y="3563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1" name="pt22041"/>
            <p:cNvSpPr/>
            <p:nvPr/>
          </p:nvSpPr>
          <p:spPr>
            <a:xfrm>
              <a:off x="5067693" y="3523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2" name="pt22042"/>
            <p:cNvSpPr/>
            <p:nvPr/>
          </p:nvSpPr>
          <p:spPr>
            <a:xfrm>
              <a:off x="5272326" y="35979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3" name="pt22043"/>
            <p:cNvSpPr/>
            <p:nvPr/>
          </p:nvSpPr>
          <p:spPr>
            <a:xfrm>
              <a:off x="5096559" y="35611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4" name="pt22044"/>
            <p:cNvSpPr/>
            <p:nvPr/>
          </p:nvSpPr>
          <p:spPr>
            <a:xfrm>
              <a:off x="5094711" y="35441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5" name="pt22045"/>
            <p:cNvSpPr/>
            <p:nvPr/>
          </p:nvSpPr>
          <p:spPr>
            <a:xfrm>
              <a:off x="5153114" y="35379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6" name="pt22046"/>
            <p:cNvSpPr/>
            <p:nvPr/>
          </p:nvSpPr>
          <p:spPr>
            <a:xfrm>
              <a:off x="5045158" y="3455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7" name="pt22047"/>
            <p:cNvSpPr/>
            <p:nvPr/>
          </p:nvSpPr>
          <p:spPr>
            <a:xfrm>
              <a:off x="5094249" y="33530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8" name="pt22048"/>
            <p:cNvSpPr/>
            <p:nvPr/>
          </p:nvSpPr>
          <p:spPr>
            <a:xfrm>
              <a:off x="5057818" y="3564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49" name="pt22049"/>
            <p:cNvSpPr/>
            <p:nvPr/>
          </p:nvSpPr>
          <p:spPr>
            <a:xfrm>
              <a:off x="5186237" y="35700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0" name="pt22050"/>
            <p:cNvSpPr/>
            <p:nvPr/>
          </p:nvSpPr>
          <p:spPr>
            <a:xfrm>
              <a:off x="5117909" y="35489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1" name="pt22051"/>
            <p:cNvSpPr/>
            <p:nvPr/>
          </p:nvSpPr>
          <p:spPr>
            <a:xfrm>
              <a:off x="5117961" y="35632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2" name="pt22052"/>
            <p:cNvSpPr/>
            <p:nvPr/>
          </p:nvSpPr>
          <p:spPr>
            <a:xfrm>
              <a:off x="5151720" y="355187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3" name="pt22053"/>
            <p:cNvSpPr/>
            <p:nvPr/>
          </p:nvSpPr>
          <p:spPr>
            <a:xfrm>
              <a:off x="5094749" y="34592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4" name="pt22054"/>
            <p:cNvSpPr/>
            <p:nvPr/>
          </p:nvSpPr>
          <p:spPr>
            <a:xfrm>
              <a:off x="5125566" y="35422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5" name="pt22055"/>
            <p:cNvSpPr/>
            <p:nvPr/>
          </p:nvSpPr>
          <p:spPr>
            <a:xfrm>
              <a:off x="5126695" y="35891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6" name="pt22056"/>
            <p:cNvSpPr/>
            <p:nvPr/>
          </p:nvSpPr>
          <p:spPr>
            <a:xfrm>
              <a:off x="5062641" y="35507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7" name="pt22057"/>
            <p:cNvSpPr/>
            <p:nvPr/>
          </p:nvSpPr>
          <p:spPr>
            <a:xfrm>
              <a:off x="5140104" y="35478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8" name="pt22058"/>
            <p:cNvSpPr/>
            <p:nvPr/>
          </p:nvSpPr>
          <p:spPr>
            <a:xfrm>
              <a:off x="5178418" y="3564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59" name="pt22059"/>
            <p:cNvSpPr/>
            <p:nvPr/>
          </p:nvSpPr>
          <p:spPr>
            <a:xfrm>
              <a:off x="5112807" y="35287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0" name="pt22060"/>
            <p:cNvSpPr/>
            <p:nvPr/>
          </p:nvSpPr>
          <p:spPr>
            <a:xfrm>
              <a:off x="5041452" y="35469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1" name="pt22061"/>
            <p:cNvSpPr/>
            <p:nvPr/>
          </p:nvSpPr>
          <p:spPr>
            <a:xfrm>
              <a:off x="5108335" y="35318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2" name="pt22062"/>
            <p:cNvSpPr/>
            <p:nvPr/>
          </p:nvSpPr>
          <p:spPr>
            <a:xfrm>
              <a:off x="5222258" y="35017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3" name="pt22063"/>
            <p:cNvSpPr/>
            <p:nvPr/>
          </p:nvSpPr>
          <p:spPr>
            <a:xfrm>
              <a:off x="5078849" y="3515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4" name="pt22064"/>
            <p:cNvSpPr/>
            <p:nvPr/>
          </p:nvSpPr>
          <p:spPr>
            <a:xfrm>
              <a:off x="5128319" y="35649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5" name="pt22065"/>
            <p:cNvSpPr/>
            <p:nvPr/>
          </p:nvSpPr>
          <p:spPr>
            <a:xfrm>
              <a:off x="5175508" y="35458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6" name="pt22066"/>
            <p:cNvSpPr/>
            <p:nvPr/>
          </p:nvSpPr>
          <p:spPr>
            <a:xfrm>
              <a:off x="5146948" y="35618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7" name="pt22067"/>
            <p:cNvSpPr/>
            <p:nvPr/>
          </p:nvSpPr>
          <p:spPr>
            <a:xfrm>
              <a:off x="5136906" y="3551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8" name="pt22068"/>
            <p:cNvSpPr/>
            <p:nvPr/>
          </p:nvSpPr>
          <p:spPr>
            <a:xfrm>
              <a:off x="5113166" y="35698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69" name="pt22069"/>
            <p:cNvSpPr/>
            <p:nvPr/>
          </p:nvSpPr>
          <p:spPr>
            <a:xfrm>
              <a:off x="5062479" y="35380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0" name="pt22070"/>
            <p:cNvSpPr/>
            <p:nvPr/>
          </p:nvSpPr>
          <p:spPr>
            <a:xfrm>
              <a:off x="5185171" y="35483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1" name="pt22071"/>
            <p:cNvSpPr/>
            <p:nvPr/>
          </p:nvSpPr>
          <p:spPr>
            <a:xfrm>
              <a:off x="5269496" y="35334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2" name="pt22072"/>
            <p:cNvSpPr/>
            <p:nvPr/>
          </p:nvSpPr>
          <p:spPr>
            <a:xfrm>
              <a:off x="5157617" y="35578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3" name="pt22073"/>
            <p:cNvSpPr/>
            <p:nvPr/>
          </p:nvSpPr>
          <p:spPr>
            <a:xfrm>
              <a:off x="5173495" y="35128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4" name="pt22074"/>
            <p:cNvSpPr/>
            <p:nvPr/>
          </p:nvSpPr>
          <p:spPr>
            <a:xfrm>
              <a:off x="5119310" y="35318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5" name="pt22075"/>
            <p:cNvSpPr/>
            <p:nvPr/>
          </p:nvSpPr>
          <p:spPr>
            <a:xfrm>
              <a:off x="5159824" y="35699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6" name="pt22076"/>
            <p:cNvSpPr/>
            <p:nvPr/>
          </p:nvSpPr>
          <p:spPr>
            <a:xfrm>
              <a:off x="5357138" y="35474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7" name="pt22077"/>
            <p:cNvSpPr/>
            <p:nvPr/>
          </p:nvSpPr>
          <p:spPr>
            <a:xfrm>
              <a:off x="5090615" y="35369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8" name="pt22078"/>
            <p:cNvSpPr/>
            <p:nvPr/>
          </p:nvSpPr>
          <p:spPr>
            <a:xfrm>
              <a:off x="5034856" y="36258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79" name="pt22079"/>
            <p:cNvSpPr/>
            <p:nvPr/>
          </p:nvSpPr>
          <p:spPr>
            <a:xfrm>
              <a:off x="5168902" y="35454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0" name="pt22080"/>
            <p:cNvSpPr/>
            <p:nvPr/>
          </p:nvSpPr>
          <p:spPr>
            <a:xfrm>
              <a:off x="5063846" y="35607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1" name="pt22081"/>
            <p:cNvSpPr/>
            <p:nvPr/>
          </p:nvSpPr>
          <p:spPr>
            <a:xfrm>
              <a:off x="5133107" y="35666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2" name="pt22082"/>
            <p:cNvSpPr/>
            <p:nvPr/>
          </p:nvSpPr>
          <p:spPr>
            <a:xfrm>
              <a:off x="5249030" y="35450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3" name="pt22083"/>
            <p:cNvSpPr/>
            <p:nvPr/>
          </p:nvSpPr>
          <p:spPr>
            <a:xfrm>
              <a:off x="5245465" y="35484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4" name="pt22084"/>
            <p:cNvSpPr/>
            <p:nvPr/>
          </p:nvSpPr>
          <p:spPr>
            <a:xfrm>
              <a:off x="5060692" y="35592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5" name="pt22085"/>
            <p:cNvSpPr/>
            <p:nvPr/>
          </p:nvSpPr>
          <p:spPr>
            <a:xfrm>
              <a:off x="5174462" y="35866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6" name="pt22086"/>
            <p:cNvSpPr/>
            <p:nvPr/>
          </p:nvSpPr>
          <p:spPr>
            <a:xfrm>
              <a:off x="5304225" y="35515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7" name="pt22087"/>
            <p:cNvSpPr/>
            <p:nvPr/>
          </p:nvSpPr>
          <p:spPr>
            <a:xfrm>
              <a:off x="5234376" y="35936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8" name="pt22088"/>
            <p:cNvSpPr/>
            <p:nvPr/>
          </p:nvSpPr>
          <p:spPr>
            <a:xfrm>
              <a:off x="5078642" y="35489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89" name="pt22089"/>
            <p:cNvSpPr/>
            <p:nvPr/>
          </p:nvSpPr>
          <p:spPr>
            <a:xfrm>
              <a:off x="5111425" y="35628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0" name="pt22090"/>
            <p:cNvSpPr/>
            <p:nvPr/>
          </p:nvSpPr>
          <p:spPr>
            <a:xfrm>
              <a:off x="5173112" y="35471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1" name="pt22091"/>
            <p:cNvSpPr/>
            <p:nvPr/>
          </p:nvSpPr>
          <p:spPr>
            <a:xfrm>
              <a:off x="5145060" y="3563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2" name="pt22092"/>
            <p:cNvSpPr/>
            <p:nvPr/>
          </p:nvSpPr>
          <p:spPr>
            <a:xfrm>
              <a:off x="5051356" y="35522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3" name="pt22093"/>
            <p:cNvSpPr/>
            <p:nvPr/>
          </p:nvSpPr>
          <p:spPr>
            <a:xfrm>
              <a:off x="5170442" y="3487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4" name="pt22094"/>
            <p:cNvSpPr/>
            <p:nvPr/>
          </p:nvSpPr>
          <p:spPr>
            <a:xfrm>
              <a:off x="5179386" y="35726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5" name="pt22095"/>
            <p:cNvSpPr/>
            <p:nvPr/>
          </p:nvSpPr>
          <p:spPr>
            <a:xfrm>
              <a:off x="4996924" y="355117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6" name="pt22096"/>
            <p:cNvSpPr/>
            <p:nvPr/>
          </p:nvSpPr>
          <p:spPr>
            <a:xfrm>
              <a:off x="5169459" y="35562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7" name="pt22097"/>
            <p:cNvSpPr/>
            <p:nvPr/>
          </p:nvSpPr>
          <p:spPr>
            <a:xfrm>
              <a:off x="5180713" y="3609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8" name="pt22098"/>
            <p:cNvSpPr/>
            <p:nvPr/>
          </p:nvSpPr>
          <p:spPr>
            <a:xfrm>
              <a:off x="5150000" y="34491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099" name="pt22099"/>
            <p:cNvSpPr/>
            <p:nvPr/>
          </p:nvSpPr>
          <p:spPr>
            <a:xfrm>
              <a:off x="5003140" y="35129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0" name="pt22100"/>
            <p:cNvSpPr/>
            <p:nvPr/>
          </p:nvSpPr>
          <p:spPr>
            <a:xfrm>
              <a:off x="5124672" y="35100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1" name="pt22101"/>
            <p:cNvSpPr/>
            <p:nvPr/>
          </p:nvSpPr>
          <p:spPr>
            <a:xfrm>
              <a:off x="5085728" y="34758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2" name="pt22102"/>
            <p:cNvSpPr/>
            <p:nvPr/>
          </p:nvSpPr>
          <p:spPr>
            <a:xfrm>
              <a:off x="5239662" y="36726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3" name="pt22103"/>
            <p:cNvSpPr/>
            <p:nvPr/>
          </p:nvSpPr>
          <p:spPr>
            <a:xfrm>
              <a:off x="5120491" y="35410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4" name="pt22104"/>
            <p:cNvSpPr/>
            <p:nvPr/>
          </p:nvSpPr>
          <p:spPr>
            <a:xfrm>
              <a:off x="5314747" y="35379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5" name="pt22105"/>
            <p:cNvSpPr/>
            <p:nvPr/>
          </p:nvSpPr>
          <p:spPr>
            <a:xfrm>
              <a:off x="5089902" y="34998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6" name="pt22106"/>
            <p:cNvSpPr/>
            <p:nvPr/>
          </p:nvSpPr>
          <p:spPr>
            <a:xfrm>
              <a:off x="5005123" y="35532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7" name="pt22107"/>
            <p:cNvSpPr/>
            <p:nvPr/>
          </p:nvSpPr>
          <p:spPr>
            <a:xfrm>
              <a:off x="5016357" y="35686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8" name="pt22108"/>
            <p:cNvSpPr/>
            <p:nvPr/>
          </p:nvSpPr>
          <p:spPr>
            <a:xfrm>
              <a:off x="5130108" y="35106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09" name="pt22109"/>
            <p:cNvSpPr/>
            <p:nvPr/>
          </p:nvSpPr>
          <p:spPr>
            <a:xfrm>
              <a:off x="5117203" y="35435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0" name="pt22110"/>
            <p:cNvSpPr/>
            <p:nvPr/>
          </p:nvSpPr>
          <p:spPr>
            <a:xfrm>
              <a:off x="5102152" y="35573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1" name="pt22111"/>
            <p:cNvSpPr/>
            <p:nvPr/>
          </p:nvSpPr>
          <p:spPr>
            <a:xfrm>
              <a:off x="5198207" y="35312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2" name="pt22112"/>
            <p:cNvSpPr/>
            <p:nvPr/>
          </p:nvSpPr>
          <p:spPr>
            <a:xfrm>
              <a:off x="5126167" y="35245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3" name="pt22113"/>
            <p:cNvSpPr/>
            <p:nvPr/>
          </p:nvSpPr>
          <p:spPr>
            <a:xfrm>
              <a:off x="5169625" y="35525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4" name="pt22114"/>
            <p:cNvSpPr/>
            <p:nvPr/>
          </p:nvSpPr>
          <p:spPr>
            <a:xfrm>
              <a:off x="5084881" y="35280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5" name="pt22115"/>
            <p:cNvSpPr/>
            <p:nvPr/>
          </p:nvSpPr>
          <p:spPr>
            <a:xfrm>
              <a:off x="5145750" y="35469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6" name="pt22116"/>
            <p:cNvSpPr/>
            <p:nvPr/>
          </p:nvSpPr>
          <p:spPr>
            <a:xfrm>
              <a:off x="5187492" y="3574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7" name="pt22117"/>
            <p:cNvSpPr/>
            <p:nvPr/>
          </p:nvSpPr>
          <p:spPr>
            <a:xfrm>
              <a:off x="5164016" y="35313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8" name="pt22118"/>
            <p:cNvSpPr/>
            <p:nvPr/>
          </p:nvSpPr>
          <p:spPr>
            <a:xfrm>
              <a:off x="5170167" y="35539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19" name="pt22119"/>
            <p:cNvSpPr/>
            <p:nvPr/>
          </p:nvSpPr>
          <p:spPr>
            <a:xfrm>
              <a:off x="5343528" y="35604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0" name="pt22120"/>
            <p:cNvSpPr/>
            <p:nvPr/>
          </p:nvSpPr>
          <p:spPr>
            <a:xfrm>
              <a:off x="5172820" y="34937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1" name="pt22121"/>
            <p:cNvSpPr/>
            <p:nvPr/>
          </p:nvSpPr>
          <p:spPr>
            <a:xfrm>
              <a:off x="5097466" y="35436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2" name="pt22122"/>
            <p:cNvSpPr/>
            <p:nvPr/>
          </p:nvSpPr>
          <p:spPr>
            <a:xfrm>
              <a:off x="5244144" y="35540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3" name="pt22123"/>
            <p:cNvSpPr/>
            <p:nvPr/>
          </p:nvSpPr>
          <p:spPr>
            <a:xfrm>
              <a:off x="5174898" y="35639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4" name="pt22124"/>
            <p:cNvSpPr/>
            <p:nvPr/>
          </p:nvSpPr>
          <p:spPr>
            <a:xfrm>
              <a:off x="5219856" y="35498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5" name="pt22125"/>
            <p:cNvSpPr/>
            <p:nvPr/>
          </p:nvSpPr>
          <p:spPr>
            <a:xfrm>
              <a:off x="5025108" y="35190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6" name="pt22126"/>
            <p:cNvSpPr/>
            <p:nvPr/>
          </p:nvSpPr>
          <p:spPr>
            <a:xfrm>
              <a:off x="5109933" y="35136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7" name="pt22127"/>
            <p:cNvSpPr/>
            <p:nvPr/>
          </p:nvSpPr>
          <p:spPr>
            <a:xfrm>
              <a:off x="5058182" y="3536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8" name="pt22128"/>
            <p:cNvSpPr/>
            <p:nvPr/>
          </p:nvSpPr>
          <p:spPr>
            <a:xfrm>
              <a:off x="4644025" y="35484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29" name="pt22129"/>
            <p:cNvSpPr/>
            <p:nvPr/>
          </p:nvSpPr>
          <p:spPr>
            <a:xfrm>
              <a:off x="5202268" y="3572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0" name="pt22130"/>
            <p:cNvSpPr/>
            <p:nvPr/>
          </p:nvSpPr>
          <p:spPr>
            <a:xfrm>
              <a:off x="5099389" y="35277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1" name="pt22131"/>
            <p:cNvSpPr/>
            <p:nvPr/>
          </p:nvSpPr>
          <p:spPr>
            <a:xfrm>
              <a:off x="5094172" y="35233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2" name="pt22132"/>
            <p:cNvSpPr/>
            <p:nvPr/>
          </p:nvSpPr>
          <p:spPr>
            <a:xfrm>
              <a:off x="5079648" y="35432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3" name="pt22133"/>
            <p:cNvSpPr/>
            <p:nvPr/>
          </p:nvSpPr>
          <p:spPr>
            <a:xfrm>
              <a:off x="5211914" y="35439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4" name="pt22134"/>
            <p:cNvSpPr/>
            <p:nvPr/>
          </p:nvSpPr>
          <p:spPr>
            <a:xfrm>
              <a:off x="5081576" y="35792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5" name="pt22135"/>
            <p:cNvSpPr/>
            <p:nvPr/>
          </p:nvSpPr>
          <p:spPr>
            <a:xfrm>
              <a:off x="5172887" y="35155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6" name="pt22136"/>
            <p:cNvSpPr/>
            <p:nvPr/>
          </p:nvSpPr>
          <p:spPr>
            <a:xfrm>
              <a:off x="5140306" y="35325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7" name="pt22137"/>
            <p:cNvSpPr/>
            <p:nvPr/>
          </p:nvSpPr>
          <p:spPr>
            <a:xfrm>
              <a:off x="5277468" y="35471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8" name="pt22138"/>
            <p:cNvSpPr/>
            <p:nvPr/>
          </p:nvSpPr>
          <p:spPr>
            <a:xfrm>
              <a:off x="5325912" y="35834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39" name="pt22139"/>
            <p:cNvSpPr/>
            <p:nvPr/>
          </p:nvSpPr>
          <p:spPr>
            <a:xfrm>
              <a:off x="5608035" y="35499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0" name="pt22140"/>
            <p:cNvSpPr/>
            <p:nvPr/>
          </p:nvSpPr>
          <p:spPr>
            <a:xfrm>
              <a:off x="5047673" y="35503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1" name="pt22141"/>
            <p:cNvSpPr/>
            <p:nvPr/>
          </p:nvSpPr>
          <p:spPr>
            <a:xfrm>
              <a:off x="5040936" y="352705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2" name="pt22142"/>
            <p:cNvSpPr/>
            <p:nvPr/>
          </p:nvSpPr>
          <p:spPr>
            <a:xfrm>
              <a:off x="5185583" y="35643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3" name="pt22143"/>
            <p:cNvSpPr/>
            <p:nvPr/>
          </p:nvSpPr>
          <p:spPr>
            <a:xfrm>
              <a:off x="5168869" y="35579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4" name="pt22144"/>
            <p:cNvSpPr/>
            <p:nvPr/>
          </p:nvSpPr>
          <p:spPr>
            <a:xfrm>
              <a:off x="5071012" y="35543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5" name="pt22145"/>
            <p:cNvSpPr/>
            <p:nvPr/>
          </p:nvSpPr>
          <p:spPr>
            <a:xfrm>
              <a:off x="5050516" y="35540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6" name="pt22146"/>
            <p:cNvSpPr/>
            <p:nvPr/>
          </p:nvSpPr>
          <p:spPr>
            <a:xfrm>
              <a:off x="5161050" y="36049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7" name="pt22147"/>
            <p:cNvSpPr/>
            <p:nvPr/>
          </p:nvSpPr>
          <p:spPr>
            <a:xfrm>
              <a:off x="5098440" y="34982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8" name="pt22148"/>
            <p:cNvSpPr/>
            <p:nvPr/>
          </p:nvSpPr>
          <p:spPr>
            <a:xfrm>
              <a:off x="5065235" y="35352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49" name="pt22149"/>
            <p:cNvSpPr/>
            <p:nvPr/>
          </p:nvSpPr>
          <p:spPr>
            <a:xfrm>
              <a:off x="5331894" y="35428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0" name="pt22150"/>
            <p:cNvSpPr/>
            <p:nvPr/>
          </p:nvSpPr>
          <p:spPr>
            <a:xfrm>
              <a:off x="4862269" y="35080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1" name="pt22151"/>
            <p:cNvSpPr/>
            <p:nvPr/>
          </p:nvSpPr>
          <p:spPr>
            <a:xfrm>
              <a:off x="5081288" y="35155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2" name="pt22152"/>
            <p:cNvSpPr/>
            <p:nvPr/>
          </p:nvSpPr>
          <p:spPr>
            <a:xfrm>
              <a:off x="5264005" y="3567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3" name="pt22153"/>
            <p:cNvSpPr/>
            <p:nvPr/>
          </p:nvSpPr>
          <p:spPr>
            <a:xfrm>
              <a:off x="5072959" y="35624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4" name="pt22154"/>
            <p:cNvSpPr/>
            <p:nvPr/>
          </p:nvSpPr>
          <p:spPr>
            <a:xfrm>
              <a:off x="5079124" y="35653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5" name="pt22155"/>
            <p:cNvSpPr/>
            <p:nvPr/>
          </p:nvSpPr>
          <p:spPr>
            <a:xfrm>
              <a:off x="5253212" y="35503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6" name="pt22156"/>
            <p:cNvSpPr/>
            <p:nvPr/>
          </p:nvSpPr>
          <p:spPr>
            <a:xfrm>
              <a:off x="5120331" y="35478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7" name="pt22157"/>
            <p:cNvSpPr/>
            <p:nvPr/>
          </p:nvSpPr>
          <p:spPr>
            <a:xfrm>
              <a:off x="5108361" y="3533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8" name="pt22158"/>
            <p:cNvSpPr/>
            <p:nvPr/>
          </p:nvSpPr>
          <p:spPr>
            <a:xfrm>
              <a:off x="5120566" y="35461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59" name="pt22159"/>
            <p:cNvSpPr/>
            <p:nvPr/>
          </p:nvSpPr>
          <p:spPr>
            <a:xfrm>
              <a:off x="5117758" y="35474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0" name="pt22160"/>
            <p:cNvSpPr/>
            <p:nvPr/>
          </p:nvSpPr>
          <p:spPr>
            <a:xfrm>
              <a:off x="5131698" y="3556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1" name="pt22161"/>
            <p:cNvSpPr/>
            <p:nvPr/>
          </p:nvSpPr>
          <p:spPr>
            <a:xfrm>
              <a:off x="5078542" y="35443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2" name="pt22162"/>
            <p:cNvSpPr/>
            <p:nvPr/>
          </p:nvSpPr>
          <p:spPr>
            <a:xfrm>
              <a:off x="5176695" y="35487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3" name="pt22163"/>
            <p:cNvSpPr/>
            <p:nvPr/>
          </p:nvSpPr>
          <p:spPr>
            <a:xfrm>
              <a:off x="5079336" y="356898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4" name="pt22164"/>
            <p:cNvSpPr/>
            <p:nvPr/>
          </p:nvSpPr>
          <p:spPr>
            <a:xfrm>
              <a:off x="5148378" y="35525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5" name="pt22165"/>
            <p:cNvSpPr/>
            <p:nvPr/>
          </p:nvSpPr>
          <p:spPr>
            <a:xfrm>
              <a:off x="5116499" y="35736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6" name="pt22166"/>
            <p:cNvSpPr/>
            <p:nvPr/>
          </p:nvSpPr>
          <p:spPr>
            <a:xfrm>
              <a:off x="5340704" y="35643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7" name="pt22167"/>
            <p:cNvSpPr/>
            <p:nvPr/>
          </p:nvSpPr>
          <p:spPr>
            <a:xfrm>
              <a:off x="3434026" y="35345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8" name="pt22168"/>
            <p:cNvSpPr/>
            <p:nvPr/>
          </p:nvSpPr>
          <p:spPr>
            <a:xfrm>
              <a:off x="5194222" y="35736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69" name="pt22169"/>
            <p:cNvSpPr/>
            <p:nvPr/>
          </p:nvSpPr>
          <p:spPr>
            <a:xfrm>
              <a:off x="5070252" y="35302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0" name="pt22170"/>
            <p:cNvSpPr/>
            <p:nvPr/>
          </p:nvSpPr>
          <p:spPr>
            <a:xfrm>
              <a:off x="5178630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1" name="pt22171"/>
            <p:cNvSpPr/>
            <p:nvPr/>
          </p:nvSpPr>
          <p:spPr>
            <a:xfrm>
              <a:off x="5193162" y="35529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2" name="pt22172"/>
            <p:cNvSpPr/>
            <p:nvPr/>
          </p:nvSpPr>
          <p:spPr>
            <a:xfrm>
              <a:off x="5183963" y="35617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3" name="pt22173"/>
            <p:cNvSpPr/>
            <p:nvPr/>
          </p:nvSpPr>
          <p:spPr>
            <a:xfrm>
              <a:off x="5094879" y="35476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4" name="pt22174"/>
            <p:cNvSpPr/>
            <p:nvPr/>
          </p:nvSpPr>
          <p:spPr>
            <a:xfrm>
              <a:off x="5160967" y="35705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5" name="pt22175"/>
            <p:cNvSpPr/>
            <p:nvPr/>
          </p:nvSpPr>
          <p:spPr>
            <a:xfrm>
              <a:off x="5137871" y="35971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6" name="pt22176"/>
            <p:cNvSpPr/>
            <p:nvPr/>
          </p:nvSpPr>
          <p:spPr>
            <a:xfrm>
              <a:off x="5084837" y="3525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7" name="pt22177"/>
            <p:cNvSpPr/>
            <p:nvPr/>
          </p:nvSpPr>
          <p:spPr>
            <a:xfrm>
              <a:off x="5163037" y="35337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8" name="pt22178"/>
            <p:cNvSpPr/>
            <p:nvPr/>
          </p:nvSpPr>
          <p:spPr>
            <a:xfrm>
              <a:off x="5081798" y="34823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79" name="pt22179"/>
            <p:cNvSpPr/>
            <p:nvPr/>
          </p:nvSpPr>
          <p:spPr>
            <a:xfrm>
              <a:off x="5127994" y="35293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0" name="pt22180"/>
            <p:cNvSpPr/>
            <p:nvPr/>
          </p:nvSpPr>
          <p:spPr>
            <a:xfrm>
              <a:off x="5087098" y="34669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1" name="pt22181"/>
            <p:cNvSpPr/>
            <p:nvPr/>
          </p:nvSpPr>
          <p:spPr>
            <a:xfrm>
              <a:off x="5132727" y="39401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2" name="pt22182"/>
            <p:cNvSpPr/>
            <p:nvPr/>
          </p:nvSpPr>
          <p:spPr>
            <a:xfrm>
              <a:off x="5155963" y="35500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3" name="pt22183"/>
            <p:cNvSpPr/>
            <p:nvPr/>
          </p:nvSpPr>
          <p:spPr>
            <a:xfrm>
              <a:off x="5112915" y="35624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4" name="pt22184"/>
            <p:cNvSpPr/>
            <p:nvPr/>
          </p:nvSpPr>
          <p:spPr>
            <a:xfrm>
              <a:off x="5132490" y="35446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5" name="pt22185"/>
            <p:cNvSpPr/>
            <p:nvPr/>
          </p:nvSpPr>
          <p:spPr>
            <a:xfrm>
              <a:off x="5038079" y="3553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6" name="pt22186"/>
            <p:cNvSpPr/>
            <p:nvPr/>
          </p:nvSpPr>
          <p:spPr>
            <a:xfrm>
              <a:off x="5254740" y="35516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7" name="pt22187"/>
            <p:cNvSpPr/>
            <p:nvPr/>
          </p:nvSpPr>
          <p:spPr>
            <a:xfrm>
              <a:off x="5036417" y="33834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8" name="pt22188"/>
            <p:cNvSpPr/>
            <p:nvPr/>
          </p:nvSpPr>
          <p:spPr>
            <a:xfrm>
              <a:off x="4920816" y="354950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89" name="pt22189"/>
            <p:cNvSpPr/>
            <p:nvPr/>
          </p:nvSpPr>
          <p:spPr>
            <a:xfrm>
              <a:off x="5041141" y="3534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0" name="pt22190"/>
            <p:cNvSpPr/>
            <p:nvPr/>
          </p:nvSpPr>
          <p:spPr>
            <a:xfrm>
              <a:off x="5132446" y="30638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1" name="pt22191"/>
            <p:cNvSpPr/>
            <p:nvPr/>
          </p:nvSpPr>
          <p:spPr>
            <a:xfrm>
              <a:off x="5085073" y="355043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2" name="pt22192"/>
            <p:cNvSpPr/>
            <p:nvPr/>
          </p:nvSpPr>
          <p:spPr>
            <a:xfrm>
              <a:off x="5125093" y="35609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3" name="pt22193"/>
            <p:cNvSpPr/>
            <p:nvPr/>
          </p:nvSpPr>
          <p:spPr>
            <a:xfrm>
              <a:off x="5149598" y="35615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4" name="pt22194"/>
            <p:cNvSpPr/>
            <p:nvPr/>
          </p:nvSpPr>
          <p:spPr>
            <a:xfrm>
              <a:off x="5035438" y="354548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5" name="pt22195"/>
            <p:cNvSpPr/>
            <p:nvPr/>
          </p:nvSpPr>
          <p:spPr>
            <a:xfrm>
              <a:off x="5044029" y="36383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6" name="pt22196"/>
            <p:cNvSpPr/>
            <p:nvPr/>
          </p:nvSpPr>
          <p:spPr>
            <a:xfrm>
              <a:off x="5085327" y="35619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7" name="pt22197"/>
            <p:cNvSpPr/>
            <p:nvPr/>
          </p:nvSpPr>
          <p:spPr>
            <a:xfrm>
              <a:off x="5185694" y="35758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8" name="pt22198"/>
            <p:cNvSpPr/>
            <p:nvPr/>
          </p:nvSpPr>
          <p:spPr>
            <a:xfrm>
              <a:off x="5154806" y="349118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199" name="pt22199"/>
            <p:cNvSpPr/>
            <p:nvPr/>
          </p:nvSpPr>
          <p:spPr>
            <a:xfrm>
              <a:off x="5177913" y="35453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0" name="pt22200"/>
            <p:cNvSpPr/>
            <p:nvPr/>
          </p:nvSpPr>
          <p:spPr>
            <a:xfrm>
              <a:off x="5411077" y="35537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1" name="pt22201"/>
            <p:cNvSpPr/>
            <p:nvPr/>
          </p:nvSpPr>
          <p:spPr>
            <a:xfrm>
              <a:off x="5286135" y="312643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2" name="pt22202"/>
            <p:cNvSpPr/>
            <p:nvPr/>
          </p:nvSpPr>
          <p:spPr>
            <a:xfrm>
              <a:off x="5109073" y="35467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3" name="pt22203"/>
            <p:cNvSpPr/>
            <p:nvPr/>
          </p:nvSpPr>
          <p:spPr>
            <a:xfrm>
              <a:off x="5005546" y="35427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4" name="pt22204"/>
            <p:cNvSpPr/>
            <p:nvPr/>
          </p:nvSpPr>
          <p:spPr>
            <a:xfrm>
              <a:off x="5080580" y="3523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5" name="pt22205"/>
            <p:cNvSpPr/>
            <p:nvPr/>
          </p:nvSpPr>
          <p:spPr>
            <a:xfrm>
              <a:off x="5089135" y="35517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6" name="pt22206"/>
            <p:cNvSpPr/>
            <p:nvPr/>
          </p:nvSpPr>
          <p:spPr>
            <a:xfrm>
              <a:off x="5292341" y="35689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7" name="pt22207"/>
            <p:cNvSpPr/>
            <p:nvPr/>
          </p:nvSpPr>
          <p:spPr>
            <a:xfrm>
              <a:off x="5305771" y="3580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8" name="pt22208"/>
            <p:cNvSpPr/>
            <p:nvPr/>
          </p:nvSpPr>
          <p:spPr>
            <a:xfrm>
              <a:off x="5144306" y="35323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09" name="pt22209"/>
            <p:cNvSpPr/>
            <p:nvPr/>
          </p:nvSpPr>
          <p:spPr>
            <a:xfrm>
              <a:off x="5224626" y="356374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0" name="pt22210"/>
            <p:cNvSpPr/>
            <p:nvPr/>
          </p:nvSpPr>
          <p:spPr>
            <a:xfrm>
              <a:off x="5092266" y="35660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1" name="pt22211"/>
            <p:cNvSpPr/>
            <p:nvPr/>
          </p:nvSpPr>
          <p:spPr>
            <a:xfrm>
              <a:off x="5050836" y="356467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2" name="pt22212"/>
            <p:cNvSpPr/>
            <p:nvPr/>
          </p:nvSpPr>
          <p:spPr>
            <a:xfrm>
              <a:off x="5015766" y="35534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3" name="pt22213"/>
            <p:cNvSpPr/>
            <p:nvPr/>
          </p:nvSpPr>
          <p:spPr>
            <a:xfrm>
              <a:off x="5158289" y="350926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4" name="pt22214"/>
            <p:cNvSpPr/>
            <p:nvPr/>
          </p:nvSpPr>
          <p:spPr>
            <a:xfrm>
              <a:off x="5455088" y="35535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5" name="pt22215"/>
            <p:cNvSpPr/>
            <p:nvPr/>
          </p:nvSpPr>
          <p:spPr>
            <a:xfrm>
              <a:off x="5122591" y="35030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6" name="pt22216"/>
            <p:cNvSpPr/>
            <p:nvPr/>
          </p:nvSpPr>
          <p:spPr>
            <a:xfrm>
              <a:off x="5053456" y="3497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7" name="pt22217"/>
            <p:cNvSpPr/>
            <p:nvPr/>
          </p:nvSpPr>
          <p:spPr>
            <a:xfrm>
              <a:off x="5160673" y="3558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8" name="pt22218"/>
            <p:cNvSpPr/>
            <p:nvPr/>
          </p:nvSpPr>
          <p:spPr>
            <a:xfrm>
              <a:off x="5155233" y="35521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19" name="pt22219"/>
            <p:cNvSpPr/>
            <p:nvPr/>
          </p:nvSpPr>
          <p:spPr>
            <a:xfrm>
              <a:off x="5248812" y="34901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0" name="pt22220"/>
            <p:cNvSpPr/>
            <p:nvPr/>
          </p:nvSpPr>
          <p:spPr>
            <a:xfrm>
              <a:off x="5101099" y="34642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1" name="pt22221"/>
            <p:cNvSpPr/>
            <p:nvPr/>
          </p:nvSpPr>
          <p:spPr>
            <a:xfrm>
              <a:off x="5125703" y="35499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2" name="pt22222"/>
            <p:cNvSpPr/>
            <p:nvPr/>
          </p:nvSpPr>
          <p:spPr>
            <a:xfrm>
              <a:off x="5216367" y="35566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3" name="pt22223"/>
            <p:cNvSpPr/>
            <p:nvPr/>
          </p:nvSpPr>
          <p:spPr>
            <a:xfrm>
              <a:off x="5166318" y="35455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4" name="pt22224"/>
            <p:cNvSpPr/>
            <p:nvPr/>
          </p:nvSpPr>
          <p:spPr>
            <a:xfrm>
              <a:off x="5132792" y="35349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5" name="pt22225"/>
            <p:cNvSpPr/>
            <p:nvPr/>
          </p:nvSpPr>
          <p:spPr>
            <a:xfrm>
              <a:off x="5098235" y="35503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6" name="pt22226"/>
            <p:cNvSpPr/>
            <p:nvPr/>
          </p:nvSpPr>
          <p:spPr>
            <a:xfrm>
              <a:off x="5043142" y="35221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7" name="pt22227"/>
            <p:cNvSpPr/>
            <p:nvPr/>
          </p:nvSpPr>
          <p:spPr>
            <a:xfrm>
              <a:off x="5142578" y="35365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28" name="pt22228"/>
            <p:cNvSpPr/>
            <p:nvPr/>
          </p:nvSpPr>
          <p:spPr>
            <a:xfrm>
              <a:off x="4992459" y="3482298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29" name="pt22229"/>
            <p:cNvSpPr/>
            <p:nvPr/>
          </p:nvSpPr>
          <p:spPr>
            <a:xfrm>
              <a:off x="5184383" y="35766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0" name="pt22230"/>
            <p:cNvSpPr/>
            <p:nvPr/>
          </p:nvSpPr>
          <p:spPr>
            <a:xfrm>
              <a:off x="5312261" y="3545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1" name="pt22231"/>
            <p:cNvSpPr/>
            <p:nvPr/>
          </p:nvSpPr>
          <p:spPr>
            <a:xfrm>
              <a:off x="5088425" y="35454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2" name="pt22232"/>
            <p:cNvSpPr/>
            <p:nvPr/>
          </p:nvSpPr>
          <p:spPr>
            <a:xfrm>
              <a:off x="5134279" y="35744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3" name="pt22233"/>
            <p:cNvSpPr/>
            <p:nvPr/>
          </p:nvSpPr>
          <p:spPr>
            <a:xfrm>
              <a:off x="5156981" y="35293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4" name="pt22234"/>
            <p:cNvSpPr/>
            <p:nvPr/>
          </p:nvSpPr>
          <p:spPr>
            <a:xfrm>
              <a:off x="5069664" y="35116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5" name="pt22235"/>
            <p:cNvSpPr/>
            <p:nvPr/>
          </p:nvSpPr>
          <p:spPr>
            <a:xfrm>
              <a:off x="5266582" y="35505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6" name="pt22236"/>
            <p:cNvSpPr/>
            <p:nvPr/>
          </p:nvSpPr>
          <p:spPr>
            <a:xfrm>
              <a:off x="5176199" y="35602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7" name="pt22237"/>
            <p:cNvSpPr/>
            <p:nvPr/>
          </p:nvSpPr>
          <p:spPr>
            <a:xfrm>
              <a:off x="5192918" y="35578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8" name="pt22238"/>
            <p:cNvSpPr/>
            <p:nvPr/>
          </p:nvSpPr>
          <p:spPr>
            <a:xfrm>
              <a:off x="5122807" y="35957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39" name="pt22239"/>
            <p:cNvSpPr/>
            <p:nvPr/>
          </p:nvSpPr>
          <p:spPr>
            <a:xfrm>
              <a:off x="5172589" y="35461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0" name="pt22240"/>
            <p:cNvSpPr/>
            <p:nvPr/>
          </p:nvSpPr>
          <p:spPr>
            <a:xfrm>
              <a:off x="5130007" y="3522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1" name="pt22241"/>
            <p:cNvSpPr/>
            <p:nvPr/>
          </p:nvSpPr>
          <p:spPr>
            <a:xfrm>
              <a:off x="5170236" y="356896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2" name="pt22242"/>
            <p:cNvSpPr/>
            <p:nvPr/>
          </p:nvSpPr>
          <p:spPr>
            <a:xfrm>
              <a:off x="5207010" y="35290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3" name="pt22243"/>
            <p:cNvSpPr/>
            <p:nvPr/>
          </p:nvSpPr>
          <p:spPr>
            <a:xfrm>
              <a:off x="5167489" y="352292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4" name="pt22244"/>
            <p:cNvSpPr/>
            <p:nvPr/>
          </p:nvSpPr>
          <p:spPr>
            <a:xfrm>
              <a:off x="5132491" y="35758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5" name="pt22245"/>
            <p:cNvSpPr/>
            <p:nvPr/>
          </p:nvSpPr>
          <p:spPr>
            <a:xfrm>
              <a:off x="5069670" y="35707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6" name="pt22246"/>
            <p:cNvSpPr/>
            <p:nvPr/>
          </p:nvSpPr>
          <p:spPr>
            <a:xfrm>
              <a:off x="5183451" y="35556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7" name="pt22247"/>
            <p:cNvSpPr/>
            <p:nvPr/>
          </p:nvSpPr>
          <p:spPr>
            <a:xfrm>
              <a:off x="5435494" y="35643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8" name="pt22248"/>
            <p:cNvSpPr/>
            <p:nvPr/>
          </p:nvSpPr>
          <p:spPr>
            <a:xfrm>
              <a:off x="5117351" y="36285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49" name="pt22249"/>
            <p:cNvSpPr/>
            <p:nvPr/>
          </p:nvSpPr>
          <p:spPr>
            <a:xfrm>
              <a:off x="5264934" y="35445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0" name="pt22250"/>
            <p:cNvSpPr/>
            <p:nvPr/>
          </p:nvSpPr>
          <p:spPr>
            <a:xfrm>
              <a:off x="5127261" y="35555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1" name="pt22251"/>
            <p:cNvSpPr/>
            <p:nvPr/>
          </p:nvSpPr>
          <p:spPr>
            <a:xfrm>
              <a:off x="5055955" y="3485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2" name="pt22252"/>
            <p:cNvSpPr/>
            <p:nvPr/>
          </p:nvSpPr>
          <p:spPr>
            <a:xfrm>
              <a:off x="5344620" y="35637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3" name="pt22253"/>
            <p:cNvSpPr/>
            <p:nvPr/>
          </p:nvSpPr>
          <p:spPr>
            <a:xfrm>
              <a:off x="5244293" y="35557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4" name="pt22254"/>
            <p:cNvSpPr/>
            <p:nvPr/>
          </p:nvSpPr>
          <p:spPr>
            <a:xfrm>
              <a:off x="5055684" y="354072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5" name="pt22255"/>
            <p:cNvSpPr/>
            <p:nvPr/>
          </p:nvSpPr>
          <p:spPr>
            <a:xfrm>
              <a:off x="5290709" y="35795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6" name="pt22256"/>
            <p:cNvSpPr/>
            <p:nvPr/>
          </p:nvSpPr>
          <p:spPr>
            <a:xfrm>
              <a:off x="5105163" y="349415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7" name="pt22257"/>
            <p:cNvSpPr/>
            <p:nvPr/>
          </p:nvSpPr>
          <p:spPr>
            <a:xfrm>
              <a:off x="5143096" y="35575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8" name="pt22258"/>
            <p:cNvSpPr/>
            <p:nvPr/>
          </p:nvSpPr>
          <p:spPr>
            <a:xfrm>
              <a:off x="5195220" y="355208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59" name="pt22259"/>
            <p:cNvSpPr/>
            <p:nvPr/>
          </p:nvSpPr>
          <p:spPr>
            <a:xfrm>
              <a:off x="5005339" y="3564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0" name="pt22260"/>
            <p:cNvSpPr/>
            <p:nvPr/>
          </p:nvSpPr>
          <p:spPr>
            <a:xfrm>
              <a:off x="5212535" y="35672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1" name="pt22261"/>
            <p:cNvSpPr/>
            <p:nvPr/>
          </p:nvSpPr>
          <p:spPr>
            <a:xfrm>
              <a:off x="5287447" y="35919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2" name="pt22262"/>
            <p:cNvSpPr/>
            <p:nvPr/>
          </p:nvSpPr>
          <p:spPr>
            <a:xfrm>
              <a:off x="5094257" y="35340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3" name="pt22263"/>
            <p:cNvSpPr/>
            <p:nvPr/>
          </p:nvSpPr>
          <p:spPr>
            <a:xfrm>
              <a:off x="5143281" y="36069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4" name="pt22264"/>
            <p:cNvSpPr/>
            <p:nvPr/>
          </p:nvSpPr>
          <p:spPr>
            <a:xfrm>
              <a:off x="5145906" y="35558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5" name="pt22265"/>
            <p:cNvSpPr/>
            <p:nvPr/>
          </p:nvSpPr>
          <p:spPr>
            <a:xfrm>
              <a:off x="5028387" y="35428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6" name="pt22266"/>
            <p:cNvSpPr/>
            <p:nvPr/>
          </p:nvSpPr>
          <p:spPr>
            <a:xfrm>
              <a:off x="5046471" y="35887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7" name="pt22267"/>
            <p:cNvSpPr/>
            <p:nvPr/>
          </p:nvSpPr>
          <p:spPr>
            <a:xfrm>
              <a:off x="5123735" y="35559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8" name="pt22268"/>
            <p:cNvSpPr/>
            <p:nvPr/>
          </p:nvSpPr>
          <p:spPr>
            <a:xfrm>
              <a:off x="5157987" y="35294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69" name="pt22269"/>
            <p:cNvSpPr/>
            <p:nvPr/>
          </p:nvSpPr>
          <p:spPr>
            <a:xfrm>
              <a:off x="5115226" y="35518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0" name="pt22270"/>
            <p:cNvSpPr/>
            <p:nvPr/>
          </p:nvSpPr>
          <p:spPr>
            <a:xfrm>
              <a:off x="5132871" y="35636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1" name="pt22271"/>
            <p:cNvSpPr/>
            <p:nvPr/>
          </p:nvSpPr>
          <p:spPr>
            <a:xfrm>
              <a:off x="5274402" y="355774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2" name="pt22272"/>
            <p:cNvSpPr/>
            <p:nvPr/>
          </p:nvSpPr>
          <p:spPr>
            <a:xfrm>
              <a:off x="5149973" y="35549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3" name="pt22273"/>
            <p:cNvSpPr/>
            <p:nvPr/>
          </p:nvSpPr>
          <p:spPr>
            <a:xfrm>
              <a:off x="5144355" y="35340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4" name="pt22274"/>
            <p:cNvSpPr/>
            <p:nvPr/>
          </p:nvSpPr>
          <p:spPr>
            <a:xfrm>
              <a:off x="5166841" y="35446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5" name="pt22275"/>
            <p:cNvSpPr/>
            <p:nvPr/>
          </p:nvSpPr>
          <p:spPr>
            <a:xfrm>
              <a:off x="5148861" y="35629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6" name="pt22276"/>
            <p:cNvSpPr/>
            <p:nvPr/>
          </p:nvSpPr>
          <p:spPr>
            <a:xfrm>
              <a:off x="5092607" y="34681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7" name="pt22277"/>
            <p:cNvSpPr/>
            <p:nvPr/>
          </p:nvSpPr>
          <p:spPr>
            <a:xfrm>
              <a:off x="5225680" y="35451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8" name="pt22278"/>
            <p:cNvSpPr/>
            <p:nvPr/>
          </p:nvSpPr>
          <p:spPr>
            <a:xfrm>
              <a:off x="5446518" y="35618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79" name="pt22279"/>
            <p:cNvSpPr/>
            <p:nvPr/>
          </p:nvSpPr>
          <p:spPr>
            <a:xfrm>
              <a:off x="5273020" y="35664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0" name="pt22280"/>
            <p:cNvSpPr/>
            <p:nvPr/>
          </p:nvSpPr>
          <p:spPr>
            <a:xfrm>
              <a:off x="5124319" y="35285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1" name="pt22281"/>
            <p:cNvSpPr/>
            <p:nvPr/>
          </p:nvSpPr>
          <p:spPr>
            <a:xfrm>
              <a:off x="5094426" y="35164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2" name="pt22282"/>
            <p:cNvSpPr/>
            <p:nvPr/>
          </p:nvSpPr>
          <p:spPr>
            <a:xfrm>
              <a:off x="5123393" y="358500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3" name="pt22283"/>
            <p:cNvSpPr/>
            <p:nvPr/>
          </p:nvSpPr>
          <p:spPr>
            <a:xfrm>
              <a:off x="5267638" y="35500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4" name="pt22284"/>
            <p:cNvSpPr/>
            <p:nvPr/>
          </p:nvSpPr>
          <p:spPr>
            <a:xfrm>
              <a:off x="5151666" y="34979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5" name="pt22285"/>
            <p:cNvSpPr/>
            <p:nvPr/>
          </p:nvSpPr>
          <p:spPr>
            <a:xfrm>
              <a:off x="5108135" y="35906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6" name="pt22286"/>
            <p:cNvSpPr/>
            <p:nvPr/>
          </p:nvSpPr>
          <p:spPr>
            <a:xfrm>
              <a:off x="5096857" y="34950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7" name="pt22287"/>
            <p:cNvSpPr/>
            <p:nvPr/>
          </p:nvSpPr>
          <p:spPr>
            <a:xfrm>
              <a:off x="5042897" y="35685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8" name="pt22288"/>
            <p:cNvSpPr/>
            <p:nvPr/>
          </p:nvSpPr>
          <p:spPr>
            <a:xfrm>
              <a:off x="5017899" y="353925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89" name="pt22289"/>
            <p:cNvSpPr/>
            <p:nvPr/>
          </p:nvSpPr>
          <p:spPr>
            <a:xfrm>
              <a:off x="5077117" y="35505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0" name="pt22290"/>
            <p:cNvSpPr/>
            <p:nvPr/>
          </p:nvSpPr>
          <p:spPr>
            <a:xfrm>
              <a:off x="5065148" y="351133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1" name="pt22291"/>
            <p:cNvSpPr/>
            <p:nvPr/>
          </p:nvSpPr>
          <p:spPr>
            <a:xfrm>
              <a:off x="5110296" y="354053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2" name="pt22292"/>
            <p:cNvSpPr/>
            <p:nvPr/>
          </p:nvSpPr>
          <p:spPr>
            <a:xfrm>
              <a:off x="5141754" y="35655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3" name="pt22293"/>
            <p:cNvSpPr/>
            <p:nvPr/>
          </p:nvSpPr>
          <p:spPr>
            <a:xfrm>
              <a:off x="5072595" y="3553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4" name="pt22294"/>
            <p:cNvSpPr/>
            <p:nvPr/>
          </p:nvSpPr>
          <p:spPr>
            <a:xfrm>
              <a:off x="5296814" y="35005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5" name="pt22295"/>
            <p:cNvSpPr/>
            <p:nvPr/>
          </p:nvSpPr>
          <p:spPr>
            <a:xfrm>
              <a:off x="5109642" y="353866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6" name="pt22296"/>
            <p:cNvSpPr/>
            <p:nvPr/>
          </p:nvSpPr>
          <p:spPr>
            <a:xfrm>
              <a:off x="5109209" y="35318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7" name="pt22297"/>
            <p:cNvSpPr/>
            <p:nvPr/>
          </p:nvSpPr>
          <p:spPr>
            <a:xfrm>
              <a:off x="5252272" y="356198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8" name="pt22298"/>
            <p:cNvSpPr/>
            <p:nvPr/>
          </p:nvSpPr>
          <p:spPr>
            <a:xfrm>
              <a:off x="5108008" y="35287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299" name="pt22299"/>
            <p:cNvSpPr/>
            <p:nvPr/>
          </p:nvSpPr>
          <p:spPr>
            <a:xfrm>
              <a:off x="5140844" y="3564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0" name="pt22300"/>
            <p:cNvSpPr/>
            <p:nvPr/>
          </p:nvSpPr>
          <p:spPr>
            <a:xfrm>
              <a:off x="5101408" y="35258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1" name="pt22301"/>
            <p:cNvSpPr/>
            <p:nvPr/>
          </p:nvSpPr>
          <p:spPr>
            <a:xfrm>
              <a:off x="5228697" y="360313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2" name="pt22302"/>
            <p:cNvSpPr/>
            <p:nvPr/>
          </p:nvSpPr>
          <p:spPr>
            <a:xfrm>
              <a:off x="5610673" y="354291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3" name="pt22303"/>
            <p:cNvSpPr/>
            <p:nvPr/>
          </p:nvSpPr>
          <p:spPr>
            <a:xfrm>
              <a:off x="5133624" y="35443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4" name="pt22304"/>
            <p:cNvSpPr/>
            <p:nvPr/>
          </p:nvSpPr>
          <p:spPr>
            <a:xfrm>
              <a:off x="5048430" y="35474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5" name="pt22305"/>
            <p:cNvSpPr/>
            <p:nvPr/>
          </p:nvSpPr>
          <p:spPr>
            <a:xfrm>
              <a:off x="5040420" y="35494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6" name="pt22306"/>
            <p:cNvSpPr/>
            <p:nvPr/>
          </p:nvSpPr>
          <p:spPr>
            <a:xfrm>
              <a:off x="5039432" y="349569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7" name="pt22307"/>
            <p:cNvSpPr/>
            <p:nvPr/>
          </p:nvSpPr>
          <p:spPr>
            <a:xfrm>
              <a:off x="5195967" y="35818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8" name="pt22308"/>
            <p:cNvSpPr/>
            <p:nvPr/>
          </p:nvSpPr>
          <p:spPr>
            <a:xfrm>
              <a:off x="5149598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09" name="pt22309"/>
            <p:cNvSpPr/>
            <p:nvPr/>
          </p:nvSpPr>
          <p:spPr>
            <a:xfrm>
              <a:off x="5093383" y="35390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0" name="pt22310"/>
            <p:cNvSpPr/>
            <p:nvPr/>
          </p:nvSpPr>
          <p:spPr>
            <a:xfrm>
              <a:off x="5134570" y="355976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1" name="pt22311"/>
            <p:cNvSpPr/>
            <p:nvPr/>
          </p:nvSpPr>
          <p:spPr>
            <a:xfrm>
              <a:off x="5082718" y="35104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2" name="pt22312"/>
            <p:cNvSpPr/>
            <p:nvPr/>
          </p:nvSpPr>
          <p:spPr>
            <a:xfrm>
              <a:off x="5127924" y="35276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3" name="pt22313"/>
            <p:cNvSpPr/>
            <p:nvPr/>
          </p:nvSpPr>
          <p:spPr>
            <a:xfrm>
              <a:off x="4866952" y="35456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4" name="pt22314"/>
            <p:cNvSpPr/>
            <p:nvPr/>
          </p:nvSpPr>
          <p:spPr>
            <a:xfrm>
              <a:off x="5095043" y="35333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5" name="pt22315"/>
            <p:cNvSpPr/>
            <p:nvPr/>
          </p:nvSpPr>
          <p:spPr>
            <a:xfrm>
              <a:off x="5129771" y="355203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6" name="pt22316"/>
            <p:cNvSpPr/>
            <p:nvPr/>
          </p:nvSpPr>
          <p:spPr>
            <a:xfrm>
              <a:off x="4953219" y="353636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7" name="pt22317"/>
            <p:cNvSpPr/>
            <p:nvPr/>
          </p:nvSpPr>
          <p:spPr>
            <a:xfrm>
              <a:off x="5223616" y="356424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8" name="pt22318"/>
            <p:cNvSpPr/>
            <p:nvPr/>
          </p:nvSpPr>
          <p:spPr>
            <a:xfrm>
              <a:off x="5157551" y="356740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19" name="pt22319"/>
            <p:cNvSpPr/>
            <p:nvPr/>
          </p:nvSpPr>
          <p:spPr>
            <a:xfrm>
              <a:off x="5287023" y="35439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0" name="pt22320"/>
            <p:cNvSpPr/>
            <p:nvPr/>
          </p:nvSpPr>
          <p:spPr>
            <a:xfrm>
              <a:off x="5117887" y="355026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1" name="pt22321"/>
            <p:cNvSpPr/>
            <p:nvPr/>
          </p:nvSpPr>
          <p:spPr>
            <a:xfrm>
              <a:off x="5157143" y="34381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2" name="pt22322"/>
            <p:cNvSpPr/>
            <p:nvPr/>
          </p:nvSpPr>
          <p:spPr>
            <a:xfrm>
              <a:off x="5064035" y="36627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3" name="pt22323"/>
            <p:cNvSpPr/>
            <p:nvPr/>
          </p:nvSpPr>
          <p:spPr>
            <a:xfrm>
              <a:off x="5119415" y="35262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4" name="pt22324"/>
            <p:cNvSpPr/>
            <p:nvPr/>
          </p:nvSpPr>
          <p:spPr>
            <a:xfrm>
              <a:off x="3739782" y="35612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5" name="pt22325"/>
            <p:cNvSpPr/>
            <p:nvPr/>
          </p:nvSpPr>
          <p:spPr>
            <a:xfrm>
              <a:off x="5258034" y="35505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6" name="pt22326"/>
            <p:cNvSpPr/>
            <p:nvPr/>
          </p:nvSpPr>
          <p:spPr>
            <a:xfrm>
              <a:off x="4673130" y="35602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7" name="pt22327"/>
            <p:cNvSpPr/>
            <p:nvPr/>
          </p:nvSpPr>
          <p:spPr>
            <a:xfrm>
              <a:off x="5225200" y="3538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8" name="pt22328"/>
            <p:cNvSpPr/>
            <p:nvPr/>
          </p:nvSpPr>
          <p:spPr>
            <a:xfrm>
              <a:off x="5065727" y="355069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29" name="pt22329"/>
            <p:cNvSpPr/>
            <p:nvPr/>
          </p:nvSpPr>
          <p:spPr>
            <a:xfrm>
              <a:off x="5135423" y="35584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0" name="pt22330"/>
            <p:cNvSpPr/>
            <p:nvPr/>
          </p:nvSpPr>
          <p:spPr>
            <a:xfrm>
              <a:off x="5147217" y="35614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1" name="pt22331"/>
            <p:cNvSpPr/>
            <p:nvPr/>
          </p:nvSpPr>
          <p:spPr>
            <a:xfrm>
              <a:off x="5150701" y="35572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2" name="pt22332"/>
            <p:cNvSpPr/>
            <p:nvPr/>
          </p:nvSpPr>
          <p:spPr>
            <a:xfrm>
              <a:off x="5090915" y="357858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3" name="pt22333"/>
            <p:cNvSpPr/>
            <p:nvPr/>
          </p:nvSpPr>
          <p:spPr>
            <a:xfrm>
              <a:off x="5098910" y="352306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4" name="pt22334"/>
            <p:cNvSpPr/>
            <p:nvPr/>
          </p:nvSpPr>
          <p:spPr>
            <a:xfrm>
              <a:off x="4979997" y="3547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5" name="pt22335"/>
            <p:cNvSpPr/>
            <p:nvPr/>
          </p:nvSpPr>
          <p:spPr>
            <a:xfrm>
              <a:off x="5100814" y="342225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6" name="pt22336"/>
            <p:cNvSpPr/>
            <p:nvPr/>
          </p:nvSpPr>
          <p:spPr>
            <a:xfrm>
              <a:off x="5752338" y="3566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7" name="pt22337"/>
            <p:cNvSpPr/>
            <p:nvPr/>
          </p:nvSpPr>
          <p:spPr>
            <a:xfrm>
              <a:off x="5115674" y="350354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8" name="pt22338"/>
            <p:cNvSpPr/>
            <p:nvPr/>
          </p:nvSpPr>
          <p:spPr>
            <a:xfrm>
              <a:off x="5088358" y="35001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39" name="pt22339"/>
            <p:cNvSpPr/>
            <p:nvPr/>
          </p:nvSpPr>
          <p:spPr>
            <a:xfrm>
              <a:off x="5182904" y="353947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0" name="pt22340"/>
            <p:cNvSpPr/>
            <p:nvPr/>
          </p:nvSpPr>
          <p:spPr>
            <a:xfrm>
              <a:off x="5138931" y="355996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1" name="pt22341"/>
            <p:cNvSpPr/>
            <p:nvPr/>
          </p:nvSpPr>
          <p:spPr>
            <a:xfrm>
              <a:off x="5113023" y="356491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2" name="pt22342"/>
            <p:cNvSpPr/>
            <p:nvPr/>
          </p:nvSpPr>
          <p:spPr>
            <a:xfrm>
              <a:off x="5167356" y="333869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3" name="pt22343"/>
            <p:cNvSpPr/>
            <p:nvPr/>
          </p:nvSpPr>
          <p:spPr>
            <a:xfrm>
              <a:off x="5134126" y="35655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4" name="pt22344"/>
            <p:cNvSpPr/>
            <p:nvPr/>
          </p:nvSpPr>
          <p:spPr>
            <a:xfrm>
              <a:off x="5016394" y="356479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5" name="pt22345"/>
            <p:cNvSpPr/>
            <p:nvPr/>
          </p:nvSpPr>
          <p:spPr>
            <a:xfrm>
              <a:off x="5305452" y="35658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6" name="pt22346"/>
            <p:cNvSpPr/>
            <p:nvPr/>
          </p:nvSpPr>
          <p:spPr>
            <a:xfrm>
              <a:off x="5155860" y="35301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7" name="pt22347"/>
            <p:cNvSpPr/>
            <p:nvPr/>
          </p:nvSpPr>
          <p:spPr>
            <a:xfrm>
              <a:off x="5130177" y="35532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8" name="pt22348"/>
            <p:cNvSpPr/>
            <p:nvPr/>
          </p:nvSpPr>
          <p:spPr>
            <a:xfrm>
              <a:off x="5111902" y="35551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49" name="pt22349"/>
            <p:cNvSpPr/>
            <p:nvPr/>
          </p:nvSpPr>
          <p:spPr>
            <a:xfrm>
              <a:off x="5057456" y="3536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0" name="pt22350"/>
            <p:cNvSpPr/>
            <p:nvPr/>
          </p:nvSpPr>
          <p:spPr>
            <a:xfrm>
              <a:off x="5250255" y="357891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1" name="pt22351"/>
            <p:cNvSpPr/>
            <p:nvPr/>
          </p:nvSpPr>
          <p:spPr>
            <a:xfrm>
              <a:off x="4952805" y="356751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2" name="pt22352"/>
            <p:cNvSpPr/>
            <p:nvPr/>
          </p:nvSpPr>
          <p:spPr>
            <a:xfrm>
              <a:off x="5089698" y="357072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3" name="pt22353"/>
            <p:cNvSpPr/>
            <p:nvPr/>
          </p:nvSpPr>
          <p:spPr>
            <a:xfrm>
              <a:off x="5103967" y="35489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4" name="pt22354"/>
            <p:cNvSpPr/>
            <p:nvPr/>
          </p:nvSpPr>
          <p:spPr>
            <a:xfrm>
              <a:off x="5073895" y="35260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5" name="pt22355"/>
            <p:cNvSpPr/>
            <p:nvPr/>
          </p:nvSpPr>
          <p:spPr>
            <a:xfrm>
              <a:off x="5113646" y="353363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6" name="pt22356"/>
            <p:cNvSpPr/>
            <p:nvPr/>
          </p:nvSpPr>
          <p:spPr>
            <a:xfrm>
              <a:off x="5304776" y="356347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7" name="pt22357"/>
            <p:cNvSpPr/>
            <p:nvPr/>
          </p:nvSpPr>
          <p:spPr>
            <a:xfrm>
              <a:off x="5163587" y="354400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8" name="pt22358"/>
            <p:cNvSpPr/>
            <p:nvPr/>
          </p:nvSpPr>
          <p:spPr>
            <a:xfrm>
              <a:off x="5167345" y="360737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59" name="pt22359"/>
            <p:cNvSpPr/>
            <p:nvPr/>
          </p:nvSpPr>
          <p:spPr>
            <a:xfrm>
              <a:off x="5165777" y="3592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0" name="pt22360"/>
            <p:cNvSpPr/>
            <p:nvPr/>
          </p:nvSpPr>
          <p:spPr>
            <a:xfrm>
              <a:off x="5155908" y="356165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1" name="pt22361"/>
            <p:cNvSpPr/>
            <p:nvPr/>
          </p:nvSpPr>
          <p:spPr>
            <a:xfrm>
              <a:off x="5119256" y="35610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2" name="pt22362"/>
            <p:cNvSpPr/>
            <p:nvPr/>
          </p:nvSpPr>
          <p:spPr>
            <a:xfrm>
              <a:off x="5010030" y="35921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3" name="pt22363"/>
            <p:cNvSpPr/>
            <p:nvPr/>
          </p:nvSpPr>
          <p:spPr>
            <a:xfrm>
              <a:off x="5143575" y="354827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4" name="pt22364"/>
            <p:cNvSpPr/>
            <p:nvPr/>
          </p:nvSpPr>
          <p:spPr>
            <a:xfrm>
              <a:off x="5077880" y="363301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5" name="pt22365"/>
            <p:cNvSpPr/>
            <p:nvPr/>
          </p:nvSpPr>
          <p:spPr>
            <a:xfrm>
              <a:off x="5117217" y="35669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6" name="pt22366"/>
            <p:cNvSpPr/>
            <p:nvPr/>
          </p:nvSpPr>
          <p:spPr>
            <a:xfrm>
              <a:off x="5176857" y="355337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7" name="pt22367"/>
            <p:cNvSpPr/>
            <p:nvPr/>
          </p:nvSpPr>
          <p:spPr>
            <a:xfrm>
              <a:off x="5177892" y="35339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8" name="pt22368"/>
            <p:cNvSpPr/>
            <p:nvPr/>
          </p:nvSpPr>
          <p:spPr>
            <a:xfrm>
              <a:off x="5253430" y="355094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69" name="pt22369"/>
            <p:cNvSpPr/>
            <p:nvPr/>
          </p:nvSpPr>
          <p:spPr>
            <a:xfrm>
              <a:off x="5154892" y="356858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0" name="pt22370"/>
            <p:cNvSpPr/>
            <p:nvPr/>
          </p:nvSpPr>
          <p:spPr>
            <a:xfrm>
              <a:off x="5085067" y="355445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1" name="pt22371"/>
            <p:cNvSpPr/>
            <p:nvPr/>
          </p:nvSpPr>
          <p:spPr>
            <a:xfrm>
              <a:off x="5310174" y="358269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2" name="pt22372"/>
            <p:cNvSpPr/>
            <p:nvPr/>
          </p:nvSpPr>
          <p:spPr>
            <a:xfrm>
              <a:off x="5186305" y="357053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3" name="pt22373"/>
            <p:cNvSpPr/>
            <p:nvPr/>
          </p:nvSpPr>
          <p:spPr>
            <a:xfrm>
              <a:off x="4969586" y="349476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4" name="pt22374"/>
            <p:cNvSpPr/>
            <p:nvPr/>
          </p:nvSpPr>
          <p:spPr>
            <a:xfrm>
              <a:off x="5470521" y="356374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5" name="pt22375"/>
            <p:cNvSpPr/>
            <p:nvPr/>
          </p:nvSpPr>
          <p:spPr>
            <a:xfrm>
              <a:off x="5237657" y="356409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6" name="pt22376"/>
            <p:cNvSpPr/>
            <p:nvPr/>
          </p:nvSpPr>
          <p:spPr>
            <a:xfrm>
              <a:off x="5129246" y="357830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7" name="pt22377"/>
            <p:cNvSpPr/>
            <p:nvPr/>
          </p:nvSpPr>
          <p:spPr>
            <a:xfrm>
              <a:off x="4891732" y="35551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8" name="pt22378"/>
            <p:cNvSpPr/>
            <p:nvPr/>
          </p:nvSpPr>
          <p:spPr>
            <a:xfrm>
              <a:off x="5126882" y="355314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79" name="pt22379"/>
            <p:cNvSpPr/>
            <p:nvPr/>
          </p:nvSpPr>
          <p:spPr>
            <a:xfrm>
              <a:off x="5105265" y="358136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0" name="pt22380"/>
            <p:cNvSpPr/>
            <p:nvPr/>
          </p:nvSpPr>
          <p:spPr>
            <a:xfrm>
              <a:off x="5343173" y="357302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1" name="pt22381"/>
            <p:cNvSpPr/>
            <p:nvPr/>
          </p:nvSpPr>
          <p:spPr>
            <a:xfrm>
              <a:off x="5068442" y="352708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2" name="pt22382"/>
            <p:cNvSpPr/>
            <p:nvPr/>
          </p:nvSpPr>
          <p:spPr>
            <a:xfrm>
              <a:off x="5125088" y="35467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3" name="pt22383"/>
            <p:cNvSpPr/>
            <p:nvPr/>
          </p:nvSpPr>
          <p:spPr>
            <a:xfrm>
              <a:off x="5147557" y="358920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4" name="pt22384"/>
            <p:cNvSpPr/>
            <p:nvPr/>
          </p:nvSpPr>
          <p:spPr>
            <a:xfrm>
              <a:off x="5462773" y="35719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5" name="pt22385"/>
            <p:cNvSpPr/>
            <p:nvPr/>
          </p:nvSpPr>
          <p:spPr>
            <a:xfrm>
              <a:off x="5109816" y="35235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6" name="pt22386"/>
            <p:cNvSpPr/>
            <p:nvPr/>
          </p:nvSpPr>
          <p:spPr>
            <a:xfrm>
              <a:off x="5170659" y="357262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7" name="pt22387"/>
            <p:cNvSpPr/>
            <p:nvPr/>
          </p:nvSpPr>
          <p:spPr>
            <a:xfrm>
              <a:off x="5139584" y="345830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8" name="pt22388"/>
            <p:cNvSpPr/>
            <p:nvPr/>
          </p:nvSpPr>
          <p:spPr>
            <a:xfrm>
              <a:off x="5196518" y="35643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89" name="pt22389"/>
            <p:cNvSpPr/>
            <p:nvPr/>
          </p:nvSpPr>
          <p:spPr>
            <a:xfrm>
              <a:off x="5379597" y="355739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0" name="pt22390"/>
            <p:cNvSpPr/>
            <p:nvPr/>
          </p:nvSpPr>
          <p:spPr>
            <a:xfrm>
              <a:off x="5112292" y="353552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1" name="pt22391"/>
            <p:cNvSpPr/>
            <p:nvPr/>
          </p:nvSpPr>
          <p:spPr>
            <a:xfrm>
              <a:off x="5099007" y="355864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2" name="pt22392"/>
            <p:cNvSpPr/>
            <p:nvPr/>
          </p:nvSpPr>
          <p:spPr>
            <a:xfrm>
              <a:off x="5100960" y="354861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3" name="pt22393"/>
            <p:cNvSpPr/>
            <p:nvPr/>
          </p:nvSpPr>
          <p:spPr>
            <a:xfrm>
              <a:off x="5070193" y="35304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4" name="pt22394"/>
            <p:cNvSpPr/>
            <p:nvPr/>
          </p:nvSpPr>
          <p:spPr>
            <a:xfrm>
              <a:off x="5026936" y="353073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5" name="pt22395"/>
            <p:cNvSpPr/>
            <p:nvPr/>
          </p:nvSpPr>
          <p:spPr>
            <a:xfrm>
              <a:off x="5162890" y="353342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6" name="pt22396"/>
            <p:cNvSpPr/>
            <p:nvPr/>
          </p:nvSpPr>
          <p:spPr>
            <a:xfrm>
              <a:off x="5123229" y="355461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7" name="pt22397"/>
            <p:cNvSpPr/>
            <p:nvPr/>
          </p:nvSpPr>
          <p:spPr>
            <a:xfrm>
              <a:off x="5095597" y="3542506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8" name="pt22398"/>
            <p:cNvSpPr/>
            <p:nvPr/>
          </p:nvSpPr>
          <p:spPr>
            <a:xfrm>
              <a:off x="5212207" y="3549950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399" name="pt22399"/>
            <p:cNvSpPr/>
            <p:nvPr/>
          </p:nvSpPr>
          <p:spPr>
            <a:xfrm>
              <a:off x="5259165" y="379449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0" name="pt22400"/>
            <p:cNvSpPr/>
            <p:nvPr/>
          </p:nvSpPr>
          <p:spPr>
            <a:xfrm>
              <a:off x="5147736" y="338827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1" name="pt22401"/>
            <p:cNvSpPr/>
            <p:nvPr/>
          </p:nvSpPr>
          <p:spPr>
            <a:xfrm>
              <a:off x="5137229" y="35756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2" name="pt22402"/>
            <p:cNvSpPr/>
            <p:nvPr/>
          </p:nvSpPr>
          <p:spPr>
            <a:xfrm>
              <a:off x="5704579" y="3603332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3" name="pt22403"/>
            <p:cNvSpPr/>
            <p:nvPr/>
          </p:nvSpPr>
          <p:spPr>
            <a:xfrm>
              <a:off x="5233639" y="35682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4" name="pt22404"/>
            <p:cNvSpPr/>
            <p:nvPr/>
          </p:nvSpPr>
          <p:spPr>
            <a:xfrm>
              <a:off x="5123274" y="3563004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5" name="pt22405"/>
            <p:cNvSpPr/>
            <p:nvPr/>
          </p:nvSpPr>
          <p:spPr>
            <a:xfrm>
              <a:off x="5149319" y="356934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6" name="pt22406"/>
            <p:cNvSpPr/>
            <p:nvPr/>
          </p:nvSpPr>
          <p:spPr>
            <a:xfrm>
              <a:off x="5139010" y="3530081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7" name="pt22407"/>
            <p:cNvSpPr/>
            <p:nvPr/>
          </p:nvSpPr>
          <p:spPr>
            <a:xfrm>
              <a:off x="5191025" y="355989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08" name="pt22408"/>
            <p:cNvSpPr/>
            <p:nvPr/>
          </p:nvSpPr>
          <p:spPr>
            <a:xfrm>
              <a:off x="5490635" y="3258704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09" name="pt22409"/>
            <p:cNvSpPr/>
            <p:nvPr/>
          </p:nvSpPr>
          <p:spPr>
            <a:xfrm>
              <a:off x="4980438" y="357395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0" name="pt22410"/>
            <p:cNvSpPr/>
            <p:nvPr/>
          </p:nvSpPr>
          <p:spPr>
            <a:xfrm>
              <a:off x="5214142" y="354931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1" name="pt22411"/>
            <p:cNvSpPr/>
            <p:nvPr/>
          </p:nvSpPr>
          <p:spPr>
            <a:xfrm>
              <a:off x="5132933" y="355028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2" name="pt22412"/>
            <p:cNvSpPr/>
            <p:nvPr/>
          </p:nvSpPr>
          <p:spPr>
            <a:xfrm>
              <a:off x="5102259" y="355215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3" name="pt22413"/>
            <p:cNvSpPr/>
            <p:nvPr/>
          </p:nvSpPr>
          <p:spPr>
            <a:xfrm>
              <a:off x="5127328" y="35797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4" name="pt22414"/>
            <p:cNvSpPr/>
            <p:nvPr/>
          </p:nvSpPr>
          <p:spPr>
            <a:xfrm>
              <a:off x="5013536" y="354412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5" name="pt22415"/>
            <p:cNvSpPr/>
            <p:nvPr/>
          </p:nvSpPr>
          <p:spPr>
            <a:xfrm>
              <a:off x="5138956" y="3557613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6" name="pt22416"/>
            <p:cNvSpPr/>
            <p:nvPr/>
          </p:nvSpPr>
          <p:spPr>
            <a:xfrm>
              <a:off x="5067196" y="3522608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7" name="pt22417"/>
            <p:cNvSpPr/>
            <p:nvPr/>
          </p:nvSpPr>
          <p:spPr>
            <a:xfrm>
              <a:off x="5194845" y="3470175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8" name="pt22418"/>
            <p:cNvSpPr/>
            <p:nvPr/>
          </p:nvSpPr>
          <p:spPr>
            <a:xfrm>
              <a:off x="5104412" y="3550619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19" name="pt22419"/>
            <p:cNvSpPr/>
            <p:nvPr/>
          </p:nvSpPr>
          <p:spPr>
            <a:xfrm>
              <a:off x="5103303" y="3580757"/>
              <a:ext cx="54165" cy="54165"/>
            </a:xfrm>
            <a:prstGeom prst="ellipse">
              <a:avLst/>
            </a:prstGeom>
            <a:solidFill>
              <a:srgbClr val="FEE08B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0" name="pt22420"/>
            <p:cNvSpPr/>
            <p:nvPr/>
          </p:nvSpPr>
          <p:spPr>
            <a:xfrm>
              <a:off x="5131330" y="34458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1" name="pt22421"/>
            <p:cNvSpPr/>
            <p:nvPr/>
          </p:nvSpPr>
          <p:spPr>
            <a:xfrm>
              <a:off x="5160276" y="38991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2" name="pt22422"/>
            <p:cNvSpPr/>
            <p:nvPr/>
          </p:nvSpPr>
          <p:spPr>
            <a:xfrm>
              <a:off x="5146929" y="35132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3" name="pt22423"/>
            <p:cNvSpPr/>
            <p:nvPr/>
          </p:nvSpPr>
          <p:spPr>
            <a:xfrm>
              <a:off x="5153377" y="2923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4" name="pt22424"/>
            <p:cNvSpPr/>
            <p:nvPr/>
          </p:nvSpPr>
          <p:spPr>
            <a:xfrm>
              <a:off x="5157767" y="3739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5" name="pt22425"/>
            <p:cNvSpPr/>
            <p:nvPr/>
          </p:nvSpPr>
          <p:spPr>
            <a:xfrm>
              <a:off x="5148945" y="3754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6" name="pt22426"/>
            <p:cNvSpPr/>
            <p:nvPr/>
          </p:nvSpPr>
          <p:spPr>
            <a:xfrm>
              <a:off x="5167140" y="36783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7" name="pt22427"/>
            <p:cNvSpPr/>
            <p:nvPr/>
          </p:nvSpPr>
          <p:spPr>
            <a:xfrm>
              <a:off x="5155684" y="3482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8" name="pt22428"/>
            <p:cNvSpPr/>
            <p:nvPr/>
          </p:nvSpPr>
          <p:spPr>
            <a:xfrm>
              <a:off x="5147791" y="37503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29" name="pt22429"/>
            <p:cNvSpPr/>
            <p:nvPr/>
          </p:nvSpPr>
          <p:spPr>
            <a:xfrm>
              <a:off x="5138640" y="25252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0" name="pt22430"/>
            <p:cNvSpPr/>
            <p:nvPr/>
          </p:nvSpPr>
          <p:spPr>
            <a:xfrm>
              <a:off x="5168464" y="2920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1" name="pt22431"/>
            <p:cNvSpPr/>
            <p:nvPr/>
          </p:nvSpPr>
          <p:spPr>
            <a:xfrm>
              <a:off x="5093877" y="35048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2" name="pt22432"/>
            <p:cNvSpPr/>
            <p:nvPr/>
          </p:nvSpPr>
          <p:spPr>
            <a:xfrm>
              <a:off x="5107927" y="36087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3" name="pt22433"/>
            <p:cNvSpPr/>
            <p:nvPr/>
          </p:nvSpPr>
          <p:spPr>
            <a:xfrm>
              <a:off x="6123146" y="320917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34" name="pt22434"/>
            <p:cNvSpPr/>
            <p:nvPr/>
          </p:nvSpPr>
          <p:spPr>
            <a:xfrm>
              <a:off x="5143739" y="37986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5" name="pt22435"/>
            <p:cNvSpPr/>
            <p:nvPr/>
          </p:nvSpPr>
          <p:spPr>
            <a:xfrm>
              <a:off x="4658344" y="34895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6" name="pt22436"/>
            <p:cNvSpPr/>
            <p:nvPr/>
          </p:nvSpPr>
          <p:spPr>
            <a:xfrm>
              <a:off x="5127813" y="3706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7" name="pt22437"/>
            <p:cNvSpPr/>
            <p:nvPr/>
          </p:nvSpPr>
          <p:spPr>
            <a:xfrm>
              <a:off x="5114536" y="34439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8" name="pt22438"/>
            <p:cNvSpPr/>
            <p:nvPr/>
          </p:nvSpPr>
          <p:spPr>
            <a:xfrm>
              <a:off x="5110652" y="34766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39" name="pt22439"/>
            <p:cNvSpPr/>
            <p:nvPr/>
          </p:nvSpPr>
          <p:spPr>
            <a:xfrm>
              <a:off x="5134997" y="32297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0" name="pt22440"/>
            <p:cNvSpPr/>
            <p:nvPr/>
          </p:nvSpPr>
          <p:spPr>
            <a:xfrm>
              <a:off x="5014572" y="3415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1" name="pt22441"/>
            <p:cNvSpPr/>
            <p:nvPr/>
          </p:nvSpPr>
          <p:spPr>
            <a:xfrm>
              <a:off x="5117008" y="31670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2" name="pt22442"/>
            <p:cNvSpPr/>
            <p:nvPr/>
          </p:nvSpPr>
          <p:spPr>
            <a:xfrm>
              <a:off x="5109432" y="25428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3" name="pt22443"/>
            <p:cNvSpPr/>
            <p:nvPr/>
          </p:nvSpPr>
          <p:spPr>
            <a:xfrm>
              <a:off x="5272237" y="3822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4" name="pt22444"/>
            <p:cNvSpPr/>
            <p:nvPr/>
          </p:nvSpPr>
          <p:spPr>
            <a:xfrm>
              <a:off x="5282580" y="42997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5" name="pt22445"/>
            <p:cNvSpPr/>
            <p:nvPr/>
          </p:nvSpPr>
          <p:spPr>
            <a:xfrm>
              <a:off x="5152597" y="2256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6" name="pt22446"/>
            <p:cNvSpPr/>
            <p:nvPr/>
          </p:nvSpPr>
          <p:spPr>
            <a:xfrm>
              <a:off x="5105872" y="38811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7" name="pt22447"/>
            <p:cNvSpPr/>
            <p:nvPr/>
          </p:nvSpPr>
          <p:spPr>
            <a:xfrm>
              <a:off x="5163612" y="36803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8" name="pt22448"/>
            <p:cNvSpPr/>
            <p:nvPr/>
          </p:nvSpPr>
          <p:spPr>
            <a:xfrm>
              <a:off x="5152095" y="3595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49" name="pt22449"/>
            <p:cNvSpPr/>
            <p:nvPr/>
          </p:nvSpPr>
          <p:spPr>
            <a:xfrm>
              <a:off x="5146640" y="3807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0" name="pt22450"/>
            <p:cNvSpPr/>
            <p:nvPr/>
          </p:nvSpPr>
          <p:spPr>
            <a:xfrm>
              <a:off x="5144016" y="39223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1" name="pt22451"/>
            <p:cNvSpPr/>
            <p:nvPr/>
          </p:nvSpPr>
          <p:spPr>
            <a:xfrm>
              <a:off x="5178973" y="3475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2" name="pt22452"/>
            <p:cNvSpPr/>
            <p:nvPr/>
          </p:nvSpPr>
          <p:spPr>
            <a:xfrm>
              <a:off x="5173244" y="3843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3" name="pt22453"/>
            <p:cNvSpPr/>
            <p:nvPr/>
          </p:nvSpPr>
          <p:spPr>
            <a:xfrm>
              <a:off x="5150862" y="3709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4" name="pt22454"/>
            <p:cNvSpPr/>
            <p:nvPr/>
          </p:nvSpPr>
          <p:spPr>
            <a:xfrm>
              <a:off x="5146468" y="36279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5" name="pt22455"/>
            <p:cNvSpPr/>
            <p:nvPr/>
          </p:nvSpPr>
          <p:spPr>
            <a:xfrm>
              <a:off x="5214270" y="36883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6" name="pt22456"/>
            <p:cNvSpPr/>
            <p:nvPr/>
          </p:nvSpPr>
          <p:spPr>
            <a:xfrm>
              <a:off x="5139353" y="3606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7" name="pt22457"/>
            <p:cNvSpPr/>
            <p:nvPr/>
          </p:nvSpPr>
          <p:spPr>
            <a:xfrm>
              <a:off x="5584870" y="35826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8" name="pt22458"/>
            <p:cNvSpPr/>
            <p:nvPr/>
          </p:nvSpPr>
          <p:spPr>
            <a:xfrm>
              <a:off x="5121265" y="33127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59" name="pt22459"/>
            <p:cNvSpPr/>
            <p:nvPr/>
          </p:nvSpPr>
          <p:spPr>
            <a:xfrm>
              <a:off x="5104587" y="32872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0" name="pt22460"/>
            <p:cNvSpPr/>
            <p:nvPr/>
          </p:nvSpPr>
          <p:spPr>
            <a:xfrm>
              <a:off x="5168657" y="3942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1" name="pt22461"/>
            <p:cNvSpPr/>
            <p:nvPr/>
          </p:nvSpPr>
          <p:spPr>
            <a:xfrm>
              <a:off x="5116057" y="32988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2" name="pt22462"/>
            <p:cNvSpPr/>
            <p:nvPr/>
          </p:nvSpPr>
          <p:spPr>
            <a:xfrm>
              <a:off x="5188539" y="35893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3" name="pt22463"/>
            <p:cNvSpPr/>
            <p:nvPr/>
          </p:nvSpPr>
          <p:spPr>
            <a:xfrm>
              <a:off x="5188039" y="1939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4" name="pt22464"/>
            <p:cNvSpPr/>
            <p:nvPr/>
          </p:nvSpPr>
          <p:spPr>
            <a:xfrm>
              <a:off x="4973678" y="36065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5" name="pt22465"/>
            <p:cNvSpPr/>
            <p:nvPr/>
          </p:nvSpPr>
          <p:spPr>
            <a:xfrm>
              <a:off x="5115275" y="36376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6" name="pt22466"/>
            <p:cNvSpPr/>
            <p:nvPr/>
          </p:nvSpPr>
          <p:spPr>
            <a:xfrm>
              <a:off x="5161831" y="3558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7" name="pt22467"/>
            <p:cNvSpPr/>
            <p:nvPr/>
          </p:nvSpPr>
          <p:spPr>
            <a:xfrm>
              <a:off x="5119884" y="37616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8" name="pt22468"/>
            <p:cNvSpPr/>
            <p:nvPr/>
          </p:nvSpPr>
          <p:spPr>
            <a:xfrm>
              <a:off x="5129505" y="37469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69" name="pt22469"/>
            <p:cNvSpPr/>
            <p:nvPr/>
          </p:nvSpPr>
          <p:spPr>
            <a:xfrm>
              <a:off x="5159635" y="34663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0" name="pt22470"/>
            <p:cNvSpPr/>
            <p:nvPr/>
          </p:nvSpPr>
          <p:spPr>
            <a:xfrm>
              <a:off x="5190229" y="35468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1" name="pt22471"/>
            <p:cNvSpPr/>
            <p:nvPr/>
          </p:nvSpPr>
          <p:spPr>
            <a:xfrm>
              <a:off x="5136485" y="3502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2" name="pt22472"/>
            <p:cNvSpPr/>
            <p:nvPr/>
          </p:nvSpPr>
          <p:spPr>
            <a:xfrm>
              <a:off x="5148587" y="38180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3" name="pt22473"/>
            <p:cNvSpPr/>
            <p:nvPr/>
          </p:nvSpPr>
          <p:spPr>
            <a:xfrm>
              <a:off x="5145957" y="40797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4" name="pt22474"/>
            <p:cNvSpPr/>
            <p:nvPr/>
          </p:nvSpPr>
          <p:spPr>
            <a:xfrm>
              <a:off x="5118845" y="37280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5" name="pt22475"/>
            <p:cNvSpPr/>
            <p:nvPr/>
          </p:nvSpPr>
          <p:spPr>
            <a:xfrm>
              <a:off x="5140640" y="35117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6" name="pt22476"/>
            <p:cNvSpPr/>
            <p:nvPr/>
          </p:nvSpPr>
          <p:spPr>
            <a:xfrm>
              <a:off x="5148597" y="36015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7" name="pt22477"/>
            <p:cNvSpPr/>
            <p:nvPr/>
          </p:nvSpPr>
          <p:spPr>
            <a:xfrm>
              <a:off x="5155342" y="38498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8" name="pt22478"/>
            <p:cNvSpPr/>
            <p:nvPr/>
          </p:nvSpPr>
          <p:spPr>
            <a:xfrm>
              <a:off x="5114646" y="36861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79" name="pt22479"/>
            <p:cNvSpPr/>
            <p:nvPr/>
          </p:nvSpPr>
          <p:spPr>
            <a:xfrm>
              <a:off x="5135439" y="3660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0" name="pt22480"/>
            <p:cNvSpPr/>
            <p:nvPr/>
          </p:nvSpPr>
          <p:spPr>
            <a:xfrm>
              <a:off x="5143779" y="35820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1" name="pt22481"/>
            <p:cNvSpPr/>
            <p:nvPr/>
          </p:nvSpPr>
          <p:spPr>
            <a:xfrm>
              <a:off x="5101067" y="3779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2" name="pt22482"/>
            <p:cNvSpPr/>
            <p:nvPr/>
          </p:nvSpPr>
          <p:spPr>
            <a:xfrm>
              <a:off x="5171222" y="3299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3" name="pt22483"/>
            <p:cNvSpPr/>
            <p:nvPr/>
          </p:nvSpPr>
          <p:spPr>
            <a:xfrm>
              <a:off x="5140966" y="32922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4" name="pt22484"/>
            <p:cNvSpPr/>
            <p:nvPr/>
          </p:nvSpPr>
          <p:spPr>
            <a:xfrm>
              <a:off x="5152020" y="34364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5" name="pt22485"/>
            <p:cNvSpPr/>
            <p:nvPr/>
          </p:nvSpPr>
          <p:spPr>
            <a:xfrm>
              <a:off x="5372982" y="3715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6" name="pt22486"/>
            <p:cNvSpPr/>
            <p:nvPr/>
          </p:nvSpPr>
          <p:spPr>
            <a:xfrm>
              <a:off x="7110515" y="35712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7" name="pt22487"/>
            <p:cNvSpPr/>
            <p:nvPr/>
          </p:nvSpPr>
          <p:spPr>
            <a:xfrm>
              <a:off x="5149209" y="37076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8" name="pt22488"/>
            <p:cNvSpPr/>
            <p:nvPr/>
          </p:nvSpPr>
          <p:spPr>
            <a:xfrm>
              <a:off x="5148767" y="35204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89" name="pt22489"/>
            <p:cNvSpPr/>
            <p:nvPr/>
          </p:nvSpPr>
          <p:spPr>
            <a:xfrm>
              <a:off x="5122389" y="33113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0" name="pt22490"/>
            <p:cNvSpPr/>
            <p:nvPr/>
          </p:nvSpPr>
          <p:spPr>
            <a:xfrm>
              <a:off x="4984670" y="3201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1" name="pt22491"/>
            <p:cNvSpPr/>
            <p:nvPr/>
          </p:nvSpPr>
          <p:spPr>
            <a:xfrm>
              <a:off x="5163565" y="3468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2" name="pt22492"/>
            <p:cNvSpPr/>
            <p:nvPr/>
          </p:nvSpPr>
          <p:spPr>
            <a:xfrm>
              <a:off x="5137072" y="3552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3" name="pt22493"/>
            <p:cNvSpPr/>
            <p:nvPr/>
          </p:nvSpPr>
          <p:spPr>
            <a:xfrm>
              <a:off x="5173132" y="3884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4" name="pt22494"/>
            <p:cNvSpPr/>
            <p:nvPr/>
          </p:nvSpPr>
          <p:spPr>
            <a:xfrm>
              <a:off x="5127544" y="3667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5" name="pt22495"/>
            <p:cNvSpPr/>
            <p:nvPr/>
          </p:nvSpPr>
          <p:spPr>
            <a:xfrm>
              <a:off x="5120862" y="36574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6" name="pt22496"/>
            <p:cNvSpPr/>
            <p:nvPr/>
          </p:nvSpPr>
          <p:spPr>
            <a:xfrm>
              <a:off x="5157090" y="39261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7" name="pt22497"/>
            <p:cNvSpPr/>
            <p:nvPr/>
          </p:nvSpPr>
          <p:spPr>
            <a:xfrm>
              <a:off x="5551117" y="385031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98" name="pt22498"/>
            <p:cNvSpPr/>
            <p:nvPr/>
          </p:nvSpPr>
          <p:spPr>
            <a:xfrm>
              <a:off x="5114836" y="39595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499" name="pt22499"/>
            <p:cNvSpPr/>
            <p:nvPr/>
          </p:nvSpPr>
          <p:spPr>
            <a:xfrm>
              <a:off x="5637155" y="387232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00" name="pt22500"/>
            <p:cNvSpPr/>
            <p:nvPr/>
          </p:nvSpPr>
          <p:spPr>
            <a:xfrm>
              <a:off x="5602678" y="309578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01" name="pt22501"/>
            <p:cNvSpPr/>
            <p:nvPr/>
          </p:nvSpPr>
          <p:spPr>
            <a:xfrm>
              <a:off x="5032336" y="37335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2" name="pt22502"/>
            <p:cNvSpPr/>
            <p:nvPr/>
          </p:nvSpPr>
          <p:spPr>
            <a:xfrm>
              <a:off x="5102472" y="3512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3" name="pt22503"/>
            <p:cNvSpPr/>
            <p:nvPr/>
          </p:nvSpPr>
          <p:spPr>
            <a:xfrm>
              <a:off x="5137028" y="38007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4" name="pt22504"/>
            <p:cNvSpPr/>
            <p:nvPr/>
          </p:nvSpPr>
          <p:spPr>
            <a:xfrm>
              <a:off x="5624438" y="376773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05" name="pt22505"/>
            <p:cNvSpPr/>
            <p:nvPr/>
          </p:nvSpPr>
          <p:spPr>
            <a:xfrm>
              <a:off x="5125953" y="2445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6" name="pt22506"/>
            <p:cNvSpPr/>
            <p:nvPr/>
          </p:nvSpPr>
          <p:spPr>
            <a:xfrm>
              <a:off x="5131238" y="3400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7" name="pt22507"/>
            <p:cNvSpPr/>
            <p:nvPr/>
          </p:nvSpPr>
          <p:spPr>
            <a:xfrm>
              <a:off x="5141679" y="34299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8" name="pt22508"/>
            <p:cNvSpPr/>
            <p:nvPr/>
          </p:nvSpPr>
          <p:spPr>
            <a:xfrm>
              <a:off x="4084818" y="35724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09" name="pt22509"/>
            <p:cNvSpPr/>
            <p:nvPr/>
          </p:nvSpPr>
          <p:spPr>
            <a:xfrm>
              <a:off x="5263879" y="3679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0" name="pt22510"/>
            <p:cNvSpPr/>
            <p:nvPr/>
          </p:nvSpPr>
          <p:spPr>
            <a:xfrm>
              <a:off x="5139091" y="3303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1" name="pt22511"/>
            <p:cNvSpPr/>
            <p:nvPr/>
          </p:nvSpPr>
          <p:spPr>
            <a:xfrm>
              <a:off x="3260039" y="3595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2" name="pt22512"/>
            <p:cNvSpPr/>
            <p:nvPr/>
          </p:nvSpPr>
          <p:spPr>
            <a:xfrm>
              <a:off x="5132617" y="3726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3" name="pt22513"/>
            <p:cNvSpPr/>
            <p:nvPr/>
          </p:nvSpPr>
          <p:spPr>
            <a:xfrm>
              <a:off x="5150520" y="3423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4" name="pt22514"/>
            <p:cNvSpPr/>
            <p:nvPr/>
          </p:nvSpPr>
          <p:spPr>
            <a:xfrm>
              <a:off x="5125589" y="36297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5" name="pt22515"/>
            <p:cNvSpPr/>
            <p:nvPr/>
          </p:nvSpPr>
          <p:spPr>
            <a:xfrm>
              <a:off x="5196687" y="39157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6" name="pt22516"/>
            <p:cNvSpPr/>
            <p:nvPr/>
          </p:nvSpPr>
          <p:spPr>
            <a:xfrm>
              <a:off x="5182293" y="38057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7" name="pt22517"/>
            <p:cNvSpPr/>
            <p:nvPr/>
          </p:nvSpPr>
          <p:spPr>
            <a:xfrm>
              <a:off x="5114971" y="36660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8" name="pt22518"/>
            <p:cNvSpPr/>
            <p:nvPr/>
          </p:nvSpPr>
          <p:spPr>
            <a:xfrm>
              <a:off x="5152984" y="37176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19" name="pt22519"/>
            <p:cNvSpPr/>
            <p:nvPr/>
          </p:nvSpPr>
          <p:spPr>
            <a:xfrm>
              <a:off x="5781548" y="35708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0" name="pt22520"/>
            <p:cNvSpPr/>
            <p:nvPr/>
          </p:nvSpPr>
          <p:spPr>
            <a:xfrm>
              <a:off x="5146419" y="3928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1" name="pt22521"/>
            <p:cNvSpPr/>
            <p:nvPr/>
          </p:nvSpPr>
          <p:spPr>
            <a:xfrm>
              <a:off x="5146935" y="36718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2" name="pt22522"/>
            <p:cNvSpPr/>
            <p:nvPr/>
          </p:nvSpPr>
          <p:spPr>
            <a:xfrm>
              <a:off x="5135072" y="38354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3" name="pt22523"/>
            <p:cNvSpPr/>
            <p:nvPr/>
          </p:nvSpPr>
          <p:spPr>
            <a:xfrm>
              <a:off x="5138266" y="35310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4" name="pt22524"/>
            <p:cNvSpPr/>
            <p:nvPr/>
          </p:nvSpPr>
          <p:spPr>
            <a:xfrm>
              <a:off x="5117654" y="40297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5" name="pt22525"/>
            <p:cNvSpPr/>
            <p:nvPr/>
          </p:nvSpPr>
          <p:spPr>
            <a:xfrm>
              <a:off x="3641955" y="36587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6" name="pt22526"/>
            <p:cNvSpPr/>
            <p:nvPr/>
          </p:nvSpPr>
          <p:spPr>
            <a:xfrm>
              <a:off x="5095312" y="3486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7" name="pt22527"/>
            <p:cNvSpPr/>
            <p:nvPr/>
          </p:nvSpPr>
          <p:spPr>
            <a:xfrm>
              <a:off x="5140152" y="3463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8" name="pt22528"/>
            <p:cNvSpPr/>
            <p:nvPr/>
          </p:nvSpPr>
          <p:spPr>
            <a:xfrm>
              <a:off x="5139178" y="3484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29" name="pt22529"/>
            <p:cNvSpPr/>
            <p:nvPr/>
          </p:nvSpPr>
          <p:spPr>
            <a:xfrm>
              <a:off x="5292731" y="3550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0" name="pt22530"/>
            <p:cNvSpPr/>
            <p:nvPr/>
          </p:nvSpPr>
          <p:spPr>
            <a:xfrm>
              <a:off x="5100936" y="37050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1" name="pt22531"/>
            <p:cNvSpPr/>
            <p:nvPr/>
          </p:nvSpPr>
          <p:spPr>
            <a:xfrm>
              <a:off x="5325134" y="35771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2" name="pt22532"/>
            <p:cNvSpPr/>
            <p:nvPr/>
          </p:nvSpPr>
          <p:spPr>
            <a:xfrm>
              <a:off x="5226519" y="36193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3" name="pt22533"/>
            <p:cNvSpPr/>
            <p:nvPr/>
          </p:nvSpPr>
          <p:spPr>
            <a:xfrm>
              <a:off x="5165307" y="3780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4" name="pt22534"/>
            <p:cNvSpPr/>
            <p:nvPr/>
          </p:nvSpPr>
          <p:spPr>
            <a:xfrm>
              <a:off x="5149322" y="3840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5" name="pt22535"/>
            <p:cNvSpPr/>
            <p:nvPr/>
          </p:nvSpPr>
          <p:spPr>
            <a:xfrm>
              <a:off x="4602623" y="3578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6" name="pt22536"/>
            <p:cNvSpPr/>
            <p:nvPr/>
          </p:nvSpPr>
          <p:spPr>
            <a:xfrm>
              <a:off x="5105424" y="3456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7" name="pt22537"/>
            <p:cNvSpPr/>
            <p:nvPr/>
          </p:nvSpPr>
          <p:spPr>
            <a:xfrm>
              <a:off x="5139701" y="3771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8" name="pt22538"/>
            <p:cNvSpPr/>
            <p:nvPr/>
          </p:nvSpPr>
          <p:spPr>
            <a:xfrm>
              <a:off x="5168214" y="32878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39" name="pt22539"/>
            <p:cNvSpPr/>
            <p:nvPr/>
          </p:nvSpPr>
          <p:spPr>
            <a:xfrm>
              <a:off x="5169539" y="33639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0" name="pt22540"/>
            <p:cNvSpPr/>
            <p:nvPr/>
          </p:nvSpPr>
          <p:spPr>
            <a:xfrm>
              <a:off x="5140770" y="3510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1" name="pt22541"/>
            <p:cNvSpPr/>
            <p:nvPr/>
          </p:nvSpPr>
          <p:spPr>
            <a:xfrm>
              <a:off x="5118738" y="30071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2" name="pt22542"/>
            <p:cNvSpPr/>
            <p:nvPr/>
          </p:nvSpPr>
          <p:spPr>
            <a:xfrm>
              <a:off x="5128001" y="2669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3" name="pt22543"/>
            <p:cNvSpPr/>
            <p:nvPr/>
          </p:nvSpPr>
          <p:spPr>
            <a:xfrm>
              <a:off x="5129482" y="30685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4" name="pt22544"/>
            <p:cNvSpPr/>
            <p:nvPr/>
          </p:nvSpPr>
          <p:spPr>
            <a:xfrm>
              <a:off x="5153137" y="34219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5" name="pt22545"/>
            <p:cNvSpPr/>
            <p:nvPr/>
          </p:nvSpPr>
          <p:spPr>
            <a:xfrm>
              <a:off x="5089318" y="30140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6" name="pt22546"/>
            <p:cNvSpPr/>
            <p:nvPr/>
          </p:nvSpPr>
          <p:spPr>
            <a:xfrm>
              <a:off x="5130009" y="3395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7" name="pt22547"/>
            <p:cNvSpPr/>
            <p:nvPr/>
          </p:nvSpPr>
          <p:spPr>
            <a:xfrm>
              <a:off x="5174514" y="34452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8" name="pt22548"/>
            <p:cNvSpPr/>
            <p:nvPr/>
          </p:nvSpPr>
          <p:spPr>
            <a:xfrm>
              <a:off x="5122112" y="36909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49" name="pt22549"/>
            <p:cNvSpPr/>
            <p:nvPr/>
          </p:nvSpPr>
          <p:spPr>
            <a:xfrm>
              <a:off x="5089122" y="3418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0" name="pt22550"/>
            <p:cNvSpPr/>
            <p:nvPr/>
          </p:nvSpPr>
          <p:spPr>
            <a:xfrm>
              <a:off x="5117917" y="35306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1" name="pt22551"/>
            <p:cNvSpPr/>
            <p:nvPr/>
          </p:nvSpPr>
          <p:spPr>
            <a:xfrm>
              <a:off x="5481431" y="334139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52" name="pt22552"/>
            <p:cNvSpPr/>
            <p:nvPr/>
          </p:nvSpPr>
          <p:spPr>
            <a:xfrm>
              <a:off x="5139632" y="34753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3" name="pt22553"/>
            <p:cNvSpPr/>
            <p:nvPr/>
          </p:nvSpPr>
          <p:spPr>
            <a:xfrm>
              <a:off x="5085331" y="35762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4" name="pt22554"/>
            <p:cNvSpPr/>
            <p:nvPr/>
          </p:nvSpPr>
          <p:spPr>
            <a:xfrm>
              <a:off x="5058732" y="3617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5" name="pt22555"/>
            <p:cNvSpPr/>
            <p:nvPr/>
          </p:nvSpPr>
          <p:spPr>
            <a:xfrm>
              <a:off x="5119214" y="35591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6" name="pt22556"/>
            <p:cNvSpPr/>
            <p:nvPr/>
          </p:nvSpPr>
          <p:spPr>
            <a:xfrm>
              <a:off x="5142656" y="40249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7" name="pt22557"/>
            <p:cNvSpPr/>
            <p:nvPr/>
          </p:nvSpPr>
          <p:spPr>
            <a:xfrm>
              <a:off x="5192302" y="35206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8" name="pt22558"/>
            <p:cNvSpPr/>
            <p:nvPr/>
          </p:nvSpPr>
          <p:spPr>
            <a:xfrm>
              <a:off x="4789187" y="3612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59" name="pt22559"/>
            <p:cNvSpPr/>
            <p:nvPr/>
          </p:nvSpPr>
          <p:spPr>
            <a:xfrm>
              <a:off x="4065529" y="3508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0" name="pt22560"/>
            <p:cNvSpPr/>
            <p:nvPr/>
          </p:nvSpPr>
          <p:spPr>
            <a:xfrm>
              <a:off x="3775542" y="387122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61" name="pt22561"/>
            <p:cNvSpPr/>
            <p:nvPr/>
          </p:nvSpPr>
          <p:spPr>
            <a:xfrm>
              <a:off x="4904909" y="35028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2" name="pt22562"/>
            <p:cNvSpPr/>
            <p:nvPr/>
          </p:nvSpPr>
          <p:spPr>
            <a:xfrm>
              <a:off x="5134182" y="3854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3" name="pt22563"/>
            <p:cNvSpPr/>
            <p:nvPr/>
          </p:nvSpPr>
          <p:spPr>
            <a:xfrm>
              <a:off x="4989740" y="36484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4" name="pt22564"/>
            <p:cNvSpPr/>
            <p:nvPr/>
          </p:nvSpPr>
          <p:spPr>
            <a:xfrm>
              <a:off x="5143120" y="3672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5" name="pt22565"/>
            <p:cNvSpPr/>
            <p:nvPr/>
          </p:nvSpPr>
          <p:spPr>
            <a:xfrm>
              <a:off x="5142127" y="37999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6" name="pt22566"/>
            <p:cNvSpPr/>
            <p:nvPr/>
          </p:nvSpPr>
          <p:spPr>
            <a:xfrm>
              <a:off x="5137413" y="3878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7" name="pt22567"/>
            <p:cNvSpPr/>
            <p:nvPr/>
          </p:nvSpPr>
          <p:spPr>
            <a:xfrm>
              <a:off x="5142171" y="3681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8" name="pt22568"/>
            <p:cNvSpPr/>
            <p:nvPr/>
          </p:nvSpPr>
          <p:spPr>
            <a:xfrm>
              <a:off x="5183323" y="36341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69" name="pt22569"/>
            <p:cNvSpPr/>
            <p:nvPr/>
          </p:nvSpPr>
          <p:spPr>
            <a:xfrm>
              <a:off x="5174197" y="38457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0" name="pt22570"/>
            <p:cNvSpPr/>
            <p:nvPr/>
          </p:nvSpPr>
          <p:spPr>
            <a:xfrm>
              <a:off x="5187221" y="39928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1" name="pt22571"/>
            <p:cNvSpPr/>
            <p:nvPr/>
          </p:nvSpPr>
          <p:spPr>
            <a:xfrm>
              <a:off x="5183527" y="36764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2" name="pt22572"/>
            <p:cNvSpPr/>
            <p:nvPr/>
          </p:nvSpPr>
          <p:spPr>
            <a:xfrm>
              <a:off x="5153896" y="37771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3" name="pt22573"/>
            <p:cNvSpPr/>
            <p:nvPr/>
          </p:nvSpPr>
          <p:spPr>
            <a:xfrm>
              <a:off x="5128064" y="35279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4" name="pt22574"/>
            <p:cNvSpPr/>
            <p:nvPr/>
          </p:nvSpPr>
          <p:spPr>
            <a:xfrm>
              <a:off x="5167336" y="34565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5" name="pt22575"/>
            <p:cNvSpPr/>
            <p:nvPr/>
          </p:nvSpPr>
          <p:spPr>
            <a:xfrm>
              <a:off x="5150211" y="37634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6" name="pt22576"/>
            <p:cNvSpPr/>
            <p:nvPr/>
          </p:nvSpPr>
          <p:spPr>
            <a:xfrm>
              <a:off x="5564364" y="3544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7" name="pt22577"/>
            <p:cNvSpPr/>
            <p:nvPr/>
          </p:nvSpPr>
          <p:spPr>
            <a:xfrm>
              <a:off x="5166670" y="36246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8" name="pt22578"/>
            <p:cNvSpPr/>
            <p:nvPr/>
          </p:nvSpPr>
          <p:spPr>
            <a:xfrm>
              <a:off x="4326856" y="37698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79" name="pt22579"/>
            <p:cNvSpPr/>
            <p:nvPr/>
          </p:nvSpPr>
          <p:spPr>
            <a:xfrm>
              <a:off x="5299830" y="3546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0" name="pt22580"/>
            <p:cNvSpPr/>
            <p:nvPr/>
          </p:nvSpPr>
          <p:spPr>
            <a:xfrm>
              <a:off x="5002580" y="342514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81" name="pt22581"/>
            <p:cNvSpPr/>
            <p:nvPr/>
          </p:nvSpPr>
          <p:spPr>
            <a:xfrm>
              <a:off x="5208146" y="35154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2" name="pt22582"/>
            <p:cNvSpPr/>
            <p:nvPr/>
          </p:nvSpPr>
          <p:spPr>
            <a:xfrm>
              <a:off x="5131619" y="3823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3" name="pt22583"/>
            <p:cNvSpPr/>
            <p:nvPr/>
          </p:nvSpPr>
          <p:spPr>
            <a:xfrm>
              <a:off x="5172769" y="38010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4" name="pt22584"/>
            <p:cNvSpPr/>
            <p:nvPr/>
          </p:nvSpPr>
          <p:spPr>
            <a:xfrm>
              <a:off x="5091121" y="3473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5" name="pt22585"/>
            <p:cNvSpPr/>
            <p:nvPr/>
          </p:nvSpPr>
          <p:spPr>
            <a:xfrm>
              <a:off x="5108934" y="4356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6" name="pt22586"/>
            <p:cNvSpPr/>
            <p:nvPr/>
          </p:nvSpPr>
          <p:spPr>
            <a:xfrm>
              <a:off x="5104822" y="3706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7" name="pt22587"/>
            <p:cNvSpPr/>
            <p:nvPr/>
          </p:nvSpPr>
          <p:spPr>
            <a:xfrm>
              <a:off x="5137715" y="3659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8" name="pt22588"/>
            <p:cNvSpPr/>
            <p:nvPr/>
          </p:nvSpPr>
          <p:spPr>
            <a:xfrm>
              <a:off x="5195306" y="37959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89" name="pt22589"/>
            <p:cNvSpPr/>
            <p:nvPr/>
          </p:nvSpPr>
          <p:spPr>
            <a:xfrm>
              <a:off x="5122728" y="37772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0" name="pt22590"/>
            <p:cNvSpPr/>
            <p:nvPr/>
          </p:nvSpPr>
          <p:spPr>
            <a:xfrm>
              <a:off x="5147633" y="3684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1" name="pt22591"/>
            <p:cNvSpPr/>
            <p:nvPr/>
          </p:nvSpPr>
          <p:spPr>
            <a:xfrm>
              <a:off x="5129234" y="36012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2" name="pt22592"/>
            <p:cNvSpPr/>
            <p:nvPr/>
          </p:nvSpPr>
          <p:spPr>
            <a:xfrm>
              <a:off x="5184320" y="39807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3" name="pt22593"/>
            <p:cNvSpPr/>
            <p:nvPr/>
          </p:nvSpPr>
          <p:spPr>
            <a:xfrm>
              <a:off x="5165786" y="37052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4" name="pt22594"/>
            <p:cNvSpPr/>
            <p:nvPr/>
          </p:nvSpPr>
          <p:spPr>
            <a:xfrm>
              <a:off x="5210834" y="39018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5" name="pt22595"/>
            <p:cNvSpPr/>
            <p:nvPr/>
          </p:nvSpPr>
          <p:spPr>
            <a:xfrm>
              <a:off x="5586030" y="317185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96" name="pt22596"/>
            <p:cNvSpPr/>
            <p:nvPr/>
          </p:nvSpPr>
          <p:spPr>
            <a:xfrm>
              <a:off x="5097629" y="35107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7" name="pt22597"/>
            <p:cNvSpPr/>
            <p:nvPr/>
          </p:nvSpPr>
          <p:spPr>
            <a:xfrm>
              <a:off x="5115727" y="32763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8" name="pt22598"/>
            <p:cNvSpPr/>
            <p:nvPr/>
          </p:nvSpPr>
          <p:spPr>
            <a:xfrm>
              <a:off x="5107310" y="33776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599" name="pt22599"/>
            <p:cNvSpPr/>
            <p:nvPr/>
          </p:nvSpPr>
          <p:spPr>
            <a:xfrm>
              <a:off x="5148446" y="37677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0" name="pt22600"/>
            <p:cNvSpPr/>
            <p:nvPr/>
          </p:nvSpPr>
          <p:spPr>
            <a:xfrm>
              <a:off x="5123615" y="3769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1" name="pt22601"/>
            <p:cNvSpPr/>
            <p:nvPr/>
          </p:nvSpPr>
          <p:spPr>
            <a:xfrm>
              <a:off x="5137617" y="34550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2" name="pt22602"/>
            <p:cNvSpPr/>
            <p:nvPr/>
          </p:nvSpPr>
          <p:spPr>
            <a:xfrm>
              <a:off x="5165699" y="36133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3" name="pt22603"/>
            <p:cNvSpPr/>
            <p:nvPr/>
          </p:nvSpPr>
          <p:spPr>
            <a:xfrm>
              <a:off x="4459638" y="218882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04" name="pt22604"/>
            <p:cNvSpPr/>
            <p:nvPr/>
          </p:nvSpPr>
          <p:spPr>
            <a:xfrm>
              <a:off x="5163384" y="36359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5" name="pt22605"/>
            <p:cNvSpPr/>
            <p:nvPr/>
          </p:nvSpPr>
          <p:spPr>
            <a:xfrm>
              <a:off x="5150188" y="39153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6" name="pt22606"/>
            <p:cNvSpPr/>
            <p:nvPr/>
          </p:nvSpPr>
          <p:spPr>
            <a:xfrm>
              <a:off x="5209346" y="3949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7" name="pt22607"/>
            <p:cNvSpPr/>
            <p:nvPr/>
          </p:nvSpPr>
          <p:spPr>
            <a:xfrm>
              <a:off x="5449485" y="323752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08" name="pt22608"/>
            <p:cNvSpPr/>
            <p:nvPr/>
          </p:nvSpPr>
          <p:spPr>
            <a:xfrm>
              <a:off x="5164974" y="3466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09" name="pt22609"/>
            <p:cNvSpPr/>
            <p:nvPr/>
          </p:nvSpPr>
          <p:spPr>
            <a:xfrm>
              <a:off x="5208862" y="3541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0" name="pt22610"/>
            <p:cNvSpPr/>
            <p:nvPr/>
          </p:nvSpPr>
          <p:spPr>
            <a:xfrm>
              <a:off x="5125229" y="37303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1" name="pt22611"/>
            <p:cNvSpPr/>
            <p:nvPr/>
          </p:nvSpPr>
          <p:spPr>
            <a:xfrm>
              <a:off x="5064986" y="3610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2" name="pt22612"/>
            <p:cNvSpPr/>
            <p:nvPr/>
          </p:nvSpPr>
          <p:spPr>
            <a:xfrm>
              <a:off x="6299818" y="332808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13" name="pt22613"/>
            <p:cNvSpPr/>
            <p:nvPr/>
          </p:nvSpPr>
          <p:spPr>
            <a:xfrm>
              <a:off x="5167320" y="36113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4" name="pt22614"/>
            <p:cNvSpPr/>
            <p:nvPr/>
          </p:nvSpPr>
          <p:spPr>
            <a:xfrm>
              <a:off x="5124726" y="33323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5" name="pt22615"/>
            <p:cNvSpPr/>
            <p:nvPr/>
          </p:nvSpPr>
          <p:spPr>
            <a:xfrm>
              <a:off x="5143257" y="41202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6" name="pt22616"/>
            <p:cNvSpPr/>
            <p:nvPr/>
          </p:nvSpPr>
          <p:spPr>
            <a:xfrm>
              <a:off x="5005965" y="36532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7" name="pt22617"/>
            <p:cNvSpPr/>
            <p:nvPr/>
          </p:nvSpPr>
          <p:spPr>
            <a:xfrm>
              <a:off x="5198468" y="39848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8" name="pt22618"/>
            <p:cNvSpPr/>
            <p:nvPr/>
          </p:nvSpPr>
          <p:spPr>
            <a:xfrm>
              <a:off x="5138282" y="37913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19" name="pt22619"/>
            <p:cNvSpPr/>
            <p:nvPr/>
          </p:nvSpPr>
          <p:spPr>
            <a:xfrm>
              <a:off x="5255695" y="37951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0" name="pt22620"/>
            <p:cNvSpPr/>
            <p:nvPr/>
          </p:nvSpPr>
          <p:spPr>
            <a:xfrm>
              <a:off x="5156287" y="3500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1" name="pt22621"/>
            <p:cNvSpPr/>
            <p:nvPr/>
          </p:nvSpPr>
          <p:spPr>
            <a:xfrm>
              <a:off x="5129229" y="3412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2" name="pt22622"/>
            <p:cNvSpPr/>
            <p:nvPr/>
          </p:nvSpPr>
          <p:spPr>
            <a:xfrm>
              <a:off x="4643379" y="35514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3" name="pt22623"/>
            <p:cNvSpPr/>
            <p:nvPr/>
          </p:nvSpPr>
          <p:spPr>
            <a:xfrm>
              <a:off x="5070561" y="35773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4" name="pt22624"/>
            <p:cNvSpPr/>
            <p:nvPr/>
          </p:nvSpPr>
          <p:spPr>
            <a:xfrm>
              <a:off x="5163239" y="35174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5" name="pt22625"/>
            <p:cNvSpPr/>
            <p:nvPr/>
          </p:nvSpPr>
          <p:spPr>
            <a:xfrm>
              <a:off x="5139824" y="3501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6" name="pt22626"/>
            <p:cNvSpPr/>
            <p:nvPr/>
          </p:nvSpPr>
          <p:spPr>
            <a:xfrm>
              <a:off x="5126277" y="3576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7" name="pt22627"/>
            <p:cNvSpPr/>
            <p:nvPr/>
          </p:nvSpPr>
          <p:spPr>
            <a:xfrm>
              <a:off x="5151918" y="36856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8" name="pt22628"/>
            <p:cNvSpPr/>
            <p:nvPr/>
          </p:nvSpPr>
          <p:spPr>
            <a:xfrm>
              <a:off x="5154118" y="3297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29" name="pt22629"/>
            <p:cNvSpPr/>
            <p:nvPr/>
          </p:nvSpPr>
          <p:spPr>
            <a:xfrm>
              <a:off x="5144187" y="38311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0" name="pt22630"/>
            <p:cNvSpPr/>
            <p:nvPr/>
          </p:nvSpPr>
          <p:spPr>
            <a:xfrm>
              <a:off x="5295676" y="33199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1" name="pt22631"/>
            <p:cNvSpPr/>
            <p:nvPr/>
          </p:nvSpPr>
          <p:spPr>
            <a:xfrm>
              <a:off x="5140625" y="35021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2" name="pt22632"/>
            <p:cNvSpPr/>
            <p:nvPr/>
          </p:nvSpPr>
          <p:spPr>
            <a:xfrm>
              <a:off x="5099440" y="3695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3" name="pt22633"/>
            <p:cNvSpPr/>
            <p:nvPr/>
          </p:nvSpPr>
          <p:spPr>
            <a:xfrm>
              <a:off x="5126872" y="3439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4" name="pt22634"/>
            <p:cNvSpPr/>
            <p:nvPr/>
          </p:nvSpPr>
          <p:spPr>
            <a:xfrm>
              <a:off x="5155192" y="36859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5" name="pt22635"/>
            <p:cNvSpPr/>
            <p:nvPr/>
          </p:nvSpPr>
          <p:spPr>
            <a:xfrm>
              <a:off x="5190699" y="38016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6" name="pt22636"/>
            <p:cNvSpPr/>
            <p:nvPr/>
          </p:nvSpPr>
          <p:spPr>
            <a:xfrm>
              <a:off x="5430795" y="386107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37" name="pt22637"/>
            <p:cNvSpPr/>
            <p:nvPr/>
          </p:nvSpPr>
          <p:spPr>
            <a:xfrm>
              <a:off x="5203265" y="32427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8" name="pt22638"/>
            <p:cNvSpPr/>
            <p:nvPr/>
          </p:nvSpPr>
          <p:spPr>
            <a:xfrm>
              <a:off x="5267124" y="33785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39" name="pt22639"/>
            <p:cNvSpPr/>
            <p:nvPr/>
          </p:nvSpPr>
          <p:spPr>
            <a:xfrm>
              <a:off x="5180290" y="3805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0" name="pt22640"/>
            <p:cNvSpPr/>
            <p:nvPr/>
          </p:nvSpPr>
          <p:spPr>
            <a:xfrm>
              <a:off x="4775969" y="35597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1" name="pt22641"/>
            <p:cNvSpPr/>
            <p:nvPr/>
          </p:nvSpPr>
          <p:spPr>
            <a:xfrm>
              <a:off x="5130554" y="36498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2" name="pt22642"/>
            <p:cNvSpPr/>
            <p:nvPr/>
          </p:nvSpPr>
          <p:spPr>
            <a:xfrm>
              <a:off x="5187908" y="3968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3" name="pt22643"/>
            <p:cNvSpPr/>
            <p:nvPr/>
          </p:nvSpPr>
          <p:spPr>
            <a:xfrm>
              <a:off x="5135155" y="37846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4" name="pt22644"/>
            <p:cNvSpPr/>
            <p:nvPr/>
          </p:nvSpPr>
          <p:spPr>
            <a:xfrm>
              <a:off x="5196026" y="38019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5" name="pt22645"/>
            <p:cNvSpPr/>
            <p:nvPr/>
          </p:nvSpPr>
          <p:spPr>
            <a:xfrm>
              <a:off x="5138986" y="35711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6" name="pt22646"/>
            <p:cNvSpPr/>
            <p:nvPr/>
          </p:nvSpPr>
          <p:spPr>
            <a:xfrm>
              <a:off x="5054882" y="37571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7" name="pt22647"/>
            <p:cNvSpPr/>
            <p:nvPr/>
          </p:nvSpPr>
          <p:spPr>
            <a:xfrm>
              <a:off x="5139097" y="36475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48" name="pt22648"/>
            <p:cNvSpPr/>
            <p:nvPr/>
          </p:nvSpPr>
          <p:spPr>
            <a:xfrm>
              <a:off x="5550482" y="377268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49" name="pt22649"/>
            <p:cNvSpPr/>
            <p:nvPr/>
          </p:nvSpPr>
          <p:spPr>
            <a:xfrm>
              <a:off x="5153557" y="34053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0" name="pt22650"/>
            <p:cNvSpPr/>
            <p:nvPr/>
          </p:nvSpPr>
          <p:spPr>
            <a:xfrm>
              <a:off x="5119776" y="33995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1" name="pt22651"/>
            <p:cNvSpPr/>
            <p:nvPr/>
          </p:nvSpPr>
          <p:spPr>
            <a:xfrm>
              <a:off x="5111899" y="36509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2" name="pt22652"/>
            <p:cNvSpPr/>
            <p:nvPr/>
          </p:nvSpPr>
          <p:spPr>
            <a:xfrm>
              <a:off x="5173334" y="3856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3" name="pt22653"/>
            <p:cNvSpPr/>
            <p:nvPr/>
          </p:nvSpPr>
          <p:spPr>
            <a:xfrm>
              <a:off x="5150235" y="35974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4" name="pt22654"/>
            <p:cNvSpPr/>
            <p:nvPr/>
          </p:nvSpPr>
          <p:spPr>
            <a:xfrm>
              <a:off x="5154561" y="3368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5" name="pt22655"/>
            <p:cNvSpPr/>
            <p:nvPr/>
          </p:nvSpPr>
          <p:spPr>
            <a:xfrm>
              <a:off x="5137205" y="30259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6" name="pt22656"/>
            <p:cNvSpPr/>
            <p:nvPr/>
          </p:nvSpPr>
          <p:spPr>
            <a:xfrm>
              <a:off x="5153806" y="3574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7" name="pt22657"/>
            <p:cNvSpPr/>
            <p:nvPr/>
          </p:nvSpPr>
          <p:spPr>
            <a:xfrm>
              <a:off x="5147661" y="3569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8" name="pt22658"/>
            <p:cNvSpPr/>
            <p:nvPr/>
          </p:nvSpPr>
          <p:spPr>
            <a:xfrm>
              <a:off x="5161429" y="37446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59" name="pt22659"/>
            <p:cNvSpPr/>
            <p:nvPr/>
          </p:nvSpPr>
          <p:spPr>
            <a:xfrm>
              <a:off x="5165246" y="36242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0" name="pt22660"/>
            <p:cNvSpPr/>
            <p:nvPr/>
          </p:nvSpPr>
          <p:spPr>
            <a:xfrm>
              <a:off x="5149983" y="36189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1" name="pt22661"/>
            <p:cNvSpPr/>
            <p:nvPr/>
          </p:nvSpPr>
          <p:spPr>
            <a:xfrm>
              <a:off x="5150502" y="3810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2" name="pt22662"/>
            <p:cNvSpPr/>
            <p:nvPr/>
          </p:nvSpPr>
          <p:spPr>
            <a:xfrm>
              <a:off x="5137671" y="34255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3" name="pt22663"/>
            <p:cNvSpPr/>
            <p:nvPr/>
          </p:nvSpPr>
          <p:spPr>
            <a:xfrm>
              <a:off x="5132943" y="39953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4" name="pt22664"/>
            <p:cNvSpPr/>
            <p:nvPr/>
          </p:nvSpPr>
          <p:spPr>
            <a:xfrm>
              <a:off x="5181951" y="34098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5" name="pt22665"/>
            <p:cNvSpPr/>
            <p:nvPr/>
          </p:nvSpPr>
          <p:spPr>
            <a:xfrm>
              <a:off x="5117680" y="36242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6" name="pt22666"/>
            <p:cNvSpPr/>
            <p:nvPr/>
          </p:nvSpPr>
          <p:spPr>
            <a:xfrm>
              <a:off x="5159283" y="37378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7" name="pt22667"/>
            <p:cNvSpPr/>
            <p:nvPr/>
          </p:nvSpPr>
          <p:spPr>
            <a:xfrm>
              <a:off x="5121930" y="3522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68" name="pt22668"/>
            <p:cNvSpPr/>
            <p:nvPr/>
          </p:nvSpPr>
          <p:spPr>
            <a:xfrm>
              <a:off x="4930765" y="390203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69" name="pt22669"/>
            <p:cNvSpPr/>
            <p:nvPr/>
          </p:nvSpPr>
          <p:spPr>
            <a:xfrm>
              <a:off x="5127126" y="3436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0" name="pt22670"/>
            <p:cNvSpPr/>
            <p:nvPr/>
          </p:nvSpPr>
          <p:spPr>
            <a:xfrm>
              <a:off x="5143449" y="3441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1" name="pt22671"/>
            <p:cNvSpPr/>
            <p:nvPr/>
          </p:nvSpPr>
          <p:spPr>
            <a:xfrm>
              <a:off x="5139858" y="34963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2" name="pt22672"/>
            <p:cNvSpPr/>
            <p:nvPr/>
          </p:nvSpPr>
          <p:spPr>
            <a:xfrm>
              <a:off x="5175399" y="42000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3" name="pt22673"/>
            <p:cNvSpPr/>
            <p:nvPr/>
          </p:nvSpPr>
          <p:spPr>
            <a:xfrm>
              <a:off x="5186655" y="36398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4" name="pt22674"/>
            <p:cNvSpPr/>
            <p:nvPr/>
          </p:nvSpPr>
          <p:spPr>
            <a:xfrm>
              <a:off x="6346546" y="3453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5" name="pt22675"/>
            <p:cNvSpPr/>
            <p:nvPr/>
          </p:nvSpPr>
          <p:spPr>
            <a:xfrm>
              <a:off x="5189551" y="35512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6" name="pt22676"/>
            <p:cNvSpPr/>
            <p:nvPr/>
          </p:nvSpPr>
          <p:spPr>
            <a:xfrm>
              <a:off x="5154945" y="38155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7" name="pt22677"/>
            <p:cNvSpPr/>
            <p:nvPr/>
          </p:nvSpPr>
          <p:spPr>
            <a:xfrm>
              <a:off x="5106881" y="3035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78" name="pt22678"/>
            <p:cNvSpPr/>
            <p:nvPr/>
          </p:nvSpPr>
          <p:spPr>
            <a:xfrm>
              <a:off x="5541827" y="331895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79" name="pt22679"/>
            <p:cNvSpPr/>
            <p:nvPr/>
          </p:nvSpPr>
          <p:spPr>
            <a:xfrm>
              <a:off x="5143648" y="3738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0" name="pt22680"/>
            <p:cNvSpPr/>
            <p:nvPr/>
          </p:nvSpPr>
          <p:spPr>
            <a:xfrm>
              <a:off x="5163897" y="3730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1" name="pt22681"/>
            <p:cNvSpPr/>
            <p:nvPr/>
          </p:nvSpPr>
          <p:spPr>
            <a:xfrm>
              <a:off x="5164221" y="37281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2" name="pt22682"/>
            <p:cNvSpPr/>
            <p:nvPr/>
          </p:nvSpPr>
          <p:spPr>
            <a:xfrm>
              <a:off x="5102900" y="39066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3" name="pt22683"/>
            <p:cNvSpPr/>
            <p:nvPr/>
          </p:nvSpPr>
          <p:spPr>
            <a:xfrm>
              <a:off x="5130287" y="35253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4" name="pt22684"/>
            <p:cNvSpPr/>
            <p:nvPr/>
          </p:nvSpPr>
          <p:spPr>
            <a:xfrm>
              <a:off x="5128592" y="3527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5" name="pt22685"/>
            <p:cNvSpPr/>
            <p:nvPr/>
          </p:nvSpPr>
          <p:spPr>
            <a:xfrm>
              <a:off x="5207763" y="3537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6" name="pt22686"/>
            <p:cNvSpPr/>
            <p:nvPr/>
          </p:nvSpPr>
          <p:spPr>
            <a:xfrm>
              <a:off x="5169613" y="3644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7" name="pt22687"/>
            <p:cNvSpPr/>
            <p:nvPr/>
          </p:nvSpPr>
          <p:spPr>
            <a:xfrm>
              <a:off x="5206234" y="35680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8" name="pt22688"/>
            <p:cNvSpPr/>
            <p:nvPr/>
          </p:nvSpPr>
          <p:spPr>
            <a:xfrm>
              <a:off x="5203416" y="34941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89" name="pt22689"/>
            <p:cNvSpPr/>
            <p:nvPr/>
          </p:nvSpPr>
          <p:spPr>
            <a:xfrm>
              <a:off x="5147928" y="3453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0" name="pt22690"/>
            <p:cNvSpPr/>
            <p:nvPr/>
          </p:nvSpPr>
          <p:spPr>
            <a:xfrm>
              <a:off x="4840499" y="3581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1" name="pt22691"/>
            <p:cNvSpPr/>
            <p:nvPr/>
          </p:nvSpPr>
          <p:spPr>
            <a:xfrm>
              <a:off x="5016725" y="3623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2" name="pt22692"/>
            <p:cNvSpPr/>
            <p:nvPr/>
          </p:nvSpPr>
          <p:spPr>
            <a:xfrm>
              <a:off x="5110518" y="36488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3" name="pt22693"/>
            <p:cNvSpPr/>
            <p:nvPr/>
          </p:nvSpPr>
          <p:spPr>
            <a:xfrm>
              <a:off x="5289625" y="35603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4" name="pt22694"/>
            <p:cNvSpPr/>
            <p:nvPr/>
          </p:nvSpPr>
          <p:spPr>
            <a:xfrm>
              <a:off x="5160142" y="3360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5" name="pt22695"/>
            <p:cNvSpPr/>
            <p:nvPr/>
          </p:nvSpPr>
          <p:spPr>
            <a:xfrm>
              <a:off x="5131742" y="3635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6" name="pt22696"/>
            <p:cNvSpPr/>
            <p:nvPr/>
          </p:nvSpPr>
          <p:spPr>
            <a:xfrm>
              <a:off x="5156742" y="35229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7" name="pt22697"/>
            <p:cNvSpPr/>
            <p:nvPr/>
          </p:nvSpPr>
          <p:spPr>
            <a:xfrm>
              <a:off x="4520264" y="468434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98" name="pt22698"/>
            <p:cNvSpPr/>
            <p:nvPr/>
          </p:nvSpPr>
          <p:spPr>
            <a:xfrm>
              <a:off x="5088864" y="4071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699" name="pt22699"/>
            <p:cNvSpPr/>
            <p:nvPr/>
          </p:nvSpPr>
          <p:spPr>
            <a:xfrm>
              <a:off x="5209731" y="38530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0" name="pt22700"/>
            <p:cNvSpPr/>
            <p:nvPr/>
          </p:nvSpPr>
          <p:spPr>
            <a:xfrm>
              <a:off x="5154916" y="37225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1" name="pt22701"/>
            <p:cNvSpPr/>
            <p:nvPr/>
          </p:nvSpPr>
          <p:spPr>
            <a:xfrm>
              <a:off x="5142139" y="35733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2" name="pt22702"/>
            <p:cNvSpPr/>
            <p:nvPr/>
          </p:nvSpPr>
          <p:spPr>
            <a:xfrm>
              <a:off x="5205064" y="34243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3" name="pt22703"/>
            <p:cNvSpPr/>
            <p:nvPr/>
          </p:nvSpPr>
          <p:spPr>
            <a:xfrm>
              <a:off x="5046289" y="31541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4" name="pt22704"/>
            <p:cNvSpPr/>
            <p:nvPr/>
          </p:nvSpPr>
          <p:spPr>
            <a:xfrm>
              <a:off x="5182659" y="3498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5" name="pt22705"/>
            <p:cNvSpPr/>
            <p:nvPr/>
          </p:nvSpPr>
          <p:spPr>
            <a:xfrm>
              <a:off x="5100166" y="3504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6" name="pt22706"/>
            <p:cNvSpPr/>
            <p:nvPr/>
          </p:nvSpPr>
          <p:spPr>
            <a:xfrm>
              <a:off x="5173185" y="32628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7" name="pt22707"/>
            <p:cNvSpPr/>
            <p:nvPr/>
          </p:nvSpPr>
          <p:spPr>
            <a:xfrm>
              <a:off x="5148295" y="32831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8" name="pt22708"/>
            <p:cNvSpPr/>
            <p:nvPr/>
          </p:nvSpPr>
          <p:spPr>
            <a:xfrm>
              <a:off x="5131031" y="3407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09" name="pt22709"/>
            <p:cNvSpPr/>
            <p:nvPr/>
          </p:nvSpPr>
          <p:spPr>
            <a:xfrm>
              <a:off x="5157651" y="34071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0" name="pt22710"/>
            <p:cNvSpPr/>
            <p:nvPr/>
          </p:nvSpPr>
          <p:spPr>
            <a:xfrm>
              <a:off x="5159132" y="35923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1" name="pt22711"/>
            <p:cNvSpPr/>
            <p:nvPr/>
          </p:nvSpPr>
          <p:spPr>
            <a:xfrm>
              <a:off x="5163162" y="3295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2" name="pt22712"/>
            <p:cNvSpPr/>
            <p:nvPr/>
          </p:nvSpPr>
          <p:spPr>
            <a:xfrm>
              <a:off x="5146383" y="39624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3" name="pt22713"/>
            <p:cNvSpPr/>
            <p:nvPr/>
          </p:nvSpPr>
          <p:spPr>
            <a:xfrm>
              <a:off x="5131741" y="37772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4" name="pt22714"/>
            <p:cNvSpPr/>
            <p:nvPr/>
          </p:nvSpPr>
          <p:spPr>
            <a:xfrm>
              <a:off x="5175691" y="37198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5" name="pt22715"/>
            <p:cNvSpPr/>
            <p:nvPr/>
          </p:nvSpPr>
          <p:spPr>
            <a:xfrm>
              <a:off x="5178809" y="39845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6" name="pt22716"/>
            <p:cNvSpPr/>
            <p:nvPr/>
          </p:nvSpPr>
          <p:spPr>
            <a:xfrm>
              <a:off x="5144435" y="3595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7" name="pt22717"/>
            <p:cNvSpPr/>
            <p:nvPr/>
          </p:nvSpPr>
          <p:spPr>
            <a:xfrm>
              <a:off x="5160407" y="38133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8" name="pt22718"/>
            <p:cNvSpPr/>
            <p:nvPr/>
          </p:nvSpPr>
          <p:spPr>
            <a:xfrm>
              <a:off x="5151800" y="36607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19" name="pt22719"/>
            <p:cNvSpPr/>
            <p:nvPr/>
          </p:nvSpPr>
          <p:spPr>
            <a:xfrm>
              <a:off x="5147230" y="3316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0" name="pt22720"/>
            <p:cNvSpPr/>
            <p:nvPr/>
          </p:nvSpPr>
          <p:spPr>
            <a:xfrm>
              <a:off x="5151594" y="34024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1" name="pt22721"/>
            <p:cNvSpPr/>
            <p:nvPr/>
          </p:nvSpPr>
          <p:spPr>
            <a:xfrm>
              <a:off x="5050945" y="3384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2" name="pt22722"/>
            <p:cNvSpPr/>
            <p:nvPr/>
          </p:nvSpPr>
          <p:spPr>
            <a:xfrm>
              <a:off x="5160268" y="3583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3" name="pt22723"/>
            <p:cNvSpPr/>
            <p:nvPr/>
          </p:nvSpPr>
          <p:spPr>
            <a:xfrm>
              <a:off x="5158239" y="3624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4" name="pt22724"/>
            <p:cNvSpPr/>
            <p:nvPr/>
          </p:nvSpPr>
          <p:spPr>
            <a:xfrm>
              <a:off x="5135216" y="34705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5" name="pt22725"/>
            <p:cNvSpPr/>
            <p:nvPr/>
          </p:nvSpPr>
          <p:spPr>
            <a:xfrm>
              <a:off x="5162577" y="20883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6" name="pt22726"/>
            <p:cNvSpPr/>
            <p:nvPr/>
          </p:nvSpPr>
          <p:spPr>
            <a:xfrm>
              <a:off x="5210972" y="3561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7" name="pt22727"/>
            <p:cNvSpPr/>
            <p:nvPr/>
          </p:nvSpPr>
          <p:spPr>
            <a:xfrm>
              <a:off x="5156697" y="38397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8" name="pt22728"/>
            <p:cNvSpPr/>
            <p:nvPr/>
          </p:nvSpPr>
          <p:spPr>
            <a:xfrm>
              <a:off x="5148686" y="3420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29" name="pt22729"/>
            <p:cNvSpPr/>
            <p:nvPr/>
          </p:nvSpPr>
          <p:spPr>
            <a:xfrm>
              <a:off x="5574951" y="3716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0" name="pt22730"/>
            <p:cNvSpPr/>
            <p:nvPr/>
          </p:nvSpPr>
          <p:spPr>
            <a:xfrm>
              <a:off x="5057935" y="3654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1" name="pt22731"/>
            <p:cNvSpPr/>
            <p:nvPr/>
          </p:nvSpPr>
          <p:spPr>
            <a:xfrm>
              <a:off x="5143325" y="3691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2" name="pt22732"/>
            <p:cNvSpPr/>
            <p:nvPr/>
          </p:nvSpPr>
          <p:spPr>
            <a:xfrm>
              <a:off x="5122875" y="3656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3" name="pt22733"/>
            <p:cNvSpPr/>
            <p:nvPr/>
          </p:nvSpPr>
          <p:spPr>
            <a:xfrm>
              <a:off x="5080177" y="30977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4" name="pt22734"/>
            <p:cNvSpPr/>
            <p:nvPr/>
          </p:nvSpPr>
          <p:spPr>
            <a:xfrm>
              <a:off x="5149375" y="3338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5" name="pt22735"/>
            <p:cNvSpPr/>
            <p:nvPr/>
          </p:nvSpPr>
          <p:spPr>
            <a:xfrm>
              <a:off x="5070205" y="35134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6" name="pt22736"/>
            <p:cNvSpPr/>
            <p:nvPr/>
          </p:nvSpPr>
          <p:spPr>
            <a:xfrm>
              <a:off x="5424338" y="404763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37" name="pt22737"/>
            <p:cNvSpPr/>
            <p:nvPr/>
          </p:nvSpPr>
          <p:spPr>
            <a:xfrm>
              <a:off x="5163033" y="41095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8" name="pt22738"/>
            <p:cNvSpPr/>
            <p:nvPr/>
          </p:nvSpPr>
          <p:spPr>
            <a:xfrm>
              <a:off x="5245265" y="4023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39" name="pt22739"/>
            <p:cNvSpPr/>
            <p:nvPr/>
          </p:nvSpPr>
          <p:spPr>
            <a:xfrm>
              <a:off x="5199591" y="3998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0" name="pt22740"/>
            <p:cNvSpPr/>
            <p:nvPr/>
          </p:nvSpPr>
          <p:spPr>
            <a:xfrm>
              <a:off x="5109349" y="3097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1" name="pt22741"/>
            <p:cNvSpPr/>
            <p:nvPr/>
          </p:nvSpPr>
          <p:spPr>
            <a:xfrm>
              <a:off x="5120523" y="33019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2" name="pt22742"/>
            <p:cNvSpPr/>
            <p:nvPr/>
          </p:nvSpPr>
          <p:spPr>
            <a:xfrm>
              <a:off x="5012975" y="33492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3" name="pt22743"/>
            <p:cNvSpPr/>
            <p:nvPr/>
          </p:nvSpPr>
          <p:spPr>
            <a:xfrm>
              <a:off x="5154426" y="3789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4" name="pt22744"/>
            <p:cNvSpPr/>
            <p:nvPr/>
          </p:nvSpPr>
          <p:spPr>
            <a:xfrm>
              <a:off x="5143643" y="40285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5" name="pt22745"/>
            <p:cNvSpPr/>
            <p:nvPr/>
          </p:nvSpPr>
          <p:spPr>
            <a:xfrm>
              <a:off x="5131336" y="34743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6" name="pt22746"/>
            <p:cNvSpPr/>
            <p:nvPr/>
          </p:nvSpPr>
          <p:spPr>
            <a:xfrm>
              <a:off x="5118888" y="35923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7" name="pt22747"/>
            <p:cNvSpPr/>
            <p:nvPr/>
          </p:nvSpPr>
          <p:spPr>
            <a:xfrm>
              <a:off x="5218337" y="3356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8" name="pt22748"/>
            <p:cNvSpPr/>
            <p:nvPr/>
          </p:nvSpPr>
          <p:spPr>
            <a:xfrm>
              <a:off x="5127815" y="35575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49" name="pt22749"/>
            <p:cNvSpPr/>
            <p:nvPr/>
          </p:nvSpPr>
          <p:spPr>
            <a:xfrm>
              <a:off x="5156706" y="35877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0" name="pt22750"/>
            <p:cNvSpPr/>
            <p:nvPr/>
          </p:nvSpPr>
          <p:spPr>
            <a:xfrm>
              <a:off x="5139208" y="35013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1" name="pt22751"/>
            <p:cNvSpPr/>
            <p:nvPr/>
          </p:nvSpPr>
          <p:spPr>
            <a:xfrm>
              <a:off x="5143119" y="3865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2" name="pt22752"/>
            <p:cNvSpPr/>
            <p:nvPr/>
          </p:nvSpPr>
          <p:spPr>
            <a:xfrm>
              <a:off x="5082767" y="34378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3" name="pt22753"/>
            <p:cNvSpPr/>
            <p:nvPr/>
          </p:nvSpPr>
          <p:spPr>
            <a:xfrm>
              <a:off x="5721513" y="37057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4" name="pt22754"/>
            <p:cNvSpPr/>
            <p:nvPr/>
          </p:nvSpPr>
          <p:spPr>
            <a:xfrm>
              <a:off x="5159437" y="35955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5" name="pt22755"/>
            <p:cNvSpPr/>
            <p:nvPr/>
          </p:nvSpPr>
          <p:spPr>
            <a:xfrm>
              <a:off x="5171572" y="3757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6" name="pt22756"/>
            <p:cNvSpPr/>
            <p:nvPr/>
          </p:nvSpPr>
          <p:spPr>
            <a:xfrm>
              <a:off x="5112904" y="35179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7" name="pt22757"/>
            <p:cNvSpPr/>
            <p:nvPr/>
          </p:nvSpPr>
          <p:spPr>
            <a:xfrm>
              <a:off x="5143094" y="3386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8" name="pt22758"/>
            <p:cNvSpPr/>
            <p:nvPr/>
          </p:nvSpPr>
          <p:spPr>
            <a:xfrm>
              <a:off x="5162368" y="44350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59" name="pt22759"/>
            <p:cNvSpPr/>
            <p:nvPr/>
          </p:nvSpPr>
          <p:spPr>
            <a:xfrm>
              <a:off x="4994781" y="3432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0" name="pt22760"/>
            <p:cNvSpPr/>
            <p:nvPr/>
          </p:nvSpPr>
          <p:spPr>
            <a:xfrm>
              <a:off x="5140486" y="3379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1" name="pt22761"/>
            <p:cNvSpPr/>
            <p:nvPr/>
          </p:nvSpPr>
          <p:spPr>
            <a:xfrm>
              <a:off x="5030453" y="4054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2" name="pt22762"/>
            <p:cNvSpPr/>
            <p:nvPr/>
          </p:nvSpPr>
          <p:spPr>
            <a:xfrm>
              <a:off x="5168667" y="37877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3" name="pt22763"/>
            <p:cNvSpPr/>
            <p:nvPr/>
          </p:nvSpPr>
          <p:spPr>
            <a:xfrm>
              <a:off x="5117325" y="3698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4" name="pt22764"/>
            <p:cNvSpPr/>
            <p:nvPr/>
          </p:nvSpPr>
          <p:spPr>
            <a:xfrm>
              <a:off x="5141259" y="3187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5" name="pt22765"/>
            <p:cNvSpPr/>
            <p:nvPr/>
          </p:nvSpPr>
          <p:spPr>
            <a:xfrm>
              <a:off x="5176330" y="3358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6" name="pt22766"/>
            <p:cNvSpPr/>
            <p:nvPr/>
          </p:nvSpPr>
          <p:spPr>
            <a:xfrm>
              <a:off x="5073634" y="33849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7" name="pt22767"/>
            <p:cNvSpPr/>
            <p:nvPr/>
          </p:nvSpPr>
          <p:spPr>
            <a:xfrm>
              <a:off x="5154346" y="3402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8" name="pt22768"/>
            <p:cNvSpPr/>
            <p:nvPr/>
          </p:nvSpPr>
          <p:spPr>
            <a:xfrm>
              <a:off x="5166563" y="36849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69" name="pt22769"/>
            <p:cNvSpPr/>
            <p:nvPr/>
          </p:nvSpPr>
          <p:spPr>
            <a:xfrm>
              <a:off x="5131492" y="35716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0" name="pt22770"/>
            <p:cNvSpPr/>
            <p:nvPr/>
          </p:nvSpPr>
          <p:spPr>
            <a:xfrm>
              <a:off x="5216069" y="36472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1" name="pt22771"/>
            <p:cNvSpPr/>
            <p:nvPr/>
          </p:nvSpPr>
          <p:spPr>
            <a:xfrm>
              <a:off x="5153993" y="36116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2" name="pt22772"/>
            <p:cNvSpPr/>
            <p:nvPr/>
          </p:nvSpPr>
          <p:spPr>
            <a:xfrm>
              <a:off x="5183749" y="3909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3" name="pt22773"/>
            <p:cNvSpPr/>
            <p:nvPr/>
          </p:nvSpPr>
          <p:spPr>
            <a:xfrm>
              <a:off x="5138100" y="36347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4" name="pt22774"/>
            <p:cNvSpPr/>
            <p:nvPr/>
          </p:nvSpPr>
          <p:spPr>
            <a:xfrm>
              <a:off x="5324388" y="3465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5" name="pt22775"/>
            <p:cNvSpPr/>
            <p:nvPr/>
          </p:nvSpPr>
          <p:spPr>
            <a:xfrm>
              <a:off x="5137209" y="3409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6" name="pt22776"/>
            <p:cNvSpPr/>
            <p:nvPr/>
          </p:nvSpPr>
          <p:spPr>
            <a:xfrm>
              <a:off x="5127820" y="34406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7" name="pt22777"/>
            <p:cNvSpPr/>
            <p:nvPr/>
          </p:nvSpPr>
          <p:spPr>
            <a:xfrm>
              <a:off x="5126650" y="3590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8" name="pt22778"/>
            <p:cNvSpPr/>
            <p:nvPr/>
          </p:nvSpPr>
          <p:spPr>
            <a:xfrm>
              <a:off x="5131569" y="3749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79" name="pt22779"/>
            <p:cNvSpPr/>
            <p:nvPr/>
          </p:nvSpPr>
          <p:spPr>
            <a:xfrm>
              <a:off x="5087175" y="3365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0" name="pt22780"/>
            <p:cNvSpPr/>
            <p:nvPr/>
          </p:nvSpPr>
          <p:spPr>
            <a:xfrm>
              <a:off x="5169544" y="3558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1" name="pt22781"/>
            <p:cNvSpPr/>
            <p:nvPr/>
          </p:nvSpPr>
          <p:spPr>
            <a:xfrm>
              <a:off x="5141609" y="3399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2" name="pt22782"/>
            <p:cNvSpPr/>
            <p:nvPr/>
          </p:nvSpPr>
          <p:spPr>
            <a:xfrm>
              <a:off x="5056814" y="36734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3" name="pt22783"/>
            <p:cNvSpPr/>
            <p:nvPr/>
          </p:nvSpPr>
          <p:spPr>
            <a:xfrm>
              <a:off x="5069168" y="33532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4" name="pt22784"/>
            <p:cNvSpPr/>
            <p:nvPr/>
          </p:nvSpPr>
          <p:spPr>
            <a:xfrm>
              <a:off x="5145229" y="3368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5" name="pt22785"/>
            <p:cNvSpPr/>
            <p:nvPr/>
          </p:nvSpPr>
          <p:spPr>
            <a:xfrm>
              <a:off x="5139760" y="3557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6" name="pt22786"/>
            <p:cNvSpPr/>
            <p:nvPr/>
          </p:nvSpPr>
          <p:spPr>
            <a:xfrm>
              <a:off x="5125055" y="3397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7" name="pt22787"/>
            <p:cNvSpPr/>
            <p:nvPr/>
          </p:nvSpPr>
          <p:spPr>
            <a:xfrm>
              <a:off x="5120532" y="35511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8" name="pt22788"/>
            <p:cNvSpPr/>
            <p:nvPr/>
          </p:nvSpPr>
          <p:spPr>
            <a:xfrm>
              <a:off x="5143919" y="35412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89" name="pt22789"/>
            <p:cNvSpPr/>
            <p:nvPr/>
          </p:nvSpPr>
          <p:spPr>
            <a:xfrm>
              <a:off x="5140613" y="35862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0" name="pt22790"/>
            <p:cNvSpPr/>
            <p:nvPr/>
          </p:nvSpPr>
          <p:spPr>
            <a:xfrm>
              <a:off x="5133241" y="3427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1" name="pt22791"/>
            <p:cNvSpPr/>
            <p:nvPr/>
          </p:nvSpPr>
          <p:spPr>
            <a:xfrm>
              <a:off x="5127504" y="32655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2" name="pt22792"/>
            <p:cNvSpPr/>
            <p:nvPr/>
          </p:nvSpPr>
          <p:spPr>
            <a:xfrm>
              <a:off x="5160192" y="34771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3" name="pt22793"/>
            <p:cNvSpPr/>
            <p:nvPr/>
          </p:nvSpPr>
          <p:spPr>
            <a:xfrm>
              <a:off x="5174146" y="33969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4" name="pt22794"/>
            <p:cNvSpPr/>
            <p:nvPr/>
          </p:nvSpPr>
          <p:spPr>
            <a:xfrm>
              <a:off x="5149397" y="34973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5" name="pt22795"/>
            <p:cNvSpPr/>
            <p:nvPr/>
          </p:nvSpPr>
          <p:spPr>
            <a:xfrm>
              <a:off x="5166573" y="3064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6" name="pt22796"/>
            <p:cNvSpPr/>
            <p:nvPr/>
          </p:nvSpPr>
          <p:spPr>
            <a:xfrm>
              <a:off x="5136819" y="3773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7" name="pt22797"/>
            <p:cNvSpPr/>
            <p:nvPr/>
          </p:nvSpPr>
          <p:spPr>
            <a:xfrm>
              <a:off x="5149797" y="3152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8" name="pt22798"/>
            <p:cNvSpPr/>
            <p:nvPr/>
          </p:nvSpPr>
          <p:spPr>
            <a:xfrm>
              <a:off x="5140021" y="2691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799" name="pt22799"/>
            <p:cNvSpPr/>
            <p:nvPr/>
          </p:nvSpPr>
          <p:spPr>
            <a:xfrm>
              <a:off x="5111466" y="33492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0" name="pt22800"/>
            <p:cNvSpPr/>
            <p:nvPr/>
          </p:nvSpPr>
          <p:spPr>
            <a:xfrm>
              <a:off x="5018941" y="4207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1" name="pt22801"/>
            <p:cNvSpPr/>
            <p:nvPr/>
          </p:nvSpPr>
          <p:spPr>
            <a:xfrm>
              <a:off x="5139129" y="3338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2" name="pt22802"/>
            <p:cNvSpPr/>
            <p:nvPr/>
          </p:nvSpPr>
          <p:spPr>
            <a:xfrm>
              <a:off x="5046338" y="3364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3" name="pt22803"/>
            <p:cNvSpPr/>
            <p:nvPr/>
          </p:nvSpPr>
          <p:spPr>
            <a:xfrm>
              <a:off x="5124234" y="32512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4" name="pt22804"/>
            <p:cNvSpPr/>
            <p:nvPr/>
          </p:nvSpPr>
          <p:spPr>
            <a:xfrm>
              <a:off x="5145482" y="3638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5" name="pt22805"/>
            <p:cNvSpPr/>
            <p:nvPr/>
          </p:nvSpPr>
          <p:spPr>
            <a:xfrm>
              <a:off x="5153929" y="32744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6" name="pt22806"/>
            <p:cNvSpPr/>
            <p:nvPr/>
          </p:nvSpPr>
          <p:spPr>
            <a:xfrm>
              <a:off x="5114045" y="34874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7" name="pt22807"/>
            <p:cNvSpPr/>
            <p:nvPr/>
          </p:nvSpPr>
          <p:spPr>
            <a:xfrm>
              <a:off x="5205838" y="3094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8" name="pt22808"/>
            <p:cNvSpPr/>
            <p:nvPr/>
          </p:nvSpPr>
          <p:spPr>
            <a:xfrm>
              <a:off x="5286431" y="37381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09" name="pt22809"/>
            <p:cNvSpPr/>
            <p:nvPr/>
          </p:nvSpPr>
          <p:spPr>
            <a:xfrm>
              <a:off x="4906059" y="381113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10" name="pt22810"/>
            <p:cNvSpPr/>
            <p:nvPr/>
          </p:nvSpPr>
          <p:spPr>
            <a:xfrm>
              <a:off x="5140179" y="3369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1" name="pt22811"/>
            <p:cNvSpPr/>
            <p:nvPr/>
          </p:nvSpPr>
          <p:spPr>
            <a:xfrm>
              <a:off x="5104425" y="33796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2" name="pt22812"/>
            <p:cNvSpPr/>
            <p:nvPr/>
          </p:nvSpPr>
          <p:spPr>
            <a:xfrm>
              <a:off x="5134265" y="33281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3" name="pt22813"/>
            <p:cNvSpPr/>
            <p:nvPr/>
          </p:nvSpPr>
          <p:spPr>
            <a:xfrm>
              <a:off x="5153369" y="35937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4" name="pt22814"/>
            <p:cNvSpPr/>
            <p:nvPr/>
          </p:nvSpPr>
          <p:spPr>
            <a:xfrm>
              <a:off x="5111080" y="35334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5" name="pt22815"/>
            <p:cNvSpPr/>
            <p:nvPr/>
          </p:nvSpPr>
          <p:spPr>
            <a:xfrm>
              <a:off x="5178344" y="3691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6" name="pt22816"/>
            <p:cNvSpPr/>
            <p:nvPr/>
          </p:nvSpPr>
          <p:spPr>
            <a:xfrm>
              <a:off x="5266703" y="3748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7" name="pt22817"/>
            <p:cNvSpPr/>
            <p:nvPr/>
          </p:nvSpPr>
          <p:spPr>
            <a:xfrm>
              <a:off x="5196177" y="38395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8" name="pt22818"/>
            <p:cNvSpPr/>
            <p:nvPr/>
          </p:nvSpPr>
          <p:spPr>
            <a:xfrm>
              <a:off x="5183342" y="35607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19" name="pt22819"/>
            <p:cNvSpPr/>
            <p:nvPr/>
          </p:nvSpPr>
          <p:spPr>
            <a:xfrm>
              <a:off x="5127744" y="3335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0" name="pt22820"/>
            <p:cNvSpPr/>
            <p:nvPr/>
          </p:nvSpPr>
          <p:spPr>
            <a:xfrm>
              <a:off x="5252760" y="3586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1" name="pt22821"/>
            <p:cNvSpPr/>
            <p:nvPr/>
          </p:nvSpPr>
          <p:spPr>
            <a:xfrm>
              <a:off x="5164439" y="33763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2" name="pt22822"/>
            <p:cNvSpPr/>
            <p:nvPr/>
          </p:nvSpPr>
          <p:spPr>
            <a:xfrm>
              <a:off x="5085587" y="24529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3" name="pt22823"/>
            <p:cNvSpPr/>
            <p:nvPr/>
          </p:nvSpPr>
          <p:spPr>
            <a:xfrm>
              <a:off x="5294769" y="337283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24" name="pt22824"/>
            <p:cNvSpPr/>
            <p:nvPr/>
          </p:nvSpPr>
          <p:spPr>
            <a:xfrm>
              <a:off x="5106734" y="34280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5" name="pt22825"/>
            <p:cNvSpPr/>
            <p:nvPr/>
          </p:nvSpPr>
          <p:spPr>
            <a:xfrm>
              <a:off x="5087523" y="40064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6" name="pt22826"/>
            <p:cNvSpPr/>
            <p:nvPr/>
          </p:nvSpPr>
          <p:spPr>
            <a:xfrm>
              <a:off x="5178001" y="3406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7" name="pt22827"/>
            <p:cNvSpPr/>
            <p:nvPr/>
          </p:nvSpPr>
          <p:spPr>
            <a:xfrm>
              <a:off x="5132021" y="3448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8" name="pt22828"/>
            <p:cNvSpPr/>
            <p:nvPr/>
          </p:nvSpPr>
          <p:spPr>
            <a:xfrm>
              <a:off x="5114222" y="3550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29" name="pt22829"/>
            <p:cNvSpPr/>
            <p:nvPr/>
          </p:nvSpPr>
          <p:spPr>
            <a:xfrm>
              <a:off x="5047665" y="338740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30" name="pt22830"/>
            <p:cNvSpPr/>
            <p:nvPr/>
          </p:nvSpPr>
          <p:spPr>
            <a:xfrm>
              <a:off x="5075682" y="33722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1" name="pt22831"/>
            <p:cNvSpPr/>
            <p:nvPr/>
          </p:nvSpPr>
          <p:spPr>
            <a:xfrm>
              <a:off x="5119875" y="3449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2" name="pt22832"/>
            <p:cNvSpPr/>
            <p:nvPr/>
          </p:nvSpPr>
          <p:spPr>
            <a:xfrm>
              <a:off x="5173321" y="3619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3" name="pt22833"/>
            <p:cNvSpPr/>
            <p:nvPr/>
          </p:nvSpPr>
          <p:spPr>
            <a:xfrm>
              <a:off x="5184187" y="36476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4" name="pt22834"/>
            <p:cNvSpPr/>
            <p:nvPr/>
          </p:nvSpPr>
          <p:spPr>
            <a:xfrm>
              <a:off x="5164074" y="3523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5" name="pt22835"/>
            <p:cNvSpPr/>
            <p:nvPr/>
          </p:nvSpPr>
          <p:spPr>
            <a:xfrm>
              <a:off x="5185340" y="3748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6" name="pt22836"/>
            <p:cNvSpPr/>
            <p:nvPr/>
          </p:nvSpPr>
          <p:spPr>
            <a:xfrm>
              <a:off x="5103112" y="33698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7" name="pt22837"/>
            <p:cNvSpPr/>
            <p:nvPr/>
          </p:nvSpPr>
          <p:spPr>
            <a:xfrm>
              <a:off x="5114586" y="34325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8" name="pt22838"/>
            <p:cNvSpPr/>
            <p:nvPr/>
          </p:nvSpPr>
          <p:spPr>
            <a:xfrm>
              <a:off x="5160584" y="34774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39" name="pt22839"/>
            <p:cNvSpPr/>
            <p:nvPr/>
          </p:nvSpPr>
          <p:spPr>
            <a:xfrm>
              <a:off x="5158054" y="3383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0" name="pt22840"/>
            <p:cNvSpPr/>
            <p:nvPr/>
          </p:nvSpPr>
          <p:spPr>
            <a:xfrm>
              <a:off x="4948388" y="36652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1" name="pt22841"/>
            <p:cNvSpPr/>
            <p:nvPr/>
          </p:nvSpPr>
          <p:spPr>
            <a:xfrm>
              <a:off x="5177981" y="33849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2" name="pt22842"/>
            <p:cNvSpPr/>
            <p:nvPr/>
          </p:nvSpPr>
          <p:spPr>
            <a:xfrm>
              <a:off x="5141858" y="34237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3" name="pt22843"/>
            <p:cNvSpPr/>
            <p:nvPr/>
          </p:nvSpPr>
          <p:spPr>
            <a:xfrm>
              <a:off x="5154953" y="3275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4" name="pt22844"/>
            <p:cNvSpPr/>
            <p:nvPr/>
          </p:nvSpPr>
          <p:spPr>
            <a:xfrm>
              <a:off x="5162611" y="3720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5" name="pt22845"/>
            <p:cNvSpPr/>
            <p:nvPr/>
          </p:nvSpPr>
          <p:spPr>
            <a:xfrm>
              <a:off x="3587996" y="36718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6" name="pt22846"/>
            <p:cNvSpPr/>
            <p:nvPr/>
          </p:nvSpPr>
          <p:spPr>
            <a:xfrm>
              <a:off x="5116799" y="3386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7" name="pt22847"/>
            <p:cNvSpPr/>
            <p:nvPr/>
          </p:nvSpPr>
          <p:spPr>
            <a:xfrm>
              <a:off x="5041966" y="32544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48" name="pt22848"/>
            <p:cNvSpPr/>
            <p:nvPr/>
          </p:nvSpPr>
          <p:spPr>
            <a:xfrm>
              <a:off x="4898725" y="334364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49" name="pt22849"/>
            <p:cNvSpPr/>
            <p:nvPr/>
          </p:nvSpPr>
          <p:spPr>
            <a:xfrm>
              <a:off x="5113562" y="33260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0" name="pt22850"/>
            <p:cNvSpPr/>
            <p:nvPr/>
          </p:nvSpPr>
          <p:spPr>
            <a:xfrm>
              <a:off x="5127395" y="34652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1" name="pt22851"/>
            <p:cNvSpPr/>
            <p:nvPr/>
          </p:nvSpPr>
          <p:spPr>
            <a:xfrm>
              <a:off x="5138936" y="3767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2" name="pt22852"/>
            <p:cNvSpPr/>
            <p:nvPr/>
          </p:nvSpPr>
          <p:spPr>
            <a:xfrm>
              <a:off x="5011899" y="35309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3" name="pt22853"/>
            <p:cNvSpPr/>
            <p:nvPr/>
          </p:nvSpPr>
          <p:spPr>
            <a:xfrm>
              <a:off x="5163371" y="37816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4" name="pt22854"/>
            <p:cNvSpPr/>
            <p:nvPr/>
          </p:nvSpPr>
          <p:spPr>
            <a:xfrm>
              <a:off x="5110388" y="3619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5" name="pt22855"/>
            <p:cNvSpPr/>
            <p:nvPr/>
          </p:nvSpPr>
          <p:spPr>
            <a:xfrm>
              <a:off x="5143626" y="37034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6" name="pt22856"/>
            <p:cNvSpPr/>
            <p:nvPr/>
          </p:nvSpPr>
          <p:spPr>
            <a:xfrm>
              <a:off x="5135024" y="3468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7" name="pt22857"/>
            <p:cNvSpPr/>
            <p:nvPr/>
          </p:nvSpPr>
          <p:spPr>
            <a:xfrm>
              <a:off x="3939108" y="493256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58" name="pt22858"/>
            <p:cNvSpPr/>
            <p:nvPr/>
          </p:nvSpPr>
          <p:spPr>
            <a:xfrm>
              <a:off x="5832580" y="3565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59" name="pt22859"/>
            <p:cNvSpPr/>
            <p:nvPr/>
          </p:nvSpPr>
          <p:spPr>
            <a:xfrm>
              <a:off x="5223431" y="33647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0" name="pt22860"/>
            <p:cNvSpPr/>
            <p:nvPr/>
          </p:nvSpPr>
          <p:spPr>
            <a:xfrm>
              <a:off x="5155755" y="35178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1" name="pt22861"/>
            <p:cNvSpPr/>
            <p:nvPr/>
          </p:nvSpPr>
          <p:spPr>
            <a:xfrm>
              <a:off x="5806253" y="377924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62" name="pt22862"/>
            <p:cNvSpPr/>
            <p:nvPr/>
          </p:nvSpPr>
          <p:spPr>
            <a:xfrm>
              <a:off x="5119350" y="35159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3" name="pt22863"/>
            <p:cNvSpPr/>
            <p:nvPr/>
          </p:nvSpPr>
          <p:spPr>
            <a:xfrm>
              <a:off x="5141434" y="35517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4" name="pt22864"/>
            <p:cNvSpPr/>
            <p:nvPr/>
          </p:nvSpPr>
          <p:spPr>
            <a:xfrm>
              <a:off x="5175041" y="3707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5" name="pt22865"/>
            <p:cNvSpPr/>
            <p:nvPr/>
          </p:nvSpPr>
          <p:spPr>
            <a:xfrm>
              <a:off x="5117991" y="3820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6" name="pt22866"/>
            <p:cNvSpPr/>
            <p:nvPr/>
          </p:nvSpPr>
          <p:spPr>
            <a:xfrm>
              <a:off x="5148977" y="35903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7" name="pt22867"/>
            <p:cNvSpPr/>
            <p:nvPr/>
          </p:nvSpPr>
          <p:spPr>
            <a:xfrm>
              <a:off x="5017642" y="3552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8" name="pt22868"/>
            <p:cNvSpPr/>
            <p:nvPr/>
          </p:nvSpPr>
          <p:spPr>
            <a:xfrm>
              <a:off x="5160785" y="3843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69" name="pt22869"/>
            <p:cNvSpPr/>
            <p:nvPr/>
          </p:nvSpPr>
          <p:spPr>
            <a:xfrm>
              <a:off x="5131362" y="34428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0" name="pt22870"/>
            <p:cNvSpPr/>
            <p:nvPr/>
          </p:nvSpPr>
          <p:spPr>
            <a:xfrm>
              <a:off x="5143703" y="33960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1" name="pt22871"/>
            <p:cNvSpPr/>
            <p:nvPr/>
          </p:nvSpPr>
          <p:spPr>
            <a:xfrm>
              <a:off x="5152399" y="37118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2" name="pt22872"/>
            <p:cNvSpPr/>
            <p:nvPr/>
          </p:nvSpPr>
          <p:spPr>
            <a:xfrm>
              <a:off x="5158781" y="36028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3" name="pt22873"/>
            <p:cNvSpPr/>
            <p:nvPr/>
          </p:nvSpPr>
          <p:spPr>
            <a:xfrm>
              <a:off x="5155293" y="3407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4" name="pt22874"/>
            <p:cNvSpPr/>
            <p:nvPr/>
          </p:nvSpPr>
          <p:spPr>
            <a:xfrm>
              <a:off x="5035659" y="3395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5" name="pt22875"/>
            <p:cNvSpPr/>
            <p:nvPr/>
          </p:nvSpPr>
          <p:spPr>
            <a:xfrm>
              <a:off x="5153756" y="35958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6" name="pt22876"/>
            <p:cNvSpPr/>
            <p:nvPr/>
          </p:nvSpPr>
          <p:spPr>
            <a:xfrm>
              <a:off x="5023567" y="34031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7" name="pt22877"/>
            <p:cNvSpPr/>
            <p:nvPr/>
          </p:nvSpPr>
          <p:spPr>
            <a:xfrm>
              <a:off x="5083448" y="3782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8" name="pt22878"/>
            <p:cNvSpPr/>
            <p:nvPr/>
          </p:nvSpPr>
          <p:spPr>
            <a:xfrm>
              <a:off x="5166904" y="37874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79" name="pt22879"/>
            <p:cNvSpPr/>
            <p:nvPr/>
          </p:nvSpPr>
          <p:spPr>
            <a:xfrm>
              <a:off x="5151669" y="38509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0" name="pt22880"/>
            <p:cNvSpPr/>
            <p:nvPr/>
          </p:nvSpPr>
          <p:spPr>
            <a:xfrm>
              <a:off x="5137354" y="21717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1" name="pt22881"/>
            <p:cNvSpPr/>
            <p:nvPr/>
          </p:nvSpPr>
          <p:spPr>
            <a:xfrm>
              <a:off x="4656987" y="34871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2" name="pt22882"/>
            <p:cNvSpPr/>
            <p:nvPr/>
          </p:nvSpPr>
          <p:spPr>
            <a:xfrm>
              <a:off x="5157357" y="3210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3" name="pt22883"/>
            <p:cNvSpPr/>
            <p:nvPr/>
          </p:nvSpPr>
          <p:spPr>
            <a:xfrm>
              <a:off x="5086295" y="36190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4" name="pt22884"/>
            <p:cNvSpPr/>
            <p:nvPr/>
          </p:nvSpPr>
          <p:spPr>
            <a:xfrm>
              <a:off x="5185349" y="3934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5" name="pt22885"/>
            <p:cNvSpPr/>
            <p:nvPr/>
          </p:nvSpPr>
          <p:spPr>
            <a:xfrm>
              <a:off x="5127385" y="35163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6" name="pt22886"/>
            <p:cNvSpPr/>
            <p:nvPr/>
          </p:nvSpPr>
          <p:spPr>
            <a:xfrm>
              <a:off x="5088029" y="3372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7" name="pt22887"/>
            <p:cNvSpPr/>
            <p:nvPr/>
          </p:nvSpPr>
          <p:spPr>
            <a:xfrm>
              <a:off x="5138134" y="34586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8" name="pt22888"/>
            <p:cNvSpPr/>
            <p:nvPr/>
          </p:nvSpPr>
          <p:spPr>
            <a:xfrm>
              <a:off x="5119942" y="37686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89" name="pt22889"/>
            <p:cNvSpPr/>
            <p:nvPr/>
          </p:nvSpPr>
          <p:spPr>
            <a:xfrm>
              <a:off x="5145278" y="37377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0" name="pt22890"/>
            <p:cNvSpPr/>
            <p:nvPr/>
          </p:nvSpPr>
          <p:spPr>
            <a:xfrm>
              <a:off x="5206576" y="35924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1" name="pt22891"/>
            <p:cNvSpPr/>
            <p:nvPr/>
          </p:nvSpPr>
          <p:spPr>
            <a:xfrm>
              <a:off x="5142970" y="35956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2" name="pt22892"/>
            <p:cNvSpPr/>
            <p:nvPr/>
          </p:nvSpPr>
          <p:spPr>
            <a:xfrm>
              <a:off x="5206589" y="3713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3" name="pt22893"/>
            <p:cNvSpPr/>
            <p:nvPr/>
          </p:nvSpPr>
          <p:spPr>
            <a:xfrm>
              <a:off x="5157599" y="3436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4" name="pt22894"/>
            <p:cNvSpPr/>
            <p:nvPr/>
          </p:nvSpPr>
          <p:spPr>
            <a:xfrm>
              <a:off x="5142268" y="37520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5" name="pt22895"/>
            <p:cNvSpPr/>
            <p:nvPr/>
          </p:nvSpPr>
          <p:spPr>
            <a:xfrm>
              <a:off x="5109168" y="3616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6" name="pt22896"/>
            <p:cNvSpPr/>
            <p:nvPr/>
          </p:nvSpPr>
          <p:spPr>
            <a:xfrm>
              <a:off x="5139229" y="3548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7" name="pt22897"/>
            <p:cNvSpPr/>
            <p:nvPr/>
          </p:nvSpPr>
          <p:spPr>
            <a:xfrm>
              <a:off x="5159418" y="34984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8" name="pt22898"/>
            <p:cNvSpPr/>
            <p:nvPr/>
          </p:nvSpPr>
          <p:spPr>
            <a:xfrm>
              <a:off x="5097394" y="31827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899" name="pt22899"/>
            <p:cNvSpPr/>
            <p:nvPr/>
          </p:nvSpPr>
          <p:spPr>
            <a:xfrm>
              <a:off x="5206577" y="3718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0" name="pt22900"/>
            <p:cNvSpPr/>
            <p:nvPr/>
          </p:nvSpPr>
          <p:spPr>
            <a:xfrm>
              <a:off x="5117658" y="34966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1" name="pt22901"/>
            <p:cNvSpPr/>
            <p:nvPr/>
          </p:nvSpPr>
          <p:spPr>
            <a:xfrm>
              <a:off x="5151973" y="3500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2" name="pt22902"/>
            <p:cNvSpPr/>
            <p:nvPr/>
          </p:nvSpPr>
          <p:spPr>
            <a:xfrm>
              <a:off x="5129892" y="2314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3" name="pt22903"/>
            <p:cNvSpPr/>
            <p:nvPr/>
          </p:nvSpPr>
          <p:spPr>
            <a:xfrm>
              <a:off x="5153155" y="3788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4" name="pt22904"/>
            <p:cNvSpPr/>
            <p:nvPr/>
          </p:nvSpPr>
          <p:spPr>
            <a:xfrm>
              <a:off x="5107126" y="3232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5" name="pt22905"/>
            <p:cNvSpPr/>
            <p:nvPr/>
          </p:nvSpPr>
          <p:spPr>
            <a:xfrm>
              <a:off x="5160322" y="3296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6" name="pt22906"/>
            <p:cNvSpPr/>
            <p:nvPr/>
          </p:nvSpPr>
          <p:spPr>
            <a:xfrm>
              <a:off x="5133484" y="35339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7" name="pt22907"/>
            <p:cNvSpPr/>
            <p:nvPr/>
          </p:nvSpPr>
          <p:spPr>
            <a:xfrm>
              <a:off x="5154106" y="3619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8" name="pt22908"/>
            <p:cNvSpPr/>
            <p:nvPr/>
          </p:nvSpPr>
          <p:spPr>
            <a:xfrm>
              <a:off x="5144256" y="32909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09" name="pt22909"/>
            <p:cNvSpPr/>
            <p:nvPr/>
          </p:nvSpPr>
          <p:spPr>
            <a:xfrm>
              <a:off x="5183346" y="3399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0" name="pt22910"/>
            <p:cNvSpPr/>
            <p:nvPr/>
          </p:nvSpPr>
          <p:spPr>
            <a:xfrm>
              <a:off x="5162401" y="3423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1" name="pt22911"/>
            <p:cNvSpPr/>
            <p:nvPr/>
          </p:nvSpPr>
          <p:spPr>
            <a:xfrm>
              <a:off x="5154950" y="3680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2" name="pt22912"/>
            <p:cNvSpPr/>
            <p:nvPr/>
          </p:nvSpPr>
          <p:spPr>
            <a:xfrm>
              <a:off x="5165165" y="3845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3" name="pt22913"/>
            <p:cNvSpPr/>
            <p:nvPr/>
          </p:nvSpPr>
          <p:spPr>
            <a:xfrm>
              <a:off x="5139480" y="3540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4" name="pt22914"/>
            <p:cNvSpPr/>
            <p:nvPr/>
          </p:nvSpPr>
          <p:spPr>
            <a:xfrm>
              <a:off x="5109839" y="38590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5" name="pt22915"/>
            <p:cNvSpPr/>
            <p:nvPr/>
          </p:nvSpPr>
          <p:spPr>
            <a:xfrm>
              <a:off x="5091187" y="3680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6" name="pt22916"/>
            <p:cNvSpPr/>
            <p:nvPr/>
          </p:nvSpPr>
          <p:spPr>
            <a:xfrm>
              <a:off x="5230374" y="37455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7" name="pt22917"/>
            <p:cNvSpPr/>
            <p:nvPr/>
          </p:nvSpPr>
          <p:spPr>
            <a:xfrm>
              <a:off x="5157232" y="38696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8" name="pt22918"/>
            <p:cNvSpPr/>
            <p:nvPr/>
          </p:nvSpPr>
          <p:spPr>
            <a:xfrm>
              <a:off x="5138687" y="34915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19" name="pt22919"/>
            <p:cNvSpPr/>
            <p:nvPr/>
          </p:nvSpPr>
          <p:spPr>
            <a:xfrm>
              <a:off x="4317172" y="3659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0" name="pt22920"/>
            <p:cNvSpPr/>
            <p:nvPr/>
          </p:nvSpPr>
          <p:spPr>
            <a:xfrm>
              <a:off x="5130002" y="45851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1" name="pt22921"/>
            <p:cNvSpPr/>
            <p:nvPr/>
          </p:nvSpPr>
          <p:spPr>
            <a:xfrm>
              <a:off x="5141483" y="39132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2" name="pt22922"/>
            <p:cNvSpPr/>
            <p:nvPr/>
          </p:nvSpPr>
          <p:spPr>
            <a:xfrm>
              <a:off x="5229140" y="3547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3" name="pt22923"/>
            <p:cNvSpPr/>
            <p:nvPr/>
          </p:nvSpPr>
          <p:spPr>
            <a:xfrm>
              <a:off x="5172684" y="3784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4" name="pt22924"/>
            <p:cNvSpPr/>
            <p:nvPr/>
          </p:nvSpPr>
          <p:spPr>
            <a:xfrm>
              <a:off x="5988099" y="378961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25" name="pt22925"/>
            <p:cNvSpPr/>
            <p:nvPr/>
          </p:nvSpPr>
          <p:spPr>
            <a:xfrm>
              <a:off x="5201095" y="3426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6" name="pt22926"/>
            <p:cNvSpPr/>
            <p:nvPr/>
          </p:nvSpPr>
          <p:spPr>
            <a:xfrm>
              <a:off x="5136168" y="35703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7" name="pt22927"/>
            <p:cNvSpPr/>
            <p:nvPr/>
          </p:nvSpPr>
          <p:spPr>
            <a:xfrm>
              <a:off x="5129312" y="3806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28" name="pt22928"/>
            <p:cNvSpPr/>
            <p:nvPr/>
          </p:nvSpPr>
          <p:spPr>
            <a:xfrm>
              <a:off x="5281797" y="325350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29" name="pt22929"/>
            <p:cNvSpPr/>
            <p:nvPr/>
          </p:nvSpPr>
          <p:spPr>
            <a:xfrm>
              <a:off x="5106480" y="35123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0" name="pt22930"/>
            <p:cNvSpPr/>
            <p:nvPr/>
          </p:nvSpPr>
          <p:spPr>
            <a:xfrm>
              <a:off x="5696363" y="366926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31" name="pt22931"/>
            <p:cNvSpPr/>
            <p:nvPr/>
          </p:nvSpPr>
          <p:spPr>
            <a:xfrm>
              <a:off x="4823778" y="380613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32" name="pt22932"/>
            <p:cNvSpPr/>
            <p:nvPr/>
          </p:nvSpPr>
          <p:spPr>
            <a:xfrm>
              <a:off x="5178522" y="37332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3" name="pt22933"/>
            <p:cNvSpPr/>
            <p:nvPr/>
          </p:nvSpPr>
          <p:spPr>
            <a:xfrm>
              <a:off x="5128067" y="3878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4" name="pt22934"/>
            <p:cNvSpPr/>
            <p:nvPr/>
          </p:nvSpPr>
          <p:spPr>
            <a:xfrm>
              <a:off x="5131104" y="3464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5" name="pt22935"/>
            <p:cNvSpPr/>
            <p:nvPr/>
          </p:nvSpPr>
          <p:spPr>
            <a:xfrm>
              <a:off x="5138694" y="3388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6" name="pt22936"/>
            <p:cNvSpPr/>
            <p:nvPr/>
          </p:nvSpPr>
          <p:spPr>
            <a:xfrm>
              <a:off x="5137873" y="3406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7" name="pt22937"/>
            <p:cNvSpPr/>
            <p:nvPr/>
          </p:nvSpPr>
          <p:spPr>
            <a:xfrm>
              <a:off x="5149564" y="3486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8" name="pt22938"/>
            <p:cNvSpPr/>
            <p:nvPr/>
          </p:nvSpPr>
          <p:spPr>
            <a:xfrm>
              <a:off x="5140598" y="3328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39" name="pt22939"/>
            <p:cNvSpPr/>
            <p:nvPr/>
          </p:nvSpPr>
          <p:spPr>
            <a:xfrm>
              <a:off x="5164402" y="3473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0" name="pt22940"/>
            <p:cNvSpPr/>
            <p:nvPr/>
          </p:nvSpPr>
          <p:spPr>
            <a:xfrm>
              <a:off x="5188578" y="3747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1" name="pt22941"/>
            <p:cNvSpPr/>
            <p:nvPr/>
          </p:nvSpPr>
          <p:spPr>
            <a:xfrm>
              <a:off x="5185056" y="37708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2" name="pt22942"/>
            <p:cNvSpPr/>
            <p:nvPr/>
          </p:nvSpPr>
          <p:spPr>
            <a:xfrm>
              <a:off x="5213313" y="37514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3" name="pt22943"/>
            <p:cNvSpPr/>
            <p:nvPr/>
          </p:nvSpPr>
          <p:spPr>
            <a:xfrm>
              <a:off x="5154741" y="3434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4" name="pt22944"/>
            <p:cNvSpPr/>
            <p:nvPr/>
          </p:nvSpPr>
          <p:spPr>
            <a:xfrm>
              <a:off x="5161564" y="35378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5" name="pt22945"/>
            <p:cNvSpPr/>
            <p:nvPr/>
          </p:nvSpPr>
          <p:spPr>
            <a:xfrm>
              <a:off x="5167303" y="39401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6" name="pt22946"/>
            <p:cNvSpPr/>
            <p:nvPr/>
          </p:nvSpPr>
          <p:spPr>
            <a:xfrm>
              <a:off x="5178396" y="3232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7" name="pt22947"/>
            <p:cNvSpPr/>
            <p:nvPr/>
          </p:nvSpPr>
          <p:spPr>
            <a:xfrm>
              <a:off x="5063235" y="37156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8" name="pt22948"/>
            <p:cNvSpPr/>
            <p:nvPr/>
          </p:nvSpPr>
          <p:spPr>
            <a:xfrm>
              <a:off x="5137708" y="33789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49" name="pt22949"/>
            <p:cNvSpPr/>
            <p:nvPr/>
          </p:nvSpPr>
          <p:spPr>
            <a:xfrm>
              <a:off x="5123670" y="38742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0" name="pt22950"/>
            <p:cNvSpPr/>
            <p:nvPr/>
          </p:nvSpPr>
          <p:spPr>
            <a:xfrm>
              <a:off x="5172314" y="37015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1" name="pt22951"/>
            <p:cNvSpPr/>
            <p:nvPr/>
          </p:nvSpPr>
          <p:spPr>
            <a:xfrm>
              <a:off x="4518227" y="37254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2" name="pt22952"/>
            <p:cNvSpPr/>
            <p:nvPr/>
          </p:nvSpPr>
          <p:spPr>
            <a:xfrm>
              <a:off x="4716358" y="37652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3" name="pt22953"/>
            <p:cNvSpPr/>
            <p:nvPr/>
          </p:nvSpPr>
          <p:spPr>
            <a:xfrm>
              <a:off x="4926946" y="36402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4" name="pt22954"/>
            <p:cNvSpPr/>
            <p:nvPr/>
          </p:nvSpPr>
          <p:spPr>
            <a:xfrm>
              <a:off x="5134329" y="3845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5" name="pt22955"/>
            <p:cNvSpPr/>
            <p:nvPr/>
          </p:nvSpPr>
          <p:spPr>
            <a:xfrm>
              <a:off x="4855801" y="3439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6" name="pt22956"/>
            <p:cNvSpPr/>
            <p:nvPr/>
          </p:nvSpPr>
          <p:spPr>
            <a:xfrm>
              <a:off x="5102945" y="3327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7" name="pt22957"/>
            <p:cNvSpPr/>
            <p:nvPr/>
          </p:nvSpPr>
          <p:spPr>
            <a:xfrm>
              <a:off x="5169250" y="3968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8" name="pt22958"/>
            <p:cNvSpPr/>
            <p:nvPr/>
          </p:nvSpPr>
          <p:spPr>
            <a:xfrm>
              <a:off x="5152664" y="35579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59" name="pt22959"/>
            <p:cNvSpPr/>
            <p:nvPr/>
          </p:nvSpPr>
          <p:spPr>
            <a:xfrm>
              <a:off x="5148405" y="3580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0" name="pt22960"/>
            <p:cNvSpPr/>
            <p:nvPr/>
          </p:nvSpPr>
          <p:spPr>
            <a:xfrm>
              <a:off x="5130855" y="34377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1" name="pt22961"/>
            <p:cNvSpPr/>
            <p:nvPr/>
          </p:nvSpPr>
          <p:spPr>
            <a:xfrm>
              <a:off x="5135752" y="35266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2" name="pt22962"/>
            <p:cNvSpPr/>
            <p:nvPr/>
          </p:nvSpPr>
          <p:spPr>
            <a:xfrm>
              <a:off x="5232035" y="35228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3" name="pt22963"/>
            <p:cNvSpPr/>
            <p:nvPr/>
          </p:nvSpPr>
          <p:spPr>
            <a:xfrm>
              <a:off x="5163421" y="3590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4" name="pt22964"/>
            <p:cNvSpPr/>
            <p:nvPr/>
          </p:nvSpPr>
          <p:spPr>
            <a:xfrm>
              <a:off x="5166516" y="3767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5" name="pt22965"/>
            <p:cNvSpPr/>
            <p:nvPr/>
          </p:nvSpPr>
          <p:spPr>
            <a:xfrm>
              <a:off x="5144909" y="3423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6" name="pt22966"/>
            <p:cNvSpPr/>
            <p:nvPr/>
          </p:nvSpPr>
          <p:spPr>
            <a:xfrm>
              <a:off x="5117950" y="33734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7" name="pt22967"/>
            <p:cNvSpPr/>
            <p:nvPr/>
          </p:nvSpPr>
          <p:spPr>
            <a:xfrm>
              <a:off x="5153669" y="3491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8" name="pt22968"/>
            <p:cNvSpPr/>
            <p:nvPr/>
          </p:nvSpPr>
          <p:spPr>
            <a:xfrm>
              <a:off x="5150720" y="35855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69" name="pt22969"/>
            <p:cNvSpPr/>
            <p:nvPr/>
          </p:nvSpPr>
          <p:spPr>
            <a:xfrm>
              <a:off x="5151758" y="33539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0" name="pt22970"/>
            <p:cNvSpPr/>
            <p:nvPr/>
          </p:nvSpPr>
          <p:spPr>
            <a:xfrm>
              <a:off x="4980527" y="26879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1" name="pt22971"/>
            <p:cNvSpPr/>
            <p:nvPr/>
          </p:nvSpPr>
          <p:spPr>
            <a:xfrm>
              <a:off x="5134500" y="3567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2" name="pt22972"/>
            <p:cNvSpPr/>
            <p:nvPr/>
          </p:nvSpPr>
          <p:spPr>
            <a:xfrm>
              <a:off x="5157363" y="34460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3" name="pt22973"/>
            <p:cNvSpPr/>
            <p:nvPr/>
          </p:nvSpPr>
          <p:spPr>
            <a:xfrm>
              <a:off x="5152781" y="37659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4" name="pt22974"/>
            <p:cNvSpPr/>
            <p:nvPr/>
          </p:nvSpPr>
          <p:spPr>
            <a:xfrm>
              <a:off x="5121606" y="3368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5" name="pt22975"/>
            <p:cNvSpPr/>
            <p:nvPr/>
          </p:nvSpPr>
          <p:spPr>
            <a:xfrm>
              <a:off x="5159103" y="36378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6" name="pt22976"/>
            <p:cNvSpPr/>
            <p:nvPr/>
          </p:nvSpPr>
          <p:spPr>
            <a:xfrm>
              <a:off x="5135288" y="32956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7" name="pt22977"/>
            <p:cNvSpPr/>
            <p:nvPr/>
          </p:nvSpPr>
          <p:spPr>
            <a:xfrm>
              <a:off x="5136713" y="37857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8" name="pt22978"/>
            <p:cNvSpPr/>
            <p:nvPr/>
          </p:nvSpPr>
          <p:spPr>
            <a:xfrm>
              <a:off x="5140108" y="38266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79" name="pt22979"/>
            <p:cNvSpPr/>
            <p:nvPr/>
          </p:nvSpPr>
          <p:spPr>
            <a:xfrm>
              <a:off x="4761766" y="3560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0" name="pt22980"/>
            <p:cNvSpPr/>
            <p:nvPr/>
          </p:nvSpPr>
          <p:spPr>
            <a:xfrm>
              <a:off x="5155185" y="35977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1" name="pt22981"/>
            <p:cNvSpPr/>
            <p:nvPr/>
          </p:nvSpPr>
          <p:spPr>
            <a:xfrm>
              <a:off x="5185786" y="36032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2" name="pt22982"/>
            <p:cNvSpPr/>
            <p:nvPr/>
          </p:nvSpPr>
          <p:spPr>
            <a:xfrm>
              <a:off x="5165540" y="4003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3" name="pt22983"/>
            <p:cNvSpPr/>
            <p:nvPr/>
          </p:nvSpPr>
          <p:spPr>
            <a:xfrm>
              <a:off x="5172370" y="36684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4" name="pt22984"/>
            <p:cNvSpPr/>
            <p:nvPr/>
          </p:nvSpPr>
          <p:spPr>
            <a:xfrm>
              <a:off x="5163570" y="39894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5" name="pt22985"/>
            <p:cNvSpPr/>
            <p:nvPr/>
          </p:nvSpPr>
          <p:spPr>
            <a:xfrm>
              <a:off x="6062324" y="36575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6" name="pt22986"/>
            <p:cNvSpPr/>
            <p:nvPr/>
          </p:nvSpPr>
          <p:spPr>
            <a:xfrm>
              <a:off x="5167479" y="3815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7" name="pt22987"/>
            <p:cNvSpPr/>
            <p:nvPr/>
          </p:nvSpPr>
          <p:spPr>
            <a:xfrm>
              <a:off x="5134502" y="3376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8" name="pt22988"/>
            <p:cNvSpPr/>
            <p:nvPr/>
          </p:nvSpPr>
          <p:spPr>
            <a:xfrm>
              <a:off x="5151288" y="3549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89" name="pt22989"/>
            <p:cNvSpPr/>
            <p:nvPr/>
          </p:nvSpPr>
          <p:spPr>
            <a:xfrm>
              <a:off x="5113187" y="36557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0" name="pt22990"/>
            <p:cNvSpPr/>
            <p:nvPr/>
          </p:nvSpPr>
          <p:spPr>
            <a:xfrm>
              <a:off x="5133165" y="3666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1" name="pt22991"/>
            <p:cNvSpPr/>
            <p:nvPr/>
          </p:nvSpPr>
          <p:spPr>
            <a:xfrm>
              <a:off x="5152869" y="36955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2" name="pt22992"/>
            <p:cNvSpPr/>
            <p:nvPr/>
          </p:nvSpPr>
          <p:spPr>
            <a:xfrm>
              <a:off x="5130684" y="37591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3" name="pt22993"/>
            <p:cNvSpPr/>
            <p:nvPr/>
          </p:nvSpPr>
          <p:spPr>
            <a:xfrm>
              <a:off x="5153345" y="3759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4" name="pt22994"/>
            <p:cNvSpPr/>
            <p:nvPr/>
          </p:nvSpPr>
          <p:spPr>
            <a:xfrm>
              <a:off x="5132535" y="33479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5" name="pt22995"/>
            <p:cNvSpPr/>
            <p:nvPr/>
          </p:nvSpPr>
          <p:spPr>
            <a:xfrm>
              <a:off x="5137428" y="3648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6" name="pt22996"/>
            <p:cNvSpPr/>
            <p:nvPr/>
          </p:nvSpPr>
          <p:spPr>
            <a:xfrm>
              <a:off x="5154402" y="3895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7" name="pt22997"/>
            <p:cNvSpPr/>
            <p:nvPr/>
          </p:nvSpPr>
          <p:spPr>
            <a:xfrm>
              <a:off x="5982614" y="371263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98" name="pt22998"/>
            <p:cNvSpPr/>
            <p:nvPr/>
          </p:nvSpPr>
          <p:spPr>
            <a:xfrm>
              <a:off x="5071696" y="35945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2999" name="pt22999"/>
            <p:cNvSpPr/>
            <p:nvPr/>
          </p:nvSpPr>
          <p:spPr>
            <a:xfrm>
              <a:off x="5143705" y="3642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0" name="pt23000"/>
            <p:cNvSpPr/>
            <p:nvPr/>
          </p:nvSpPr>
          <p:spPr>
            <a:xfrm>
              <a:off x="5121041" y="37239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1" name="pt23001"/>
            <p:cNvSpPr/>
            <p:nvPr/>
          </p:nvSpPr>
          <p:spPr>
            <a:xfrm>
              <a:off x="5126586" y="3835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2" name="pt23002"/>
            <p:cNvSpPr/>
            <p:nvPr/>
          </p:nvSpPr>
          <p:spPr>
            <a:xfrm>
              <a:off x="5151195" y="36756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3" name="pt23003"/>
            <p:cNvSpPr/>
            <p:nvPr/>
          </p:nvSpPr>
          <p:spPr>
            <a:xfrm>
              <a:off x="5101638" y="3542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4" name="pt23004"/>
            <p:cNvSpPr/>
            <p:nvPr/>
          </p:nvSpPr>
          <p:spPr>
            <a:xfrm>
              <a:off x="5158072" y="34101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5" name="pt23005"/>
            <p:cNvSpPr/>
            <p:nvPr/>
          </p:nvSpPr>
          <p:spPr>
            <a:xfrm>
              <a:off x="5148584" y="3475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6" name="pt23006"/>
            <p:cNvSpPr/>
            <p:nvPr/>
          </p:nvSpPr>
          <p:spPr>
            <a:xfrm>
              <a:off x="5226538" y="3832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7" name="pt23007"/>
            <p:cNvSpPr/>
            <p:nvPr/>
          </p:nvSpPr>
          <p:spPr>
            <a:xfrm>
              <a:off x="5169452" y="37671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8" name="pt23008"/>
            <p:cNvSpPr/>
            <p:nvPr/>
          </p:nvSpPr>
          <p:spPr>
            <a:xfrm>
              <a:off x="5152231" y="37976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09" name="pt23009"/>
            <p:cNvSpPr/>
            <p:nvPr/>
          </p:nvSpPr>
          <p:spPr>
            <a:xfrm>
              <a:off x="5156459" y="36567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0" name="pt23010"/>
            <p:cNvSpPr/>
            <p:nvPr/>
          </p:nvSpPr>
          <p:spPr>
            <a:xfrm>
              <a:off x="5099870" y="47597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1" name="pt23011"/>
            <p:cNvSpPr/>
            <p:nvPr/>
          </p:nvSpPr>
          <p:spPr>
            <a:xfrm>
              <a:off x="5132362" y="38889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2" name="pt23012"/>
            <p:cNvSpPr/>
            <p:nvPr/>
          </p:nvSpPr>
          <p:spPr>
            <a:xfrm>
              <a:off x="5137297" y="39348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3" name="pt23013"/>
            <p:cNvSpPr/>
            <p:nvPr/>
          </p:nvSpPr>
          <p:spPr>
            <a:xfrm>
              <a:off x="5151299" y="3016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4" name="pt23014"/>
            <p:cNvSpPr/>
            <p:nvPr/>
          </p:nvSpPr>
          <p:spPr>
            <a:xfrm>
              <a:off x="3906952" y="3684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5" name="pt23015"/>
            <p:cNvSpPr/>
            <p:nvPr/>
          </p:nvSpPr>
          <p:spPr>
            <a:xfrm>
              <a:off x="5161586" y="3399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6" name="pt23016"/>
            <p:cNvSpPr/>
            <p:nvPr/>
          </p:nvSpPr>
          <p:spPr>
            <a:xfrm>
              <a:off x="5132871" y="3070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7" name="pt23017"/>
            <p:cNvSpPr/>
            <p:nvPr/>
          </p:nvSpPr>
          <p:spPr>
            <a:xfrm>
              <a:off x="5174614" y="17979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8" name="pt23018"/>
            <p:cNvSpPr/>
            <p:nvPr/>
          </p:nvSpPr>
          <p:spPr>
            <a:xfrm>
              <a:off x="5142275" y="3705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19" name="pt23019"/>
            <p:cNvSpPr/>
            <p:nvPr/>
          </p:nvSpPr>
          <p:spPr>
            <a:xfrm>
              <a:off x="5146721" y="3328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0" name="pt23020"/>
            <p:cNvSpPr/>
            <p:nvPr/>
          </p:nvSpPr>
          <p:spPr>
            <a:xfrm>
              <a:off x="5142685" y="36848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1" name="pt23021"/>
            <p:cNvSpPr/>
            <p:nvPr/>
          </p:nvSpPr>
          <p:spPr>
            <a:xfrm>
              <a:off x="5145755" y="3670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2" name="pt23022"/>
            <p:cNvSpPr/>
            <p:nvPr/>
          </p:nvSpPr>
          <p:spPr>
            <a:xfrm>
              <a:off x="5143073" y="3753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3" name="pt23023"/>
            <p:cNvSpPr/>
            <p:nvPr/>
          </p:nvSpPr>
          <p:spPr>
            <a:xfrm>
              <a:off x="5107053" y="3617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4" name="pt23024"/>
            <p:cNvSpPr/>
            <p:nvPr/>
          </p:nvSpPr>
          <p:spPr>
            <a:xfrm>
              <a:off x="5166253" y="3694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5" name="pt23025"/>
            <p:cNvSpPr/>
            <p:nvPr/>
          </p:nvSpPr>
          <p:spPr>
            <a:xfrm>
              <a:off x="5192236" y="38110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6" name="pt23026"/>
            <p:cNvSpPr/>
            <p:nvPr/>
          </p:nvSpPr>
          <p:spPr>
            <a:xfrm>
              <a:off x="5145656" y="38259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7" name="pt23027"/>
            <p:cNvSpPr/>
            <p:nvPr/>
          </p:nvSpPr>
          <p:spPr>
            <a:xfrm>
              <a:off x="5194417" y="35467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8" name="pt23028"/>
            <p:cNvSpPr/>
            <p:nvPr/>
          </p:nvSpPr>
          <p:spPr>
            <a:xfrm>
              <a:off x="5156994" y="34992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29" name="pt23029"/>
            <p:cNvSpPr/>
            <p:nvPr/>
          </p:nvSpPr>
          <p:spPr>
            <a:xfrm>
              <a:off x="5144201" y="3381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0" name="pt23030"/>
            <p:cNvSpPr/>
            <p:nvPr/>
          </p:nvSpPr>
          <p:spPr>
            <a:xfrm>
              <a:off x="5159664" y="36779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1" name="pt23031"/>
            <p:cNvSpPr/>
            <p:nvPr/>
          </p:nvSpPr>
          <p:spPr>
            <a:xfrm>
              <a:off x="5135948" y="38568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2" name="pt23032"/>
            <p:cNvSpPr/>
            <p:nvPr/>
          </p:nvSpPr>
          <p:spPr>
            <a:xfrm>
              <a:off x="5121313" y="39442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3" name="pt23033"/>
            <p:cNvSpPr/>
            <p:nvPr/>
          </p:nvSpPr>
          <p:spPr>
            <a:xfrm>
              <a:off x="5158697" y="3807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4" name="pt23034"/>
            <p:cNvSpPr/>
            <p:nvPr/>
          </p:nvSpPr>
          <p:spPr>
            <a:xfrm>
              <a:off x="5140045" y="3309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5" name="pt23035"/>
            <p:cNvSpPr/>
            <p:nvPr/>
          </p:nvSpPr>
          <p:spPr>
            <a:xfrm>
              <a:off x="5144372" y="3826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6" name="pt23036"/>
            <p:cNvSpPr/>
            <p:nvPr/>
          </p:nvSpPr>
          <p:spPr>
            <a:xfrm>
              <a:off x="5127192" y="31042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7" name="pt23037"/>
            <p:cNvSpPr/>
            <p:nvPr/>
          </p:nvSpPr>
          <p:spPr>
            <a:xfrm>
              <a:off x="5127846" y="3303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8" name="pt23038"/>
            <p:cNvSpPr/>
            <p:nvPr/>
          </p:nvSpPr>
          <p:spPr>
            <a:xfrm>
              <a:off x="5080068" y="38826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39" name="pt23039"/>
            <p:cNvSpPr/>
            <p:nvPr/>
          </p:nvSpPr>
          <p:spPr>
            <a:xfrm>
              <a:off x="5107710" y="34994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0" name="pt23040"/>
            <p:cNvSpPr/>
            <p:nvPr/>
          </p:nvSpPr>
          <p:spPr>
            <a:xfrm>
              <a:off x="5166574" y="3626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1" name="pt23041"/>
            <p:cNvSpPr/>
            <p:nvPr/>
          </p:nvSpPr>
          <p:spPr>
            <a:xfrm>
              <a:off x="6782643" y="318602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42" name="pt23042"/>
            <p:cNvSpPr/>
            <p:nvPr/>
          </p:nvSpPr>
          <p:spPr>
            <a:xfrm>
              <a:off x="5178566" y="33485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3" name="pt23043"/>
            <p:cNvSpPr/>
            <p:nvPr/>
          </p:nvSpPr>
          <p:spPr>
            <a:xfrm>
              <a:off x="5145323" y="3526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4" name="pt23044"/>
            <p:cNvSpPr/>
            <p:nvPr/>
          </p:nvSpPr>
          <p:spPr>
            <a:xfrm>
              <a:off x="5156151" y="35508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5" name="pt23045"/>
            <p:cNvSpPr/>
            <p:nvPr/>
          </p:nvSpPr>
          <p:spPr>
            <a:xfrm>
              <a:off x="5185571" y="37002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6" name="pt23046"/>
            <p:cNvSpPr/>
            <p:nvPr/>
          </p:nvSpPr>
          <p:spPr>
            <a:xfrm>
              <a:off x="5206646" y="36238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7" name="pt23047"/>
            <p:cNvSpPr/>
            <p:nvPr/>
          </p:nvSpPr>
          <p:spPr>
            <a:xfrm>
              <a:off x="5092928" y="3483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48" name="pt23048"/>
            <p:cNvSpPr/>
            <p:nvPr/>
          </p:nvSpPr>
          <p:spPr>
            <a:xfrm>
              <a:off x="6086596" y="342637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49" name="pt23049"/>
            <p:cNvSpPr/>
            <p:nvPr/>
          </p:nvSpPr>
          <p:spPr>
            <a:xfrm>
              <a:off x="5148149" y="3784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0" name="pt23050"/>
            <p:cNvSpPr/>
            <p:nvPr/>
          </p:nvSpPr>
          <p:spPr>
            <a:xfrm>
              <a:off x="5131091" y="33757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1" name="pt23051"/>
            <p:cNvSpPr/>
            <p:nvPr/>
          </p:nvSpPr>
          <p:spPr>
            <a:xfrm>
              <a:off x="5717873" y="329877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52" name="pt23052"/>
            <p:cNvSpPr/>
            <p:nvPr/>
          </p:nvSpPr>
          <p:spPr>
            <a:xfrm>
              <a:off x="5143281" y="39204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3" name="pt23053"/>
            <p:cNvSpPr/>
            <p:nvPr/>
          </p:nvSpPr>
          <p:spPr>
            <a:xfrm>
              <a:off x="5158663" y="4404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4" name="pt23054"/>
            <p:cNvSpPr/>
            <p:nvPr/>
          </p:nvSpPr>
          <p:spPr>
            <a:xfrm>
              <a:off x="5169269" y="3959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5" name="pt23055"/>
            <p:cNvSpPr/>
            <p:nvPr/>
          </p:nvSpPr>
          <p:spPr>
            <a:xfrm>
              <a:off x="5157769" y="40005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6" name="pt23056"/>
            <p:cNvSpPr/>
            <p:nvPr/>
          </p:nvSpPr>
          <p:spPr>
            <a:xfrm>
              <a:off x="5153705" y="3842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7" name="pt23057"/>
            <p:cNvSpPr/>
            <p:nvPr/>
          </p:nvSpPr>
          <p:spPr>
            <a:xfrm>
              <a:off x="5165278" y="3552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8" name="pt23058"/>
            <p:cNvSpPr/>
            <p:nvPr/>
          </p:nvSpPr>
          <p:spPr>
            <a:xfrm>
              <a:off x="5163160" y="3593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59" name="pt23059"/>
            <p:cNvSpPr/>
            <p:nvPr/>
          </p:nvSpPr>
          <p:spPr>
            <a:xfrm>
              <a:off x="5175675" y="40872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0" name="pt23060"/>
            <p:cNvSpPr/>
            <p:nvPr/>
          </p:nvSpPr>
          <p:spPr>
            <a:xfrm>
              <a:off x="5120840" y="33506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1" name="pt23061"/>
            <p:cNvSpPr/>
            <p:nvPr/>
          </p:nvSpPr>
          <p:spPr>
            <a:xfrm>
              <a:off x="5117750" y="35912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2" name="pt23062"/>
            <p:cNvSpPr/>
            <p:nvPr/>
          </p:nvSpPr>
          <p:spPr>
            <a:xfrm>
              <a:off x="5172064" y="3435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3" name="pt23063"/>
            <p:cNvSpPr/>
            <p:nvPr/>
          </p:nvSpPr>
          <p:spPr>
            <a:xfrm>
              <a:off x="5138253" y="33375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4" name="pt23064"/>
            <p:cNvSpPr/>
            <p:nvPr/>
          </p:nvSpPr>
          <p:spPr>
            <a:xfrm>
              <a:off x="5146775" y="3442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5" name="pt23065"/>
            <p:cNvSpPr/>
            <p:nvPr/>
          </p:nvSpPr>
          <p:spPr>
            <a:xfrm>
              <a:off x="5447538" y="372830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66" name="pt23066"/>
            <p:cNvSpPr/>
            <p:nvPr/>
          </p:nvSpPr>
          <p:spPr>
            <a:xfrm>
              <a:off x="4982628" y="34595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7" name="pt23067"/>
            <p:cNvSpPr/>
            <p:nvPr/>
          </p:nvSpPr>
          <p:spPr>
            <a:xfrm>
              <a:off x="5103153" y="3430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8" name="pt23068"/>
            <p:cNvSpPr/>
            <p:nvPr/>
          </p:nvSpPr>
          <p:spPr>
            <a:xfrm>
              <a:off x="5112657" y="36671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69" name="pt23069"/>
            <p:cNvSpPr/>
            <p:nvPr/>
          </p:nvSpPr>
          <p:spPr>
            <a:xfrm>
              <a:off x="5150496" y="3723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0" name="pt23070"/>
            <p:cNvSpPr/>
            <p:nvPr/>
          </p:nvSpPr>
          <p:spPr>
            <a:xfrm>
              <a:off x="5186433" y="3895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1" name="pt23071"/>
            <p:cNvSpPr/>
            <p:nvPr/>
          </p:nvSpPr>
          <p:spPr>
            <a:xfrm>
              <a:off x="5153737" y="35267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2" name="pt23072"/>
            <p:cNvSpPr/>
            <p:nvPr/>
          </p:nvSpPr>
          <p:spPr>
            <a:xfrm>
              <a:off x="5165956" y="3591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3" name="pt23073"/>
            <p:cNvSpPr/>
            <p:nvPr/>
          </p:nvSpPr>
          <p:spPr>
            <a:xfrm>
              <a:off x="5162804" y="3557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4" name="pt23074"/>
            <p:cNvSpPr/>
            <p:nvPr/>
          </p:nvSpPr>
          <p:spPr>
            <a:xfrm>
              <a:off x="5145198" y="35844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5" name="pt23075"/>
            <p:cNvSpPr/>
            <p:nvPr/>
          </p:nvSpPr>
          <p:spPr>
            <a:xfrm>
              <a:off x="5137482" y="35349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6" name="pt23076"/>
            <p:cNvSpPr/>
            <p:nvPr/>
          </p:nvSpPr>
          <p:spPr>
            <a:xfrm>
              <a:off x="5157245" y="32570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7" name="pt23077"/>
            <p:cNvSpPr/>
            <p:nvPr/>
          </p:nvSpPr>
          <p:spPr>
            <a:xfrm>
              <a:off x="5138699" y="32431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8" name="pt23078"/>
            <p:cNvSpPr/>
            <p:nvPr/>
          </p:nvSpPr>
          <p:spPr>
            <a:xfrm>
              <a:off x="5072364" y="37931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79" name="pt23079"/>
            <p:cNvSpPr/>
            <p:nvPr/>
          </p:nvSpPr>
          <p:spPr>
            <a:xfrm>
              <a:off x="5153143" y="35485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0" name="pt23080"/>
            <p:cNvSpPr/>
            <p:nvPr/>
          </p:nvSpPr>
          <p:spPr>
            <a:xfrm>
              <a:off x="5142441" y="3748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1" name="pt23081"/>
            <p:cNvSpPr/>
            <p:nvPr/>
          </p:nvSpPr>
          <p:spPr>
            <a:xfrm>
              <a:off x="5144346" y="36815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2" name="pt23082"/>
            <p:cNvSpPr/>
            <p:nvPr/>
          </p:nvSpPr>
          <p:spPr>
            <a:xfrm>
              <a:off x="5105020" y="3446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3" name="pt23083"/>
            <p:cNvSpPr/>
            <p:nvPr/>
          </p:nvSpPr>
          <p:spPr>
            <a:xfrm>
              <a:off x="5187901" y="3435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4" name="pt23084"/>
            <p:cNvSpPr/>
            <p:nvPr/>
          </p:nvSpPr>
          <p:spPr>
            <a:xfrm>
              <a:off x="5161009" y="35418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5" name="pt23085"/>
            <p:cNvSpPr/>
            <p:nvPr/>
          </p:nvSpPr>
          <p:spPr>
            <a:xfrm>
              <a:off x="5071651" y="3335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6" name="pt23086"/>
            <p:cNvSpPr/>
            <p:nvPr/>
          </p:nvSpPr>
          <p:spPr>
            <a:xfrm>
              <a:off x="5087170" y="3720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7" name="pt23087"/>
            <p:cNvSpPr/>
            <p:nvPr/>
          </p:nvSpPr>
          <p:spPr>
            <a:xfrm>
              <a:off x="5127359" y="3769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8" name="pt23088"/>
            <p:cNvSpPr/>
            <p:nvPr/>
          </p:nvSpPr>
          <p:spPr>
            <a:xfrm>
              <a:off x="5282717" y="4000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89" name="pt23089"/>
            <p:cNvSpPr/>
            <p:nvPr/>
          </p:nvSpPr>
          <p:spPr>
            <a:xfrm>
              <a:off x="5204331" y="3865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0" name="pt23090"/>
            <p:cNvSpPr/>
            <p:nvPr/>
          </p:nvSpPr>
          <p:spPr>
            <a:xfrm>
              <a:off x="5151870" y="32060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1" name="pt23091"/>
            <p:cNvSpPr/>
            <p:nvPr/>
          </p:nvSpPr>
          <p:spPr>
            <a:xfrm>
              <a:off x="5157467" y="3477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2" name="pt23092"/>
            <p:cNvSpPr/>
            <p:nvPr/>
          </p:nvSpPr>
          <p:spPr>
            <a:xfrm>
              <a:off x="5142455" y="3338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3" name="pt23093"/>
            <p:cNvSpPr/>
            <p:nvPr/>
          </p:nvSpPr>
          <p:spPr>
            <a:xfrm>
              <a:off x="5130875" y="34177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4" name="pt23094"/>
            <p:cNvSpPr/>
            <p:nvPr/>
          </p:nvSpPr>
          <p:spPr>
            <a:xfrm>
              <a:off x="5146892" y="33841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5" name="pt23095"/>
            <p:cNvSpPr/>
            <p:nvPr/>
          </p:nvSpPr>
          <p:spPr>
            <a:xfrm>
              <a:off x="5161571" y="36095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6" name="pt23096"/>
            <p:cNvSpPr/>
            <p:nvPr/>
          </p:nvSpPr>
          <p:spPr>
            <a:xfrm>
              <a:off x="5158413" y="43862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7" name="pt23097"/>
            <p:cNvSpPr/>
            <p:nvPr/>
          </p:nvSpPr>
          <p:spPr>
            <a:xfrm>
              <a:off x="5132766" y="36304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8" name="pt23098"/>
            <p:cNvSpPr/>
            <p:nvPr/>
          </p:nvSpPr>
          <p:spPr>
            <a:xfrm>
              <a:off x="5145210" y="35660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099" name="pt23099"/>
            <p:cNvSpPr/>
            <p:nvPr/>
          </p:nvSpPr>
          <p:spPr>
            <a:xfrm>
              <a:off x="5115633" y="34287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0" name="pt23100"/>
            <p:cNvSpPr/>
            <p:nvPr/>
          </p:nvSpPr>
          <p:spPr>
            <a:xfrm>
              <a:off x="5082757" y="34279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1" name="pt23101"/>
            <p:cNvSpPr/>
            <p:nvPr/>
          </p:nvSpPr>
          <p:spPr>
            <a:xfrm>
              <a:off x="5178788" y="3523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2" name="pt23102"/>
            <p:cNvSpPr/>
            <p:nvPr/>
          </p:nvSpPr>
          <p:spPr>
            <a:xfrm>
              <a:off x="5355917" y="390463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03" name="pt23103"/>
            <p:cNvSpPr/>
            <p:nvPr/>
          </p:nvSpPr>
          <p:spPr>
            <a:xfrm>
              <a:off x="5124015" y="3614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4" name="pt23104"/>
            <p:cNvSpPr/>
            <p:nvPr/>
          </p:nvSpPr>
          <p:spPr>
            <a:xfrm>
              <a:off x="4939432" y="398025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05" name="pt23105"/>
            <p:cNvSpPr/>
            <p:nvPr/>
          </p:nvSpPr>
          <p:spPr>
            <a:xfrm>
              <a:off x="5155774" y="34348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6" name="pt23106"/>
            <p:cNvSpPr/>
            <p:nvPr/>
          </p:nvSpPr>
          <p:spPr>
            <a:xfrm>
              <a:off x="5133351" y="3466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7" name="pt23107"/>
            <p:cNvSpPr/>
            <p:nvPr/>
          </p:nvSpPr>
          <p:spPr>
            <a:xfrm>
              <a:off x="5139848" y="38377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8" name="pt23108"/>
            <p:cNvSpPr/>
            <p:nvPr/>
          </p:nvSpPr>
          <p:spPr>
            <a:xfrm>
              <a:off x="5154848" y="3763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09" name="pt23109"/>
            <p:cNvSpPr/>
            <p:nvPr/>
          </p:nvSpPr>
          <p:spPr>
            <a:xfrm>
              <a:off x="5145067" y="3642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0" name="pt23110"/>
            <p:cNvSpPr/>
            <p:nvPr/>
          </p:nvSpPr>
          <p:spPr>
            <a:xfrm>
              <a:off x="5121613" y="4171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1" name="pt23111"/>
            <p:cNvSpPr/>
            <p:nvPr/>
          </p:nvSpPr>
          <p:spPr>
            <a:xfrm>
              <a:off x="5146095" y="34899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2" name="pt23112"/>
            <p:cNvSpPr/>
            <p:nvPr/>
          </p:nvSpPr>
          <p:spPr>
            <a:xfrm>
              <a:off x="5137007" y="34177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3" name="pt23113"/>
            <p:cNvSpPr/>
            <p:nvPr/>
          </p:nvSpPr>
          <p:spPr>
            <a:xfrm>
              <a:off x="5136180" y="3436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4" name="pt23114"/>
            <p:cNvSpPr/>
            <p:nvPr/>
          </p:nvSpPr>
          <p:spPr>
            <a:xfrm>
              <a:off x="4833235" y="330267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15" name="pt23115"/>
            <p:cNvSpPr/>
            <p:nvPr/>
          </p:nvSpPr>
          <p:spPr>
            <a:xfrm>
              <a:off x="5200818" y="3819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6" name="pt23116"/>
            <p:cNvSpPr/>
            <p:nvPr/>
          </p:nvSpPr>
          <p:spPr>
            <a:xfrm>
              <a:off x="5190505" y="3597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7" name="pt23117"/>
            <p:cNvSpPr/>
            <p:nvPr/>
          </p:nvSpPr>
          <p:spPr>
            <a:xfrm>
              <a:off x="5202611" y="4144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8" name="pt23118"/>
            <p:cNvSpPr/>
            <p:nvPr/>
          </p:nvSpPr>
          <p:spPr>
            <a:xfrm>
              <a:off x="4920913" y="35388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19" name="pt23119"/>
            <p:cNvSpPr/>
            <p:nvPr/>
          </p:nvSpPr>
          <p:spPr>
            <a:xfrm>
              <a:off x="5039193" y="36938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0" name="pt23120"/>
            <p:cNvSpPr/>
            <p:nvPr/>
          </p:nvSpPr>
          <p:spPr>
            <a:xfrm>
              <a:off x="5150076" y="36811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1" name="pt23121"/>
            <p:cNvSpPr/>
            <p:nvPr/>
          </p:nvSpPr>
          <p:spPr>
            <a:xfrm>
              <a:off x="5174878" y="3777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2" name="pt23122"/>
            <p:cNvSpPr/>
            <p:nvPr/>
          </p:nvSpPr>
          <p:spPr>
            <a:xfrm>
              <a:off x="5155185" y="30729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3" name="pt23123"/>
            <p:cNvSpPr/>
            <p:nvPr/>
          </p:nvSpPr>
          <p:spPr>
            <a:xfrm>
              <a:off x="5165511" y="35878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4" name="pt23124"/>
            <p:cNvSpPr/>
            <p:nvPr/>
          </p:nvSpPr>
          <p:spPr>
            <a:xfrm>
              <a:off x="5146867" y="35183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5" name="pt23125"/>
            <p:cNvSpPr/>
            <p:nvPr/>
          </p:nvSpPr>
          <p:spPr>
            <a:xfrm>
              <a:off x="5092908" y="34224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6" name="pt23126"/>
            <p:cNvSpPr/>
            <p:nvPr/>
          </p:nvSpPr>
          <p:spPr>
            <a:xfrm>
              <a:off x="5149279" y="34843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7" name="pt23127"/>
            <p:cNvSpPr/>
            <p:nvPr/>
          </p:nvSpPr>
          <p:spPr>
            <a:xfrm>
              <a:off x="5141775" y="3562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8" name="pt23128"/>
            <p:cNvSpPr/>
            <p:nvPr/>
          </p:nvSpPr>
          <p:spPr>
            <a:xfrm>
              <a:off x="5126270" y="35440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29" name="pt23129"/>
            <p:cNvSpPr/>
            <p:nvPr/>
          </p:nvSpPr>
          <p:spPr>
            <a:xfrm>
              <a:off x="5112784" y="35893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0" name="pt23130"/>
            <p:cNvSpPr/>
            <p:nvPr/>
          </p:nvSpPr>
          <p:spPr>
            <a:xfrm>
              <a:off x="5144297" y="35666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1" name="pt23131"/>
            <p:cNvSpPr/>
            <p:nvPr/>
          </p:nvSpPr>
          <p:spPr>
            <a:xfrm>
              <a:off x="5062446" y="37518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2" name="pt23132"/>
            <p:cNvSpPr/>
            <p:nvPr/>
          </p:nvSpPr>
          <p:spPr>
            <a:xfrm>
              <a:off x="5154347" y="38102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3" name="pt23133"/>
            <p:cNvSpPr/>
            <p:nvPr/>
          </p:nvSpPr>
          <p:spPr>
            <a:xfrm>
              <a:off x="5055240" y="35814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4" name="pt23134"/>
            <p:cNvSpPr/>
            <p:nvPr/>
          </p:nvSpPr>
          <p:spPr>
            <a:xfrm>
              <a:off x="5192268" y="37599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5" name="pt23135"/>
            <p:cNvSpPr/>
            <p:nvPr/>
          </p:nvSpPr>
          <p:spPr>
            <a:xfrm>
              <a:off x="5129285" y="3592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6" name="pt23136"/>
            <p:cNvSpPr/>
            <p:nvPr/>
          </p:nvSpPr>
          <p:spPr>
            <a:xfrm>
              <a:off x="5126778" y="3530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7" name="pt23137"/>
            <p:cNvSpPr/>
            <p:nvPr/>
          </p:nvSpPr>
          <p:spPr>
            <a:xfrm>
              <a:off x="5173134" y="36366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8" name="pt23138"/>
            <p:cNvSpPr/>
            <p:nvPr/>
          </p:nvSpPr>
          <p:spPr>
            <a:xfrm>
              <a:off x="5159768" y="3602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39" name="pt23139"/>
            <p:cNvSpPr/>
            <p:nvPr/>
          </p:nvSpPr>
          <p:spPr>
            <a:xfrm>
              <a:off x="5183590" y="3603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0" name="pt23140"/>
            <p:cNvSpPr/>
            <p:nvPr/>
          </p:nvSpPr>
          <p:spPr>
            <a:xfrm>
              <a:off x="5175072" y="38474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1" name="pt23141"/>
            <p:cNvSpPr/>
            <p:nvPr/>
          </p:nvSpPr>
          <p:spPr>
            <a:xfrm>
              <a:off x="5187933" y="3841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2" name="pt23142"/>
            <p:cNvSpPr/>
            <p:nvPr/>
          </p:nvSpPr>
          <p:spPr>
            <a:xfrm>
              <a:off x="5154524" y="3471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3" name="pt23143"/>
            <p:cNvSpPr/>
            <p:nvPr/>
          </p:nvSpPr>
          <p:spPr>
            <a:xfrm>
              <a:off x="5141364" y="36243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4" name="pt23144"/>
            <p:cNvSpPr/>
            <p:nvPr/>
          </p:nvSpPr>
          <p:spPr>
            <a:xfrm>
              <a:off x="5372311" y="374090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45" name="pt23145"/>
            <p:cNvSpPr/>
            <p:nvPr/>
          </p:nvSpPr>
          <p:spPr>
            <a:xfrm>
              <a:off x="5263452" y="3775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6" name="pt23146"/>
            <p:cNvSpPr/>
            <p:nvPr/>
          </p:nvSpPr>
          <p:spPr>
            <a:xfrm>
              <a:off x="5145638" y="3671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7" name="pt23147"/>
            <p:cNvSpPr/>
            <p:nvPr/>
          </p:nvSpPr>
          <p:spPr>
            <a:xfrm>
              <a:off x="5174653" y="3771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8" name="pt23148"/>
            <p:cNvSpPr/>
            <p:nvPr/>
          </p:nvSpPr>
          <p:spPr>
            <a:xfrm>
              <a:off x="5188278" y="35098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49" name="pt23149"/>
            <p:cNvSpPr/>
            <p:nvPr/>
          </p:nvSpPr>
          <p:spPr>
            <a:xfrm>
              <a:off x="5188707" y="3767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0" name="pt23150"/>
            <p:cNvSpPr/>
            <p:nvPr/>
          </p:nvSpPr>
          <p:spPr>
            <a:xfrm>
              <a:off x="5146150" y="36956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1" name="pt23151"/>
            <p:cNvSpPr/>
            <p:nvPr/>
          </p:nvSpPr>
          <p:spPr>
            <a:xfrm>
              <a:off x="5251987" y="33944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2" name="pt23152"/>
            <p:cNvSpPr/>
            <p:nvPr/>
          </p:nvSpPr>
          <p:spPr>
            <a:xfrm>
              <a:off x="5166882" y="3375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3" name="pt23153"/>
            <p:cNvSpPr/>
            <p:nvPr/>
          </p:nvSpPr>
          <p:spPr>
            <a:xfrm>
              <a:off x="5152646" y="34801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4" name="pt23154"/>
            <p:cNvSpPr/>
            <p:nvPr/>
          </p:nvSpPr>
          <p:spPr>
            <a:xfrm>
              <a:off x="5195518" y="35586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5" name="pt23155"/>
            <p:cNvSpPr/>
            <p:nvPr/>
          </p:nvSpPr>
          <p:spPr>
            <a:xfrm>
              <a:off x="5136068" y="34078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6" name="pt23156"/>
            <p:cNvSpPr/>
            <p:nvPr/>
          </p:nvSpPr>
          <p:spPr>
            <a:xfrm>
              <a:off x="5155207" y="37537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7" name="pt23157"/>
            <p:cNvSpPr/>
            <p:nvPr/>
          </p:nvSpPr>
          <p:spPr>
            <a:xfrm>
              <a:off x="5178750" y="33187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58" name="pt23158"/>
            <p:cNvSpPr/>
            <p:nvPr/>
          </p:nvSpPr>
          <p:spPr>
            <a:xfrm>
              <a:off x="5454282" y="386609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59" name="pt23159"/>
            <p:cNvSpPr/>
            <p:nvPr/>
          </p:nvSpPr>
          <p:spPr>
            <a:xfrm>
              <a:off x="5113114" y="3813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0" name="pt23160"/>
            <p:cNvSpPr/>
            <p:nvPr/>
          </p:nvSpPr>
          <p:spPr>
            <a:xfrm>
              <a:off x="5164974" y="3793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1" name="pt23161"/>
            <p:cNvSpPr/>
            <p:nvPr/>
          </p:nvSpPr>
          <p:spPr>
            <a:xfrm>
              <a:off x="5179523" y="37942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2" name="pt23162"/>
            <p:cNvSpPr/>
            <p:nvPr/>
          </p:nvSpPr>
          <p:spPr>
            <a:xfrm>
              <a:off x="5189062" y="3686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3" name="pt23163"/>
            <p:cNvSpPr/>
            <p:nvPr/>
          </p:nvSpPr>
          <p:spPr>
            <a:xfrm>
              <a:off x="5169716" y="37252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4" name="pt23164"/>
            <p:cNvSpPr/>
            <p:nvPr/>
          </p:nvSpPr>
          <p:spPr>
            <a:xfrm>
              <a:off x="5148818" y="3492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5" name="pt23165"/>
            <p:cNvSpPr/>
            <p:nvPr/>
          </p:nvSpPr>
          <p:spPr>
            <a:xfrm>
              <a:off x="5133200" y="32347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6" name="pt23166"/>
            <p:cNvSpPr/>
            <p:nvPr/>
          </p:nvSpPr>
          <p:spPr>
            <a:xfrm>
              <a:off x="5158934" y="35278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7" name="pt23167"/>
            <p:cNvSpPr/>
            <p:nvPr/>
          </p:nvSpPr>
          <p:spPr>
            <a:xfrm>
              <a:off x="5168567" y="3671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68" name="pt23168"/>
            <p:cNvSpPr/>
            <p:nvPr/>
          </p:nvSpPr>
          <p:spPr>
            <a:xfrm>
              <a:off x="4387623" y="442064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69" name="pt23169"/>
            <p:cNvSpPr/>
            <p:nvPr/>
          </p:nvSpPr>
          <p:spPr>
            <a:xfrm>
              <a:off x="5146003" y="34765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0" name="pt23170"/>
            <p:cNvSpPr/>
            <p:nvPr/>
          </p:nvSpPr>
          <p:spPr>
            <a:xfrm>
              <a:off x="5148503" y="3785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1" name="pt23171"/>
            <p:cNvSpPr/>
            <p:nvPr/>
          </p:nvSpPr>
          <p:spPr>
            <a:xfrm>
              <a:off x="5086256" y="36623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2" name="pt23172"/>
            <p:cNvSpPr/>
            <p:nvPr/>
          </p:nvSpPr>
          <p:spPr>
            <a:xfrm>
              <a:off x="5649890" y="36210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3" name="pt23173"/>
            <p:cNvSpPr/>
            <p:nvPr/>
          </p:nvSpPr>
          <p:spPr>
            <a:xfrm>
              <a:off x="5143931" y="34455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4" name="pt23174"/>
            <p:cNvSpPr/>
            <p:nvPr/>
          </p:nvSpPr>
          <p:spPr>
            <a:xfrm>
              <a:off x="5144990" y="3610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5" name="pt23175"/>
            <p:cNvSpPr/>
            <p:nvPr/>
          </p:nvSpPr>
          <p:spPr>
            <a:xfrm>
              <a:off x="5146205" y="36642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6" name="pt23176"/>
            <p:cNvSpPr/>
            <p:nvPr/>
          </p:nvSpPr>
          <p:spPr>
            <a:xfrm>
              <a:off x="5147308" y="35215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7" name="pt23177"/>
            <p:cNvSpPr/>
            <p:nvPr/>
          </p:nvSpPr>
          <p:spPr>
            <a:xfrm>
              <a:off x="5110474" y="3824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8" name="pt23178"/>
            <p:cNvSpPr/>
            <p:nvPr/>
          </p:nvSpPr>
          <p:spPr>
            <a:xfrm>
              <a:off x="5146788" y="38151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79" name="pt23179"/>
            <p:cNvSpPr/>
            <p:nvPr/>
          </p:nvSpPr>
          <p:spPr>
            <a:xfrm>
              <a:off x="5121636" y="37700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0" name="pt23180"/>
            <p:cNvSpPr/>
            <p:nvPr/>
          </p:nvSpPr>
          <p:spPr>
            <a:xfrm>
              <a:off x="5158896" y="36376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1" name="pt23181"/>
            <p:cNvSpPr/>
            <p:nvPr/>
          </p:nvSpPr>
          <p:spPr>
            <a:xfrm>
              <a:off x="5140554" y="3623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2" name="pt23182"/>
            <p:cNvSpPr/>
            <p:nvPr/>
          </p:nvSpPr>
          <p:spPr>
            <a:xfrm>
              <a:off x="4385233" y="35638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3" name="pt23183"/>
            <p:cNvSpPr/>
            <p:nvPr/>
          </p:nvSpPr>
          <p:spPr>
            <a:xfrm>
              <a:off x="5152603" y="3526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4" name="pt23184"/>
            <p:cNvSpPr/>
            <p:nvPr/>
          </p:nvSpPr>
          <p:spPr>
            <a:xfrm>
              <a:off x="4952590" y="37247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5" name="pt23185"/>
            <p:cNvSpPr/>
            <p:nvPr/>
          </p:nvSpPr>
          <p:spPr>
            <a:xfrm>
              <a:off x="5090301" y="35112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6" name="pt23186"/>
            <p:cNvSpPr/>
            <p:nvPr/>
          </p:nvSpPr>
          <p:spPr>
            <a:xfrm>
              <a:off x="5104183" y="3411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7" name="pt23187"/>
            <p:cNvSpPr/>
            <p:nvPr/>
          </p:nvSpPr>
          <p:spPr>
            <a:xfrm>
              <a:off x="5154025" y="3592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8" name="pt23188"/>
            <p:cNvSpPr/>
            <p:nvPr/>
          </p:nvSpPr>
          <p:spPr>
            <a:xfrm>
              <a:off x="5152473" y="40217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89" name="pt23189"/>
            <p:cNvSpPr/>
            <p:nvPr/>
          </p:nvSpPr>
          <p:spPr>
            <a:xfrm>
              <a:off x="5136018" y="3404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0" name="pt23190"/>
            <p:cNvSpPr/>
            <p:nvPr/>
          </p:nvSpPr>
          <p:spPr>
            <a:xfrm>
              <a:off x="5153152" y="3667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1" name="pt23191"/>
            <p:cNvSpPr/>
            <p:nvPr/>
          </p:nvSpPr>
          <p:spPr>
            <a:xfrm>
              <a:off x="5163825" y="38889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2" name="pt23192"/>
            <p:cNvSpPr/>
            <p:nvPr/>
          </p:nvSpPr>
          <p:spPr>
            <a:xfrm>
              <a:off x="5193510" y="35483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3" name="pt23193"/>
            <p:cNvSpPr/>
            <p:nvPr/>
          </p:nvSpPr>
          <p:spPr>
            <a:xfrm>
              <a:off x="5562320" y="36586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4" name="pt23194"/>
            <p:cNvSpPr/>
            <p:nvPr/>
          </p:nvSpPr>
          <p:spPr>
            <a:xfrm>
              <a:off x="5134406" y="3749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5" name="pt23195"/>
            <p:cNvSpPr/>
            <p:nvPr/>
          </p:nvSpPr>
          <p:spPr>
            <a:xfrm>
              <a:off x="5114998" y="34880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6" name="pt23196"/>
            <p:cNvSpPr/>
            <p:nvPr/>
          </p:nvSpPr>
          <p:spPr>
            <a:xfrm>
              <a:off x="5186887" y="37643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7" name="pt23197"/>
            <p:cNvSpPr/>
            <p:nvPr/>
          </p:nvSpPr>
          <p:spPr>
            <a:xfrm>
              <a:off x="5137304" y="39977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8" name="pt23198"/>
            <p:cNvSpPr/>
            <p:nvPr/>
          </p:nvSpPr>
          <p:spPr>
            <a:xfrm>
              <a:off x="5151990" y="3312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199" name="pt23199"/>
            <p:cNvSpPr/>
            <p:nvPr/>
          </p:nvSpPr>
          <p:spPr>
            <a:xfrm>
              <a:off x="5159944" y="3686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0" name="pt23200"/>
            <p:cNvSpPr/>
            <p:nvPr/>
          </p:nvSpPr>
          <p:spPr>
            <a:xfrm>
              <a:off x="5125665" y="37390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1" name="pt23201"/>
            <p:cNvSpPr/>
            <p:nvPr/>
          </p:nvSpPr>
          <p:spPr>
            <a:xfrm>
              <a:off x="5123920" y="3592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2" name="pt23202"/>
            <p:cNvSpPr/>
            <p:nvPr/>
          </p:nvSpPr>
          <p:spPr>
            <a:xfrm>
              <a:off x="5172283" y="38209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3" name="pt23203"/>
            <p:cNvSpPr/>
            <p:nvPr/>
          </p:nvSpPr>
          <p:spPr>
            <a:xfrm>
              <a:off x="5131773" y="3592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4" name="pt23204"/>
            <p:cNvSpPr/>
            <p:nvPr/>
          </p:nvSpPr>
          <p:spPr>
            <a:xfrm>
              <a:off x="5141160" y="3400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5" name="pt23205"/>
            <p:cNvSpPr/>
            <p:nvPr/>
          </p:nvSpPr>
          <p:spPr>
            <a:xfrm>
              <a:off x="5145149" y="34602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6" name="pt23206"/>
            <p:cNvSpPr/>
            <p:nvPr/>
          </p:nvSpPr>
          <p:spPr>
            <a:xfrm>
              <a:off x="6460619" y="330787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07" name="pt23207"/>
            <p:cNvSpPr/>
            <p:nvPr/>
          </p:nvSpPr>
          <p:spPr>
            <a:xfrm>
              <a:off x="5163019" y="3297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8" name="pt23208"/>
            <p:cNvSpPr/>
            <p:nvPr/>
          </p:nvSpPr>
          <p:spPr>
            <a:xfrm>
              <a:off x="5135363" y="3474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09" name="pt23209"/>
            <p:cNvSpPr/>
            <p:nvPr/>
          </p:nvSpPr>
          <p:spPr>
            <a:xfrm>
              <a:off x="5095324" y="35245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0" name="pt23210"/>
            <p:cNvSpPr/>
            <p:nvPr/>
          </p:nvSpPr>
          <p:spPr>
            <a:xfrm>
              <a:off x="5186226" y="36155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1" name="pt23211"/>
            <p:cNvSpPr/>
            <p:nvPr/>
          </p:nvSpPr>
          <p:spPr>
            <a:xfrm>
              <a:off x="5093291" y="35769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2" name="pt23212"/>
            <p:cNvSpPr/>
            <p:nvPr/>
          </p:nvSpPr>
          <p:spPr>
            <a:xfrm>
              <a:off x="5150698" y="3622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3" name="pt23213"/>
            <p:cNvSpPr/>
            <p:nvPr/>
          </p:nvSpPr>
          <p:spPr>
            <a:xfrm>
              <a:off x="5141218" y="3503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4" name="pt23214"/>
            <p:cNvSpPr/>
            <p:nvPr/>
          </p:nvSpPr>
          <p:spPr>
            <a:xfrm>
              <a:off x="5180012" y="3499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5" name="pt23215"/>
            <p:cNvSpPr/>
            <p:nvPr/>
          </p:nvSpPr>
          <p:spPr>
            <a:xfrm>
              <a:off x="5120593" y="38873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6" name="pt23216"/>
            <p:cNvSpPr/>
            <p:nvPr/>
          </p:nvSpPr>
          <p:spPr>
            <a:xfrm>
              <a:off x="5135654" y="39929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7" name="pt23217"/>
            <p:cNvSpPr/>
            <p:nvPr/>
          </p:nvSpPr>
          <p:spPr>
            <a:xfrm>
              <a:off x="5119800" y="3752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8" name="pt23218"/>
            <p:cNvSpPr/>
            <p:nvPr/>
          </p:nvSpPr>
          <p:spPr>
            <a:xfrm>
              <a:off x="5158597" y="38964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19" name="pt23219"/>
            <p:cNvSpPr/>
            <p:nvPr/>
          </p:nvSpPr>
          <p:spPr>
            <a:xfrm>
              <a:off x="5125349" y="3369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0" name="pt23220"/>
            <p:cNvSpPr/>
            <p:nvPr/>
          </p:nvSpPr>
          <p:spPr>
            <a:xfrm>
              <a:off x="5154859" y="3621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1" name="pt23221"/>
            <p:cNvSpPr/>
            <p:nvPr/>
          </p:nvSpPr>
          <p:spPr>
            <a:xfrm>
              <a:off x="5159289" y="34172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2" name="pt23222"/>
            <p:cNvSpPr/>
            <p:nvPr/>
          </p:nvSpPr>
          <p:spPr>
            <a:xfrm>
              <a:off x="5120821" y="3526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3" name="pt23223"/>
            <p:cNvSpPr/>
            <p:nvPr/>
          </p:nvSpPr>
          <p:spPr>
            <a:xfrm>
              <a:off x="5148275" y="3292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4" name="pt23224"/>
            <p:cNvSpPr/>
            <p:nvPr/>
          </p:nvSpPr>
          <p:spPr>
            <a:xfrm>
              <a:off x="5139325" y="35747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5" name="pt23225"/>
            <p:cNvSpPr/>
            <p:nvPr/>
          </p:nvSpPr>
          <p:spPr>
            <a:xfrm>
              <a:off x="5154582" y="37964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6" name="pt23226"/>
            <p:cNvSpPr/>
            <p:nvPr/>
          </p:nvSpPr>
          <p:spPr>
            <a:xfrm>
              <a:off x="5525046" y="3444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7" name="pt23227"/>
            <p:cNvSpPr/>
            <p:nvPr/>
          </p:nvSpPr>
          <p:spPr>
            <a:xfrm>
              <a:off x="5167043" y="33480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8" name="pt23228"/>
            <p:cNvSpPr/>
            <p:nvPr/>
          </p:nvSpPr>
          <p:spPr>
            <a:xfrm>
              <a:off x="5153058" y="3365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29" name="pt23229"/>
            <p:cNvSpPr/>
            <p:nvPr/>
          </p:nvSpPr>
          <p:spPr>
            <a:xfrm>
              <a:off x="5184829" y="37356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0" name="pt23230"/>
            <p:cNvSpPr/>
            <p:nvPr/>
          </p:nvSpPr>
          <p:spPr>
            <a:xfrm>
              <a:off x="5144578" y="35818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1" name="pt23231"/>
            <p:cNvSpPr/>
            <p:nvPr/>
          </p:nvSpPr>
          <p:spPr>
            <a:xfrm>
              <a:off x="5082883" y="34890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2" name="pt23232"/>
            <p:cNvSpPr/>
            <p:nvPr/>
          </p:nvSpPr>
          <p:spPr>
            <a:xfrm>
              <a:off x="5192804" y="3457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3" name="pt23233"/>
            <p:cNvSpPr/>
            <p:nvPr/>
          </p:nvSpPr>
          <p:spPr>
            <a:xfrm>
              <a:off x="5146604" y="37811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4" name="pt23234"/>
            <p:cNvSpPr/>
            <p:nvPr/>
          </p:nvSpPr>
          <p:spPr>
            <a:xfrm>
              <a:off x="5146256" y="34883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5" name="pt23235"/>
            <p:cNvSpPr/>
            <p:nvPr/>
          </p:nvSpPr>
          <p:spPr>
            <a:xfrm>
              <a:off x="5105686" y="3292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6" name="pt23236"/>
            <p:cNvSpPr/>
            <p:nvPr/>
          </p:nvSpPr>
          <p:spPr>
            <a:xfrm>
              <a:off x="5123447" y="33918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7" name="pt23237"/>
            <p:cNvSpPr/>
            <p:nvPr/>
          </p:nvSpPr>
          <p:spPr>
            <a:xfrm>
              <a:off x="5080468" y="3369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8" name="pt23238"/>
            <p:cNvSpPr/>
            <p:nvPr/>
          </p:nvSpPr>
          <p:spPr>
            <a:xfrm>
              <a:off x="5144189" y="33477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39" name="pt23239"/>
            <p:cNvSpPr/>
            <p:nvPr/>
          </p:nvSpPr>
          <p:spPr>
            <a:xfrm>
              <a:off x="5136866" y="33999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0" name="pt23240"/>
            <p:cNvSpPr/>
            <p:nvPr/>
          </p:nvSpPr>
          <p:spPr>
            <a:xfrm>
              <a:off x="5150836" y="3702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1" name="pt23241"/>
            <p:cNvSpPr/>
            <p:nvPr/>
          </p:nvSpPr>
          <p:spPr>
            <a:xfrm>
              <a:off x="5167209" y="38658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2" name="pt23242"/>
            <p:cNvSpPr/>
            <p:nvPr/>
          </p:nvSpPr>
          <p:spPr>
            <a:xfrm>
              <a:off x="5110988" y="3816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3" name="pt23243"/>
            <p:cNvSpPr/>
            <p:nvPr/>
          </p:nvSpPr>
          <p:spPr>
            <a:xfrm>
              <a:off x="5174096" y="3712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4" name="pt23244"/>
            <p:cNvSpPr/>
            <p:nvPr/>
          </p:nvSpPr>
          <p:spPr>
            <a:xfrm>
              <a:off x="5169992" y="36590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5" name="pt23245"/>
            <p:cNvSpPr/>
            <p:nvPr/>
          </p:nvSpPr>
          <p:spPr>
            <a:xfrm>
              <a:off x="5140153" y="3433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6" name="pt23246"/>
            <p:cNvSpPr/>
            <p:nvPr/>
          </p:nvSpPr>
          <p:spPr>
            <a:xfrm>
              <a:off x="5153974" y="29726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7" name="pt23247"/>
            <p:cNvSpPr/>
            <p:nvPr/>
          </p:nvSpPr>
          <p:spPr>
            <a:xfrm>
              <a:off x="5131529" y="36741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8" name="pt23248"/>
            <p:cNvSpPr/>
            <p:nvPr/>
          </p:nvSpPr>
          <p:spPr>
            <a:xfrm>
              <a:off x="5098544" y="3351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49" name="pt23249"/>
            <p:cNvSpPr/>
            <p:nvPr/>
          </p:nvSpPr>
          <p:spPr>
            <a:xfrm>
              <a:off x="5135940" y="3746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0" name="pt23250"/>
            <p:cNvSpPr/>
            <p:nvPr/>
          </p:nvSpPr>
          <p:spPr>
            <a:xfrm>
              <a:off x="5162080" y="3568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1" name="pt23251"/>
            <p:cNvSpPr/>
            <p:nvPr/>
          </p:nvSpPr>
          <p:spPr>
            <a:xfrm>
              <a:off x="5143338" y="34083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2" name="pt23252"/>
            <p:cNvSpPr/>
            <p:nvPr/>
          </p:nvSpPr>
          <p:spPr>
            <a:xfrm>
              <a:off x="5152853" y="3531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3" name="pt23253"/>
            <p:cNvSpPr/>
            <p:nvPr/>
          </p:nvSpPr>
          <p:spPr>
            <a:xfrm>
              <a:off x="5130090" y="3286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4" name="pt23254"/>
            <p:cNvSpPr/>
            <p:nvPr/>
          </p:nvSpPr>
          <p:spPr>
            <a:xfrm>
              <a:off x="5185208" y="35159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5" name="pt23255"/>
            <p:cNvSpPr/>
            <p:nvPr/>
          </p:nvSpPr>
          <p:spPr>
            <a:xfrm>
              <a:off x="5174705" y="33470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6" name="pt23256"/>
            <p:cNvSpPr/>
            <p:nvPr/>
          </p:nvSpPr>
          <p:spPr>
            <a:xfrm>
              <a:off x="5110236" y="3397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7" name="pt23257"/>
            <p:cNvSpPr/>
            <p:nvPr/>
          </p:nvSpPr>
          <p:spPr>
            <a:xfrm>
              <a:off x="5180146" y="3438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8" name="pt23258"/>
            <p:cNvSpPr/>
            <p:nvPr/>
          </p:nvSpPr>
          <p:spPr>
            <a:xfrm>
              <a:off x="5111059" y="3486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59" name="pt23259"/>
            <p:cNvSpPr/>
            <p:nvPr/>
          </p:nvSpPr>
          <p:spPr>
            <a:xfrm>
              <a:off x="5141370" y="3689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0" name="pt23260"/>
            <p:cNvSpPr/>
            <p:nvPr/>
          </p:nvSpPr>
          <p:spPr>
            <a:xfrm>
              <a:off x="5175082" y="36850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1" name="pt23261"/>
            <p:cNvSpPr/>
            <p:nvPr/>
          </p:nvSpPr>
          <p:spPr>
            <a:xfrm>
              <a:off x="5243161" y="3709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2" name="pt23262"/>
            <p:cNvSpPr/>
            <p:nvPr/>
          </p:nvSpPr>
          <p:spPr>
            <a:xfrm>
              <a:off x="5144144" y="35161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3" name="pt23263"/>
            <p:cNvSpPr/>
            <p:nvPr/>
          </p:nvSpPr>
          <p:spPr>
            <a:xfrm>
              <a:off x="5138661" y="37012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4" name="pt23264"/>
            <p:cNvSpPr/>
            <p:nvPr/>
          </p:nvSpPr>
          <p:spPr>
            <a:xfrm>
              <a:off x="5147866" y="3722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5" name="pt23265"/>
            <p:cNvSpPr/>
            <p:nvPr/>
          </p:nvSpPr>
          <p:spPr>
            <a:xfrm>
              <a:off x="4982868" y="21229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6" name="pt23266"/>
            <p:cNvSpPr/>
            <p:nvPr/>
          </p:nvSpPr>
          <p:spPr>
            <a:xfrm>
              <a:off x="5166866" y="3453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7" name="pt23267"/>
            <p:cNvSpPr/>
            <p:nvPr/>
          </p:nvSpPr>
          <p:spPr>
            <a:xfrm>
              <a:off x="5161422" y="33210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8" name="pt23268"/>
            <p:cNvSpPr/>
            <p:nvPr/>
          </p:nvSpPr>
          <p:spPr>
            <a:xfrm>
              <a:off x="4973178" y="37812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69" name="pt23269"/>
            <p:cNvSpPr/>
            <p:nvPr/>
          </p:nvSpPr>
          <p:spPr>
            <a:xfrm>
              <a:off x="5087381" y="33777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0" name="pt23270"/>
            <p:cNvSpPr/>
            <p:nvPr/>
          </p:nvSpPr>
          <p:spPr>
            <a:xfrm>
              <a:off x="5163567" y="35663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1" name="pt23271"/>
            <p:cNvSpPr/>
            <p:nvPr/>
          </p:nvSpPr>
          <p:spPr>
            <a:xfrm>
              <a:off x="5259321" y="3407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2" name="pt23272"/>
            <p:cNvSpPr/>
            <p:nvPr/>
          </p:nvSpPr>
          <p:spPr>
            <a:xfrm>
              <a:off x="5141110" y="3746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3" name="pt23273"/>
            <p:cNvSpPr/>
            <p:nvPr/>
          </p:nvSpPr>
          <p:spPr>
            <a:xfrm>
              <a:off x="5162909" y="38198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4" name="pt23274"/>
            <p:cNvSpPr/>
            <p:nvPr/>
          </p:nvSpPr>
          <p:spPr>
            <a:xfrm>
              <a:off x="5139113" y="3305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5" name="pt23275"/>
            <p:cNvSpPr/>
            <p:nvPr/>
          </p:nvSpPr>
          <p:spPr>
            <a:xfrm>
              <a:off x="5182460" y="38219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6" name="pt23276"/>
            <p:cNvSpPr/>
            <p:nvPr/>
          </p:nvSpPr>
          <p:spPr>
            <a:xfrm>
              <a:off x="5137605" y="34823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7" name="pt23277"/>
            <p:cNvSpPr/>
            <p:nvPr/>
          </p:nvSpPr>
          <p:spPr>
            <a:xfrm>
              <a:off x="5102709" y="3929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8" name="pt23278"/>
            <p:cNvSpPr/>
            <p:nvPr/>
          </p:nvSpPr>
          <p:spPr>
            <a:xfrm>
              <a:off x="5079018" y="36631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79" name="pt23279"/>
            <p:cNvSpPr/>
            <p:nvPr/>
          </p:nvSpPr>
          <p:spPr>
            <a:xfrm>
              <a:off x="4459021" y="3388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0" name="pt23280"/>
            <p:cNvSpPr/>
            <p:nvPr/>
          </p:nvSpPr>
          <p:spPr>
            <a:xfrm>
              <a:off x="5154777" y="35383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1" name="pt23281"/>
            <p:cNvSpPr/>
            <p:nvPr/>
          </p:nvSpPr>
          <p:spPr>
            <a:xfrm>
              <a:off x="5172796" y="34681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2" name="pt23282"/>
            <p:cNvSpPr/>
            <p:nvPr/>
          </p:nvSpPr>
          <p:spPr>
            <a:xfrm>
              <a:off x="5157694" y="37280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3" name="pt23283"/>
            <p:cNvSpPr/>
            <p:nvPr/>
          </p:nvSpPr>
          <p:spPr>
            <a:xfrm>
              <a:off x="5100924" y="3386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4" name="pt23284"/>
            <p:cNvSpPr/>
            <p:nvPr/>
          </p:nvSpPr>
          <p:spPr>
            <a:xfrm>
              <a:off x="5083340" y="3513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5" name="pt23285"/>
            <p:cNvSpPr/>
            <p:nvPr/>
          </p:nvSpPr>
          <p:spPr>
            <a:xfrm>
              <a:off x="5173127" y="37208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6" name="pt23286"/>
            <p:cNvSpPr/>
            <p:nvPr/>
          </p:nvSpPr>
          <p:spPr>
            <a:xfrm>
              <a:off x="5102854" y="2287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7" name="pt23287"/>
            <p:cNvSpPr/>
            <p:nvPr/>
          </p:nvSpPr>
          <p:spPr>
            <a:xfrm>
              <a:off x="5146596" y="36636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8" name="pt23288"/>
            <p:cNvSpPr/>
            <p:nvPr/>
          </p:nvSpPr>
          <p:spPr>
            <a:xfrm>
              <a:off x="5149771" y="34396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89" name="pt23289"/>
            <p:cNvSpPr/>
            <p:nvPr/>
          </p:nvSpPr>
          <p:spPr>
            <a:xfrm>
              <a:off x="5192501" y="3647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0" name="pt23290"/>
            <p:cNvSpPr/>
            <p:nvPr/>
          </p:nvSpPr>
          <p:spPr>
            <a:xfrm>
              <a:off x="5166947" y="3401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1" name="pt23291"/>
            <p:cNvSpPr/>
            <p:nvPr/>
          </p:nvSpPr>
          <p:spPr>
            <a:xfrm>
              <a:off x="5181224" y="3622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2" name="pt23292"/>
            <p:cNvSpPr/>
            <p:nvPr/>
          </p:nvSpPr>
          <p:spPr>
            <a:xfrm>
              <a:off x="5170247" y="35914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3" name="pt23293"/>
            <p:cNvSpPr/>
            <p:nvPr/>
          </p:nvSpPr>
          <p:spPr>
            <a:xfrm>
              <a:off x="5064970" y="3558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4" name="pt23294"/>
            <p:cNvSpPr/>
            <p:nvPr/>
          </p:nvSpPr>
          <p:spPr>
            <a:xfrm>
              <a:off x="5136302" y="43520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5" name="pt23295"/>
            <p:cNvSpPr/>
            <p:nvPr/>
          </p:nvSpPr>
          <p:spPr>
            <a:xfrm>
              <a:off x="5158983" y="34270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6" name="pt23296"/>
            <p:cNvSpPr/>
            <p:nvPr/>
          </p:nvSpPr>
          <p:spPr>
            <a:xfrm>
              <a:off x="5151311" y="3357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7" name="pt23297"/>
            <p:cNvSpPr/>
            <p:nvPr/>
          </p:nvSpPr>
          <p:spPr>
            <a:xfrm>
              <a:off x="5183159" y="38238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8" name="pt23298"/>
            <p:cNvSpPr/>
            <p:nvPr/>
          </p:nvSpPr>
          <p:spPr>
            <a:xfrm>
              <a:off x="5186422" y="34515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299" name="pt23299"/>
            <p:cNvSpPr/>
            <p:nvPr/>
          </p:nvSpPr>
          <p:spPr>
            <a:xfrm>
              <a:off x="5154690" y="34847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0" name="pt23300"/>
            <p:cNvSpPr/>
            <p:nvPr/>
          </p:nvSpPr>
          <p:spPr>
            <a:xfrm>
              <a:off x="5048278" y="3422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1" name="pt23301"/>
            <p:cNvSpPr/>
            <p:nvPr/>
          </p:nvSpPr>
          <p:spPr>
            <a:xfrm>
              <a:off x="5339104" y="339366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02" name="pt23302"/>
            <p:cNvSpPr/>
            <p:nvPr/>
          </p:nvSpPr>
          <p:spPr>
            <a:xfrm>
              <a:off x="5206026" y="36171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3" name="pt23303"/>
            <p:cNvSpPr/>
            <p:nvPr/>
          </p:nvSpPr>
          <p:spPr>
            <a:xfrm>
              <a:off x="5315456" y="367858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04" name="pt23304"/>
            <p:cNvSpPr/>
            <p:nvPr/>
          </p:nvSpPr>
          <p:spPr>
            <a:xfrm>
              <a:off x="5137215" y="34513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5" name="pt23305"/>
            <p:cNvSpPr/>
            <p:nvPr/>
          </p:nvSpPr>
          <p:spPr>
            <a:xfrm>
              <a:off x="5216040" y="3733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6" name="pt23306"/>
            <p:cNvSpPr/>
            <p:nvPr/>
          </p:nvSpPr>
          <p:spPr>
            <a:xfrm>
              <a:off x="5089062" y="3395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7" name="pt23307"/>
            <p:cNvSpPr/>
            <p:nvPr/>
          </p:nvSpPr>
          <p:spPr>
            <a:xfrm>
              <a:off x="5179785" y="3549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8" name="pt23308"/>
            <p:cNvSpPr/>
            <p:nvPr/>
          </p:nvSpPr>
          <p:spPr>
            <a:xfrm>
              <a:off x="5171070" y="35998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09" name="pt23309"/>
            <p:cNvSpPr/>
            <p:nvPr/>
          </p:nvSpPr>
          <p:spPr>
            <a:xfrm>
              <a:off x="5103278" y="35234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0" name="pt23310"/>
            <p:cNvSpPr/>
            <p:nvPr/>
          </p:nvSpPr>
          <p:spPr>
            <a:xfrm>
              <a:off x="5152678" y="3369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1" name="pt23311"/>
            <p:cNvSpPr/>
            <p:nvPr/>
          </p:nvSpPr>
          <p:spPr>
            <a:xfrm>
              <a:off x="5189985" y="3165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2" name="pt23312"/>
            <p:cNvSpPr/>
            <p:nvPr/>
          </p:nvSpPr>
          <p:spPr>
            <a:xfrm>
              <a:off x="5491960" y="3457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3" name="pt23313"/>
            <p:cNvSpPr/>
            <p:nvPr/>
          </p:nvSpPr>
          <p:spPr>
            <a:xfrm>
              <a:off x="5113311" y="34332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4" name="pt23314"/>
            <p:cNvSpPr/>
            <p:nvPr/>
          </p:nvSpPr>
          <p:spPr>
            <a:xfrm>
              <a:off x="5174696" y="3611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5" name="pt23315"/>
            <p:cNvSpPr/>
            <p:nvPr/>
          </p:nvSpPr>
          <p:spPr>
            <a:xfrm>
              <a:off x="5127893" y="37082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6" name="pt23316"/>
            <p:cNvSpPr/>
            <p:nvPr/>
          </p:nvSpPr>
          <p:spPr>
            <a:xfrm>
              <a:off x="5124217" y="31992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7" name="pt23317"/>
            <p:cNvSpPr/>
            <p:nvPr/>
          </p:nvSpPr>
          <p:spPr>
            <a:xfrm>
              <a:off x="5109762" y="33873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8" name="pt23318"/>
            <p:cNvSpPr/>
            <p:nvPr/>
          </p:nvSpPr>
          <p:spPr>
            <a:xfrm>
              <a:off x="5114043" y="34542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19" name="pt23319"/>
            <p:cNvSpPr/>
            <p:nvPr/>
          </p:nvSpPr>
          <p:spPr>
            <a:xfrm>
              <a:off x="5106439" y="34213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0" name="pt23320"/>
            <p:cNvSpPr/>
            <p:nvPr/>
          </p:nvSpPr>
          <p:spPr>
            <a:xfrm>
              <a:off x="5134122" y="3652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1" name="pt23321"/>
            <p:cNvSpPr/>
            <p:nvPr/>
          </p:nvSpPr>
          <p:spPr>
            <a:xfrm>
              <a:off x="5641234" y="35226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2" name="pt23322"/>
            <p:cNvSpPr/>
            <p:nvPr/>
          </p:nvSpPr>
          <p:spPr>
            <a:xfrm>
              <a:off x="5118001" y="46334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3" name="pt23323"/>
            <p:cNvSpPr/>
            <p:nvPr/>
          </p:nvSpPr>
          <p:spPr>
            <a:xfrm>
              <a:off x="5070808" y="3449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4" name="pt23324"/>
            <p:cNvSpPr/>
            <p:nvPr/>
          </p:nvSpPr>
          <p:spPr>
            <a:xfrm>
              <a:off x="5207922" y="36104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5" name="pt23325"/>
            <p:cNvSpPr/>
            <p:nvPr/>
          </p:nvSpPr>
          <p:spPr>
            <a:xfrm>
              <a:off x="5116923" y="37920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6" name="pt23326"/>
            <p:cNvSpPr/>
            <p:nvPr/>
          </p:nvSpPr>
          <p:spPr>
            <a:xfrm>
              <a:off x="5119544" y="38271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7" name="pt23327"/>
            <p:cNvSpPr/>
            <p:nvPr/>
          </p:nvSpPr>
          <p:spPr>
            <a:xfrm>
              <a:off x="5129462" y="3364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8" name="pt23328"/>
            <p:cNvSpPr/>
            <p:nvPr/>
          </p:nvSpPr>
          <p:spPr>
            <a:xfrm>
              <a:off x="5221941" y="3463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29" name="pt23329"/>
            <p:cNvSpPr/>
            <p:nvPr/>
          </p:nvSpPr>
          <p:spPr>
            <a:xfrm>
              <a:off x="4984741" y="36028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0" name="pt23330"/>
            <p:cNvSpPr/>
            <p:nvPr/>
          </p:nvSpPr>
          <p:spPr>
            <a:xfrm>
              <a:off x="5150651" y="36839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1" name="pt23331"/>
            <p:cNvSpPr/>
            <p:nvPr/>
          </p:nvSpPr>
          <p:spPr>
            <a:xfrm>
              <a:off x="5128231" y="35773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2" name="pt23332"/>
            <p:cNvSpPr/>
            <p:nvPr/>
          </p:nvSpPr>
          <p:spPr>
            <a:xfrm>
              <a:off x="5061177" y="31891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3" name="pt23333"/>
            <p:cNvSpPr/>
            <p:nvPr/>
          </p:nvSpPr>
          <p:spPr>
            <a:xfrm>
              <a:off x="5170333" y="36711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4" name="pt23334"/>
            <p:cNvSpPr/>
            <p:nvPr/>
          </p:nvSpPr>
          <p:spPr>
            <a:xfrm>
              <a:off x="5177954" y="3710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5" name="pt23335"/>
            <p:cNvSpPr/>
            <p:nvPr/>
          </p:nvSpPr>
          <p:spPr>
            <a:xfrm>
              <a:off x="5209941" y="3452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6" name="pt23336"/>
            <p:cNvSpPr/>
            <p:nvPr/>
          </p:nvSpPr>
          <p:spPr>
            <a:xfrm>
              <a:off x="5090835" y="3336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7" name="pt23337"/>
            <p:cNvSpPr/>
            <p:nvPr/>
          </p:nvSpPr>
          <p:spPr>
            <a:xfrm>
              <a:off x="5138889" y="36181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8" name="pt23338"/>
            <p:cNvSpPr/>
            <p:nvPr/>
          </p:nvSpPr>
          <p:spPr>
            <a:xfrm>
              <a:off x="5182369" y="3192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39" name="pt23339"/>
            <p:cNvSpPr/>
            <p:nvPr/>
          </p:nvSpPr>
          <p:spPr>
            <a:xfrm>
              <a:off x="5215642" y="36642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0" name="pt23340"/>
            <p:cNvSpPr/>
            <p:nvPr/>
          </p:nvSpPr>
          <p:spPr>
            <a:xfrm>
              <a:off x="5110566" y="3522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1" name="pt23341"/>
            <p:cNvSpPr/>
            <p:nvPr/>
          </p:nvSpPr>
          <p:spPr>
            <a:xfrm>
              <a:off x="5165358" y="3554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2" name="pt23342"/>
            <p:cNvSpPr/>
            <p:nvPr/>
          </p:nvSpPr>
          <p:spPr>
            <a:xfrm>
              <a:off x="5156751" y="3557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3" name="pt23343"/>
            <p:cNvSpPr/>
            <p:nvPr/>
          </p:nvSpPr>
          <p:spPr>
            <a:xfrm>
              <a:off x="5166345" y="34437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4" name="pt23344"/>
            <p:cNvSpPr/>
            <p:nvPr/>
          </p:nvSpPr>
          <p:spPr>
            <a:xfrm>
              <a:off x="5123604" y="34412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5" name="pt23345"/>
            <p:cNvSpPr/>
            <p:nvPr/>
          </p:nvSpPr>
          <p:spPr>
            <a:xfrm>
              <a:off x="5095327" y="3645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6" name="pt23346"/>
            <p:cNvSpPr/>
            <p:nvPr/>
          </p:nvSpPr>
          <p:spPr>
            <a:xfrm>
              <a:off x="5149536" y="34301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7" name="pt23347"/>
            <p:cNvSpPr/>
            <p:nvPr/>
          </p:nvSpPr>
          <p:spPr>
            <a:xfrm>
              <a:off x="5242550" y="3896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8" name="pt23348"/>
            <p:cNvSpPr/>
            <p:nvPr/>
          </p:nvSpPr>
          <p:spPr>
            <a:xfrm>
              <a:off x="5105670" y="38234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49" name="pt23349"/>
            <p:cNvSpPr/>
            <p:nvPr/>
          </p:nvSpPr>
          <p:spPr>
            <a:xfrm>
              <a:off x="5163072" y="3536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0" name="pt23350"/>
            <p:cNvSpPr/>
            <p:nvPr/>
          </p:nvSpPr>
          <p:spPr>
            <a:xfrm>
              <a:off x="5177703" y="35119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1" name="pt23351"/>
            <p:cNvSpPr/>
            <p:nvPr/>
          </p:nvSpPr>
          <p:spPr>
            <a:xfrm>
              <a:off x="5136890" y="37807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2" name="pt23352"/>
            <p:cNvSpPr/>
            <p:nvPr/>
          </p:nvSpPr>
          <p:spPr>
            <a:xfrm>
              <a:off x="5149586" y="34243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3" name="pt23353"/>
            <p:cNvSpPr/>
            <p:nvPr/>
          </p:nvSpPr>
          <p:spPr>
            <a:xfrm>
              <a:off x="5106090" y="33361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4" name="pt23354"/>
            <p:cNvSpPr/>
            <p:nvPr/>
          </p:nvSpPr>
          <p:spPr>
            <a:xfrm>
              <a:off x="5122376" y="35291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5" name="pt23355"/>
            <p:cNvSpPr/>
            <p:nvPr/>
          </p:nvSpPr>
          <p:spPr>
            <a:xfrm>
              <a:off x="5181712" y="34580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6" name="pt23356"/>
            <p:cNvSpPr/>
            <p:nvPr/>
          </p:nvSpPr>
          <p:spPr>
            <a:xfrm>
              <a:off x="5160283" y="33095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7" name="pt23357"/>
            <p:cNvSpPr/>
            <p:nvPr/>
          </p:nvSpPr>
          <p:spPr>
            <a:xfrm>
              <a:off x="5135541" y="35599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8" name="pt23358"/>
            <p:cNvSpPr/>
            <p:nvPr/>
          </p:nvSpPr>
          <p:spPr>
            <a:xfrm>
              <a:off x="5117563" y="3635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59" name="pt23359"/>
            <p:cNvSpPr/>
            <p:nvPr/>
          </p:nvSpPr>
          <p:spPr>
            <a:xfrm>
              <a:off x="5762348" y="374668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60" name="pt23360"/>
            <p:cNvSpPr/>
            <p:nvPr/>
          </p:nvSpPr>
          <p:spPr>
            <a:xfrm>
              <a:off x="5139034" y="36788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1" name="pt23361"/>
            <p:cNvSpPr/>
            <p:nvPr/>
          </p:nvSpPr>
          <p:spPr>
            <a:xfrm>
              <a:off x="5150017" y="3330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2" name="pt23362"/>
            <p:cNvSpPr/>
            <p:nvPr/>
          </p:nvSpPr>
          <p:spPr>
            <a:xfrm>
              <a:off x="5123428" y="37701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3" name="pt23363"/>
            <p:cNvSpPr/>
            <p:nvPr/>
          </p:nvSpPr>
          <p:spPr>
            <a:xfrm>
              <a:off x="5102908" y="3404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4" name="pt23364"/>
            <p:cNvSpPr/>
            <p:nvPr/>
          </p:nvSpPr>
          <p:spPr>
            <a:xfrm>
              <a:off x="5128077" y="3706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5" name="pt23365"/>
            <p:cNvSpPr/>
            <p:nvPr/>
          </p:nvSpPr>
          <p:spPr>
            <a:xfrm>
              <a:off x="5126583" y="32884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6" name="pt23366"/>
            <p:cNvSpPr/>
            <p:nvPr/>
          </p:nvSpPr>
          <p:spPr>
            <a:xfrm>
              <a:off x="5156888" y="36822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7" name="pt23367"/>
            <p:cNvSpPr/>
            <p:nvPr/>
          </p:nvSpPr>
          <p:spPr>
            <a:xfrm>
              <a:off x="5182698" y="3786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8" name="pt23368"/>
            <p:cNvSpPr/>
            <p:nvPr/>
          </p:nvSpPr>
          <p:spPr>
            <a:xfrm>
              <a:off x="5175053" y="37670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69" name="pt23369"/>
            <p:cNvSpPr/>
            <p:nvPr/>
          </p:nvSpPr>
          <p:spPr>
            <a:xfrm>
              <a:off x="5122417" y="3524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0" name="pt23370"/>
            <p:cNvSpPr/>
            <p:nvPr/>
          </p:nvSpPr>
          <p:spPr>
            <a:xfrm>
              <a:off x="5141108" y="36417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1" name="pt23371"/>
            <p:cNvSpPr/>
            <p:nvPr/>
          </p:nvSpPr>
          <p:spPr>
            <a:xfrm>
              <a:off x="5134531" y="33362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2" name="pt23372"/>
            <p:cNvSpPr/>
            <p:nvPr/>
          </p:nvSpPr>
          <p:spPr>
            <a:xfrm>
              <a:off x="5148950" y="3542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3" name="pt23373"/>
            <p:cNvSpPr/>
            <p:nvPr/>
          </p:nvSpPr>
          <p:spPr>
            <a:xfrm>
              <a:off x="5158857" y="34699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4" name="pt23374"/>
            <p:cNvSpPr/>
            <p:nvPr/>
          </p:nvSpPr>
          <p:spPr>
            <a:xfrm>
              <a:off x="5135645" y="3459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5" name="pt23375"/>
            <p:cNvSpPr/>
            <p:nvPr/>
          </p:nvSpPr>
          <p:spPr>
            <a:xfrm>
              <a:off x="5147063" y="3325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6" name="pt23376"/>
            <p:cNvSpPr/>
            <p:nvPr/>
          </p:nvSpPr>
          <p:spPr>
            <a:xfrm>
              <a:off x="5079886" y="367216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77" name="pt23377"/>
            <p:cNvSpPr/>
            <p:nvPr/>
          </p:nvSpPr>
          <p:spPr>
            <a:xfrm>
              <a:off x="5142913" y="34133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8" name="pt23378"/>
            <p:cNvSpPr/>
            <p:nvPr/>
          </p:nvSpPr>
          <p:spPr>
            <a:xfrm>
              <a:off x="5113017" y="3410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79" name="pt23379"/>
            <p:cNvSpPr/>
            <p:nvPr/>
          </p:nvSpPr>
          <p:spPr>
            <a:xfrm>
              <a:off x="5150051" y="35889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0" name="pt23380"/>
            <p:cNvSpPr/>
            <p:nvPr/>
          </p:nvSpPr>
          <p:spPr>
            <a:xfrm>
              <a:off x="5110645" y="3687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1" name="pt23381"/>
            <p:cNvSpPr/>
            <p:nvPr/>
          </p:nvSpPr>
          <p:spPr>
            <a:xfrm>
              <a:off x="5102902" y="3560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2" name="pt23382"/>
            <p:cNvSpPr/>
            <p:nvPr/>
          </p:nvSpPr>
          <p:spPr>
            <a:xfrm>
              <a:off x="5108828" y="33519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3" name="pt23383"/>
            <p:cNvSpPr/>
            <p:nvPr/>
          </p:nvSpPr>
          <p:spPr>
            <a:xfrm>
              <a:off x="5131928" y="3633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4" name="pt23384"/>
            <p:cNvSpPr/>
            <p:nvPr/>
          </p:nvSpPr>
          <p:spPr>
            <a:xfrm>
              <a:off x="5188457" y="31915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5" name="pt23385"/>
            <p:cNvSpPr/>
            <p:nvPr/>
          </p:nvSpPr>
          <p:spPr>
            <a:xfrm>
              <a:off x="5132636" y="37617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6" name="pt23386"/>
            <p:cNvSpPr/>
            <p:nvPr/>
          </p:nvSpPr>
          <p:spPr>
            <a:xfrm>
              <a:off x="5186679" y="3435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7" name="pt23387"/>
            <p:cNvSpPr/>
            <p:nvPr/>
          </p:nvSpPr>
          <p:spPr>
            <a:xfrm>
              <a:off x="5153974" y="34391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8" name="pt23388"/>
            <p:cNvSpPr/>
            <p:nvPr/>
          </p:nvSpPr>
          <p:spPr>
            <a:xfrm>
              <a:off x="5143498" y="37832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89" name="pt23389"/>
            <p:cNvSpPr/>
            <p:nvPr/>
          </p:nvSpPr>
          <p:spPr>
            <a:xfrm>
              <a:off x="5108500" y="34778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0" name="pt23390"/>
            <p:cNvSpPr/>
            <p:nvPr/>
          </p:nvSpPr>
          <p:spPr>
            <a:xfrm>
              <a:off x="5039041" y="2374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1" name="pt23391"/>
            <p:cNvSpPr/>
            <p:nvPr/>
          </p:nvSpPr>
          <p:spPr>
            <a:xfrm>
              <a:off x="5163547" y="3470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2" name="pt23392"/>
            <p:cNvSpPr/>
            <p:nvPr/>
          </p:nvSpPr>
          <p:spPr>
            <a:xfrm>
              <a:off x="5068246" y="3174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3" name="pt23393"/>
            <p:cNvSpPr/>
            <p:nvPr/>
          </p:nvSpPr>
          <p:spPr>
            <a:xfrm>
              <a:off x="5098865" y="34000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4" name="pt23394"/>
            <p:cNvSpPr/>
            <p:nvPr/>
          </p:nvSpPr>
          <p:spPr>
            <a:xfrm>
              <a:off x="4617384" y="3442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5" name="pt23395"/>
            <p:cNvSpPr/>
            <p:nvPr/>
          </p:nvSpPr>
          <p:spPr>
            <a:xfrm>
              <a:off x="5422074" y="35705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6" name="pt23396"/>
            <p:cNvSpPr/>
            <p:nvPr/>
          </p:nvSpPr>
          <p:spPr>
            <a:xfrm>
              <a:off x="5163317" y="34436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7" name="pt23397"/>
            <p:cNvSpPr/>
            <p:nvPr/>
          </p:nvSpPr>
          <p:spPr>
            <a:xfrm>
              <a:off x="5129584" y="3403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8" name="pt23398"/>
            <p:cNvSpPr/>
            <p:nvPr/>
          </p:nvSpPr>
          <p:spPr>
            <a:xfrm>
              <a:off x="5123395" y="33415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399" name="pt23399"/>
            <p:cNvSpPr/>
            <p:nvPr/>
          </p:nvSpPr>
          <p:spPr>
            <a:xfrm>
              <a:off x="5191697" y="33818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0" name="pt23400"/>
            <p:cNvSpPr/>
            <p:nvPr/>
          </p:nvSpPr>
          <p:spPr>
            <a:xfrm>
              <a:off x="5151434" y="3409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1" name="pt23401"/>
            <p:cNvSpPr/>
            <p:nvPr/>
          </p:nvSpPr>
          <p:spPr>
            <a:xfrm>
              <a:off x="5119253" y="36304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2" name="pt23402"/>
            <p:cNvSpPr/>
            <p:nvPr/>
          </p:nvSpPr>
          <p:spPr>
            <a:xfrm>
              <a:off x="5392585" y="334179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03" name="pt23403"/>
            <p:cNvSpPr/>
            <p:nvPr/>
          </p:nvSpPr>
          <p:spPr>
            <a:xfrm>
              <a:off x="5120037" y="36723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4" name="pt23404"/>
            <p:cNvSpPr/>
            <p:nvPr/>
          </p:nvSpPr>
          <p:spPr>
            <a:xfrm>
              <a:off x="5150469" y="37099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5" name="pt23405"/>
            <p:cNvSpPr/>
            <p:nvPr/>
          </p:nvSpPr>
          <p:spPr>
            <a:xfrm>
              <a:off x="5133292" y="3557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6" name="pt23406"/>
            <p:cNvSpPr/>
            <p:nvPr/>
          </p:nvSpPr>
          <p:spPr>
            <a:xfrm>
              <a:off x="5162212" y="36099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7" name="pt23407"/>
            <p:cNvSpPr/>
            <p:nvPr/>
          </p:nvSpPr>
          <p:spPr>
            <a:xfrm>
              <a:off x="5167324" y="35451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8" name="pt23408"/>
            <p:cNvSpPr/>
            <p:nvPr/>
          </p:nvSpPr>
          <p:spPr>
            <a:xfrm>
              <a:off x="5150856" y="3948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09" name="pt23409"/>
            <p:cNvSpPr/>
            <p:nvPr/>
          </p:nvSpPr>
          <p:spPr>
            <a:xfrm>
              <a:off x="5140210" y="37463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0" name="pt23410"/>
            <p:cNvSpPr/>
            <p:nvPr/>
          </p:nvSpPr>
          <p:spPr>
            <a:xfrm>
              <a:off x="5130079" y="3405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1" name="pt23411"/>
            <p:cNvSpPr/>
            <p:nvPr/>
          </p:nvSpPr>
          <p:spPr>
            <a:xfrm>
              <a:off x="5162754" y="36064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2" name="pt23412"/>
            <p:cNvSpPr/>
            <p:nvPr/>
          </p:nvSpPr>
          <p:spPr>
            <a:xfrm>
              <a:off x="5155399" y="34429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3" name="pt23413"/>
            <p:cNvSpPr/>
            <p:nvPr/>
          </p:nvSpPr>
          <p:spPr>
            <a:xfrm>
              <a:off x="5230933" y="3951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4" name="pt23414"/>
            <p:cNvSpPr/>
            <p:nvPr/>
          </p:nvSpPr>
          <p:spPr>
            <a:xfrm>
              <a:off x="5226805" y="3760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5" name="pt23415"/>
            <p:cNvSpPr/>
            <p:nvPr/>
          </p:nvSpPr>
          <p:spPr>
            <a:xfrm>
              <a:off x="5265599" y="3790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6" name="pt23416"/>
            <p:cNvSpPr/>
            <p:nvPr/>
          </p:nvSpPr>
          <p:spPr>
            <a:xfrm>
              <a:off x="5166828" y="38620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7" name="pt23417"/>
            <p:cNvSpPr/>
            <p:nvPr/>
          </p:nvSpPr>
          <p:spPr>
            <a:xfrm>
              <a:off x="5120927" y="34328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8" name="pt23418"/>
            <p:cNvSpPr/>
            <p:nvPr/>
          </p:nvSpPr>
          <p:spPr>
            <a:xfrm>
              <a:off x="5140755" y="36411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19" name="pt23419"/>
            <p:cNvSpPr/>
            <p:nvPr/>
          </p:nvSpPr>
          <p:spPr>
            <a:xfrm>
              <a:off x="5149810" y="33277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0" name="pt23420"/>
            <p:cNvSpPr/>
            <p:nvPr/>
          </p:nvSpPr>
          <p:spPr>
            <a:xfrm>
              <a:off x="5211718" y="38083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1" name="pt23421"/>
            <p:cNvSpPr/>
            <p:nvPr/>
          </p:nvSpPr>
          <p:spPr>
            <a:xfrm>
              <a:off x="5156924" y="36916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2" name="pt23422"/>
            <p:cNvSpPr/>
            <p:nvPr/>
          </p:nvSpPr>
          <p:spPr>
            <a:xfrm>
              <a:off x="5144634" y="3811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3" name="pt23423"/>
            <p:cNvSpPr/>
            <p:nvPr/>
          </p:nvSpPr>
          <p:spPr>
            <a:xfrm>
              <a:off x="5292454" y="3618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4" name="pt23424"/>
            <p:cNvSpPr/>
            <p:nvPr/>
          </p:nvSpPr>
          <p:spPr>
            <a:xfrm>
              <a:off x="5171195" y="3645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5" name="pt23425"/>
            <p:cNvSpPr/>
            <p:nvPr/>
          </p:nvSpPr>
          <p:spPr>
            <a:xfrm>
              <a:off x="5122656" y="33002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6" name="pt23426"/>
            <p:cNvSpPr/>
            <p:nvPr/>
          </p:nvSpPr>
          <p:spPr>
            <a:xfrm>
              <a:off x="5127331" y="34712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7" name="pt23427"/>
            <p:cNvSpPr/>
            <p:nvPr/>
          </p:nvSpPr>
          <p:spPr>
            <a:xfrm>
              <a:off x="5125966" y="3361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8" name="pt23428"/>
            <p:cNvSpPr/>
            <p:nvPr/>
          </p:nvSpPr>
          <p:spPr>
            <a:xfrm>
              <a:off x="5628006" y="37076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29" name="pt23429"/>
            <p:cNvSpPr/>
            <p:nvPr/>
          </p:nvSpPr>
          <p:spPr>
            <a:xfrm>
              <a:off x="5154083" y="35268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0" name="pt23430"/>
            <p:cNvSpPr/>
            <p:nvPr/>
          </p:nvSpPr>
          <p:spPr>
            <a:xfrm>
              <a:off x="5149684" y="3511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1" name="pt23431"/>
            <p:cNvSpPr/>
            <p:nvPr/>
          </p:nvSpPr>
          <p:spPr>
            <a:xfrm>
              <a:off x="5182187" y="37359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2" name="pt23432"/>
            <p:cNvSpPr/>
            <p:nvPr/>
          </p:nvSpPr>
          <p:spPr>
            <a:xfrm>
              <a:off x="5198094" y="3816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3" name="pt23433"/>
            <p:cNvSpPr/>
            <p:nvPr/>
          </p:nvSpPr>
          <p:spPr>
            <a:xfrm>
              <a:off x="5198353" y="3581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4" name="pt23434"/>
            <p:cNvSpPr/>
            <p:nvPr/>
          </p:nvSpPr>
          <p:spPr>
            <a:xfrm>
              <a:off x="4646145" y="36088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5" name="pt23435"/>
            <p:cNvSpPr/>
            <p:nvPr/>
          </p:nvSpPr>
          <p:spPr>
            <a:xfrm>
              <a:off x="5094924" y="34297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6" name="pt23436"/>
            <p:cNvSpPr/>
            <p:nvPr/>
          </p:nvSpPr>
          <p:spPr>
            <a:xfrm>
              <a:off x="5175177" y="3557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7" name="pt23437"/>
            <p:cNvSpPr/>
            <p:nvPr/>
          </p:nvSpPr>
          <p:spPr>
            <a:xfrm>
              <a:off x="5125050" y="36712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8" name="pt23438"/>
            <p:cNvSpPr/>
            <p:nvPr/>
          </p:nvSpPr>
          <p:spPr>
            <a:xfrm>
              <a:off x="5139392" y="32829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39" name="pt23439"/>
            <p:cNvSpPr/>
            <p:nvPr/>
          </p:nvSpPr>
          <p:spPr>
            <a:xfrm>
              <a:off x="4673614" y="382091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40" name="pt23440"/>
            <p:cNvSpPr/>
            <p:nvPr/>
          </p:nvSpPr>
          <p:spPr>
            <a:xfrm>
              <a:off x="5086911" y="34776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1" name="pt23441"/>
            <p:cNvSpPr/>
            <p:nvPr/>
          </p:nvSpPr>
          <p:spPr>
            <a:xfrm>
              <a:off x="5161958" y="35894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2" name="pt23442"/>
            <p:cNvSpPr/>
            <p:nvPr/>
          </p:nvSpPr>
          <p:spPr>
            <a:xfrm>
              <a:off x="5161602" y="3470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3" name="pt23443"/>
            <p:cNvSpPr/>
            <p:nvPr/>
          </p:nvSpPr>
          <p:spPr>
            <a:xfrm>
              <a:off x="5125210" y="37352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4" name="pt23444"/>
            <p:cNvSpPr/>
            <p:nvPr/>
          </p:nvSpPr>
          <p:spPr>
            <a:xfrm>
              <a:off x="5460307" y="3452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5" name="pt23445"/>
            <p:cNvSpPr/>
            <p:nvPr/>
          </p:nvSpPr>
          <p:spPr>
            <a:xfrm>
              <a:off x="5126062" y="37272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6" name="pt23446"/>
            <p:cNvSpPr/>
            <p:nvPr/>
          </p:nvSpPr>
          <p:spPr>
            <a:xfrm>
              <a:off x="5178245" y="34154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7" name="pt23447"/>
            <p:cNvSpPr/>
            <p:nvPr/>
          </p:nvSpPr>
          <p:spPr>
            <a:xfrm>
              <a:off x="5081590" y="34385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8" name="pt23448"/>
            <p:cNvSpPr/>
            <p:nvPr/>
          </p:nvSpPr>
          <p:spPr>
            <a:xfrm>
              <a:off x="5144307" y="35407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49" name="pt23449"/>
            <p:cNvSpPr/>
            <p:nvPr/>
          </p:nvSpPr>
          <p:spPr>
            <a:xfrm>
              <a:off x="5078508" y="3198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0" name="pt23450"/>
            <p:cNvSpPr/>
            <p:nvPr/>
          </p:nvSpPr>
          <p:spPr>
            <a:xfrm>
              <a:off x="5145414" y="3872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1" name="pt23451"/>
            <p:cNvSpPr/>
            <p:nvPr/>
          </p:nvSpPr>
          <p:spPr>
            <a:xfrm>
              <a:off x="5188933" y="37237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2" name="pt23452"/>
            <p:cNvSpPr/>
            <p:nvPr/>
          </p:nvSpPr>
          <p:spPr>
            <a:xfrm>
              <a:off x="5162367" y="37687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3" name="pt23453"/>
            <p:cNvSpPr/>
            <p:nvPr/>
          </p:nvSpPr>
          <p:spPr>
            <a:xfrm>
              <a:off x="5251788" y="37554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4" name="pt23454"/>
            <p:cNvSpPr/>
            <p:nvPr/>
          </p:nvSpPr>
          <p:spPr>
            <a:xfrm>
              <a:off x="5118162" y="34929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5" name="pt23455"/>
            <p:cNvSpPr/>
            <p:nvPr/>
          </p:nvSpPr>
          <p:spPr>
            <a:xfrm>
              <a:off x="5047309" y="3442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6" name="pt23456"/>
            <p:cNvSpPr/>
            <p:nvPr/>
          </p:nvSpPr>
          <p:spPr>
            <a:xfrm>
              <a:off x="5134754" y="3375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7" name="pt23457"/>
            <p:cNvSpPr/>
            <p:nvPr/>
          </p:nvSpPr>
          <p:spPr>
            <a:xfrm>
              <a:off x="5142785" y="33210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8" name="pt23458"/>
            <p:cNvSpPr/>
            <p:nvPr/>
          </p:nvSpPr>
          <p:spPr>
            <a:xfrm>
              <a:off x="5141497" y="3480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59" name="pt23459"/>
            <p:cNvSpPr/>
            <p:nvPr/>
          </p:nvSpPr>
          <p:spPr>
            <a:xfrm>
              <a:off x="5028546" y="341754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60" name="pt23460"/>
            <p:cNvSpPr/>
            <p:nvPr/>
          </p:nvSpPr>
          <p:spPr>
            <a:xfrm>
              <a:off x="5153606" y="34328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1" name="pt23461"/>
            <p:cNvSpPr/>
            <p:nvPr/>
          </p:nvSpPr>
          <p:spPr>
            <a:xfrm>
              <a:off x="5134686" y="3376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2" name="pt23462"/>
            <p:cNvSpPr/>
            <p:nvPr/>
          </p:nvSpPr>
          <p:spPr>
            <a:xfrm>
              <a:off x="5155921" y="34214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3" name="pt23463"/>
            <p:cNvSpPr/>
            <p:nvPr/>
          </p:nvSpPr>
          <p:spPr>
            <a:xfrm>
              <a:off x="5156404" y="3853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4" name="pt23464"/>
            <p:cNvSpPr/>
            <p:nvPr/>
          </p:nvSpPr>
          <p:spPr>
            <a:xfrm>
              <a:off x="5129815" y="33529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5" name="pt23465"/>
            <p:cNvSpPr/>
            <p:nvPr/>
          </p:nvSpPr>
          <p:spPr>
            <a:xfrm>
              <a:off x="5176630" y="38381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6" name="pt23466"/>
            <p:cNvSpPr/>
            <p:nvPr/>
          </p:nvSpPr>
          <p:spPr>
            <a:xfrm>
              <a:off x="5090140" y="3661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7" name="pt23467"/>
            <p:cNvSpPr/>
            <p:nvPr/>
          </p:nvSpPr>
          <p:spPr>
            <a:xfrm>
              <a:off x="5173646" y="33418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8" name="pt23468"/>
            <p:cNvSpPr/>
            <p:nvPr/>
          </p:nvSpPr>
          <p:spPr>
            <a:xfrm>
              <a:off x="5147985" y="3513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69" name="pt23469"/>
            <p:cNvSpPr/>
            <p:nvPr/>
          </p:nvSpPr>
          <p:spPr>
            <a:xfrm>
              <a:off x="5133830" y="38543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0" name="pt23470"/>
            <p:cNvSpPr/>
            <p:nvPr/>
          </p:nvSpPr>
          <p:spPr>
            <a:xfrm>
              <a:off x="5214927" y="3774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1" name="pt23471"/>
            <p:cNvSpPr/>
            <p:nvPr/>
          </p:nvSpPr>
          <p:spPr>
            <a:xfrm>
              <a:off x="5188513" y="3574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2" name="pt23472"/>
            <p:cNvSpPr/>
            <p:nvPr/>
          </p:nvSpPr>
          <p:spPr>
            <a:xfrm>
              <a:off x="5139606" y="36919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3" name="pt23473"/>
            <p:cNvSpPr/>
            <p:nvPr/>
          </p:nvSpPr>
          <p:spPr>
            <a:xfrm>
              <a:off x="5129926" y="3498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4" name="pt23474"/>
            <p:cNvSpPr/>
            <p:nvPr/>
          </p:nvSpPr>
          <p:spPr>
            <a:xfrm>
              <a:off x="5191868" y="37444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5" name="pt23475"/>
            <p:cNvSpPr/>
            <p:nvPr/>
          </p:nvSpPr>
          <p:spPr>
            <a:xfrm>
              <a:off x="5156872" y="34894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6" name="pt23476"/>
            <p:cNvSpPr/>
            <p:nvPr/>
          </p:nvSpPr>
          <p:spPr>
            <a:xfrm>
              <a:off x="5165449" y="3412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7" name="pt23477"/>
            <p:cNvSpPr/>
            <p:nvPr/>
          </p:nvSpPr>
          <p:spPr>
            <a:xfrm>
              <a:off x="5141999" y="32745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8" name="pt23478"/>
            <p:cNvSpPr/>
            <p:nvPr/>
          </p:nvSpPr>
          <p:spPr>
            <a:xfrm>
              <a:off x="5135776" y="3385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79" name="pt23479"/>
            <p:cNvSpPr/>
            <p:nvPr/>
          </p:nvSpPr>
          <p:spPr>
            <a:xfrm>
              <a:off x="5187947" y="36157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0" name="pt23480"/>
            <p:cNvSpPr/>
            <p:nvPr/>
          </p:nvSpPr>
          <p:spPr>
            <a:xfrm>
              <a:off x="5162650" y="36501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1" name="pt23481"/>
            <p:cNvSpPr/>
            <p:nvPr/>
          </p:nvSpPr>
          <p:spPr>
            <a:xfrm>
              <a:off x="5169566" y="3442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2" name="pt23482"/>
            <p:cNvSpPr/>
            <p:nvPr/>
          </p:nvSpPr>
          <p:spPr>
            <a:xfrm>
              <a:off x="5047056" y="323672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83" name="pt23483"/>
            <p:cNvSpPr/>
            <p:nvPr/>
          </p:nvSpPr>
          <p:spPr>
            <a:xfrm>
              <a:off x="5090462" y="34358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4" name="pt23484"/>
            <p:cNvSpPr/>
            <p:nvPr/>
          </p:nvSpPr>
          <p:spPr>
            <a:xfrm>
              <a:off x="5186883" y="3516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5" name="pt23485"/>
            <p:cNvSpPr/>
            <p:nvPr/>
          </p:nvSpPr>
          <p:spPr>
            <a:xfrm>
              <a:off x="5151961" y="4432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6" name="pt23486"/>
            <p:cNvSpPr/>
            <p:nvPr/>
          </p:nvSpPr>
          <p:spPr>
            <a:xfrm>
              <a:off x="5179210" y="35254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7" name="pt23487"/>
            <p:cNvSpPr/>
            <p:nvPr/>
          </p:nvSpPr>
          <p:spPr>
            <a:xfrm>
              <a:off x="5091193" y="34791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8" name="pt23488"/>
            <p:cNvSpPr/>
            <p:nvPr/>
          </p:nvSpPr>
          <p:spPr>
            <a:xfrm>
              <a:off x="5140700" y="3413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89" name="pt23489"/>
            <p:cNvSpPr/>
            <p:nvPr/>
          </p:nvSpPr>
          <p:spPr>
            <a:xfrm>
              <a:off x="4211824" y="436474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90" name="pt23490"/>
            <p:cNvSpPr/>
            <p:nvPr/>
          </p:nvSpPr>
          <p:spPr>
            <a:xfrm>
              <a:off x="5205619" y="39065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1" name="pt23491"/>
            <p:cNvSpPr/>
            <p:nvPr/>
          </p:nvSpPr>
          <p:spPr>
            <a:xfrm>
              <a:off x="5148577" y="3425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2" name="pt23492"/>
            <p:cNvSpPr/>
            <p:nvPr/>
          </p:nvSpPr>
          <p:spPr>
            <a:xfrm>
              <a:off x="5208571" y="3524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3" name="pt23493"/>
            <p:cNvSpPr/>
            <p:nvPr/>
          </p:nvSpPr>
          <p:spPr>
            <a:xfrm>
              <a:off x="5220593" y="36045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4" name="pt23494"/>
            <p:cNvSpPr/>
            <p:nvPr/>
          </p:nvSpPr>
          <p:spPr>
            <a:xfrm>
              <a:off x="5158383" y="34271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5" name="pt23495"/>
            <p:cNvSpPr/>
            <p:nvPr/>
          </p:nvSpPr>
          <p:spPr>
            <a:xfrm>
              <a:off x="5133940" y="35839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6" name="pt23496"/>
            <p:cNvSpPr/>
            <p:nvPr/>
          </p:nvSpPr>
          <p:spPr>
            <a:xfrm>
              <a:off x="5184060" y="3664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7" name="pt23497"/>
            <p:cNvSpPr/>
            <p:nvPr/>
          </p:nvSpPr>
          <p:spPr>
            <a:xfrm>
              <a:off x="5205793" y="36752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8" name="pt23498"/>
            <p:cNvSpPr/>
            <p:nvPr/>
          </p:nvSpPr>
          <p:spPr>
            <a:xfrm>
              <a:off x="5168328" y="3470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499" name="pt23499"/>
            <p:cNvSpPr/>
            <p:nvPr/>
          </p:nvSpPr>
          <p:spPr>
            <a:xfrm>
              <a:off x="5111998" y="3550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0" name="pt23500"/>
            <p:cNvSpPr/>
            <p:nvPr/>
          </p:nvSpPr>
          <p:spPr>
            <a:xfrm>
              <a:off x="5115343" y="30280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1" name="pt23501"/>
            <p:cNvSpPr/>
            <p:nvPr/>
          </p:nvSpPr>
          <p:spPr>
            <a:xfrm>
              <a:off x="5116442" y="3419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2" name="pt23502"/>
            <p:cNvSpPr/>
            <p:nvPr/>
          </p:nvSpPr>
          <p:spPr>
            <a:xfrm>
              <a:off x="5118684" y="34090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3" name="pt23503"/>
            <p:cNvSpPr/>
            <p:nvPr/>
          </p:nvSpPr>
          <p:spPr>
            <a:xfrm>
              <a:off x="5819519" y="3717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4" name="pt23504"/>
            <p:cNvSpPr/>
            <p:nvPr/>
          </p:nvSpPr>
          <p:spPr>
            <a:xfrm>
              <a:off x="5136865" y="33709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5" name="pt23505"/>
            <p:cNvSpPr/>
            <p:nvPr/>
          </p:nvSpPr>
          <p:spPr>
            <a:xfrm>
              <a:off x="5163910" y="3724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6" name="pt23506"/>
            <p:cNvSpPr/>
            <p:nvPr/>
          </p:nvSpPr>
          <p:spPr>
            <a:xfrm>
              <a:off x="5133520" y="3542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7" name="pt23507"/>
            <p:cNvSpPr/>
            <p:nvPr/>
          </p:nvSpPr>
          <p:spPr>
            <a:xfrm>
              <a:off x="5163272" y="36944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08" name="pt23508"/>
            <p:cNvSpPr/>
            <p:nvPr/>
          </p:nvSpPr>
          <p:spPr>
            <a:xfrm>
              <a:off x="5591315" y="374988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09" name="pt23509"/>
            <p:cNvSpPr/>
            <p:nvPr/>
          </p:nvSpPr>
          <p:spPr>
            <a:xfrm>
              <a:off x="5114992" y="3651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0" name="pt23510"/>
            <p:cNvSpPr/>
            <p:nvPr/>
          </p:nvSpPr>
          <p:spPr>
            <a:xfrm>
              <a:off x="5189067" y="3716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1" name="pt23511"/>
            <p:cNvSpPr/>
            <p:nvPr/>
          </p:nvSpPr>
          <p:spPr>
            <a:xfrm>
              <a:off x="5219374" y="36770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2" name="pt23512"/>
            <p:cNvSpPr/>
            <p:nvPr/>
          </p:nvSpPr>
          <p:spPr>
            <a:xfrm>
              <a:off x="5096082" y="37230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3" name="pt23513"/>
            <p:cNvSpPr/>
            <p:nvPr/>
          </p:nvSpPr>
          <p:spPr>
            <a:xfrm>
              <a:off x="5131593" y="33714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4" name="pt23514"/>
            <p:cNvSpPr/>
            <p:nvPr/>
          </p:nvSpPr>
          <p:spPr>
            <a:xfrm>
              <a:off x="5111415" y="30927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5" name="pt23515"/>
            <p:cNvSpPr/>
            <p:nvPr/>
          </p:nvSpPr>
          <p:spPr>
            <a:xfrm>
              <a:off x="5150018" y="3659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6" name="pt23516"/>
            <p:cNvSpPr/>
            <p:nvPr/>
          </p:nvSpPr>
          <p:spPr>
            <a:xfrm>
              <a:off x="5114895" y="3672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7" name="pt23517"/>
            <p:cNvSpPr/>
            <p:nvPr/>
          </p:nvSpPr>
          <p:spPr>
            <a:xfrm>
              <a:off x="5188398" y="3289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18" name="pt23518"/>
            <p:cNvSpPr/>
            <p:nvPr/>
          </p:nvSpPr>
          <p:spPr>
            <a:xfrm>
              <a:off x="4651191" y="437976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19" name="pt23519"/>
            <p:cNvSpPr/>
            <p:nvPr/>
          </p:nvSpPr>
          <p:spPr>
            <a:xfrm>
              <a:off x="5130874" y="3427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0" name="pt23520"/>
            <p:cNvSpPr/>
            <p:nvPr/>
          </p:nvSpPr>
          <p:spPr>
            <a:xfrm>
              <a:off x="5146828" y="34389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1" name="pt23521"/>
            <p:cNvSpPr/>
            <p:nvPr/>
          </p:nvSpPr>
          <p:spPr>
            <a:xfrm>
              <a:off x="5117518" y="34994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2" name="pt23522"/>
            <p:cNvSpPr/>
            <p:nvPr/>
          </p:nvSpPr>
          <p:spPr>
            <a:xfrm>
              <a:off x="5178692" y="38314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3" name="pt23523"/>
            <p:cNvSpPr/>
            <p:nvPr/>
          </p:nvSpPr>
          <p:spPr>
            <a:xfrm>
              <a:off x="5171931" y="3654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4" name="pt23524"/>
            <p:cNvSpPr/>
            <p:nvPr/>
          </p:nvSpPr>
          <p:spPr>
            <a:xfrm>
              <a:off x="5114107" y="34581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5" name="pt23525"/>
            <p:cNvSpPr/>
            <p:nvPr/>
          </p:nvSpPr>
          <p:spPr>
            <a:xfrm>
              <a:off x="5101373" y="33582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6" name="pt23526"/>
            <p:cNvSpPr/>
            <p:nvPr/>
          </p:nvSpPr>
          <p:spPr>
            <a:xfrm>
              <a:off x="5206221" y="3483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7" name="pt23527"/>
            <p:cNvSpPr/>
            <p:nvPr/>
          </p:nvSpPr>
          <p:spPr>
            <a:xfrm>
              <a:off x="5175590" y="34774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8" name="pt23528"/>
            <p:cNvSpPr/>
            <p:nvPr/>
          </p:nvSpPr>
          <p:spPr>
            <a:xfrm>
              <a:off x="5113147" y="34894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29" name="pt23529"/>
            <p:cNvSpPr/>
            <p:nvPr/>
          </p:nvSpPr>
          <p:spPr>
            <a:xfrm>
              <a:off x="4135967" y="459618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30" name="pt23530"/>
            <p:cNvSpPr/>
            <p:nvPr/>
          </p:nvSpPr>
          <p:spPr>
            <a:xfrm>
              <a:off x="5312279" y="3461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1" name="pt23531"/>
            <p:cNvSpPr/>
            <p:nvPr/>
          </p:nvSpPr>
          <p:spPr>
            <a:xfrm>
              <a:off x="5144995" y="35030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2" name="pt23532"/>
            <p:cNvSpPr/>
            <p:nvPr/>
          </p:nvSpPr>
          <p:spPr>
            <a:xfrm>
              <a:off x="5139716" y="31074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3" name="pt23533"/>
            <p:cNvSpPr/>
            <p:nvPr/>
          </p:nvSpPr>
          <p:spPr>
            <a:xfrm>
              <a:off x="5093217" y="36136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4" name="pt23534"/>
            <p:cNvSpPr/>
            <p:nvPr/>
          </p:nvSpPr>
          <p:spPr>
            <a:xfrm>
              <a:off x="5104882" y="3318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5" name="pt23535"/>
            <p:cNvSpPr/>
            <p:nvPr/>
          </p:nvSpPr>
          <p:spPr>
            <a:xfrm>
              <a:off x="5152419" y="37737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6" name="pt23536"/>
            <p:cNvSpPr/>
            <p:nvPr/>
          </p:nvSpPr>
          <p:spPr>
            <a:xfrm>
              <a:off x="5187062" y="35643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7" name="pt23537"/>
            <p:cNvSpPr/>
            <p:nvPr/>
          </p:nvSpPr>
          <p:spPr>
            <a:xfrm>
              <a:off x="5203236" y="3784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8" name="pt23538"/>
            <p:cNvSpPr/>
            <p:nvPr/>
          </p:nvSpPr>
          <p:spPr>
            <a:xfrm>
              <a:off x="5119152" y="33372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39" name="pt23539"/>
            <p:cNvSpPr/>
            <p:nvPr/>
          </p:nvSpPr>
          <p:spPr>
            <a:xfrm>
              <a:off x="5128411" y="3541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0" name="pt23540"/>
            <p:cNvSpPr/>
            <p:nvPr/>
          </p:nvSpPr>
          <p:spPr>
            <a:xfrm>
              <a:off x="5450307" y="388687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41" name="pt23541"/>
            <p:cNvSpPr/>
            <p:nvPr/>
          </p:nvSpPr>
          <p:spPr>
            <a:xfrm>
              <a:off x="5189748" y="3691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2" name="pt23542"/>
            <p:cNvSpPr/>
            <p:nvPr/>
          </p:nvSpPr>
          <p:spPr>
            <a:xfrm>
              <a:off x="4467581" y="325541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43" name="pt23543"/>
            <p:cNvSpPr/>
            <p:nvPr/>
          </p:nvSpPr>
          <p:spPr>
            <a:xfrm>
              <a:off x="5130565" y="3468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4" name="pt23544"/>
            <p:cNvSpPr/>
            <p:nvPr/>
          </p:nvSpPr>
          <p:spPr>
            <a:xfrm>
              <a:off x="5155197" y="3522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5" name="pt23545"/>
            <p:cNvSpPr/>
            <p:nvPr/>
          </p:nvSpPr>
          <p:spPr>
            <a:xfrm>
              <a:off x="5160135" y="3599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6" name="pt23546"/>
            <p:cNvSpPr/>
            <p:nvPr/>
          </p:nvSpPr>
          <p:spPr>
            <a:xfrm>
              <a:off x="5172401" y="3534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7" name="pt23547"/>
            <p:cNvSpPr/>
            <p:nvPr/>
          </p:nvSpPr>
          <p:spPr>
            <a:xfrm>
              <a:off x="5124558" y="38217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48" name="pt23548"/>
            <p:cNvSpPr/>
            <p:nvPr/>
          </p:nvSpPr>
          <p:spPr>
            <a:xfrm>
              <a:off x="4493927" y="391354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49" name="pt23549"/>
            <p:cNvSpPr/>
            <p:nvPr/>
          </p:nvSpPr>
          <p:spPr>
            <a:xfrm>
              <a:off x="5187860" y="36447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0" name="pt23550"/>
            <p:cNvSpPr/>
            <p:nvPr/>
          </p:nvSpPr>
          <p:spPr>
            <a:xfrm>
              <a:off x="5169174" y="3497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1" name="pt23551"/>
            <p:cNvSpPr/>
            <p:nvPr/>
          </p:nvSpPr>
          <p:spPr>
            <a:xfrm>
              <a:off x="5142169" y="35926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2" name="pt23552"/>
            <p:cNvSpPr/>
            <p:nvPr/>
          </p:nvSpPr>
          <p:spPr>
            <a:xfrm>
              <a:off x="5129240" y="33717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3" name="pt23553"/>
            <p:cNvSpPr/>
            <p:nvPr/>
          </p:nvSpPr>
          <p:spPr>
            <a:xfrm>
              <a:off x="5147501" y="33885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4" name="pt23554"/>
            <p:cNvSpPr/>
            <p:nvPr/>
          </p:nvSpPr>
          <p:spPr>
            <a:xfrm>
              <a:off x="5150353" y="3436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5" name="pt23555"/>
            <p:cNvSpPr/>
            <p:nvPr/>
          </p:nvSpPr>
          <p:spPr>
            <a:xfrm>
              <a:off x="5155328" y="3346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6" name="pt23556"/>
            <p:cNvSpPr/>
            <p:nvPr/>
          </p:nvSpPr>
          <p:spPr>
            <a:xfrm>
              <a:off x="5119440" y="33938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7" name="pt23557"/>
            <p:cNvSpPr/>
            <p:nvPr/>
          </p:nvSpPr>
          <p:spPr>
            <a:xfrm>
              <a:off x="5158102" y="34146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8" name="pt23558"/>
            <p:cNvSpPr/>
            <p:nvPr/>
          </p:nvSpPr>
          <p:spPr>
            <a:xfrm>
              <a:off x="5129684" y="3385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59" name="pt23559"/>
            <p:cNvSpPr/>
            <p:nvPr/>
          </p:nvSpPr>
          <p:spPr>
            <a:xfrm>
              <a:off x="5146912" y="36618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0" name="pt23560"/>
            <p:cNvSpPr/>
            <p:nvPr/>
          </p:nvSpPr>
          <p:spPr>
            <a:xfrm>
              <a:off x="5122019" y="38108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1" name="pt23561"/>
            <p:cNvSpPr/>
            <p:nvPr/>
          </p:nvSpPr>
          <p:spPr>
            <a:xfrm>
              <a:off x="5126755" y="3626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2" name="pt23562"/>
            <p:cNvSpPr/>
            <p:nvPr/>
          </p:nvSpPr>
          <p:spPr>
            <a:xfrm>
              <a:off x="5148052" y="34221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3" name="pt23563"/>
            <p:cNvSpPr/>
            <p:nvPr/>
          </p:nvSpPr>
          <p:spPr>
            <a:xfrm>
              <a:off x="5159114" y="2671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4" name="pt23564"/>
            <p:cNvSpPr/>
            <p:nvPr/>
          </p:nvSpPr>
          <p:spPr>
            <a:xfrm>
              <a:off x="5137468" y="3824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5" name="pt23565"/>
            <p:cNvSpPr/>
            <p:nvPr/>
          </p:nvSpPr>
          <p:spPr>
            <a:xfrm>
              <a:off x="5094130" y="3435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6" name="pt23566"/>
            <p:cNvSpPr/>
            <p:nvPr/>
          </p:nvSpPr>
          <p:spPr>
            <a:xfrm>
              <a:off x="5081108" y="34157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7" name="pt23567"/>
            <p:cNvSpPr/>
            <p:nvPr/>
          </p:nvSpPr>
          <p:spPr>
            <a:xfrm>
              <a:off x="5131035" y="3322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8" name="pt23568"/>
            <p:cNvSpPr/>
            <p:nvPr/>
          </p:nvSpPr>
          <p:spPr>
            <a:xfrm>
              <a:off x="5212164" y="34294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69" name="pt23569"/>
            <p:cNvSpPr/>
            <p:nvPr/>
          </p:nvSpPr>
          <p:spPr>
            <a:xfrm>
              <a:off x="5065869" y="2947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0" name="pt23570"/>
            <p:cNvSpPr/>
            <p:nvPr/>
          </p:nvSpPr>
          <p:spPr>
            <a:xfrm>
              <a:off x="5153048" y="34791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1" name="pt23571"/>
            <p:cNvSpPr/>
            <p:nvPr/>
          </p:nvSpPr>
          <p:spPr>
            <a:xfrm>
              <a:off x="5121101" y="49665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2" name="pt23572"/>
            <p:cNvSpPr/>
            <p:nvPr/>
          </p:nvSpPr>
          <p:spPr>
            <a:xfrm>
              <a:off x="5130596" y="50935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3" name="pt23573"/>
            <p:cNvSpPr/>
            <p:nvPr/>
          </p:nvSpPr>
          <p:spPr>
            <a:xfrm>
              <a:off x="5149037" y="3661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4" name="pt23574"/>
            <p:cNvSpPr/>
            <p:nvPr/>
          </p:nvSpPr>
          <p:spPr>
            <a:xfrm>
              <a:off x="5103415" y="34743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5" name="pt23575"/>
            <p:cNvSpPr/>
            <p:nvPr/>
          </p:nvSpPr>
          <p:spPr>
            <a:xfrm>
              <a:off x="5145840" y="36247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6" name="pt23576"/>
            <p:cNvSpPr/>
            <p:nvPr/>
          </p:nvSpPr>
          <p:spPr>
            <a:xfrm>
              <a:off x="5204993" y="38155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7" name="pt23577"/>
            <p:cNvSpPr/>
            <p:nvPr/>
          </p:nvSpPr>
          <p:spPr>
            <a:xfrm>
              <a:off x="5113814" y="35516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8" name="pt23578"/>
            <p:cNvSpPr/>
            <p:nvPr/>
          </p:nvSpPr>
          <p:spPr>
            <a:xfrm>
              <a:off x="5200067" y="3729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79" name="pt23579"/>
            <p:cNvSpPr/>
            <p:nvPr/>
          </p:nvSpPr>
          <p:spPr>
            <a:xfrm>
              <a:off x="5149151" y="4198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0" name="pt23580"/>
            <p:cNvSpPr/>
            <p:nvPr/>
          </p:nvSpPr>
          <p:spPr>
            <a:xfrm>
              <a:off x="5113677" y="33903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1" name="pt23581"/>
            <p:cNvSpPr/>
            <p:nvPr/>
          </p:nvSpPr>
          <p:spPr>
            <a:xfrm>
              <a:off x="5137285" y="3421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2" name="pt23582"/>
            <p:cNvSpPr/>
            <p:nvPr/>
          </p:nvSpPr>
          <p:spPr>
            <a:xfrm>
              <a:off x="5141828" y="3575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3" name="pt23583"/>
            <p:cNvSpPr/>
            <p:nvPr/>
          </p:nvSpPr>
          <p:spPr>
            <a:xfrm>
              <a:off x="5166344" y="34542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4" name="pt23584"/>
            <p:cNvSpPr/>
            <p:nvPr/>
          </p:nvSpPr>
          <p:spPr>
            <a:xfrm>
              <a:off x="4188877" y="3571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5" name="pt23585"/>
            <p:cNvSpPr/>
            <p:nvPr/>
          </p:nvSpPr>
          <p:spPr>
            <a:xfrm>
              <a:off x="4449596" y="331907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86" name="pt23586"/>
            <p:cNvSpPr/>
            <p:nvPr/>
          </p:nvSpPr>
          <p:spPr>
            <a:xfrm>
              <a:off x="5146665" y="35219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87" name="pt23587"/>
            <p:cNvSpPr/>
            <p:nvPr/>
          </p:nvSpPr>
          <p:spPr>
            <a:xfrm>
              <a:off x="4798251" y="334992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88" name="pt23588"/>
            <p:cNvSpPr/>
            <p:nvPr/>
          </p:nvSpPr>
          <p:spPr>
            <a:xfrm>
              <a:off x="4509253" y="260126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89" name="pt23589"/>
            <p:cNvSpPr/>
            <p:nvPr/>
          </p:nvSpPr>
          <p:spPr>
            <a:xfrm>
              <a:off x="5154783" y="36826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0" name="pt23590"/>
            <p:cNvSpPr/>
            <p:nvPr/>
          </p:nvSpPr>
          <p:spPr>
            <a:xfrm>
              <a:off x="5193699" y="38028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1" name="pt23591"/>
            <p:cNvSpPr/>
            <p:nvPr/>
          </p:nvSpPr>
          <p:spPr>
            <a:xfrm>
              <a:off x="5140619" y="34595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2" name="pt23592"/>
            <p:cNvSpPr/>
            <p:nvPr/>
          </p:nvSpPr>
          <p:spPr>
            <a:xfrm>
              <a:off x="5103652" y="3225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3" name="pt23593"/>
            <p:cNvSpPr/>
            <p:nvPr/>
          </p:nvSpPr>
          <p:spPr>
            <a:xfrm>
              <a:off x="5132863" y="36199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4" name="pt23594"/>
            <p:cNvSpPr/>
            <p:nvPr/>
          </p:nvSpPr>
          <p:spPr>
            <a:xfrm>
              <a:off x="5076175" y="3347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5" name="pt23595"/>
            <p:cNvSpPr/>
            <p:nvPr/>
          </p:nvSpPr>
          <p:spPr>
            <a:xfrm>
              <a:off x="5092298" y="33912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6" name="pt23596"/>
            <p:cNvSpPr/>
            <p:nvPr/>
          </p:nvSpPr>
          <p:spPr>
            <a:xfrm>
              <a:off x="5117469" y="33449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7" name="pt23597"/>
            <p:cNvSpPr/>
            <p:nvPr/>
          </p:nvSpPr>
          <p:spPr>
            <a:xfrm>
              <a:off x="5156999" y="3577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8" name="pt23598"/>
            <p:cNvSpPr/>
            <p:nvPr/>
          </p:nvSpPr>
          <p:spPr>
            <a:xfrm>
              <a:off x="5140130" y="36795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599" name="pt23599"/>
            <p:cNvSpPr/>
            <p:nvPr/>
          </p:nvSpPr>
          <p:spPr>
            <a:xfrm>
              <a:off x="4496734" y="380102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00" name="pt23600"/>
            <p:cNvSpPr/>
            <p:nvPr/>
          </p:nvSpPr>
          <p:spPr>
            <a:xfrm>
              <a:off x="5146297" y="37169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1" name="pt23601"/>
            <p:cNvSpPr/>
            <p:nvPr/>
          </p:nvSpPr>
          <p:spPr>
            <a:xfrm>
              <a:off x="5308022" y="35982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2" name="pt23602"/>
            <p:cNvSpPr/>
            <p:nvPr/>
          </p:nvSpPr>
          <p:spPr>
            <a:xfrm>
              <a:off x="5125176" y="3367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3" name="pt23603"/>
            <p:cNvSpPr/>
            <p:nvPr/>
          </p:nvSpPr>
          <p:spPr>
            <a:xfrm>
              <a:off x="5084589" y="3790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4" name="pt23604"/>
            <p:cNvSpPr/>
            <p:nvPr/>
          </p:nvSpPr>
          <p:spPr>
            <a:xfrm>
              <a:off x="4920458" y="36206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5" name="pt23605"/>
            <p:cNvSpPr/>
            <p:nvPr/>
          </p:nvSpPr>
          <p:spPr>
            <a:xfrm>
              <a:off x="4870937" y="3627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6" name="pt23606"/>
            <p:cNvSpPr/>
            <p:nvPr/>
          </p:nvSpPr>
          <p:spPr>
            <a:xfrm>
              <a:off x="5078073" y="3245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7" name="pt23607"/>
            <p:cNvSpPr/>
            <p:nvPr/>
          </p:nvSpPr>
          <p:spPr>
            <a:xfrm>
              <a:off x="5134906" y="38111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8" name="pt23608"/>
            <p:cNvSpPr/>
            <p:nvPr/>
          </p:nvSpPr>
          <p:spPr>
            <a:xfrm>
              <a:off x="5100774" y="38794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09" name="pt23609"/>
            <p:cNvSpPr/>
            <p:nvPr/>
          </p:nvSpPr>
          <p:spPr>
            <a:xfrm>
              <a:off x="5099935" y="3828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0" name="pt23610"/>
            <p:cNvSpPr/>
            <p:nvPr/>
          </p:nvSpPr>
          <p:spPr>
            <a:xfrm>
              <a:off x="5181697" y="36619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1" name="pt23611"/>
            <p:cNvSpPr/>
            <p:nvPr/>
          </p:nvSpPr>
          <p:spPr>
            <a:xfrm>
              <a:off x="5142612" y="35295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2" name="pt23612"/>
            <p:cNvSpPr/>
            <p:nvPr/>
          </p:nvSpPr>
          <p:spPr>
            <a:xfrm>
              <a:off x="5110125" y="38060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3" name="pt23613"/>
            <p:cNvSpPr/>
            <p:nvPr/>
          </p:nvSpPr>
          <p:spPr>
            <a:xfrm>
              <a:off x="5145547" y="38707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4" name="pt23614"/>
            <p:cNvSpPr/>
            <p:nvPr/>
          </p:nvSpPr>
          <p:spPr>
            <a:xfrm>
              <a:off x="5168706" y="37560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5" name="pt23615"/>
            <p:cNvSpPr/>
            <p:nvPr/>
          </p:nvSpPr>
          <p:spPr>
            <a:xfrm>
              <a:off x="5174838" y="35182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6" name="pt23616"/>
            <p:cNvSpPr/>
            <p:nvPr/>
          </p:nvSpPr>
          <p:spPr>
            <a:xfrm>
              <a:off x="5118117" y="33747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7" name="pt23617"/>
            <p:cNvSpPr/>
            <p:nvPr/>
          </p:nvSpPr>
          <p:spPr>
            <a:xfrm>
              <a:off x="5126565" y="33664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8" name="pt23618"/>
            <p:cNvSpPr/>
            <p:nvPr/>
          </p:nvSpPr>
          <p:spPr>
            <a:xfrm>
              <a:off x="5076460" y="3423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19" name="pt23619"/>
            <p:cNvSpPr/>
            <p:nvPr/>
          </p:nvSpPr>
          <p:spPr>
            <a:xfrm>
              <a:off x="5121804" y="3339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0" name="pt23620"/>
            <p:cNvSpPr/>
            <p:nvPr/>
          </p:nvSpPr>
          <p:spPr>
            <a:xfrm>
              <a:off x="5140095" y="39110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1" name="pt23621"/>
            <p:cNvSpPr/>
            <p:nvPr/>
          </p:nvSpPr>
          <p:spPr>
            <a:xfrm>
              <a:off x="5128480" y="36516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2" name="pt23622"/>
            <p:cNvSpPr/>
            <p:nvPr/>
          </p:nvSpPr>
          <p:spPr>
            <a:xfrm>
              <a:off x="5095964" y="36125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3" name="pt23623"/>
            <p:cNvSpPr/>
            <p:nvPr/>
          </p:nvSpPr>
          <p:spPr>
            <a:xfrm>
              <a:off x="5030007" y="38267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4" name="pt23624"/>
            <p:cNvSpPr/>
            <p:nvPr/>
          </p:nvSpPr>
          <p:spPr>
            <a:xfrm>
              <a:off x="5154566" y="36739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5" name="pt23625"/>
            <p:cNvSpPr/>
            <p:nvPr/>
          </p:nvSpPr>
          <p:spPr>
            <a:xfrm>
              <a:off x="5128413" y="34150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6" name="pt23626"/>
            <p:cNvSpPr/>
            <p:nvPr/>
          </p:nvSpPr>
          <p:spPr>
            <a:xfrm>
              <a:off x="5162348" y="3801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7" name="pt23627"/>
            <p:cNvSpPr/>
            <p:nvPr/>
          </p:nvSpPr>
          <p:spPr>
            <a:xfrm>
              <a:off x="5149438" y="3737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8" name="pt23628"/>
            <p:cNvSpPr/>
            <p:nvPr/>
          </p:nvSpPr>
          <p:spPr>
            <a:xfrm>
              <a:off x="5170479" y="37752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29" name="pt23629"/>
            <p:cNvSpPr/>
            <p:nvPr/>
          </p:nvSpPr>
          <p:spPr>
            <a:xfrm>
              <a:off x="5078968" y="35497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0" name="pt23630"/>
            <p:cNvSpPr/>
            <p:nvPr/>
          </p:nvSpPr>
          <p:spPr>
            <a:xfrm>
              <a:off x="5155794" y="3404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1" name="pt23631"/>
            <p:cNvSpPr/>
            <p:nvPr/>
          </p:nvSpPr>
          <p:spPr>
            <a:xfrm>
              <a:off x="5154074" y="34963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2" name="pt23632"/>
            <p:cNvSpPr/>
            <p:nvPr/>
          </p:nvSpPr>
          <p:spPr>
            <a:xfrm>
              <a:off x="5125682" y="35537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3" name="pt23633"/>
            <p:cNvSpPr/>
            <p:nvPr/>
          </p:nvSpPr>
          <p:spPr>
            <a:xfrm>
              <a:off x="5206865" y="3720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4" name="pt23634"/>
            <p:cNvSpPr/>
            <p:nvPr/>
          </p:nvSpPr>
          <p:spPr>
            <a:xfrm>
              <a:off x="5214419" y="3673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5" name="pt23635"/>
            <p:cNvSpPr/>
            <p:nvPr/>
          </p:nvSpPr>
          <p:spPr>
            <a:xfrm>
              <a:off x="5046538" y="33109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6" name="pt23636"/>
            <p:cNvSpPr/>
            <p:nvPr/>
          </p:nvSpPr>
          <p:spPr>
            <a:xfrm>
              <a:off x="5209505" y="3233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7" name="pt23637"/>
            <p:cNvSpPr/>
            <p:nvPr/>
          </p:nvSpPr>
          <p:spPr>
            <a:xfrm>
              <a:off x="5144977" y="38842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8" name="pt23638"/>
            <p:cNvSpPr/>
            <p:nvPr/>
          </p:nvSpPr>
          <p:spPr>
            <a:xfrm>
              <a:off x="5167521" y="33360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39" name="pt23639"/>
            <p:cNvSpPr/>
            <p:nvPr/>
          </p:nvSpPr>
          <p:spPr>
            <a:xfrm>
              <a:off x="5158525" y="3544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0" name="pt23640"/>
            <p:cNvSpPr/>
            <p:nvPr/>
          </p:nvSpPr>
          <p:spPr>
            <a:xfrm>
              <a:off x="5127710" y="35916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1" name="pt23641"/>
            <p:cNvSpPr/>
            <p:nvPr/>
          </p:nvSpPr>
          <p:spPr>
            <a:xfrm>
              <a:off x="5129153" y="3347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2" name="pt23642"/>
            <p:cNvSpPr/>
            <p:nvPr/>
          </p:nvSpPr>
          <p:spPr>
            <a:xfrm>
              <a:off x="5687608" y="3499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3" name="pt23643"/>
            <p:cNvSpPr/>
            <p:nvPr/>
          </p:nvSpPr>
          <p:spPr>
            <a:xfrm>
              <a:off x="5277647" y="34888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4" name="pt23644"/>
            <p:cNvSpPr/>
            <p:nvPr/>
          </p:nvSpPr>
          <p:spPr>
            <a:xfrm>
              <a:off x="5120275" y="3458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5" name="pt23645"/>
            <p:cNvSpPr/>
            <p:nvPr/>
          </p:nvSpPr>
          <p:spPr>
            <a:xfrm>
              <a:off x="5113595" y="3977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6" name="pt23646"/>
            <p:cNvSpPr/>
            <p:nvPr/>
          </p:nvSpPr>
          <p:spPr>
            <a:xfrm>
              <a:off x="5101751" y="3501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7" name="pt23647"/>
            <p:cNvSpPr/>
            <p:nvPr/>
          </p:nvSpPr>
          <p:spPr>
            <a:xfrm>
              <a:off x="5162638" y="34594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8" name="pt23648"/>
            <p:cNvSpPr/>
            <p:nvPr/>
          </p:nvSpPr>
          <p:spPr>
            <a:xfrm>
              <a:off x="5165681" y="3368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49" name="pt23649"/>
            <p:cNvSpPr/>
            <p:nvPr/>
          </p:nvSpPr>
          <p:spPr>
            <a:xfrm>
              <a:off x="5152458" y="35329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0" name="pt23650"/>
            <p:cNvSpPr/>
            <p:nvPr/>
          </p:nvSpPr>
          <p:spPr>
            <a:xfrm>
              <a:off x="5127230" y="3382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1" name="pt23651"/>
            <p:cNvSpPr/>
            <p:nvPr/>
          </p:nvSpPr>
          <p:spPr>
            <a:xfrm>
              <a:off x="5368190" y="35005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2" name="pt23652"/>
            <p:cNvSpPr/>
            <p:nvPr/>
          </p:nvSpPr>
          <p:spPr>
            <a:xfrm>
              <a:off x="4397240" y="34604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3" name="pt23653"/>
            <p:cNvSpPr/>
            <p:nvPr/>
          </p:nvSpPr>
          <p:spPr>
            <a:xfrm>
              <a:off x="5110850" y="3890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4" name="pt23654"/>
            <p:cNvSpPr/>
            <p:nvPr/>
          </p:nvSpPr>
          <p:spPr>
            <a:xfrm>
              <a:off x="5129651" y="38224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5" name="pt23655"/>
            <p:cNvSpPr/>
            <p:nvPr/>
          </p:nvSpPr>
          <p:spPr>
            <a:xfrm>
              <a:off x="5140894" y="34712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6" name="pt23656"/>
            <p:cNvSpPr/>
            <p:nvPr/>
          </p:nvSpPr>
          <p:spPr>
            <a:xfrm>
              <a:off x="5090545" y="35635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7" name="pt23657"/>
            <p:cNvSpPr/>
            <p:nvPr/>
          </p:nvSpPr>
          <p:spPr>
            <a:xfrm>
              <a:off x="5181939" y="37149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8" name="pt23658"/>
            <p:cNvSpPr/>
            <p:nvPr/>
          </p:nvSpPr>
          <p:spPr>
            <a:xfrm>
              <a:off x="5172855" y="3723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59" name="pt23659"/>
            <p:cNvSpPr/>
            <p:nvPr/>
          </p:nvSpPr>
          <p:spPr>
            <a:xfrm>
              <a:off x="5153946" y="34707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0" name="pt23660"/>
            <p:cNvSpPr/>
            <p:nvPr/>
          </p:nvSpPr>
          <p:spPr>
            <a:xfrm>
              <a:off x="5147292" y="3458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1" name="pt23661"/>
            <p:cNvSpPr/>
            <p:nvPr/>
          </p:nvSpPr>
          <p:spPr>
            <a:xfrm>
              <a:off x="5137408" y="3443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2" name="pt23662"/>
            <p:cNvSpPr/>
            <p:nvPr/>
          </p:nvSpPr>
          <p:spPr>
            <a:xfrm>
              <a:off x="5169880" y="3380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3" name="pt23663"/>
            <p:cNvSpPr/>
            <p:nvPr/>
          </p:nvSpPr>
          <p:spPr>
            <a:xfrm>
              <a:off x="5134317" y="32335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4" name="pt23664"/>
            <p:cNvSpPr/>
            <p:nvPr/>
          </p:nvSpPr>
          <p:spPr>
            <a:xfrm>
              <a:off x="5166369" y="35903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5" name="pt23665"/>
            <p:cNvSpPr/>
            <p:nvPr/>
          </p:nvSpPr>
          <p:spPr>
            <a:xfrm>
              <a:off x="5165140" y="3428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6" name="pt23666"/>
            <p:cNvSpPr/>
            <p:nvPr/>
          </p:nvSpPr>
          <p:spPr>
            <a:xfrm>
              <a:off x="5133740" y="3341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7" name="pt23667"/>
            <p:cNvSpPr/>
            <p:nvPr/>
          </p:nvSpPr>
          <p:spPr>
            <a:xfrm>
              <a:off x="5152989" y="3046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8" name="pt23668"/>
            <p:cNvSpPr/>
            <p:nvPr/>
          </p:nvSpPr>
          <p:spPr>
            <a:xfrm>
              <a:off x="5164328" y="36911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69" name="pt23669"/>
            <p:cNvSpPr/>
            <p:nvPr/>
          </p:nvSpPr>
          <p:spPr>
            <a:xfrm>
              <a:off x="5117157" y="3429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0" name="pt23670"/>
            <p:cNvSpPr/>
            <p:nvPr/>
          </p:nvSpPr>
          <p:spPr>
            <a:xfrm>
              <a:off x="5134067" y="34108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1" name="pt23671"/>
            <p:cNvSpPr/>
            <p:nvPr/>
          </p:nvSpPr>
          <p:spPr>
            <a:xfrm>
              <a:off x="5153764" y="3678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2" name="pt23672"/>
            <p:cNvSpPr/>
            <p:nvPr/>
          </p:nvSpPr>
          <p:spPr>
            <a:xfrm>
              <a:off x="5389281" y="3701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3" name="pt23673"/>
            <p:cNvSpPr/>
            <p:nvPr/>
          </p:nvSpPr>
          <p:spPr>
            <a:xfrm>
              <a:off x="5144056" y="3584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4" name="pt23674"/>
            <p:cNvSpPr/>
            <p:nvPr/>
          </p:nvSpPr>
          <p:spPr>
            <a:xfrm>
              <a:off x="5146766" y="3832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5" name="pt23675"/>
            <p:cNvSpPr/>
            <p:nvPr/>
          </p:nvSpPr>
          <p:spPr>
            <a:xfrm>
              <a:off x="5192849" y="3632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6" name="pt23676"/>
            <p:cNvSpPr/>
            <p:nvPr/>
          </p:nvSpPr>
          <p:spPr>
            <a:xfrm>
              <a:off x="5168179" y="3475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7" name="pt23677"/>
            <p:cNvSpPr/>
            <p:nvPr/>
          </p:nvSpPr>
          <p:spPr>
            <a:xfrm>
              <a:off x="5122042" y="36970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8" name="pt23678"/>
            <p:cNvSpPr/>
            <p:nvPr/>
          </p:nvSpPr>
          <p:spPr>
            <a:xfrm>
              <a:off x="5129305" y="32098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79" name="pt23679"/>
            <p:cNvSpPr/>
            <p:nvPr/>
          </p:nvSpPr>
          <p:spPr>
            <a:xfrm>
              <a:off x="5133801" y="33909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0" name="pt23680"/>
            <p:cNvSpPr/>
            <p:nvPr/>
          </p:nvSpPr>
          <p:spPr>
            <a:xfrm>
              <a:off x="5138508" y="38189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1" name="pt23681"/>
            <p:cNvSpPr/>
            <p:nvPr/>
          </p:nvSpPr>
          <p:spPr>
            <a:xfrm>
              <a:off x="5162021" y="40509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2" name="pt23682"/>
            <p:cNvSpPr/>
            <p:nvPr/>
          </p:nvSpPr>
          <p:spPr>
            <a:xfrm>
              <a:off x="5095527" y="40136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3" name="pt23683"/>
            <p:cNvSpPr/>
            <p:nvPr/>
          </p:nvSpPr>
          <p:spPr>
            <a:xfrm>
              <a:off x="5104363" y="3395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4" name="pt23684"/>
            <p:cNvSpPr/>
            <p:nvPr/>
          </p:nvSpPr>
          <p:spPr>
            <a:xfrm>
              <a:off x="5135463" y="33884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5" name="pt23685"/>
            <p:cNvSpPr/>
            <p:nvPr/>
          </p:nvSpPr>
          <p:spPr>
            <a:xfrm>
              <a:off x="5491787" y="3545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6" name="pt23686"/>
            <p:cNvSpPr/>
            <p:nvPr/>
          </p:nvSpPr>
          <p:spPr>
            <a:xfrm>
              <a:off x="5163892" y="53599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7" name="pt23687"/>
            <p:cNvSpPr/>
            <p:nvPr/>
          </p:nvSpPr>
          <p:spPr>
            <a:xfrm>
              <a:off x="5140363" y="34096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8" name="pt23688"/>
            <p:cNvSpPr/>
            <p:nvPr/>
          </p:nvSpPr>
          <p:spPr>
            <a:xfrm>
              <a:off x="5146269" y="34986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89" name="pt23689"/>
            <p:cNvSpPr/>
            <p:nvPr/>
          </p:nvSpPr>
          <p:spPr>
            <a:xfrm>
              <a:off x="5209668" y="3718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0" name="pt23690"/>
            <p:cNvSpPr/>
            <p:nvPr/>
          </p:nvSpPr>
          <p:spPr>
            <a:xfrm>
              <a:off x="5151838" y="3756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1" name="pt23691"/>
            <p:cNvSpPr/>
            <p:nvPr/>
          </p:nvSpPr>
          <p:spPr>
            <a:xfrm>
              <a:off x="5175381" y="38505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2" name="pt23692"/>
            <p:cNvSpPr/>
            <p:nvPr/>
          </p:nvSpPr>
          <p:spPr>
            <a:xfrm>
              <a:off x="5117743" y="3403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3" name="pt23693"/>
            <p:cNvSpPr/>
            <p:nvPr/>
          </p:nvSpPr>
          <p:spPr>
            <a:xfrm>
              <a:off x="5165007" y="34534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4" name="pt23694"/>
            <p:cNvSpPr/>
            <p:nvPr/>
          </p:nvSpPr>
          <p:spPr>
            <a:xfrm>
              <a:off x="5130907" y="34089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5" name="pt23695"/>
            <p:cNvSpPr/>
            <p:nvPr/>
          </p:nvSpPr>
          <p:spPr>
            <a:xfrm>
              <a:off x="5186106" y="33924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6" name="pt23696"/>
            <p:cNvSpPr/>
            <p:nvPr/>
          </p:nvSpPr>
          <p:spPr>
            <a:xfrm>
              <a:off x="5147281" y="3187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7" name="pt23697"/>
            <p:cNvSpPr/>
            <p:nvPr/>
          </p:nvSpPr>
          <p:spPr>
            <a:xfrm>
              <a:off x="5174423" y="3536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8" name="pt23698"/>
            <p:cNvSpPr/>
            <p:nvPr/>
          </p:nvSpPr>
          <p:spPr>
            <a:xfrm>
              <a:off x="5208103" y="34799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699" name="pt23699"/>
            <p:cNvSpPr/>
            <p:nvPr/>
          </p:nvSpPr>
          <p:spPr>
            <a:xfrm>
              <a:off x="5119870" y="3576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0" name="pt23700"/>
            <p:cNvSpPr/>
            <p:nvPr/>
          </p:nvSpPr>
          <p:spPr>
            <a:xfrm>
              <a:off x="5001696" y="329811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01" name="pt23701"/>
            <p:cNvSpPr/>
            <p:nvPr/>
          </p:nvSpPr>
          <p:spPr>
            <a:xfrm>
              <a:off x="5125284" y="36209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2" name="pt23702"/>
            <p:cNvSpPr/>
            <p:nvPr/>
          </p:nvSpPr>
          <p:spPr>
            <a:xfrm>
              <a:off x="5122080" y="3348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3" name="pt23703"/>
            <p:cNvSpPr/>
            <p:nvPr/>
          </p:nvSpPr>
          <p:spPr>
            <a:xfrm>
              <a:off x="5157950" y="39698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4" name="pt23704"/>
            <p:cNvSpPr/>
            <p:nvPr/>
          </p:nvSpPr>
          <p:spPr>
            <a:xfrm>
              <a:off x="5146074" y="36881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5" name="pt23705"/>
            <p:cNvSpPr/>
            <p:nvPr/>
          </p:nvSpPr>
          <p:spPr>
            <a:xfrm>
              <a:off x="5162205" y="3985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6" name="pt23706"/>
            <p:cNvSpPr/>
            <p:nvPr/>
          </p:nvSpPr>
          <p:spPr>
            <a:xfrm>
              <a:off x="5163108" y="37276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7" name="pt23707"/>
            <p:cNvSpPr/>
            <p:nvPr/>
          </p:nvSpPr>
          <p:spPr>
            <a:xfrm>
              <a:off x="5121839" y="3502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08" name="pt23708"/>
            <p:cNvSpPr/>
            <p:nvPr/>
          </p:nvSpPr>
          <p:spPr>
            <a:xfrm>
              <a:off x="4918147" y="340880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09" name="pt23709"/>
            <p:cNvSpPr/>
            <p:nvPr/>
          </p:nvSpPr>
          <p:spPr>
            <a:xfrm>
              <a:off x="5144097" y="3067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0" name="pt23710"/>
            <p:cNvSpPr/>
            <p:nvPr/>
          </p:nvSpPr>
          <p:spPr>
            <a:xfrm>
              <a:off x="5115853" y="3827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1" name="pt23711"/>
            <p:cNvSpPr/>
            <p:nvPr/>
          </p:nvSpPr>
          <p:spPr>
            <a:xfrm>
              <a:off x="5059065" y="34200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2" name="pt23712"/>
            <p:cNvSpPr/>
            <p:nvPr/>
          </p:nvSpPr>
          <p:spPr>
            <a:xfrm>
              <a:off x="5120570" y="3321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3" name="pt23713"/>
            <p:cNvSpPr/>
            <p:nvPr/>
          </p:nvSpPr>
          <p:spPr>
            <a:xfrm>
              <a:off x="5118515" y="3403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4" name="pt23714"/>
            <p:cNvSpPr/>
            <p:nvPr/>
          </p:nvSpPr>
          <p:spPr>
            <a:xfrm>
              <a:off x="5143046" y="3401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5" name="pt23715"/>
            <p:cNvSpPr/>
            <p:nvPr/>
          </p:nvSpPr>
          <p:spPr>
            <a:xfrm>
              <a:off x="5164941" y="3544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6" name="pt23716"/>
            <p:cNvSpPr/>
            <p:nvPr/>
          </p:nvSpPr>
          <p:spPr>
            <a:xfrm>
              <a:off x="5157156" y="35645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7" name="pt23717"/>
            <p:cNvSpPr/>
            <p:nvPr/>
          </p:nvSpPr>
          <p:spPr>
            <a:xfrm>
              <a:off x="5296534" y="368991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18" name="pt23718"/>
            <p:cNvSpPr/>
            <p:nvPr/>
          </p:nvSpPr>
          <p:spPr>
            <a:xfrm>
              <a:off x="5155801" y="3665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19" name="pt23719"/>
            <p:cNvSpPr/>
            <p:nvPr/>
          </p:nvSpPr>
          <p:spPr>
            <a:xfrm>
              <a:off x="5165368" y="32311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0" name="pt23720"/>
            <p:cNvSpPr/>
            <p:nvPr/>
          </p:nvSpPr>
          <p:spPr>
            <a:xfrm>
              <a:off x="5157289" y="35379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1" name="pt23721"/>
            <p:cNvSpPr/>
            <p:nvPr/>
          </p:nvSpPr>
          <p:spPr>
            <a:xfrm>
              <a:off x="5130403" y="3373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2" name="pt23722"/>
            <p:cNvSpPr/>
            <p:nvPr/>
          </p:nvSpPr>
          <p:spPr>
            <a:xfrm>
              <a:off x="5162247" y="30312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3" name="pt23723"/>
            <p:cNvSpPr/>
            <p:nvPr/>
          </p:nvSpPr>
          <p:spPr>
            <a:xfrm>
              <a:off x="5314529" y="340465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24" name="pt23724"/>
            <p:cNvSpPr/>
            <p:nvPr/>
          </p:nvSpPr>
          <p:spPr>
            <a:xfrm>
              <a:off x="5162693" y="3312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5" name="pt23725"/>
            <p:cNvSpPr/>
            <p:nvPr/>
          </p:nvSpPr>
          <p:spPr>
            <a:xfrm>
              <a:off x="5149884" y="3737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6" name="pt23726"/>
            <p:cNvSpPr/>
            <p:nvPr/>
          </p:nvSpPr>
          <p:spPr>
            <a:xfrm>
              <a:off x="5125525" y="3435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7" name="pt23727"/>
            <p:cNvSpPr/>
            <p:nvPr/>
          </p:nvSpPr>
          <p:spPr>
            <a:xfrm>
              <a:off x="5123577" y="35391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8" name="pt23728"/>
            <p:cNvSpPr/>
            <p:nvPr/>
          </p:nvSpPr>
          <p:spPr>
            <a:xfrm>
              <a:off x="5106409" y="35360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29" name="pt23729"/>
            <p:cNvSpPr/>
            <p:nvPr/>
          </p:nvSpPr>
          <p:spPr>
            <a:xfrm>
              <a:off x="5151326" y="31783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0" name="pt23730"/>
            <p:cNvSpPr/>
            <p:nvPr/>
          </p:nvSpPr>
          <p:spPr>
            <a:xfrm>
              <a:off x="5097014" y="34949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1" name="pt23731"/>
            <p:cNvSpPr/>
            <p:nvPr/>
          </p:nvSpPr>
          <p:spPr>
            <a:xfrm>
              <a:off x="5137841" y="36230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2" name="pt23732"/>
            <p:cNvSpPr/>
            <p:nvPr/>
          </p:nvSpPr>
          <p:spPr>
            <a:xfrm>
              <a:off x="5170199" y="3568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3" name="pt23733"/>
            <p:cNvSpPr/>
            <p:nvPr/>
          </p:nvSpPr>
          <p:spPr>
            <a:xfrm>
              <a:off x="5093624" y="37908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4" name="pt23734"/>
            <p:cNvSpPr/>
            <p:nvPr/>
          </p:nvSpPr>
          <p:spPr>
            <a:xfrm>
              <a:off x="5156930" y="3895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5" name="pt23735"/>
            <p:cNvSpPr/>
            <p:nvPr/>
          </p:nvSpPr>
          <p:spPr>
            <a:xfrm>
              <a:off x="5142826" y="3529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6" name="pt23736"/>
            <p:cNvSpPr/>
            <p:nvPr/>
          </p:nvSpPr>
          <p:spPr>
            <a:xfrm>
              <a:off x="5192810" y="3426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7" name="pt23737"/>
            <p:cNvSpPr/>
            <p:nvPr/>
          </p:nvSpPr>
          <p:spPr>
            <a:xfrm>
              <a:off x="5211138" y="3787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8" name="pt23738"/>
            <p:cNvSpPr/>
            <p:nvPr/>
          </p:nvSpPr>
          <p:spPr>
            <a:xfrm>
              <a:off x="5186188" y="3764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39" name="pt23739"/>
            <p:cNvSpPr/>
            <p:nvPr/>
          </p:nvSpPr>
          <p:spPr>
            <a:xfrm>
              <a:off x="5117530" y="3890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0" name="pt23740"/>
            <p:cNvSpPr/>
            <p:nvPr/>
          </p:nvSpPr>
          <p:spPr>
            <a:xfrm>
              <a:off x="5231078" y="3711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1" name="pt23741"/>
            <p:cNvSpPr/>
            <p:nvPr/>
          </p:nvSpPr>
          <p:spPr>
            <a:xfrm>
              <a:off x="6165400" y="3599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2" name="pt23742"/>
            <p:cNvSpPr/>
            <p:nvPr/>
          </p:nvSpPr>
          <p:spPr>
            <a:xfrm>
              <a:off x="5535479" y="384718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43" name="pt23743"/>
            <p:cNvSpPr/>
            <p:nvPr/>
          </p:nvSpPr>
          <p:spPr>
            <a:xfrm>
              <a:off x="5589899" y="35085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4" name="pt23744"/>
            <p:cNvSpPr/>
            <p:nvPr/>
          </p:nvSpPr>
          <p:spPr>
            <a:xfrm>
              <a:off x="5140177" y="34833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5" name="pt23745"/>
            <p:cNvSpPr/>
            <p:nvPr/>
          </p:nvSpPr>
          <p:spPr>
            <a:xfrm>
              <a:off x="5293657" y="329682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46" name="pt23746"/>
            <p:cNvSpPr/>
            <p:nvPr/>
          </p:nvSpPr>
          <p:spPr>
            <a:xfrm>
              <a:off x="5067905" y="3351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7" name="pt23747"/>
            <p:cNvSpPr/>
            <p:nvPr/>
          </p:nvSpPr>
          <p:spPr>
            <a:xfrm>
              <a:off x="5094848" y="38048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8" name="pt23748"/>
            <p:cNvSpPr/>
            <p:nvPr/>
          </p:nvSpPr>
          <p:spPr>
            <a:xfrm>
              <a:off x="5170176" y="33258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49" name="pt23749"/>
            <p:cNvSpPr/>
            <p:nvPr/>
          </p:nvSpPr>
          <p:spPr>
            <a:xfrm>
              <a:off x="5162709" y="38133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0" name="pt23750"/>
            <p:cNvSpPr/>
            <p:nvPr/>
          </p:nvSpPr>
          <p:spPr>
            <a:xfrm>
              <a:off x="5337258" y="381129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51" name="pt23751"/>
            <p:cNvSpPr/>
            <p:nvPr/>
          </p:nvSpPr>
          <p:spPr>
            <a:xfrm>
              <a:off x="5142105" y="33258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2" name="pt23752"/>
            <p:cNvSpPr/>
            <p:nvPr/>
          </p:nvSpPr>
          <p:spPr>
            <a:xfrm>
              <a:off x="5144668" y="3356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3" name="pt23753"/>
            <p:cNvSpPr/>
            <p:nvPr/>
          </p:nvSpPr>
          <p:spPr>
            <a:xfrm>
              <a:off x="5184696" y="3580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4" name="pt23754"/>
            <p:cNvSpPr/>
            <p:nvPr/>
          </p:nvSpPr>
          <p:spPr>
            <a:xfrm>
              <a:off x="5234829" y="3628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5" name="pt23755"/>
            <p:cNvSpPr/>
            <p:nvPr/>
          </p:nvSpPr>
          <p:spPr>
            <a:xfrm>
              <a:off x="5168855" y="36907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6" name="pt23756"/>
            <p:cNvSpPr/>
            <p:nvPr/>
          </p:nvSpPr>
          <p:spPr>
            <a:xfrm>
              <a:off x="5181554" y="33014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7" name="pt23757"/>
            <p:cNvSpPr/>
            <p:nvPr/>
          </p:nvSpPr>
          <p:spPr>
            <a:xfrm>
              <a:off x="5146530" y="23624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8" name="pt23758"/>
            <p:cNvSpPr/>
            <p:nvPr/>
          </p:nvSpPr>
          <p:spPr>
            <a:xfrm>
              <a:off x="5245607" y="37955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59" name="pt23759"/>
            <p:cNvSpPr/>
            <p:nvPr/>
          </p:nvSpPr>
          <p:spPr>
            <a:xfrm>
              <a:off x="5217121" y="3729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0" name="pt23760"/>
            <p:cNvSpPr/>
            <p:nvPr/>
          </p:nvSpPr>
          <p:spPr>
            <a:xfrm>
              <a:off x="5156866" y="36795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1" name="pt23761"/>
            <p:cNvSpPr/>
            <p:nvPr/>
          </p:nvSpPr>
          <p:spPr>
            <a:xfrm>
              <a:off x="5119060" y="34105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2" name="pt23762"/>
            <p:cNvSpPr/>
            <p:nvPr/>
          </p:nvSpPr>
          <p:spPr>
            <a:xfrm>
              <a:off x="5169190" y="36648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3" name="pt23763"/>
            <p:cNvSpPr/>
            <p:nvPr/>
          </p:nvSpPr>
          <p:spPr>
            <a:xfrm>
              <a:off x="5157443" y="3469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4" name="pt23764"/>
            <p:cNvSpPr/>
            <p:nvPr/>
          </p:nvSpPr>
          <p:spPr>
            <a:xfrm>
              <a:off x="5120496" y="3611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5" name="pt23765"/>
            <p:cNvSpPr/>
            <p:nvPr/>
          </p:nvSpPr>
          <p:spPr>
            <a:xfrm>
              <a:off x="5164365" y="33030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6" name="pt23766"/>
            <p:cNvSpPr/>
            <p:nvPr/>
          </p:nvSpPr>
          <p:spPr>
            <a:xfrm>
              <a:off x="5087278" y="36024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7" name="pt23767"/>
            <p:cNvSpPr/>
            <p:nvPr/>
          </p:nvSpPr>
          <p:spPr>
            <a:xfrm>
              <a:off x="5181925" y="37489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8" name="pt23768"/>
            <p:cNvSpPr/>
            <p:nvPr/>
          </p:nvSpPr>
          <p:spPr>
            <a:xfrm>
              <a:off x="5151686" y="36982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69" name="pt23769"/>
            <p:cNvSpPr/>
            <p:nvPr/>
          </p:nvSpPr>
          <p:spPr>
            <a:xfrm>
              <a:off x="5129702" y="3746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0" name="pt23770"/>
            <p:cNvSpPr/>
            <p:nvPr/>
          </p:nvSpPr>
          <p:spPr>
            <a:xfrm>
              <a:off x="5183673" y="35990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1" name="pt23771"/>
            <p:cNvSpPr/>
            <p:nvPr/>
          </p:nvSpPr>
          <p:spPr>
            <a:xfrm>
              <a:off x="5075275" y="37033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2" name="pt23772"/>
            <p:cNvSpPr/>
            <p:nvPr/>
          </p:nvSpPr>
          <p:spPr>
            <a:xfrm>
              <a:off x="5263295" y="3452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3" name="pt23773"/>
            <p:cNvSpPr/>
            <p:nvPr/>
          </p:nvSpPr>
          <p:spPr>
            <a:xfrm>
              <a:off x="5175720" y="38687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4" name="pt23774"/>
            <p:cNvSpPr/>
            <p:nvPr/>
          </p:nvSpPr>
          <p:spPr>
            <a:xfrm>
              <a:off x="5110625" y="4244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5" name="pt23775"/>
            <p:cNvSpPr/>
            <p:nvPr/>
          </p:nvSpPr>
          <p:spPr>
            <a:xfrm>
              <a:off x="5166847" y="3503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6" name="pt23776"/>
            <p:cNvSpPr/>
            <p:nvPr/>
          </p:nvSpPr>
          <p:spPr>
            <a:xfrm>
              <a:off x="5146791" y="3890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7" name="pt23777"/>
            <p:cNvSpPr/>
            <p:nvPr/>
          </p:nvSpPr>
          <p:spPr>
            <a:xfrm>
              <a:off x="5141246" y="32529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8" name="pt23778"/>
            <p:cNvSpPr/>
            <p:nvPr/>
          </p:nvSpPr>
          <p:spPr>
            <a:xfrm>
              <a:off x="5119627" y="35321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79" name="pt23779"/>
            <p:cNvSpPr/>
            <p:nvPr/>
          </p:nvSpPr>
          <p:spPr>
            <a:xfrm>
              <a:off x="5210945" y="35333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0" name="pt23780"/>
            <p:cNvSpPr/>
            <p:nvPr/>
          </p:nvSpPr>
          <p:spPr>
            <a:xfrm>
              <a:off x="5165881" y="3691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1" name="pt23781"/>
            <p:cNvSpPr/>
            <p:nvPr/>
          </p:nvSpPr>
          <p:spPr>
            <a:xfrm>
              <a:off x="5575964" y="388165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82" name="pt23782"/>
            <p:cNvSpPr/>
            <p:nvPr/>
          </p:nvSpPr>
          <p:spPr>
            <a:xfrm>
              <a:off x="5122593" y="3322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3" name="pt23783"/>
            <p:cNvSpPr/>
            <p:nvPr/>
          </p:nvSpPr>
          <p:spPr>
            <a:xfrm>
              <a:off x="5123181" y="36481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4" name="pt23784"/>
            <p:cNvSpPr/>
            <p:nvPr/>
          </p:nvSpPr>
          <p:spPr>
            <a:xfrm>
              <a:off x="5123032" y="34058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5" name="pt23785"/>
            <p:cNvSpPr/>
            <p:nvPr/>
          </p:nvSpPr>
          <p:spPr>
            <a:xfrm>
              <a:off x="4443782" y="3420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6" name="pt23786"/>
            <p:cNvSpPr/>
            <p:nvPr/>
          </p:nvSpPr>
          <p:spPr>
            <a:xfrm>
              <a:off x="5142654" y="3600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7" name="pt23787"/>
            <p:cNvSpPr/>
            <p:nvPr/>
          </p:nvSpPr>
          <p:spPr>
            <a:xfrm>
              <a:off x="5167467" y="36353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8" name="pt23788"/>
            <p:cNvSpPr/>
            <p:nvPr/>
          </p:nvSpPr>
          <p:spPr>
            <a:xfrm>
              <a:off x="5166088" y="36589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89" name="pt23789"/>
            <p:cNvSpPr/>
            <p:nvPr/>
          </p:nvSpPr>
          <p:spPr>
            <a:xfrm>
              <a:off x="5208890" y="3741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0" name="pt23790"/>
            <p:cNvSpPr/>
            <p:nvPr/>
          </p:nvSpPr>
          <p:spPr>
            <a:xfrm>
              <a:off x="5015157" y="39339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1" name="pt23791"/>
            <p:cNvSpPr/>
            <p:nvPr/>
          </p:nvSpPr>
          <p:spPr>
            <a:xfrm>
              <a:off x="5131730" y="3637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2" name="pt23792"/>
            <p:cNvSpPr/>
            <p:nvPr/>
          </p:nvSpPr>
          <p:spPr>
            <a:xfrm>
              <a:off x="5161407" y="3776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3" name="pt23793"/>
            <p:cNvSpPr/>
            <p:nvPr/>
          </p:nvSpPr>
          <p:spPr>
            <a:xfrm>
              <a:off x="5126376" y="34398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4" name="pt23794"/>
            <p:cNvSpPr/>
            <p:nvPr/>
          </p:nvSpPr>
          <p:spPr>
            <a:xfrm>
              <a:off x="5143236" y="2782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5" name="pt23795"/>
            <p:cNvSpPr/>
            <p:nvPr/>
          </p:nvSpPr>
          <p:spPr>
            <a:xfrm>
              <a:off x="5080679" y="3616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6" name="pt23796"/>
            <p:cNvSpPr/>
            <p:nvPr/>
          </p:nvSpPr>
          <p:spPr>
            <a:xfrm>
              <a:off x="5138232" y="38518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7" name="pt23797"/>
            <p:cNvSpPr/>
            <p:nvPr/>
          </p:nvSpPr>
          <p:spPr>
            <a:xfrm>
              <a:off x="5268997" y="379505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98" name="pt23798"/>
            <p:cNvSpPr/>
            <p:nvPr/>
          </p:nvSpPr>
          <p:spPr>
            <a:xfrm>
              <a:off x="5186953" y="36564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799" name="pt23799"/>
            <p:cNvSpPr/>
            <p:nvPr/>
          </p:nvSpPr>
          <p:spPr>
            <a:xfrm>
              <a:off x="5127397" y="3711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0" name="pt23800"/>
            <p:cNvSpPr/>
            <p:nvPr/>
          </p:nvSpPr>
          <p:spPr>
            <a:xfrm>
              <a:off x="5152069" y="35226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1" name="pt23801"/>
            <p:cNvSpPr/>
            <p:nvPr/>
          </p:nvSpPr>
          <p:spPr>
            <a:xfrm>
              <a:off x="5023447" y="3398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2" name="pt23802"/>
            <p:cNvSpPr/>
            <p:nvPr/>
          </p:nvSpPr>
          <p:spPr>
            <a:xfrm>
              <a:off x="5165038" y="33653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3" name="pt23803"/>
            <p:cNvSpPr/>
            <p:nvPr/>
          </p:nvSpPr>
          <p:spPr>
            <a:xfrm>
              <a:off x="5100601" y="35441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4" name="pt23804"/>
            <p:cNvSpPr/>
            <p:nvPr/>
          </p:nvSpPr>
          <p:spPr>
            <a:xfrm>
              <a:off x="5632001" y="383135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05" name="pt23805"/>
            <p:cNvSpPr/>
            <p:nvPr/>
          </p:nvSpPr>
          <p:spPr>
            <a:xfrm>
              <a:off x="5121315" y="3327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6" name="pt23806"/>
            <p:cNvSpPr/>
            <p:nvPr/>
          </p:nvSpPr>
          <p:spPr>
            <a:xfrm>
              <a:off x="5081316" y="36989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7" name="pt23807"/>
            <p:cNvSpPr/>
            <p:nvPr/>
          </p:nvSpPr>
          <p:spPr>
            <a:xfrm>
              <a:off x="5144327" y="36668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8" name="pt23808"/>
            <p:cNvSpPr/>
            <p:nvPr/>
          </p:nvSpPr>
          <p:spPr>
            <a:xfrm>
              <a:off x="5141780" y="33759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09" name="pt23809"/>
            <p:cNvSpPr/>
            <p:nvPr/>
          </p:nvSpPr>
          <p:spPr>
            <a:xfrm>
              <a:off x="5133653" y="39053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0" name="pt23810"/>
            <p:cNvSpPr/>
            <p:nvPr/>
          </p:nvSpPr>
          <p:spPr>
            <a:xfrm>
              <a:off x="5133755" y="3368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1" name="pt23811"/>
            <p:cNvSpPr/>
            <p:nvPr/>
          </p:nvSpPr>
          <p:spPr>
            <a:xfrm>
              <a:off x="5116223" y="3718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2" name="pt23812"/>
            <p:cNvSpPr/>
            <p:nvPr/>
          </p:nvSpPr>
          <p:spPr>
            <a:xfrm>
              <a:off x="5138737" y="3503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3" name="pt23813"/>
            <p:cNvSpPr/>
            <p:nvPr/>
          </p:nvSpPr>
          <p:spPr>
            <a:xfrm>
              <a:off x="5181117" y="3799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4" name="pt23814"/>
            <p:cNvSpPr/>
            <p:nvPr/>
          </p:nvSpPr>
          <p:spPr>
            <a:xfrm>
              <a:off x="5158565" y="38402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5" name="pt23815"/>
            <p:cNvSpPr/>
            <p:nvPr/>
          </p:nvSpPr>
          <p:spPr>
            <a:xfrm>
              <a:off x="5175509" y="37950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6" name="pt23816"/>
            <p:cNvSpPr/>
            <p:nvPr/>
          </p:nvSpPr>
          <p:spPr>
            <a:xfrm>
              <a:off x="5101790" y="34631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7" name="pt23817"/>
            <p:cNvSpPr/>
            <p:nvPr/>
          </p:nvSpPr>
          <p:spPr>
            <a:xfrm>
              <a:off x="5133239" y="3412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8" name="pt23818"/>
            <p:cNvSpPr/>
            <p:nvPr/>
          </p:nvSpPr>
          <p:spPr>
            <a:xfrm>
              <a:off x="5173644" y="34542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19" name="pt23819"/>
            <p:cNvSpPr/>
            <p:nvPr/>
          </p:nvSpPr>
          <p:spPr>
            <a:xfrm>
              <a:off x="5145498" y="37106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0" name="pt23820"/>
            <p:cNvSpPr/>
            <p:nvPr/>
          </p:nvSpPr>
          <p:spPr>
            <a:xfrm>
              <a:off x="5184884" y="38148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1" name="pt23821"/>
            <p:cNvSpPr/>
            <p:nvPr/>
          </p:nvSpPr>
          <p:spPr>
            <a:xfrm>
              <a:off x="5161435" y="3427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2" name="pt23822"/>
            <p:cNvSpPr/>
            <p:nvPr/>
          </p:nvSpPr>
          <p:spPr>
            <a:xfrm>
              <a:off x="5106739" y="3427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3" name="pt23823"/>
            <p:cNvSpPr/>
            <p:nvPr/>
          </p:nvSpPr>
          <p:spPr>
            <a:xfrm>
              <a:off x="5167775" y="3626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4" name="pt23824"/>
            <p:cNvSpPr/>
            <p:nvPr/>
          </p:nvSpPr>
          <p:spPr>
            <a:xfrm>
              <a:off x="4860268" y="381713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25" name="pt23825"/>
            <p:cNvSpPr/>
            <p:nvPr/>
          </p:nvSpPr>
          <p:spPr>
            <a:xfrm>
              <a:off x="5119528" y="37342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6" name="pt23826"/>
            <p:cNvSpPr/>
            <p:nvPr/>
          </p:nvSpPr>
          <p:spPr>
            <a:xfrm>
              <a:off x="5168341" y="34096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7" name="pt23827"/>
            <p:cNvSpPr/>
            <p:nvPr/>
          </p:nvSpPr>
          <p:spPr>
            <a:xfrm>
              <a:off x="5155403" y="3606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8" name="pt23828"/>
            <p:cNvSpPr/>
            <p:nvPr/>
          </p:nvSpPr>
          <p:spPr>
            <a:xfrm>
              <a:off x="5138012" y="35337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29" name="pt23829"/>
            <p:cNvSpPr/>
            <p:nvPr/>
          </p:nvSpPr>
          <p:spPr>
            <a:xfrm>
              <a:off x="5136247" y="3467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0" name="pt23830"/>
            <p:cNvSpPr/>
            <p:nvPr/>
          </p:nvSpPr>
          <p:spPr>
            <a:xfrm>
              <a:off x="5910694" y="37398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1" name="pt23831"/>
            <p:cNvSpPr/>
            <p:nvPr/>
          </p:nvSpPr>
          <p:spPr>
            <a:xfrm>
              <a:off x="5194805" y="37729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2" name="pt23832"/>
            <p:cNvSpPr/>
            <p:nvPr/>
          </p:nvSpPr>
          <p:spPr>
            <a:xfrm>
              <a:off x="5163894" y="32485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3" name="pt23833"/>
            <p:cNvSpPr/>
            <p:nvPr/>
          </p:nvSpPr>
          <p:spPr>
            <a:xfrm>
              <a:off x="5113589" y="33177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4" name="pt23834"/>
            <p:cNvSpPr/>
            <p:nvPr/>
          </p:nvSpPr>
          <p:spPr>
            <a:xfrm>
              <a:off x="5175745" y="36405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5" name="pt23835"/>
            <p:cNvSpPr/>
            <p:nvPr/>
          </p:nvSpPr>
          <p:spPr>
            <a:xfrm>
              <a:off x="5173547" y="36949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6" name="pt23836"/>
            <p:cNvSpPr/>
            <p:nvPr/>
          </p:nvSpPr>
          <p:spPr>
            <a:xfrm>
              <a:off x="5136489" y="3459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7" name="pt23837"/>
            <p:cNvSpPr/>
            <p:nvPr/>
          </p:nvSpPr>
          <p:spPr>
            <a:xfrm>
              <a:off x="5152601" y="35826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8" name="pt23838"/>
            <p:cNvSpPr/>
            <p:nvPr/>
          </p:nvSpPr>
          <p:spPr>
            <a:xfrm>
              <a:off x="5189487" y="37598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39" name="pt23839"/>
            <p:cNvSpPr/>
            <p:nvPr/>
          </p:nvSpPr>
          <p:spPr>
            <a:xfrm>
              <a:off x="5141960" y="3654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0" name="pt23840"/>
            <p:cNvSpPr/>
            <p:nvPr/>
          </p:nvSpPr>
          <p:spPr>
            <a:xfrm>
              <a:off x="5137912" y="33789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1" name="pt23841"/>
            <p:cNvSpPr/>
            <p:nvPr/>
          </p:nvSpPr>
          <p:spPr>
            <a:xfrm>
              <a:off x="5191375" y="35659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2" name="pt23842"/>
            <p:cNvSpPr/>
            <p:nvPr/>
          </p:nvSpPr>
          <p:spPr>
            <a:xfrm>
              <a:off x="5132608" y="33534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3" name="pt23843"/>
            <p:cNvSpPr/>
            <p:nvPr/>
          </p:nvSpPr>
          <p:spPr>
            <a:xfrm>
              <a:off x="5106731" y="3425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4" name="pt23844"/>
            <p:cNvSpPr/>
            <p:nvPr/>
          </p:nvSpPr>
          <p:spPr>
            <a:xfrm>
              <a:off x="5097908" y="34072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5" name="pt23845"/>
            <p:cNvSpPr/>
            <p:nvPr/>
          </p:nvSpPr>
          <p:spPr>
            <a:xfrm>
              <a:off x="5111251" y="34503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6" name="pt23846"/>
            <p:cNvSpPr/>
            <p:nvPr/>
          </p:nvSpPr>
          <p:spPr>
            <a:xfrm>
              <a:off x="5126172" y="32428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7" name="pt23847"/>
            <p:cNvSpPr/>
            <p:nvPr/>
          </p:nvSpPr>
          <p:spPr>
            <a:xfrm>
              <a:off x="5122564" y="35672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8" name="pt23848"/>
            <p:cNvSpPr/>
            <p:nvPr/>
          </p:nvSpPr>
          <p:spPr>
            <a:xfrm>
              <a:off x="5157329" y="36904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49" name="pt23849"/>
            <p:cNvSpPr/>
            <p:nvPr/>
          </p:nvSpPr>
          <p:spPr>
            <a:xfrm>
              <a:off x="5165608" y="3517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0" name="pt23850"/>
            <p:cNvSpPr/>
            <p:nvPr/>
          </p:nvSpPr>
          <p:spPr>
            <a:xfrm>
              <a:off x="5131444" y="35409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1" name="pt23851"/>
            <p:cNvSpPr/>
            <p:nvPr/>
          </p:nvSpPr>
          <p:spPr>
            <a:xfrm>
              <a:off x="5150267" y="34824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2" name="pt23852"/>
            <p:cNvSpPr/>
            <p:nvPr/>
          </p:nvSpPr>
          <p:spPr>
            <a:xfrm>
              <a:off x="5112559" y="3520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3" name="pt23853"/>
            <p:cNvSpPr/>
            <p:nvPr/>
          </p:nvSpPr>
          <p:spPr>
            <a:xfrm>
              <a:off x="5107110" y="35108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4" name="pt23854"/>
            <p:cNvSpPr/>
            <p:nvPr/>
          </p:nvSpPr>
          <p:spPr>
            <a:xfrm>
              <a:off x="5132836" y="36921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5" name="pt23855"/>
            <p:cNvSpPr/>
            <p:nvPr/>
          </p:nvSpPr>
          <p:spPr>
            <a:xfrm>
              <a:off x="5135818" y="38859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6" name="pt23856"/>
            <p:cNvSpPr/>
            <p:nvPr/>
          </p:nvSpPr>
          <p:spPr>
            <a:xfrm>
              <a:off x="5128011" y="34489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7" name="pt23857"/>
            <p:cNvSpPr/>
            <p:nvPr/>
          </p:nvSpPr>
          <p:spPr>
            <a:xfrm>
              <a:off x="5152623" y="34697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8" name="pt23858"/>
            <p:cNvSpPr/>
            <p:nvPr/>
          </p:nvSpPr>
          <p:spPr>
            <a:xfrm>
              <a:off x="5143575" y="33595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59" name="pt23859"/>
            <p:cNvSpPr/>
            <p:nvPr/>
          </p:nvSpPr>
          <p:spPr>
            <a:xfrm>
              <a:off x="5125270" y="39034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0" name="pt23860"/>
            <p:cNvSpPr/>
            <p:nvPr/>
          </p:nvSpPr>
          <p:spPr>
            <a:xfrm>
              <a:off x="5150614" y="34741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1" name="pt23861"/>
            <p:cNvSpPr/>
            <p:nvPr/>
          </p:nvSpPr>
          <p:spPr>
            <a:xfrm>
              <a:off x="5193867" y="37147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2" name="pt23862"/>
            <p:cNvSpPr/>
            <p:nvPr/>
          </p:nvSpPr>
          <p:spPr>
            <a:xfrm>
              <a:off x="5143219" y="3594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3" name="pt23863"/>
            <p:cNvSpPr/>
            <p:nvPr/>
          </p:nvSpPr>
          <p:spPr>
            <a:xfrm>
              <a:off x="5147805" y="37981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4" name="pt23864"/>
            <p:cNvSpPr/>
            <p:nvPr/>
          </p:nvSpPr>
          <p:spPr>
            <a:xfrm>
              <a:off x="5139384" y="3661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5" name="pt23865"/>
            <p:cNvSpPr/>
            <p:nvPr/>
          </p:nvSpPr>
          <p:spPr>
            <a:xfrm>
              <a:off x="5159981" y="35871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6" name="pt23866"/>
            <p:cNvSpPr/>
            <p:nvPr/>
          </p:nvSpPr>
          <p:spPr>
            <a:xfrm>
              <a:off x="5193768" y="39468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7" name="pt23867"/>
            <p:cNvSpPr/>
            <p:nvPr/>
          </p:nvSpPr>
          <p:spPr>
            <a:xfrm>
              <a:off x="5161284" y="36141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8" name="pt23868"/>
            <p:cNvSpPr/>
            <p:nvPr/>
          </p:nvSpPr>
          <p:spPr>
            <a:xfrm>
              <a:off x="5123006" y="34471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69" name="pt23869"/>
            <p:cNvSpPr/>
            <p:nvPr/>
          </p:nvSpPr>
          <p:spPr>
            <a:xfrm>
              <a:off x="5185932" y="38899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0" name="pt23870"/>
            <p:cNvSpPr/>
            <p:nvPr/>
          </p:nvSpPr>
          <p:spPr>
            <a:xfrm>
              <a:off x="5196533" y="33740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1" name="pt23871"/>
            <p:cNvSpPr/>
            <p:nvPr/>
          </p:nvSpPr>
          <p:spPr>
            <a:xfrm>
              <a:off x="5161652" y="34320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2" name="pt23872"/>
            <p:cNvSpPr/>
            <p:nvPr/>
          </p:nvSpPr>
          <p:spPr>
            <a:xfrm>
              <a:off x="5208979" y="3592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3" name="pt23873"/>
            <p:cNvSpPr/>
            <p:nvPr/>
          </p:nvSpPr>
          <p:spPr>
            <a:xfrm>
              <a:off x="5153579" y="3557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4" name="pt23874"/>
            <p:cNvSpPr/>
            <p:nvPr/>
          </p:nvSpPr>
          <p:spPr>
            <a:xfrm>
              <a:off x="5159354" y="3678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5" name="pt23875"/>
            <p:cNvSpPr/>
            <p:nvPr/>
          </p:nvSpPr>
          <p:spPr>
            <a:xfrm>
              <a:off x="5155688" y="38367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6" name="pt23876"/>
            <p:cNvSpPr/>
            <p:nvPr/>
          </p:nvSpPr>
          <p:spPr>
            <a:xfrm>
              <a:off x="5121562" y="38922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7" name="pt23877"/>
            <p:cNvSpPr/>
            <p:nvPr/>
          </p:nvSpPr>
          <p:spPr>
            <a:xfrm>
              <a:off x="5124873" y="3742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8" name="pt23878"/>
            <p:cNvSpPr/>
            <p:nvPr/>
          </p:nvSpPr>
          <p:spPr>
            <a:xfrm>
              <a:off x="5135056" y="3735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79" name="pt23879"/>
            <p:cNvSpPr/>
            <p:nvPr/>
          </p:nvSpPr>
          <p:spPr>
            <a:xfrm>
              <a:off x="5162840" y="3921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0" name="pt23880"/>
            <p:cNvSpPr/>
            <p:nvPr/>
          </p:nvSpPr>
          <p:spPr>
            <a:xfrm>
              <a:off x="5159854" y="31413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1" name="pt23881"/>
            <p:cNvSpPr/>
            <p:nvPr/>
          </p:nvSpPr>
          <p:spPr>
            <a:xfrm>
              <a:off x="5103114" y="34326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2" name="pt23882"/>
            <p:cNvSpPr/>
            <p:nvPr/>
          </p:nvSpPr>
          <p:spPr>
            <a:xfrm>
              <a:off x="6139060" y="397835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83" name="pt23883"/>
            <p:cNvSpPr/>
            <p:nvPr/>
          </p:nvSpPr>
          <p:spPr>
            <a:xfrm>
              <a:off x="5137307" y="34451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4" name="pt23884"/>
            <p:cNvSpPr/>
            <p:nvPr/>
          </p:nvSpPr>
          <p:spPr>
            <a:xfrm>
              <a:off x="5126596" y="3549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5" name="pt23885"/>
            <p:cNvSpPr/>
            <p:nvPr/>
          </p:nvSpPr>
          <p:spPr>
            <a:xfrm>
              <a:off x="5106697" y="35828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6" name="pt23886"/>
            <p:cNvSpPr/>
            <p:nvPr/>
          </p:nvSpPr>
          <p:spPr>
            <a:xfrm>
              <a:off x="5087792" y="2749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7" name="pt23887"/>
            <p:cNvSpPr/>
            <p:nvPr/>
          </p:nvSpPr>
          <p:spPr>
            <a:xfrm>
              <a:off x="5115460" y="3433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8" name="pt23888"/>
            <p:cNvSpPr/>
            <p:nvPr/>
          </p:nvSpPr>
          <p:spPr>
            <a:xfrm>
              <a:off x="5163207" y="37795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89" name="pt23889"/>
            <p:cNvSpPr/>
            <p:nvPr/>
          </p:nvSpPr>
          <p:spPr>
            <a:xfrm>
              <a:off x="5250794" y="33113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0" name="pt23890"/>
            <p:cNvSpPr/>
            <p:nvPr/>
          </p:nvSpPr>
          <p:spPr>
            <a:xfrm>
              <a:off x="5171195" y="3640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1" name="pt23891"/>
            <p:cNvSpPr/>
            <p:nvPr/>
          </p:nvSpPr>
          <p:spPr>
            <a:xfrm>
              <a:off x="4877453" y="391448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92" name="pt23892"/>
            <p:cNvSpPr/>
            <p:nvPr/>
          </p:nvSpPr>
          <p:spPr>
            <a:xfrm>
              <a:off x="5150348" y="36172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3" name="pt23893"/>
            <p:cNvSpPr/>
            <p:nvPr/>
          </p:nvSpPr>
          <p:spPr>
            <a:xfrm>
              <a:off x="5137987" y="3798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4" name="pt23894"/>
            <p:cNvSpPr/>
            <p:nvPr/>
          </p:nvSpPr>
          <p:spPr>
            <a:xfrm>
              <a:off x="5214580" y="38462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5" name="pt23895"/>
            <p:cNvSpPr/>
            <p:nvPr/>
          </p:nvSpPr>
          <p:spPr>
            <a:xfrm>
              <a:off x="5122525" y="34412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6" name="pt23896"/>
            <p:cNvSpPr/>
            <p:nvPr/>
          </p:nvSpPr>
          <p:spPr>
            <a:xfrm>
              <a:off x="5170874" y="35895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7" name="pt23897"/>
            <p:cNvSpPr/>
            <p:nvPr/>
          </p:nvSpPr>
          <p:spPr>
            <a:xfrm>
              <a:off x="5155714" y="35895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8" name="pt23898"/>
            <p:cNvSpPr/>
            <p:nvPr/>
          </p:nvSpPr>
          <p:spPr>
            <a:xfrm>
              <a:off x="5143809" y="3388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899" name="pt23899"/>
            <p:cNvSpPr/>
            <p:nvPr/>
          </p:nvSpPr>
          <p:spPr>
            <a:xfrm>
              <a:off x="5150461" y="3754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0" name="pt23900"/>
            <p:cNvSpPr/>
            <p:nvPr/>
          </p:nvSpPr>
          <p:spPr>
            <a:xfrm>
              <a:off x="5152289" y="34095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1" name="pt23901"/>
            <p:cNvSpPr/>
            <p:nvPr/>
          </p:nvSpPr>
          <p:spPr>
            <a:xfrm>
              <a:off x="5156565" y="3696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2" name="pt23902"/>
            <p:cNvSpPr/>
            <p:nvPr/>
          </p:nvSpPr>
          <p:spPr>
            <a:xfrm>
              <a:off x="5146366" y="3436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3" name="pt23903"/>
            <p:cNvSpPr/>
            <p:nvPr/>
          </p:nvSpPr>
          <p:spPr>
            <a:xfrm>
              <a:off x="5182448" y="3978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4" name="pt23904"/>
            <p:cNvSpPr/>
            <p:nvPr/>
          </p:nvSpPr>
          <p:spPr>
            <a:xfrm>
              <a:off x="5136002" y="32729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5" name="pt23905"/>
            <p:cNvSpPr/>
            <p:nvPr/>
          </p:nvSpPr>
          <p:spPr>
            <a:xfrm>
              <a:off x="5095597" y="3383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6" name="pt23906"/>
            <p:cNvSpPr/>
            <p:nvPr/>
          </p:nvSpPr>
          <p:spPr>
            <a:xfrm>
              <a:off x="5168886" y="38640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7" name="pt23907"/>
            <p:cNvSpPr/>
            <p:nvPr/>
          </p:nvSpPr>
          <p:spPr>
            <a:xfrm>
              <a:off x="5132517" y="34477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8" name="pt23908"/>
            <p:cNvSpPr/>
            <p:nvPr/>
          </p:nvSpPr>
          <p:spPr>
            <a:xfrm>
              <a:off x="5175949" y="3392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09" name="pt23909"/>
            <p:cNvSpPr/>
            <p:nvPr/>
          </p:nvSpPr>
          <p:spPr>
            <a:xfrm>
              <a:off x="5173794" y="33868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0" name="pt23910"/>
            <p:cNvSpPr/>
            <p:nvPr/>
          </p:nvSpPr>
          <p:spPr>
            <a:xfrm>
              <a:off x="5139879" y="3458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1" name="pt23911"/>
            <p:cNvSpPr/>
            <p:nvPr/>
          </p:nvSpPr>
          <p:spPr>
            <a:xfrm>
              <a:off x="5151972" y="36213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2" name="pt23912"/>
            <p:cNvSpPr/>
            <p:nvPr/>
          </p:nvSpPr>
          <p:spPr>
            <a:xfrm>
              <a:off x="5128686" y="37519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3" name="pt23913"/>
            <p:cNvSpPr/>
            <p:nvPr/>
          </p:nvSpPr>
          <p:spPr>
            <a:xfrm>
              <a:off x="5129141" y="3413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4" name="pt23914"/>
            <p:cNvSpPr/>
            <p:nvPr/>
          </p:nvSpPr>
          <p:spPr>
            <a:xfrm>
              <a:off x="5143120" y="34430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5" name="pt23915"/>
            <p:cNvSpPr/>
            <p:nvPr/>
          </p:nvSpPr>
          <p:spPr>
            <a:xfrm>
              <a:off x="5187916" y="3425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6" name="pt23916"/>
            <p:cNvSpPr/>
            <p:nvPr/>
          </p:nvSpPr>
          <p:spPr>
            <a:xfrm>
              <a:off x="5147034" y="33641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7" name="pt23917"/>
            <p:cNvSpPr/>
            <p:nvPr/>
          </p:nvSpPr>
          <p:spPr>
            <a:xfrm>
              <a:off x="5141503" y="3254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8" name="pt23918"/>
            <p:cNvSpPr/>
            <p:nvPr/>
          </p:nvSpPr>
          <p:spPr>
            <a:xfrm>
              <a:off x="5204108" y="37835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19" name="pt23919"/>
            <p:cNvSpPr/>
            <p:nvPr/>
          </p:nvSpPr>
          <p:spPr>
            <a:xfrm>
              <a:off x="5160917" y="3660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0" name="pt23920"/>
            <p:cNvSpPr/>
            <p:nvPr/>
          </p:nvSpPr>
          <p:spPr>
            <a:xfrm>
              <a:off x="5108272" y="33094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1" name="pt23921"/>
            <p:cNvSpPr/>
            <p:nvPr/>
          </p:nvSpPr>
          <p:spPr>
            <a:xfrm>
              <a:off x="5156386" y="34033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2" name="pt23922"/>
            <p:cNvSpPr/>
            <p:nvPr/>
          </p:nvSpPr>
          <p:spPr>
            <a:xfrm>
              <a:off x="5165798" y="37125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3" name="pt23923"/>
            <p:cNvSpPr/>
            <p:nvPr/>
          </p:nvSpPr>
          <p:spPr>
            <a:xfrm>
              <a:off x="5115494" y="35420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4" name="pt23924"/>
            <p:cNvSpPr/>
            <p:nvPr/>
          </p:nvSpPr>
          <p:spPr>
            <a:xfrm>
              <a:off x="5115727" y="3261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5" name="pt23925"/>
            <p:cNvSpPr/>
            <p:nvPr/>
          </p:nvSpPr>
          <p:spPr>
            <a:xfrm>
              <a:off x="6005321" y="34060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6" name="pt23926"/>
            <p:cNvSpPr/>
            <p:nvPr/>
          </p:nvSpPr>
          <p:spPr>
            <a:xfrm>
              <a:off x="5116903" y="3408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7" name="pt23927"/>
            <p:cNvSpPr/>
            <p:nvPr/>
          </p:nvSpPr>
          <p:spPr>
            <a:xfrm>
              <a:off x="5166121" y="37869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8" name="pt23928"/>
            <p:cNvSpPr/>
            <p:nvPr/>
          </p:nvSpPr>
          <p:spPr>
            <a:xfrm>
              <a:off x="5170308" y="34023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29" name="pt23929"/>
            <p:cNvSpPr/>
            <p:nvPr/>
          </p:nvSpPr>
          <p:spPr>
            <a:xfrm>
              <a:off x="5127880" y="3413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0" name="pt23930"/>
            <p:cNvSpPr/>
            <p:nvPr/>
          </p:nvSpPr>
          <p:spPr>
            <a:xfrm>
              <a:off x="5182818" y="38712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1" name="pt23931"/>
            <p:cNvSpPr/>
            <p:nvPr/>
          </p:nvSpPr>
          <p:spPr>
            <a:xfrm>
              <a:off x="5146444" y="26394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2" name="pt23932"/>
            <p:cNvSpPr/>
            <p:nvPr/>
          </p:nvSpPr>
          <p:spPr>
            <a:xfrm>
              <a:off x="5136523" y="3490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3" name="pt23933"/>
            <p:cNvSpPr/>
            <p:nvPr/>
          </p:nvSpPr>
          <p:spPr>
            <a:xfrm>
              <a:off x="5095590" y="3508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4" name="pt23934"/>
            <p:cNvSpPr/>
            <p:nvPr/>
          </p:nvSpPr>
          <p:spPr>
            <a:xfrm>
              <a:off x="5112675" y="3385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5" name="pt23935"/>
            <p:cNvSpPr/>
            <p:nvPr/>
          </p:nvSpPr>
          <p:spPr>
            <a:xfrm>
              <a:off x="5208845" y="37242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6" name="pt23936"/>
            <p:cNvSpPr/>
            <p:nvPr/>
          </p:nvSpPr>
          <p:spPr>
            <a:xfrm>
              <a:off x="5136327" y="3389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7" name="pt23937"/>
            <p:cNvSpPr/>
            <p:nvPr/>
          </p:nvSpPr>
          <p:spPr>
            <a:xfrm>
              <a:off x="5190161" y="3649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8" name="pt23938"/>
            <p:cNvSpPr/>
            <p:nvPr/>
          </p:nvSpPr>
          <p:spPr>
            <a:xfrm>
              <a:off x="5152867" y="3826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39" name="pt23939"/>
            <p:cNvSpPr/>
            <p:nvPr/>
          </p:nvSpPr>
          <p:spPr>
            <a:xfrm>
              <a:off x="5156655" y="3971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0" name="pt23940"/>
            <p:cNvSpPr/>
            <p:nvPr/>
          </p:nvSpPr>
          <p:spPr>
            <a:xfrm>
              <a:off x="5197751" y="3607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1" name="pt23941"/>
            <p:cNvSpPr/>
            <p:nvPr/>
          </p:nvSpPr>
          <p:spPr>
            <a:xfrm>
              <a:off x="5204612" y="35069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2" name="pt23942"/>
            <p:cNvSpPr/>
            <p:nvPr/>
          </p:nvSpPr>
          <p:spPr>
            <a:xfrm>
              <a:off x="5134831" y="38604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3" name="pt23943"/>
            <p:cNvSpPr/>
            <p:nvPr/>
          </p:nvSpPr>
          <p:spPr>
            <a:xfrm>
              <a:off x="5166291" y="3588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4" name="pt23944"/>
            <p:cNvSpPr/>
            <p:nvPr/>
          </p:nvSpPr>
          <p:spPr>
            <a:xfrm>
              <a:off x="5136062" y="3430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5" name="pt23945"/>
            <p:cNvSpPr/>
            <p:nvPr/>
          </p:nvSpPr>
          <p:spPr>
            <a:xfrm>
              <a:off x="5107446" y="3713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6" name="pt23946"/>
            <p:cNvSpPr/>
            <p:nvPr/>
          </p:nvSpPr>
          <p:spPr>
            <a:xfrm>
              <a:off x="5149523" y="3916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7" name="pt23947"/>
            <p:cNvSpPr/>
            <p:nvPr/>
          </p:nvSpPr>
          <p:spPr>
            <a:xfrm>
              <a:off x="5378317" y="339329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48" name="pt23948"/>
            <p:cNvSpPr/>
            <p:nvPr/>
          </p:nvSpPr>
          <p:spPr>
            <a:xfrm>
              <a:off x="5143078" y="32431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49" name="pt23949"/>
            <p:cNvSpPr/>
            <p:nvPr/>
          </p:nvSpPr>
          <p:spPr>
            <a:xfrm>
              <a:off x="5164120" y="3818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0" name="pt23950"/>
            <p:cNvSpPr/>
            <p:nvPr/>
          </p:nvSpPr>
          <p:spPr>
            <a:xfrm>
              <a:off x="5207599" y="3410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1" name="pt23951"/>
            <p:cNvSpPr/>
            <p:nvPr/>
          </p:nvSpPr>
          <p:spPr>
            <a:xfrm>
              <a:off x="5098495" y="34699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2" name="pt23952"/>
            <p:cNvSpPr/>
            <p:nvPr/>
          </p:nvSpPr>
          <p:spPr>
            <a:xfrm>
              <a:off x="5133061" y="34439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3" name="pt23953"/>
            <p:cNvSpPr/>
            <p:nvPr/>
          </p:nvSpPr>
          <p:spPr>
            <a:xfrm>
              <a:off x="5149359" y="34216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4" name="pt23954"/>
            <p:cNvSpPr/>
            <p:nvPr/>
          </p:nvSpPr>
          <p:spPr>
            <a:xfrm>
              <a:off x="5154196" y="32557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5" name="pt23955"/>
            <p:cNvSpPr/>
            <p:nvPr/>
          </p:nvSpPr>
          <p:spPr>
            <a:xfrm>
              <a:off x="5183567" y="3784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6" name="pt23956"/>
            <p:cNvSpPr/>
            <p:nvPr/>
          </p:nvSpPr>
          <p:spPr>
            <a:xfrm>
              <a:off x="5154309" y="35732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7" name="pt23957"/>
            <p:cNvSpPr/>
            <p:nvPr/>
          </p:nvSpPr>
          <p:spPr>
            <a:xfrm>
              <a:off x="5232640" y="3635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8" name="pt23958"/>
            <p:cNvSpPr/>
            <p:nvPr/>
          </p:nvSpPr>
          <p:spPr>
            <a:xfrm>
              <a:off x="5205804" y="37582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59" name="pt23959"/>
            <p:cNvSpPr/>
            <p:nvPr/>
          </p:nvSpPr>
          <p:spPr>
            <a:xfrm>
              <a:off x="5131465" y="33524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0" name="pt23960"/>
            <p:cNvSpPr/>
            <p:nvPr/>
          </p:nvSpPr>
          <p:spPr>
            <a:xfrm>
              <a:off x="5183041" y="3810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1" name="pt23961"/>
            <p:cNvSpPr/>
            <p:nvPr/>
          </p:nvSpPr>
          <p:spPr>
            <a:xfrm>
              <a:off x="5147416" y="3804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2" name="pt23962"/>
            <p:cNvSpPr/>
            <p:nvPr/>
          </p:nvSpPr>
          <p:spPr>
            <a:xfrm>
              <a:off x="5184956" y="36217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3" name="pt23963"/>
            <p:cNvSpPr/>
            <p:nvPr/>
          </p:nvSpPr>
          <p:spPr>
            <a:xfrm>
              <a:off x="5156425" y="3516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4" name="pt23964"/>
            <p:cNvSpPr/>
            <p:nvPr/>
          </p:nvSpPr>
          <p:spPr>
            <a:xfrm>
              <a:off x="5157382" y="36188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5" name="pt23965"/>
            <p:cNvSpPr/>
            <p:nvPr/>
          </p:nvSpPr>
          <p:spPr>
            <a:xfrm>
              <a:off x="5141676" y="35528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6" name="pt23966"/>
            <p:cNvSpPr/>
            <p:nvPr/>
          </p:nvSpPr>
          <p:spPr>
            <a:xfrm>
              <a:off x="5148645" y="3754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7" name="pt23967"/>
            <p:cNvSpPr/>
            <p:nvPr/>
          </p:nvSpPr>
          <p:spPr>
            <a:xfrm>
              <a:off x="5122844" y="36531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8" name="pt23968"/>
            <p:cNvSpPr/>
            <p:nvPr/>
          </p:nvSpPr>
          <p:spPr>
            <a:xfrm>
              <a:off x="5140048" y="3626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69" name="pt23969"/>
            <p:cNvSpPr/>
            <p:nvPr/>
          </p:nvSpPr>
          <p:spPr>
            <a:xfrm>
              <a:off x="5121873" y="38385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0" name="pt23970"/>
            <p:cNvSpPr/>
            <p:nvPr/>
          </p:nvSpPr>
          <p:spPr>
            <a:xfrm>
              <a:off x="5152959" y="3483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1" name="pt23971"/>
            <p:cNvSpPr/>
            <p:nvPr/>
          </p:nvSpPr>
          <p:spPr>
            <a:xfrm>
              <a:off x="5079244" y="41771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2" name="pt23972"/>
            <p:cNvSpPr/>
            <p:nvPr/>
          </p:nvSpPr>
          <p:spPr>
            <a:xfrm>
              <a:off x="5184170" y="36922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3" name="pt23973"/>
            <p:cNvSpPr/>
            <p:nvPr/>
          </p:nvSpPr>
          <p:spPr>
            <a:xfrm>
              <a:off x="5334177" y="37560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4" name="pt23974"/>
            <p:cNvSpPr/>
            <p:nvPr/>
          </p:nvSpPr>
          <p:spPr>
            <a:xfrm>
              <a:off x="5137777" y="3316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5" name="pt23975"/>
            <p:cNvSpPr/>
            <p:nvPr/>
          </p:nvSpPr>
          <p:spPr>
            <a:xfrm>
              <a:off x="5149632" y="3758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6" name="pt23976"/>
            <p:cNvSpPr/>
            <p:nvPr/>
          </p:nvSpPr>
          <p:spPr>
            <a:xfrm>
              <a:off x="5145744" y="3638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7" name="pt23977"/>
            <p:cNvSpPr/>
            <p:nvPr/>
          </p:nvSpPr>
          <p:spPr>
            <a:xfrm>
              <a:off x="5115282" y="35213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8" name="pt23978"/>
            <p:cNvSpPr/>
            <p:nvPr/>
          </p:nvSpPr>
          <p:spPr>
            <a:xfrm>
              <a:off x="5153472" y="38054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79" name="pt23979"/>
            <p:cNvSpPr/>
            <p:nvPr/>
          </p:nvSpPr>
          <p:spPr>
            <a:xfrm>
              <a:off x="5171908" y="3935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0" name="pt23980"/>
            <p:cNvSpPr/>
            <p:nvPr/>
          </p:nvSpPr>
          <p:spPr>
            <a:xfrm>
              <a:off x="5175187" y="38478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1" name="pt23981"/>
            <p:cNvSpPr/>
            <p:nvPr/>
          </p:nvSpPr>
          <p:spPr>
            <a:xfrm>
              <a:off x="5167427" y="3882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2" name="pt23982"/>
            <p:cNvSpPr/>
            <p:nvPr/>
          </p:nvSpPr>
          <p:spPr>
            <a:xfrm>
              <a:off x="5139856" y="35066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3" name="pt23983"/>
            <p:cNvSpPr/>
            <p:nvPr/>
          </p:nvSpPr>
          <p:spPr>
            <a:xfrm>
              <a:off x="5184762" y="38012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4" name="pt23984"/>
            <p:cNvSpPr/>
            <p:nvPr/>
          </p:nvSpPr>
          <p:spPr>
            <a:xfrm>
              <a:off x="5148209" y="33429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5" name="pt23985"/>
            <p:cNvSpPr/>
            <p:nvPr/>
          </p:nvSpPr>
          <p:spPr>
            <a:xfrm>
              <a:off x="5171438" y="35476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6" name="pt23986"/>
            <p:cNvSpPr/>
            <p:nvPr/>
          </p:nvSpPr>
          <p:spPr>
            <a:xfrm>
              <a:off x="5120605" y="3616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7" name="pt23987"/>
            <p:cNvSpPr/>
            <p:nvPr/>
          </p:nvSpPr>
          <p:spPr>
            <a:xfrm>
              <a:off x="5159254" y="38296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8" name="pt23988"/>
            <p:cNvSpPr/>
            <p:nvPr/>
          </p:nvSpPr>
          <p:spPr>
            <a:xfrm>
              <a:off x="5175891" y="34820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89" name="pt23989"/>
            <p:cNvSpPr/>
            <p:nvPr/>
          </p:nvSpPr>
          <p:spPr>
            <a:xfrm>
              <a:off x="5156191" y="38909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0" name="pt23990"/>
            <p:cNvSpPr/>
            <p:nvPr/>
          </p:nvSpPr>
          <p:spPr>
            <a:xfrm>
              <a:off x="5128515" y="3684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1" name="pt23991"/>
            <p:cNvSpPr/>
            <p:nvPr/>
          </p:nvSpPr>
          <p:spPr>
            <a:xfrm>
              <a:off x="5247492" y="38604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2" name="pt23992"/>
            <p:cNvSpPr/>
            <p:nvPr/>
          </p:nvSpPr>
          <p:spPr>
            <a:xfrm>
              <a:off x="5208375" y="37622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3" name="pt23993"/>
            <p:cNvSpPr/>
            <p:nvPr/>
          </p:nvSpPr>
          <p:spPr>
            <a:xfrm>
              <a:off x="5161017" y="35350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4" name="pt23994"/>
            <p:cNvSpPr/>
            <p:nvPr/>
          </p:nvSpPr>
          <p:spPr>
            <a:xfrm>
              <a:off x="5234397" y="37566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5" name="pt23995"/>
            <p:cNvSpPr/>
            <p:nvPr/>
          </p:nvSpPr>
          <p:spPr>
            <a:xfrm>
              <a:off x="5192814" y="35677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6" name="pt23996"/>
            <p:cNvSpPr/>
            <p:nvPr/>
          </p:nvSpPr>
          <p:spPr>
            <a:xfrm>
              <a:off x="5343607" y="379657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97" name="pt23997"/>
            <p:cNvSpPr/>
            <p:nvPr/>
          </p:nvSpPr>
          <p:spPr>
            <a:xfrm>
              <a:off x="5181804" y="35833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8" name="pt23998"/>
            <p:cNvSpPr/>
            <p:nvPr/>
          </p:nvSpPr>
          <p:spPr>
            <a:xfrm>
              <a:off x="5200973" y="3763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3999" name="pt23999"/>
            <p:cNvSpPr/>
            <p:nvPr/>
          </p:nvSpPr>
          <p:spPr>
            <a:xfrm>
              <a:off x="5157019" y="3896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0" name="pt24000"/>
            <p:cNvSpPr/>
            <p:nvPr/>
          </p:nvSpPr>
          <p:spPr>
            <a:xfrm>
              <a:off x="5102153" y="3687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1" name="pt24001"/>
            <p:cNvSpPr/>
            <p:nvPr/>
          </p:nvSpPr>
          <p:spPr>
            <a:xfrm>
              <a:off x="5115361" y="3362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2" name="pt24002"/>
            <p:cNvSpPr/>
            <p:nvPr/>
          </p:nvSpPr>
          <p:spPr>
            <a:xfrm>
              <a:off x="5136042" y="33051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3" name="pt24003"/>
            <p:cNvSpPr/>
            <p:nvPr/>
          </p:nvSpPr>
          <p:spPr>
            <a:xfrm>
              <a:off x="5112642" y="3392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4" name="pt24004"/>
            <p:cNvSpPr/>
            <p:nvPr/>
          </p:nvSpPr>
          <p:spPr>
            <a:xfrm>
              <a:off x="5095609" y="3664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5" name="pt24005"/>
            <p:cNvSpPr/>
            <p:nvPr/>
          </p:nvSpPr>
          <p:spPr>
            <a:xfrm>
              <a:off x="5231467" y="34574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6" name="pt24006"/>
            <p:cNvSpPr/>
            <p:nvPr/>
          </p:nvSpPr>
          <p:spPr>
            <a:xfrm>
              <a:off x="5189158" y="4117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7" name="pt24007"/>
            <p:cNvSpPr/>
            <p:nvPr/>
          </p:nvSpPr>
          <p:spPr>
            <a:xfrm>
              <a:off x="5256313" y="36063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8" name="pt24008"/>
            <p:cNvSpPr/>
            <p:nvPr/>
          </p:nvSpPr>
          <p:spPr>
            <a:xfrm>
              <a:off x="5162608" y="36438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09" name="pt24009"/>
            <p:cNvSpPr/>
            <p:nvPr/>
          </p:nvSpPr>
          <p:spPr>
            <a:xfrm>
              <a:off x="5148907" y="36017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0" name="pt24010"/>
            <p:cNvSpPr/>
            <p:nvPr/>
          </p:nvSpPr>
          <p:spPr>
            <a:xfrm>
              <a:off x="5071682" y="35461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1" name="pt24011"/>
            <p:cNvSpPr/>
            <p:nvPr/>
          </p:nvSpPr>
          <p:spPr>
            <a:xfrm>
              <a:off x="5146427" y="3691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2" name="pt24012"/>
            <p:cNvSpPr/>
            <p:nvPr/>
          </p:nvSpPr>
          <p:spPr>
            <a:xfrm>
              <a:off x="5185401" y="3913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3" name="pt24013"/>
            <p:cNvSpPr/>
            <p:nvPr/>
          </p:nvSpPr>
          <p:spPr>
            <a:xfrm>
              <a:off x="5170678" y="38384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4" name="pt24014"/>
            <p:cNvSpPr/>
            <p:nvPr/>
          </p:nvSpPr>
          <p:spPr>
            <a:xfrm>
              <a:off x="4874163" y="292732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15" name="pt24015"/>
            <p:cNvSpPr/>
            <p:nvPr/>
          </p:nvSpPr>
          <p:spPr>
            <a:xfrm>
              <a:off x="5171869" y="37731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6" name="pt24016"/>
            <p:cNvSpPr/>
            <p:nvPr/>
          </p:nvSpPr>
          <p:spPr>
            <a:xfrm>
              <a:off x="5178346" y="38570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7" name="pt24017"/>
            <p:cNvSpPr/>
            <p:nvPr/>
          </p:nvSpPr>
          <p:spPr>
            <a:xfrm>
              <a:off x="5084783" y="34243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8" name="pt24018"/>
            <p:cNvSpPr/>
            <p:nvPr/>
          </p:nvSpPr>
          <p:spPr>
            <a:xfrm>
              <a:off x="5124057" y="33140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19" name="pt24019"/>
            <p:cNvSpPr/>
            <p:nvPr/>
          </p:nvSpPr>
          <p:spPr>
            <a:xfrm>
              <a:off x="5163375" y="3636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0" name="pt24020"/>
            <p:cNvSpPr/>
            <p:nvPr/>
          </p:nvSpPr>
          <p:spPr>
            <a:xfrm>
              <a:off x="5138516" y="37242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1" name="pt24021"/>
            <p:cNvSpPr/>
            <p:nvPr/>
          </p:nvSpPr>
          <p:spPr>
            <a:xfrm>
              <a:off x="5168741" y="38831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2" name="pt24022"/>
            <p:cNvSpPr/>
            <p:nvPr/>
          </p:nvSpPr>
          <p:spPr>
            <a:xfrm>
              <a:off x="5175158" y="4042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3" name="pt24023"/>
            <p:cNvSpPr/>
            <p:nvPr/>
          </p:nvSpPr>
          <p:spPr>
            <a:xfrm>
              <a:off x="5060087" y="36779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4" name="pt24024"/>
            <p:cNvSpPr/>
            <p:nvPr/>
          </p:nvSpPr>
          <p:spPr>
            <a:xfrm>
              <a:off x="5131404" y="37697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5" name="pt24025"/>
            <p:cNvSpPr/>
            <p:nvPr/>
          </p:nvSpPr>
          <p:spPr>
            <a:xfrm>
              <a:off x="5206482" y="37536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6" name="pt24026"/>
            <p:cNvSpPr/>
            <p:nvPr/>
          </p:nvSpPr>
          <p:spPr>
            <a:xfrm>
              <a:off x="5158841" y="22453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7" name="pt24027"/>
            <p:cNvSpPr/>
            <p:nvPr/>
          </p:nvSpPr>
          <p:spPr>
            <a:xfrm>
              <a:off x="5062106" y="3533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8" name="pt24028"/>
            <p:cNvSpPr/>
            <p:nvPr/>
          </p:nvSpPr>
          <p:spPr>
            <a:xfrm>
              <a:off x="5159310" y="34416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29" name="pt24029"/>
            <p:cNvSpPr/>
            <p:nvPr/>
          </p:nvSpPr>
          <p:spPr>
            <a:xfrm>
              <a:off x="5140192" y="3578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0" name="pt24030"/>
            <p:cNvSpPr/>
            <p:nvPr/>
          </p:nvSpPr>
          <p:spPr>
            <a:xfrm>
              <a:off x="5165115" y="3686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1" name="pt24031"/>
            <p:cNvSpPr/>
            <p:nvPr/>
          </p:nvSpPr>
          <p:spPr>
            <a:xfrm>
              <a:off x="5137666" y="3443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2" name="pt24032"/>
            <p:cNvSpPr/>
            <p:nvPr/>
          </p:nvSpPr>
          <p:spPr>
            <a:xfrm>
              <a:off x="5143039" y="3777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3" name="pt24033"/>
            <p:cNvSpPr/>
            <p:nvPr/>
          </p:nvSpPr>
          <p:spPr>
            <a:xfrm>
              <a:off x="5154712" y="35238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4" name="pt24034"/>
            <p:cNvSpPr/>
            <p:nvPr/>
          </p:nvSpPr>
          <p:spPr>
            <a:xfrm>
              <a:off x="5156133" y="3709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5" name="pt24035"/>
            <p:cNvSpPr/>
            <p:nvPr/>
          </p:nvSpPr>
          <p:spPr>
            <a:xfrm>
              <a:off x="5090498" y="2869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6" name="pt24036"/>
            <p:cNvSpPr/>
            <p:nvPr/>
          </p:nvSpPr>
          <p:spPr>
            <a:xfrm>
              <a:off x="5097093" y="34782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7" name="pt24037"/>
            <p:cNvSpPr/>
            <p:nvPr/>
          </p:nvSpPr>
          <p:spPr>
            <a:xfrm>
              <a:off x="5141824" y="3374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8" name="pt24038"/>
            <p:cNvSpPr/>
            <p:nvPr/>
          </p:nvSpPr>
          <p:spPr>
            <a:xfrm>
              <a:off x="5167304" y="3458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39" name="pt24039"/>
            <p:cNvSpPr/>
            <p:nvPr/>
          </p:nvSpPr>
          <p:spPr>
            <a:xfrm>
              <a:off x="5107584" y="3690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0" name="pt24040"/>
            <p:cNvSpPr/>
            <p:nvPr/>
          </p:nvSpPr>
          <p:spPr>
            <a:xfrm>
              <a:off x="5177835" y="3837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1" name="pt24041"/>
            <p:cNvSpPr/>
            <p:nvPr/>
          </p:nvSpPr>
          <p:spPr>
            <a:xfrm>
              <a:off x="5160220" y="38621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2" name="pt24042"/>
            <p:cNvSpPr/>
            <p:nvPr/>
          </p:nvSpPr>
          <p:spPr>
            <a:xfrm>
              <a:off x="4109581" y="33561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3" name="pt24043"/>
            <p:cNvSpPr/>
            <p:nvPr/>
          </p:nvSpPr>
          <p:spPr>
            <a:xfrm>
              <a:off x="5239014" y="37584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4" name="pt24044"/>
            <p:cNvSpPr/>
            <p:nvPr/>
          </p:nvSpPr>
          <p:spPr>
            <a:xfrm>
              <a:off x="5163255" y="36765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5" name="pt24045"/>
            <p:cNvSpPr/>
            <p:nvPr/>
          </p:nvSpPr>
          <p:spPr>
            <a:xfrm>
              <a:off x="5146067" y="3401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6" name="pt24046"/>
            <p:cNvSpPr/>
            <p:nvPr/>
          </p:nvSpPr>
          <p:spPr>
            <a:xfrm>
              <a:off x="5143939" y="38149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7" name="pt24047"/>
            <p:cNvSpPr/>
            <p:nvPr/>
          </p:nvSpPr>
          <p:spPr>
            <a:xfrm>
              <a:off x="5181727" y="36944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8" name="pt24048"/>
            <p:cNvSpPr/>
            <p:nvPr/>
          </p:nvSpPr>
          <p:spPr>
            <a:xfrm>
              <a:off x="5149753" y="37373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49" name="pt24049"/>
            <p:cNvSpPr/>
            <p:nvPr/>
          </p:nvSpPr>
          <p:spPr>
            <a:xfrm>
              <a:off x="5168691" y="36515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0" name="pt24050"/>
            <p:cNvSpPr/>
            <p:nvPr/>
          </p:nvSpPr>
          <p:spPr>
            <a:xfrm>
              <a:off x="5142069" y="3306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1" name="pt24051"/>
            <p:cNvSpPr/>
            <p:nvPr/>
          </p:nvSpPr>
          <p:spPr>
            <a:xfrm>
              <a:off x="5192398" y="35135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2" name="pt24052"/>
            <p:cNvSpPr/>
            <p:nvPr/>
          </p:nvSpPr>
          <p:spPr>
            <a:xfrm>
              <a:off x="5169272" y="36854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3" name="pt24053"/>
            <p:cNvSpPr/>
            <p:nvPr/>
          </p:nvSpPr>
          <p:spPr>
            <a:xfrm>
              <a:off x="5127355" y="3653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4" name="pt24054"/>
            <p:cNvSpPr/>
            <p:nvPr/>
          </p:nvSpPr>
          <p:spPr>
            <a:xfrm>
              <a:off x="5205069" y="36615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5" name="pt24055"/>
            <p:cNvSpPr/>
            <p:nvPr/>
          </p:nvSpPr>
          <p:spPr>
            <a:xfrm>
              <a:off x="5173108" y="3760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6" name="pt24056"/>
            <p:cNvSpPr/>
            <p:nvPr/>
          </p:nvSpPr>
          <p:spPr>
            <a:xfrm>
              <a:off x="5245296" y="37603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7" name="pt24057"/>
            <p:cNvSpPr/>
            <p:nvPr/>
          </p:nvSpPr>
          <p:spPr>
            <a:xfrm>
              <a:off x="5132076" y="32845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8" name="pt24058"/>
            <p:cNvSpPr/>
            <p:nvPr/>
          </p:nvSpPr>
          <p:spPr>
            <a:xfrm>
              <a:off x="5111241" y="3634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59" name="pt24059"/>
            <p:cNvSpPr/>
            <p:nvPr/>
          </p:nvSpPr>
          <p:spPr>
            <a:xfrm>
              <a:off x="5126089" y="3563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0" name="pt24060"/>
            <p:cNvSpPr/>
            <p:nvPr/>
          </p:nvSpPr>
          <p:spPr>
            <a:xfrm>
              <a:off x="5171762" y="33466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1" name="pt24061"/>
            <p:cNvSpPr/>
            <p:nvPr/>
          </p:nvSpPr>
          <p:spPr>
            <a:xfrm>
              <a:off x="5133973" y="34914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2" name="pt24062"/>
            <p:cNvSpPr/>
            <p:nvPr/>
          </p:nvSpPr>
          <p:spPr>
            <a:xfrm>
              <a:off x="5101224" y="31657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3" name="pt24063"/>
            <p:cNvSpPr/>
            <p:nvPr/>
          </p:nvSpPr>
          <p:spPr>
            <a:xfrm>
              <a:off x="5159769" y="37359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4" name="pt24064"/>
            <p:cNvSpPr/>
            <p:nvPr/>
          </p:nvSpPr>
          <p:spPr>
            <a:xfrm>
              <a:off x="5164508" y="38943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5" name="pt24065"/>
            <p:cNvSpPr/>
            <p:nvPr/>
          </p:nvSpPr>
          <p:spPr>
            <a:xfrm>
              <a:off x="5193417" y="36440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6" name="pt24066"/>
            <p:cNvSpPr/>
            <p:nvPr/>
          </p:nvSpPr>
          <p:spPr>
            <a:xfrm>
              <a:off x="5133172" y="33391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7" name="pt24067"/>
            <p:cNvSpPr/>
            <p:nvPr/>
          </p:nvSpPr>
          <p:spPr>
            <a:xfrm>
              <a:off x="5155286" y="36283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8" name="pt24068"/>
            <p:cNvSpPr/>
            <p:nvPr/>
          </p:nvSpPr>
          <p:spPr>
            <a:xfrm>
              <a:off x="5071769" y="3586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69" name="pt24069"/>
            <p:cNvSpPr/>
            <p:nvPr/>
          </p:nvSpPr>
          <p:spPr>
            <a:xfrm>
              <a:off x="5120561" y="3401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0" name="pt24070"/>
            <p:cNvSpPr/>
            <p:nvPr/>
          </p:nvSpPr>
          <p:spPr>
            <a:xfrm>
              <a:off x="5137161" y="37030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1" name="pt24071"/>
            <p:cNvSpPr/>
            <p:nvPr/>
          </p:nvSpPr>
          <p:spPr>
            <a:xfrm>
              <a:off x="5177911" y="34402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2" name="pt24072"/>
            <p:cNvSpPr/>
            <p:nvPr/>
          </p:nvSpPr>
          <p:spPr>
            <a:xfrm>
              <a:off x="5135663" y="34231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3" name="pt24073"/>
            <p:cNvSpPr/>
            <p:nvPr/>
          </p:nvSpPr>
          <p:spPr>
            <a:xfrm>
              <a:off x="5133098" y="3743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4" name="pt24074"/>
            <p:cNvSpPr/>
            <p:nvPr/>
          </p:nvSpPr>
          <p:spPr>
            <a:xfrm>
              <a:off x="5182326" y="38150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5" name="pt24075"/>
            <p:cNvSpPr/>
            <p:nvPr/>
          </p:nvSpPr>
          <p:spPr>
            <a:xfrm>
              <a:off x="5132697" y="34615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6" name="pt24076"/>
            <p:cNvSpPr/>
            <p:nvPr/>
          </p:nvSpPr>
          <p:spPr>
            <a:xfrm>
              <a:off x="5172915" y="37727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7" name="pt24077"/>
            <p:cNvSpPr/>
            <p:nvPr/>
          </p:nvSpPr>
          <p:spPr>
            <a:xfrm>
              <a:off x="5153900" y="4025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8" name="pt24078"/>
            <p:cNvSpPr/>
            <p:nvPr/>
          </p:nvSpPr>
          <p:spPr>
            <a:xfrm>
              <a:off x="5162965" y="36623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79" name="pt24079"/>
            <p:cNvSpPr/>
            <p:nvPr/>
          </p:nvSpPr>
          <p:spPr>
            <a:xfrm>
              <a:off x="5151118" y="3633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0" name="pt24080"/>
            <p:cNvSpPr/>
            <p:nvPr/>
          </p:nvSpPr>
          <p:spPr>
            <a:xfrm>
              <a:off x="5200293" y="38227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1" name="pt24081"/>
            <p:cNvSpPr/>
            <p:nvPr/>
          </p:nvSpPr>
          <p:spPr>
            <a:xfrm>
              <a:off x="5154943" y="36430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2" name="pt24082"/>
            <p:cNvSpPr/>
            <p:nvPr/>
          </p:nvSpPr>
          <p:spPr>
            <a:xfrm>
              <a:off x="5221842" y="3798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3" name="pt24083"/>
            <p:cNvSpPr/>
            <p:nvPr/>
          </p:nvSpPr>
          <p:spPr>
            <a:xfrm>
              <a:off x="5421218" y="386378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84" name="pt24084"/>
            <p:cNvSpPr/>
            <p:nvPr/>
          </p:nvSpPr>
          <p:spPr>
            <a:xfrm>
              <a:off x="5129251" y="3455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5" name="pt24085"/>
            <p:cNvSpPr/>
            <p:nvPr/>
          </p:nvSpPr>
          <p:spPr>
            <a:xfrm>
              <a:off x="5154326" y="3892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6" name="pt24086"/>
            <p:cNvSpPr/>
            <p:nvPr/>
          </p:nvSpPr>
          <p:spPr>
            <a:xfrm>
              <a:off x="5146022" y="33251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7" name="pt24087"/>
            <p:cNvSpPr/>
            <p:nvPr/>
          </p:nvSpPr>
          <p:spPr>
            <a:xfrm>
              <a:off x="5115619" y="34768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8" name="pt24088"/>
            <p:cNvSpPr/>
            <p:nvPr/>
          </p:nvSpPr>
          <p:spPr>
            <a:xfrm>
              <a:off x="5115309" y="3379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89" name="pt24089"/>
            <p:cNvSpPr/>
            <p:nvPr/>
          </p:nvSpPr>
          <p:spPr>
            <a:xfrm>
              <a:off x="5138448" y="3393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0" name="pt24090"/>
            <p:cNvSpPr/>
            <p:nvPr/>
          </p:nvSpPr>
          <p:spPr>
            <a:xfrm>
              <a:off x="5101235" y="3396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1" name="pt24091"/>
            <p:cNvSpPr/>
            <p:nvPr/>
          </p:nvSpPr>
          <p:spPr>
            <a:xfrm>
              <a:off x="5148452" y="3259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2" name="pt24092"/>
            <p:cNvSpPr/>
            <p:nvPr/>
          </p:nvSpPr>
          <p:spPr>
            <a:xfrm>
              <a:off x="5171945" y="33938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3" name="pt24093"/>
            <p:cNvSpPr/>
            <p:nvPr/>
          </p:nvSpPr>
          <p:spPr>
            <a:xfrm>
              <a:off x="5126611" y="3803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4" name="pt24094"/>
            <p:cNvSpPr/>
            <p:nvPr/>
          </p:nvSpPr>
          <p:spPr>
            <a:xfrm>
              <a:off x="5137295" y="3650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5" name="pt24095"/>
            <p:cNvSpPr/>
            <p:nvPr/>
          </p:nvSpPr>
          <p:spPr>
            <a:xfrm>
              <a:off x="5189313" y="36646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6" name="pt24096"/>
            <p:cNvSpPr/>
            <p:nvPr/>
          </p:nvSpPr>
          <p:spPr>
            <a:xfrm>
              <a:off x="5210953" y="3782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7" name="pt24097"/>
            <p:cNvSpPr/>
            <p:nvPr/>
          </p:nvSpPr>
          <p:spPr>
            <a:xfrm>
              <a:off x="5117344" y="35169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8" name="pt24098"/>
            <p:cNvSpPr/>
            <p:nvPr/>
          </p:nvSpPr>
          <p:spPr>
            <a:xfrm>
              <a:off x="5169627" y="35768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099" name="pt24099"/>
            <p:cNvSpPr/>
            <p:nvPr/>
          </p:nvSpPr>
          <p:spPr>
            <a:xfrm>
              <a:off x="5161248" y="3812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0" name="pt24100"/>
            <p:cNvSpPr/>
            <p:nvPr/>
          </p:nvSpPr>
          <p:spPr>
            <a:xfrm>
              <a:off x="5163393" y="38231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1" name="pt24101"/>
            <p:cNvSpPr/>
            <p:nvPr/>
          </p:nvSpPr>
          <p:spPr>
            <a:xfrm>
              <a:off x="5248315" y="3755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2" name="pt24102"/>
            <p:cNvSpPr/>
            <p:nvPr/>
          </p:nvSpPr>
          <p:spPr>
            <a:xfrm>
              <a:off x="5088244" y="3374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3" name="pt24103"/>
            <p:cNvSpPr/>
            <p:nvPr/>
          </p:nvSpPr>
          <p:spPr>
            <a:xfrm>
              <a:off x="5164433" y="3391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4" name="pt24104"/>
            <p:cNvSpPr/>
            <p:nvPr/>
          </p:nvSpPr>
          <p:spPr>
            <a:xfrm>
              <a:off x="5150112" y="35513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5" name="pt24105"/>
            <p:cNvSpPr/>
            <p:nvPr/>
          </p:nvSpPr>
          <p:spPr>
            <a:xfrm>
              <a:off x="5181527" y="34993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6" name="pt24106"/>
            <p:cNvSpPr/>
            <p:nvPr/>
          </p:nvSpPr>
          <p:spPr>
            <a:xfrm>
              <a:off x="4517628" y="36680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7" name="pt24107"/>
            <p:cNvSpPr/>
            <p:nvPr/>
          </p:nvSpPr>
          <p:spPr>
            <a:xfrm>
              <a:off x="5160650" y="38637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8" name="pt24108"/>
            <p:cNvSpPr/>
            <p:nvPr/>
          </p:nvSpPr>
          <p:spPr>
            <a:xfrm>
              <a:off x="5152604" y="3702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09" name="pt24109"/>
            <p:cNvSpPr/>
            <p:nvPr/>
          </p:nvSpPr>
          <p:spPr>
            <a:xfrm>
              <a:off x="5138099" y="3833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0" name="pt24110"/>
            <p:cNvSpPr/>
            <p:nvPr/>
          </p:nvSpPr>
          <p:spPr>
            <a:xfrm>
              <a:off x="5170687" y="3404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1" name="pt24111"/>
            <p:cNvSpPr/>
            <p:nvPr/>
          </p:nvSpPr>
          <p:spPr>
            <a:xfrm>
              <a:off x="5135918" y="3443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2" name="pt24112"/>
            <p:cNvSpPr/>
            <p:nvPr/>
          </p:nvSpPr>
          <p:spPr>
            <a:xfrm>
              <a:off x="5149951" y="35045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3" name="pt24113"/>
            <p:cNvSpPr/>
            <p:nvPr/>
          </p:nvSpPr>
          <p:spPr>
            <a:xfrm>
              <a:off x="5123568" y="39734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4" name="pt24114"/>
            <p:cNvSpPr/>
            <p:nvPr/>
          </p:nvSpPr>
          <p:spPr>
            <a:xfrm>
              <a:off x="5170887" y="3864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5" name="pt24115"/>
            <p:cNvSpPr/>
            <p:nvPr/>
          </p:nvSpPr>
          <p:spPr>
            <a:xfrm>
              <a:off x="5132212" y="3389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6" name="pt24116"/>
            <p:cNvSpPr/>
            <p:nvPr/>
          </p:nvSpPr>
          <p:spPr>
            <a:xfrm>
              <a:off x="5136833" y="3595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7" name="pt24117"/>
            <p:cNvSpPr/>
            <p:nvPr/>
          </p:nvSpPr>
          <p:spPr>
            <a:xfrm>
              <a:off x="5157270" y="3632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8" name="pt24118"/>
            <p:cNvSpPr/>
            <p:nvPr/>
          </p:nvSpPr>
          <p:spPr>
            <a:xfrm>
              <a:off x="5147299" y="38166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19" name="pt24119"/>
            <p:cNvSpPr/>
            <p:nvPr/>
          </p:nvSpPr>
          <p:spPr>
            <a:xfrm>
              <a:off x="5166938" y="3724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0" name="pt24120"/>
            <p:cNvSpPr/>
            <p:nvPr/>
          </p:nvSpPr>
          <p:spPr>
            <a:xfrm>
              <a:off x="5122763" y="35296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1" name="pt24121"/>
            <p:cNvSpPr/>
            <p:nvPr/>
          </p:nvSpPr>
          <p:spPr>
            <a:xfrm>
              <a:off x="5143962" y="34883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2" name="pt24122"/>
            <p:cNvSpPr/>
            <p:nvPr/>
          </p:nvSpPr>
          <p:spPr>
            <a:xfrm>
              <a:off x="5163451" y="3707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3" name="pt24123"/>
            <p:cNvSpPr/>
            <p:nvPr/>
          </p:nvSpPr>
          <p:spPr>
            <a:xfrm>
              <a:off x="5155657" y="35660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4" name="pt24124"/>
            <p:cNvSpPr/>
            <p:nvPr/>
          </p:nvSpPr>
          <p:spPr>
            <a:xfrm>
              <a:off x="5128048" y="3436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5" name="pt24125"/>
            <p:cNvSpPr/>
            <p:nvPr/>
          </p:nvSpPr>
          <p:spPr>
            <a:xfrm>
              <a:off x="5218275" y="3602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6" name="pt24126"/>
            <p:cNvSpPr/>
            <p:nvPr/>
          </p:nvSpPr>
          <p:spPr>
            <a:xfrm>
              <a:off x="5174994" y="36479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7" name="pt24127"/>
            <p:cNvSpPr/>
            <p:nvPr/>
          </p:nvSpPr>
          <p:spPr>
            <a:xfrm>
              <a:off x="5155716" y="34223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8" name="pt24128"/>
            <p:cNvSpPr/>
            <p:nvPr/>
          </p:nvSpPr>
          <p:spPr>
            <a:xfrm>
              <a:off x="5098274" y="3330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29" name="pt24129"/>
            <p:cNvSpPr/>
            <p:nvPr/>
          </p:nvSpPr>
          <p:spPr>
            <a:xfrm>
              <a:off x="5148642" y="3671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0" name="pt24130"/>
            <p:cNvSpPr/>
            <p:nvPr/>
          </p:nvSpPr>
          <p:spPr>
            <a:xfrm>
              <a:off x="5175583" y="34390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1" name="pt24131"/>
            <p:cNvSpPr/>
            <p:nvPr/>
          </p:nvSpPr>
          <p:spPr>
            <a:xfrm>
              <a:off x="5098315" y="3619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2" name="pt24132"/>
            <p:cNvSpPr/>
            <p:nvPr/>
          </p:nvSpPr>
          <p:spPr>
            <a:xfrm>
              <a:off x="5159262" y="3672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3" name="pt24133"/>
            <p:cNvSpPr/>
            <p:nvPr/>
          </p:nvSpPr>
          <p:spPr>
            <a:xfrm>
              <a:off x="5158350" y="40037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4" name="pt24134"/>
            <p:cNvSpPr/>
            <p:nvPr/>
          </p:nvSpPr>
          <p:spPr>
            <a:xfrm>
              <a:off x="5139624" y="38557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5" name="pt24135"/>
            <p:cNvSpPr/>
            <p:nvPr/>
          </p:nvSpPr>
          <p:spPr>
            <a:xfrm>
              <a:off x="5071075" y="3695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6" name="pt24136"/>
            <p:cNvSpPr/>
            <p:nvPr/>
          </p:nvSpPr>
          <p:spPr>
            <a:xfrm>
              <a:off x="5196560" y="39146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7" name="pt24137"/>
            <p:cNvSpPr/>
            <p:nvPr/>
          </p:nvSpPr>
          <p:spPr>
            <a:xfrm>
              <a:off x="5098128" y="36898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8" name="pt24138"/>
            <p:cNvSpPr/>
            <p:nvPr/>
          </p:nvSpPr>
          <p:spPr>
            <a:xfrm>
              <a:off x="5165586" y="3651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39" name="pt24139"/>
            <p:cNvSpPr/>
            <p:nvPr/>
          </p:nvSpPr>
          <p:spPr>
            <a:xfrm>
              <a:off x="5097540" y="35764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0" name="pt24140"/>
            <p:cNvSpPr/>
            <p:nvPr/>
          </p:nvSpPr>
          <p:spPr>
            <a:xfrm>
              <a:off x="5165202" y="34730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1" name="pt24141"/>
            <p:cNvSpPr/>
            <p:nvPr/>
          </p:nvSpPr>
          <p:spPr>
            <a:xfrm>
              <a:off x="5130050" y="35616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2" name="pt24142"/>
            <p:cNvSpPr/>
            <p:nvPr/>
          </p:nvSpPr>
          <p:spPr>
            <a:xfrm>
              <a:off x="5152586" y="34783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3" name="pt24143"/>
            <p:cNvSpPr/>
            <p:nvPr/>
          </p:nvSpPr>
          <p:spPr>
            <a:xfrm>
              <a:off x="5170920" y="37599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4" name="pt24144"/>
            <p:cNvSpPr/>
            <p:nvPr/>
          </p:nvSpPr>
          <p:spPr>
            <a:xfrm>
              <a:off x="5139597" y="33790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5" name="pt24145"/>
            <p:cNvSpPr/>
            <p:nvPr/>
          </p:nvSpPr>
          <p:spPr>
            <a:xfrm>
              <a:off x="5155169" y="3876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6" name="pt24146"/>
            <p:cNvSpPr/>
            <p:nvPr/>
          </p:nvSpPr>
          <p:spPr>
            <a:xfrm>
              <a:off x="5109006" y="3504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7" name="pt24147"/>
            <p:cNvSpPr/>
            <p:nvPr/>
          </p:nvSpPr>
          <p:spPr>
            <a:xfrm>
              <a:off x="5175505" y="4061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8" name="pt24148"/>
            <p:cNvSpPr/>
            <p:nvPr/>
          </p:nvSpPr>
          <p:spPr>
            <a:xfrm>
              <a:off x="5190653" y="3475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49" name="pt24149"/>
            <p:cNvSpPr/>
            <p:nvPr/>
          </p:nvSpPr>
          <p:spPr>
            <a:xfrm>
              <a:off x="5121407" y="3626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0" name="pt24150"/>
            <p:cNvSpPr/>
            <p:nvPr/>
          </p:nvSpPr>
          <p:spPr>
            <a:xfrm>
              <a:off x="4914757" y="38283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1" name="pt24151"/>
            <p:cNvSpPr/>
            <p:nvPr/>
          </p:nvSpPr>
          <p:spPr>
            <a:xfrm>
              <a:off x="5155847" y="38445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2" name="pt24152"/>
            <p:cNvSpPr/>
            <p:nvPr/>
          </p:nvSpPr>
          <p:spPr>
            <a:xfrm>
              <a:off x="5215718" y="3752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3" name="pt24153"/>
            <p:cNvSpPr/>
            <p:nvPr/>
          </p:nvSpPr>
          <p:spPr>
            <a:xfrm>
              <a:off x="5316119" y="3808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4" name="pt24154"/>
            <p:cNvSpPr/>
            <p:nvPr/>
          </p:nvSpPr>
          <p:spPr>
            <a:xfrm>
              <a:off x="5119074" y="3388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5" name="pt24155"/>
            <p:cNvSpPr/>
            <p:nvPr/>
          </p:nvSpPr>
          <p:spPr>
            <a:xfrm>
              <a:off x="5131793" y="3314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6" name="pt24156"/>
            <p:cNvSpPr/>
            <p:nvPr/>
          </p:nvSpPr>
          <p:spPr>
            <a:xfrm>
              <a:off x="5174256" y="3611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7" name="pt24157"/>
            <p:cNvSpPr/>
            <p:nvPr/>
          </p:nvSpPr>
          <p:spPr>
            <a:xfrm>
              <a:off x="5061167" y="371645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58" name="pt24158"/>
            <p:cNvSpPr/>
            <p:nvPr/>
          </p:nvSpPr>
          <p:spPr>
            <a:xfrm>
              <a:off x="5015298" y="33112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59" name="pt24159"/>
            <p:cNvSpPr/>
            <p:nvPr/>
          </p:nvSpPr>
          <p:spPr>
            <a:xfrm>
              <a:off x="4742435" y="213849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60" name="pt24160"/>
            <p:cNvSpPr/>
            <p:nvPr/>
          </p:nvSpPr>
          <p:spPr>
            <a:xfrm>
              <a:off x="5111237" y="3530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1" name="pt24161"/>
            <p:cNvSpPr/>
            <p:nvPr/>
          </p:nvSpPr>
          <p:spPr>
            <a:xfrm>
              <a:off x="5143451" y="3412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2" name="pt24162"/>
            <p:cNvSpPr/>
            <p:nvPr/>
          </p:nvSpPr>
          <p:spPr>
            <a:xfrm>
              <a:off x="5155472" y="3486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3" name="pt24163"/>
            <p:cNvSpPr/>
            <p:nvPr/>
          </p:nvSpPr>
          <p:spPr>
            <a:xfrm>
              <a:off x="5139369" y="3612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4" name="pt24164"/>
            <p:cNvSpPr/>
            <p:nvPr/>
          </p:nvSpPr>
          <p:spPr>
            <a:xfrm>
              <a:off x="5177610" y="36363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5" name="pt24165"/>
            <p:cNvSpPr/>
            <p:nvPr/>
          </p:nvSpPr>
          <p:spPr>
            <a:xfrm>
              <a:off x="5202753" y="3745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6" name="pt24166"/>
            <p:cNvSpPr/>
            <p:nvPr/>
          </p:nvSpPr>
          <p:spPr>
            <a:xfrm>
              <a:off x="5187182" y="3863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7" name="pt24167"/>
            <p:cNvSpPr/>
            <p:nvPr/>
          </p:nvSpPr>
          <p:spPr>
            <a:xfrm>
              <a:off x="5093488" y="3351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8" name="pt24168"/>
            <p:cNvSpPr/>
            <p:nvPr/>
          </p:nvSpPr>
          <p:spPr>
            <a:xfrm>
              <a:off x="5105971" y="3377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69" name="pt24169"/>
            <p:cNvSpPr/>
            <p:nvPr/>
          </p:nvSpPr>
          <p:spPr>
            <a:xfrm>
              <a:off x="5154754" y="3435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0" name="pt24170"/>
            <p:cNvSpPr/>
            <p:nvPr/>
          </p:nvSpPr>
          <p:spPr>
            <a:xfrm>
              <a:off x="5161514" y="34351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1" name="pt24171"/>
            <p:cNvSpPr/>
            <p:nvPr/>
          </p:nvSpPr>
          <p:spPr>
            <a:xfrm>
              <a:off x="5158464" y="3819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2" name="pt24172"/>
            <p:cNvSpPr/>
            <p:nvPr/>
          </p:nvSpPr>
          <p:spPr>
            <a:xfrm>
              <a:off x="5090479" y="38920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3" name="pt24173"/>
            <p:cNvSpPr/>
            <p:nvPr/>
          </p:nvSpPr>
          <p:spPr>
            <a:xfrm>
              <a:off x="5161928" y="35664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4" name="pt24174"/>
            <p:cNvSpPr/>
            <p:nvPr/>
          </p:nvSpPr>
          <p:spPr>
            <a:xfrm>
              <a:off x="5131464" y="35447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5" name="pt24175"/>
            <p:cNvSpPr/>
            <p:nvPr/>
          </p:nvSpPr>
          <p:spPr>
            <a:xfrm>
              <a:off x="5203593" y="3786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6" name="pt24176"/>
            <p:cNvSpPr/>
            <p:nvPr/>
          </p:nvSpPr>
          <p:spPr>
            <a:xfrm>
              <a:off x="5194338" y="3929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7" name="pt24177"/>
            <p:cNvSpPr/>
            <p:nvPr/>
          </p:nvSpPr>
          <p:spPr>
            <a:xfrm>
              <a:off x="5071119" y="35518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8" name="pt24178"/>
            <p:cNvSpPr/>
            <p:nvPr/>
          </p:nvSpPr>
          <p:spPr>
            <a:xfrm>
              <a:off x="5086342" y="3503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79" name="pt24179"/>
            <p:cNvSpPr/>
            <p:nvPr/>
          </p:nvSpPr>
          <p:spPr>
            <a:xfrm>
              <a:off x="5167371" y="3803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0" name="pt24180"/>
            <p:cNvSpPr/>
            <p:nvPr/>
          </p:nvSpPr>
          <p:spPr>
            <a:xfrm>
              <a:off x="5158966" y="35905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1" name="pt24181"/>
            <p:cNvSpPr/>
            <p:nvPr/>
          </p:nvSpPr>
          <p:spPr>
            <a:xfrm>
              <a:off x="5142242" y="36904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2" name="pt24182"/>
            <p:cNvSpPr/>
            <p:nvPr/>
          </p:nvSpPr>
          <p:spPr>
            <a:xfrm>
              <a:off x="5171687" y="3794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3" name="pt24183"/>
            <p:cNvSpPr/>
            <p:nvPr/>
          </p:nvSpPr>
          <p:spPr>
            <a:xfrm>
              <a:off x="5180606" y="37144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4" name="pt24184"/>
            <p:cNvSpPr/>
            <p:nvPr/>
          </p:nvSpPr>
          <p:spPr>
            <a:xfrm>
              <a:off x="5111129" y="3438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5" name="pt24185"/>
            <p:cNvSpPr/>
            <p:nvPr/>
          </p:nvSpPr>
          <p:spPr>
            <a:xfrm>
              <a:off x="5143612" y="3661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6" name="pt24186"/>
            <p:cNvSpPr/>
            <p:nvPr/>
          </p:nvSpPr>
          <p:spPr>
            <a:xfrm>
              <a:off x="4064231" y="440206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87" name="pt24187"/>
            <p:cNvSpPr/>
            <p:nvPr/>
          </p:nvSpPr>
          <p:spPr>
            <a:xfrm>
              <a:off x="5175484" y="3716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8" name="pt24188"/>
            <p:cNvSpPr/>
            <p:nvPr/>
          </p:nvSpPr>
          <p:spPr>
            <a:xfrm>
              <a:off x="5142136" y="34641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89" name="pt24189"/>
            <p:cNvSpPr/>
            <p:nvPr/>
          </p:nvSpPr>
          <p:spPr>
            <a:xfrm>
              <a:off x="5170840" y="3713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0" name="pt24190"/>
            <p:cNvSpPr/>
            <p:nvPr/>
          </p:nvSpPr>
          <p:spPr>
            <a:xfrm>
              <a:off x="5140698" y="3373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1" name="pt24191"/>
            <p:cNvSpPr/>
            <p:nvPr/>
          </p:nvSpPr>
          <p:spPr>
            <a:xfrm>
              <a:off x="5161928" y="3947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2" name="pt24192"/>
            <p:cNvSpPr/>
            <p:nvPr/>
          </p:nvSpPr>
          <p:spPr>
            <a:xfrm>
              <a:off x="5343633" y="406783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93" name="pt24193"/>
            <p:cNvSpPr/>
            <p:nvPr/>
          </p:nvSpPr>
          <p:spPr>
            <a:xfrm>
              <a:off x="5195657" y="33634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4" name="pt24194"/>
            <p:cNvSpPr/>
            <p:nvPr/>
          </p:nvSpPr>
          <p:spPr>
            <a:xfrm>
              <a:off x="5155777" y="37039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5" name="pt24195"/>
            <p:cNvSpPr/>
            <p:nvPr/>
          </p:nvSpPr>
          <p:spPr>
            <a:xfrm>
              <a:off x="5138688" y="37907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6" name="pt24196"/>
            <p:cNvSpPr/>
            <p:nvPr/>
          </p:nvSpPr>
          <p:spPr>
            <a:xfrm>
              <a:off x="5124909" y="3402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7" name="pt24197"/>
            <p:cNvSpPr/>
            <p:nvPr/>
          </p:nvSpPr>
          <p:spPr>
            <a:xfrm>
              <a:off x="5190350" y="3708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8" name="pt24198"/>
            <p:cNvSpPr/>
            <p:nvPr/>
          </p:nvSpPr>
          <p:spPr>
            <a:xfrm>
              <a:off x="5173187" y="3788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199" name="pt24199"/>
            <p:cNvSpPr/>
            <p:nvPr/>
          </p:nvSpPr>
          <p:spPr>
            <a:xfrm>
              <a:off x="5127162" y="3565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0" name="pt24200"/>
            <p:cNvSpPr/>
            <p:nvPr/>
          </p:nvSpPr>
          <p:spPr>
            <a:xfrm>
              <a:off x="5161116" y="3199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1" name="pt24201"/>
            <p:cNvSpPr/>
            <p:nvPr/>
          </p:nvSpPr>
          <p:spPr>
            <a:xfrm>
              <a:off x="5141257" y="33542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2" name="pt24202"/>
            <p:cNvSpPr/>
            <p:nvPr/>
          </p:nvSpPr>
          <p:spPr>
            <a:xfrm>
              <a:off x="5151505" y="3269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3" name="pt24203"/>
            <p:cNvSpPr/>
            <p:nvPr/>
          </p:nvSpPr>
          <p:spPr>
            <a:xfrm>
              <a:off x="5128423" y="3404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4" name="pt24204"/>
            <p:cNvSpPr/>
            <p:nvPr/>
          </p:nvSpPr>
          <p:spPr>
            <a:xfrm>
              <a:off x="5143940" y="3889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5" name="pt24205"/>
            <p:cNvSpPr/>
            <p:nvPr/>
          </p:nvSpPr>
          <p:spPr>
            <a:xfrm>
              <a:off x="4988977" y="340757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06" name="pt24206"/>
            <p:cNvSpPr/>
            <p:nvPr/>
          </p:nvSpPr>
          <p:spPr>
            <a:xfrm>
              <a:off x="5147863" y="3368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7" name="pt24207"/>
            <p:cNvSpPr/>
            <p:nvPr/>
          </p:nvSpPr>
          <p:spPr>
            <a:xfrm>
              <a:off x="5155725" y="37290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8" name="pt24208"/>
            <p:cNvSpPr/>
            <p:nvPr/>
          </p:nvSpPr>
          <p:spPr>
            <a:xfrm>
              <a:off x="5228859" y="3834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09" name="pt24209"/>
            <p:cNvSpPr/>
            <p:nvPr/>
          </p:nvSpPr>
          <p:spPr>
            <a:xfrm>
              <a:off x="5212031" y="33867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0" name="pt24210"/>
            <p:cNvSpPr/>
            <p:nvPr/>
          </p:nvSpPr>
          <p:spPr>
            <a:xfrm>
              <a:off x="5170033" y="35457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1" name="pt24211"/>
            <p:cNvSpPr/>
            <p:nvPr/>
          </p:nvSpPr>
          <p:spPr>
            <a:xfrm>
              <a:off x="5146291" y="3582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2" name="pt24212"/>
            <p:cNvSpPr/>
            <p:nvPr/>
          </p:nvSpPr>
          <p:spPr>
            <a:xfrm>
              <a:off x="5229462" y="37924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3" name="pt24213"/>
            <p:cNvSpPr/>
            <p:nvPr/>
          </p:nvSpPr>
          <p:spPr>
            <a:xfrm>
              <a:off x="5131994" y="33917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4" name="pt24214"/>
            <p:cNvSpPr/>
            <p:nvPr/>
          </p:nvSpPr>
          <p:spPr>
            <a:xfrm>
              <a:off x="5958037" y="377740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15" name="pt24215"/>
            <p:cNvSpPr/>
            <p:nvPr/>
          </p:nvSpPr>
          <p:spPr>
            <a:xfrm>
              <a:off x="5150624" y="33834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6" name="pt24216"/>
            <p:cNvSpPr/>
            <p:nvPr/>
          </p:nvSpPr>
          <p:spPr>
            <a:xfrm>
              <a:off x="5123429" y="3908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7" name="pt24217"/>
            <p:cNvSpPr/>
            <p:nvPr/>
          </p:nvSpPr>
          <p:spPr>
            <a:xfrm>
              <a:off x="5146263" y="35815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8" name="pt24218"/>
            <p:cNvSpPr/>
            <p:nvPr/>
          </p:nvSpPr>
          <p:spPr>
            <a:xfrm>
              <a:off x="5174310" y="3207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19" name="pt24219"/>
            <p:cNvSpPr/>
            <p:nvPr/>
          </p:nvSpPr>
          <p:spPr>
            <a:xfrm>
              <a:off x="5125129" y="33905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0" name="pt24220"/>
            <p:cNvSpPr/>
            <p:nvPr/>
          </p:nvSpPr>
          <p:spPr>
            <a:xfrm>
              <a:off x="5158644" y="3732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1" name="pt24221"/>
            <p:cNvSpPr/>
            <p:nvPr/>
          </p:nvSpPr>
          <p:spPr>
            <a:xfrm>
              <a:off x="5130671" y="3699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2" name="pt24222"/>
            <p:cNvSpPr/>
            <p:nvPr/>
          </p:nvSpPr>
          <p:spPr>
            <a:xfrm>
              <a:off x="5194851" y="33845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3" name="pt24223"/>
            <p:cNvSpPr/>
            <p:nvPr/>
          </p:nvSpPr>
          <p:spPr>
            <a:xfrm>
              <a:off x="5114368" y="35067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4" name="pt24224"/>
            <p:cNvSpPr/>
            <p:nvPr/>
          </p:nvSpPr>
          <p:spPr>
            <a:xfrm>
              <a:off x="5137945" y="3536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5" name="pt24225"/>
            <p:cNvSpPr/>
            <p:nvPr/>
          </p:nvSpPr>
          <p:spPr>
            <a:xfrm>
              <a:off x="5132807" y="35697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6" name="pt24226"/>
            <p:cNvSpPr/>
            <p:nvPr/>
          </p:nvSpPr>
          <p:spPr>
            <a:xfrm>
              <a:off x="5094565" y="3601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7" name="pt24227"/>
            <p:cNvSpPr/>
            <p:nvPr/>
          </p:nvSpPr>
          <p:spPr>
            <a:xfrm>
              <a:off x="5173376" y="38637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8" name="pt24228"/>
            <p:cNvSpPr/>
            <p:nvPr/>
          </p:nvSpPr>
          <p:spPr>
            <a:xfrm>
              <a:off x="5175097" y="39597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29" name="pt24229"/>
            <p:cNvSpPr/>
            <p:nvPr/>
          </p:nvSpPr>
          <p:spPr>
            <a:xfrm>
              <a:off x="5166940" y="38882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0" name="pt24230"/>
            <p:cNvSpPr/>
            <p:nvPr/>
          </p:nvSpPr>
          <p:spPr>
            <a:xfrm>
              <a:off x="5172182" y="38274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1" name="pt24231"/>
            <p:cNvSpPr/>
            <p:nvPr/>
          </p:nvSpPr>
          <p:spPr>
            <a:xfrm>
              <a:off x="5179048" y="3836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2" name="pt24232"/>
            <p:cNvSpPr/>
            <p:nvPr/>
          </p:nvSpPr>
          <p:spPr>
            <a:xfrm>
              <a:off x="5099176" y="3862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3" name="pt24233"/>
            <p:cNvSpPr/>
            <p:nvPr/>
          </p:nvSpPr>
          <p:spPr>
            <a:xfrm>
              <a:off x="5139175" y="35697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4" name="pt24234"/>
            <p:cNvSpPr/>
            <p:nvPr/>
          </p:nvSpPr>
          <p:spPr>
            <a:xfrm>
              <a:off x="5173140" y="3674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5" name="pt24235"/>
            <p:cNvSpPr/>
            <p:nvPr/>
          </p:nvSpPr>
          <p:spPr>
            <a:xfrm>
              <a:off x="5152789" y="39652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6" name="pt24236"/>
            <p:cNvSpPr/>
            <p:nvPr/>
          </p:nvSpPr>
          <p:spPr>
            <a:xfrm>
              <a:off x="5182629" y="3838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7" name="pt24237"/>
            <p:cNvSpPr/>
            <p:nvPr/>
          </p:nvSpPr>
          <p:spPr>
            <a:xfrm>
              <a:off x="5151819" y="38139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8" name="pt24238"/>
            <p:cNvSpPr/>
            <p:nvPr/>
          </p:nvSpPr>
          <p:spPr>
            <a:xfrm>
              <a:off x="5131250" y="3537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39" name="pt24239"/>
            <p:cNvSpPr/>
            <p:nvPr/>
          </p:nvSpPr>
          <p:spPr>
            <a:xfrm>
              <a:off x="5142087" y="3467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0" name="pt24240"/>
            <p:cNvSpPr/>
            <p:nvPr/>
          </p:nvSpPr>
          <p:spPr>
            <a:xfrm>
              <a:off x="5181906" y="4067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1" name="pt24241"/>
            <p:cNvSpPr/>
            <p:nvPr/>
          </p:nvSpPr>
          <p:spPr>
            <a:xfrm>
              <a:off x="5141948" y="36980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2" name="pt24242"/>
            <p:cNvSpPr/>
            <p:nvPr/>
          </p:nvSpPr>
          <p:spPr>
            <a:xfrm>
              <a:off x="5133341" y="34139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3" name="pt24243"/>
            <p:cNvSpPr/>
            <p:nvPr/>
          </p:nvSpPr>
          <p:spPr>
            <a:xfrm>
              <a:off x="5154019" y="3455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4" name="pt24244"/>
            <p:cNvSpPr/>
            <p:nvPr/>
          </p:nvSpPr>
          <p:spPr>
            <a:xfrm>
              <a:off x="5122998" y="33653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5" name="pt24245"/>
            <p:cNvSpPr/>
            <p:nvPr/>
          </p:nvSpPr>
          <p:spPr>
            <a:xfrm>
              <a:off x="5177743" y="38565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6" name="pt24246"/>
            <p:cNvSpPr/>
            <p:nvPr/>
          </p:nvSpPr>
          <p:spPr>
            <a:xfrm>
              <a:off x="5163437" y="3630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7" name="pt24247"/>
            <p:cNvSpPr/>
            <p:nvPr/>
          </p:nvSpPr>
          <p:spPr>
            <a:xfrm>
              <a:off x="5164018" y="3764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8" name="pt24248"/>
            <p:cNvSpPr/>
            <p:nvPr/>
          </p:nvSpPr>
          <p:spPr>
            <a:xfrm>
              <a:off x="5164797" y="3892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49" name="pt24249"/>
            <p:cNvSpPr/>
            <p:nvPr/>
          </p:nvSpPr>
          <p:spPr>
            <a:xfrm>
              <a:off x="5123171" y="34339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0" name="pt24250"/>
            <p:cNvSpPr/>
            <p:nvPr/>
          </p:nvSpPr>
          <p:spPr>
            <a:xfrm>
              <a:off x="5174315" y="34730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1" name="pt24251"/>
            <p:cNvSpPr/>
            <p:nvPr/>
          </p:nvSpPr>
          <p:spPr>
            <a:xfrm>
              <a:off x="5133438" y="37160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2" name="pt24252"/>
            <p:cNvSpPr/>
            <p:nvPr/>
          </p:nvSpPr>
          <p:spPr>
            <a:xfrm>
              <a:off x="5142886" y="38613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3" name="pt24253"/>
            <p:cNvSpPr/>
            <p:nvPr/>
          </p:nvSpPr>
          <p:spPr>
            <a:xfrm>
              <a:off x="5114676" y="34314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4" name="pt24254"/>
            <p:cNvSpPr/>
            <p:nvPr/>
          </p:nvSpPr>
          <p:spPr>
            <a:xfrm>
              <a:off x="5151723" y="3678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5" name="pt24255"/>
            <p:cNvSpPr/>
            <p:nvPr/>
          </p:nvSpPr>
          <p:spPr>
            <a:xfrm>
              <a:off x="5172128" y="37375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6" name="pt24256"/>
            <p:cNvSpPr/>
            <p:nvPr/>
          </p:nvSpPr>
          <p:spPr>
            <a:xfrm>
              <a:off x="5174767" y="33888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7" name="pt24257"/>
            <p:cNvSpPr/>
            <p:nvPr/>
          </p:nvSpPr>
          <p:spPr>
            <a:xfrm>
              <a:off x="5166636" y="3547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8" name="pt24258"/>
            <p:cNvSpPr/>
            <p:nvPr/>
          </p:nvSpPr>
          <p:spPr>
            <a:xfrm>
              <a:off x="5141537" y="3766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59" name="pt24259"/>
            <p:cNvSpPr/>
            <p:nvPr/>
          </p:nvSpPr>
          <p:spPr>
            <a:xfrm>
              <a:off x="5174073" y="37312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0" name="pt24260"/>
            <p:cNvSpPr/>
            <p:nvPr/>
          </p:nvSpPr>
          <p:spPr>
            <a:xfrm>
              <a:off x="5164168" y="3780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1" name="pt24261"/>
            <p:cNvSpPr/>
            <p:nvPr/>
          </p:nvSpPr>
          <p:spPr>
            <a:xfrm>
              <a:off x="5183441" y="3839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2" name="pt24262"/>
            <p:cNvSpPr/>
            <p:nvPr/>
          </p:nvSpPr>
          <p:spPr>
            <a:xfrm>
              <a:off x="5167729" y="3767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3" name="pt24263"/>
            <p:cNvSpPr/>
            <p:nvPr/>
          </p:nvSpPr>
          <p:spPr>
            <a:xfrm>
              <a:off x="5168230" y="36744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4" name="pt24264"/>
            <p:cNvSpPr/>
            <p:nvPr/>
          </p:nvSpPr>
          <p:spPr>
            <a:xfrm>
              <a:off x="5158380" y="3527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5" name="pt24265"/>
            <p:cNvSpPr/>
            <p:nvPr/>
          </p:nvSpPr>
          <p:spPr>
            <a:xfrm>
              <a:off x="5086755" y="3793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6" name="pt24266"/>
            <p:cNvSpPr/>
            <p:nvPr/>
          </p:nvSpPr>
          <p:spPr>
            <a:xfrm>
              <a:off x="5123540" y="3722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7" name="pt24267"/>
            <p:cNvSpPr/>
            <p:nvPr/>
          </p:nvSpPr>
          <p:spPr>
            <a:xfrm>
              <a:off x="5159230" y="3668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8" name="pt24268"/>
            <p:cNvSpPr/>
            <p:nvPr/>
          </p:nvSpPr>
          <p:spPr>
            <a:xfrm>
              <a:off x="5135026" y="34413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69" name="pt24269"/>
            <p:cNvSpPr/>
            <p:nvPr/>
          </p:nvSpPr>
          <p:spPr>
            <a:xfrm>
              <a:off x="5254019" y="374011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70" name="pt24270"/>
            <p:cNvSpPr/>
            <p:nvPr/>
          </p:nvSpPr>
          <p:spPr>
            <a:xfrm>
              <a:off x="5155017" y="3525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1" name="pt24271"/>
            <p:cNvSpPr/>
            <p:nvPr/>
          </p:nvSpPr>
          <p:spPr>
            <a:xfrm>
              <a:off x="5170804" y="36278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2" name="pt24272"/>
            <p:cNvSpPr/>
            <p:nvPr/>
          </p:nvSpPr>
          <p:spPr>
            <a:xfrm>
              <a:off x="5187467" y="3301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3" name="pt24273"/>
            <p:cNvSpPr/>
            <p:nvPr/>
          </p:nvSpPr>
          <p:spPr>
            <a:xfrm>
              <a:off x="5300426" y="374109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74" name="pt24274"/>
            <p:cNvSpPr/>
            <p:nvPr/>
          </p:nvSpPr>
          <p:spPr>
            <a:xfrm>
              <a:off x="5155300" y="3450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5" name="pt24275"/>
            <p:cNvSpPr/>
            <p:nvPr/>
          </p:nvSpPr>
          <p:spPr>
            <a:xfrm>
              <a:off x="5123002" y="3545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6" name="pt24276"/>
            <p:cNvSpPr/>
            <p:nvPr/>
          </p:nvSpPr>
          <p:spPr>
            <a:xfrm>
              <a:off x="5177276" y="34750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7" name="pt24277"/>
            <p:cNvSpPr/>
            <p:nvPr/>
          </p:nvSpPr>
          <p:spPr>
            <a:xfrm>
              <a:off x="5156930" y="3180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8" name="pt24278"/>
            <p:cNvSpPr/>
            <p:nvPr/>
          </p:nvSpPr>
          <p:spPr>
            <a:xfrm>
              <a:off x="5157581" y="3636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79" name="pt24279"/>
            <p:cNvSpPr/>
            <p:nvPr/>
          </p:nvSpPr>
          <p:spPr>
            <a:xfrm>
              <a:off x="5155163" y="3623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0" name="pt24280"/>
            <p:cNvSpPr/>
            <p:nvPr/>
          </p:nvSpPr>
          <p:spPr>
            <a:xfrm>
              <a:off x="5137109" y="38089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1" name="pt24281"/>
            <p:cNvSpPr/>
            <p:nvPr/>
          </p:nvSpPr>
          <p:spPr>
            <a:xfrm>
              <a:off x="5153876" y="3679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2" name="pt24282"/>
            <p:cNvSpPr/>
            <p:nvPr/>
          </p:nvSpPr>
          <p:spPr>
            <a:xfrm>
              <a:off x="5202035" y="3763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3" name="pt24283"/>
            <p:cNvSpPr/>
            <p:nvPr/>
          </p:nvSpPr>
          <p:spPr>
            <a:xfrm>
              <a:off x="6088443" y="382679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84" name="pt24284"/>
            <p:cNvSpPr/>
            <p:nvPr/>
          </p:nvSpPr>
          <p:spPr>
            <a:xfrm>
              <a:off x="5153940" y="34172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5" name="pt24285"/>
            <p:cNvSpPr/>
            <p:nvPr/>
          </p:nvSpPr>
          <p:spPr>
            <a:xfrm>
              <a:off x="5155862" y="3811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6" name="pt24286"/>
            <p:cNvSpPr/>
            <p:nvPr/>
          </p:nvSpPr>
          <p:spPr>
            <a:xfrm>
              <a:off x="5179447" y="3825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7" name="pt24287"/>
            <p:cNvSpPr/>
            <p:nvPr/>
          </p:nvSpPr>
          <p:spPr>
            <a:xfrm>
              <a:off x="5168050" y="3759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8" name="pt24288"/>
            <p:cNvSpPr/>
            <p:nvPr/>
          </p:nvSpPr>
          <p:spPr>
            <a:xfrm>
              <a:off x="5139397" y="36014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89" name="pt24289"/>
            <p:cNvSpPr/>
            <p:nvPr/>
          </p:nvSpPr>
          <p:spPr>
            <a:xfrm>
              <a:off x="5145460" y="38268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0" name="pt24290"/>
            <p:cNvSpPr/>
            <p:nvPr/>
          </p:nvSpPr>
          <p:spPr>
            <a:xfrm>
              <a:off x="5091584" y="3369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1" name="pt24291"/>
            <p:cNvSpPr/>
            <p:nvPr/>
          </p:nvSpPr>
          <p:spPr>
            <a:xfrm>
              <a:off x="5160818" y="3710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2" name="pt24292"/>
            <p:cNvSpPr/>
            <p:nvPr/>
          </p:nvSpPr>
          <p:spPr>
            <a:xfrm>
              <a:off x="5172645" y="3896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3" name="pt24293"/>
            <p:cNvSpPr/>
            <p:nvPr/>
          </p:nvSpPr>
          <p:spPr>
            <a:xfrm>
              <a:off x="5239252" y="37954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4" name="pt24294"/>
            <p:cNvSpPr/>
            <p:nvPr/>
          </p:nvSpPr>
          <p:spPr>
            <a:xfrm>
              <a:off x="5163222" y="3744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5" name="pt24295"/>
            <p:cNvSpPr/>
            <p:nvPr/>
          </p:nvSpPr>
          <p:spPr>
            <a:xfrm>
              <a:off x="5161048" y="3754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6" name="pt24296"/>
            <p:cNvSpPr/>
            <p:nvPr/>
          </p:nvSpPr>
          <p:spPr>
            <a:xfrm>
              <a:off x="5120487" y="36183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7" name="pt24297"/>
            <p:cNvSpPr/>
            <p:nvPr/>
          </p:nvSpPr>
          <p:spPr>
            <a:xfrm>
              <a:off x="5149611" y="34904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8" name="pt24298"/>
            <p:cNvSpPr/>
            <p:nvPr/>
          </p:nvSpPr>
          <p:spPr>
            <a:xfrm>
              <a:off x="5196118" y="3542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299" name="pt24299"/>
            <p:cNvSpPr/>
            <p:nvPr/>
          </p:nvSpPr>
          <p:spPr>
            <a:xfrm>
              <a:off x="5161288" y="35736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0" name="pt24300"/>
            <p:cNvSpPr/>
            <p:nvPr/>
          </p:nvSpPr>
          <p:spPr>
            <a:xfrm>
              <a:off x="5171782" y="3438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1" name="pt24301"/>
            <p:cNvSpPr/>
            <p:nvPr/>
          </p:nvSpPr>
          <p:spPr>
            <a:xfrm>
              <a:off x="5149069" y="36270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2" name="pt24302"/>
            <p:cNvSpPr/>
            <p:nvPr/>
          </p:nvSpPr>
          <p:spPr>
            <a:xfrm>
              <a:off x="5163122" y="35219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3" name="pt24303"/>
            <p:cNvSpPr/>
            <p:nvPr/>
          </p:nvSpPr>
          <p:spPr>
            <a:xfrm>
              <a:off x="5178923" y="3747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4" name="pt24304"/>
            <p:cNvSpPr/>
            <p:nvPr/>
          </p:nvSpPr>
          <p:spPr>
            <a:xfrm>
              <a:off x="5163392" y="3802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5" name="pt24305"/>
            <p:cNvSpPr/>
            <p:nvPr/>
          </p:nvSpPr>
          <p:spPr>
            <a:xfrm>
              <a:off x="5164444" y="34623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6" name="pt24306"/>
            <p:cNvSpPr/>
            <p:nvPr/>
          </p:nvSpPr>
          <p:spPr>
            <a:xfrm>
              <a:off x="5138347" y="3744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7" name="pt24307"/>
            <p:cNvSpPr/>
            <p:nvPr/>
          </p:nvSpPr>
          <p:spPr>
            <a:xfrm>
              <a:off x="5146207" y="3694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8" name="pt24308"/>
            <p:cNvSpPr/>
            <p:nvPr/>
          </p:nvSpPr>
          <p:spPr>
            <a:xfrm>
              <a:off x="5156044" y="3463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09" name="pt24309"/>
            <p:cNvSpPr/>
            <p:nvPr/>
          </p:nvSpPr>
          <p:spPr>
            <a:xfrm>
              <a:off x="5137232" y="3709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0" name="pt24310"/>
            <p:cNvSpPr/>
            <p:nvPr/>
          </p:nvSpPr>
          <p:spPr>
            <a:xfrm>
              <a:off x="5219458" y="3697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1" name="pt24311"/>
            <p:cNvSpPr/>
            <p:nvPr/>
          </p:nvSpPr>
          <p:spPr>
            <a:xfrm>
              <a:off x="5140213" y="33731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2" name="pt24312"/>
            <p:cNvSpPr/>
            <p:nvPr/>
          </p:nvSpPr>
          <p:spPr>
            <a:xfrm>
              <a:off x="5100259" y="3747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3" name="pt24313"/>
            <p:cNvSpPr/>
            <p:nvPr/>
          </p:nvSpPr>
          <p:spPr>
            <a:xfrm>
              <a:off x="5185639" y="32883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4" name="pt24314"/>
            <p:cNvSpPr/>
            <p:nvPr/>
          </p:nvSpPr>
          <p:spPr>
            <a:xfrm>
              <a:off x="5128354" y="34343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5" name="pt24315"/>
            <p:cNvSpPr/>
            <p:nvPr/>
          </p:nvSpPr>
          <p:spPr>
            <a:xfrm>
              <a:off x="5120456" y="3708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6" name="pt24316"/>
            <p:cNvSpPr/>
            <p:nvPr/>
          </p:nvSpPr>
          <p:spPr>
            <a:xfrm>
              <a:off x="5143189" y="35928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7" name="pt24317"/>
            <p:cNvSpPr/>
            <p:nvPr/>
          </p:nvSpPr>
          <p:spPr>
            <a:xfrm>
              <a:off x="5151017" y="3615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8" name="pt24318"/>
            <p:cNvSpPr/>
            <p:nvPr/>
          </p:nvSpPr>
          <p:spPr>
            <a:xfrm>
              <a:off x="5142798" y="34241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19" name="pt24319"/>
            <p:cNvSpPr/>
            <p:nvPr/>
          </p:nvSpPr>
          <p:spPr>
            <a:xfrm>
              <a:off x="5161540" y="33848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0" name="pt24320"/>
            <p:cNvSpPr/>
            <p:nvPr/>
          </p:nvSpPr>
          <p:spPr>
            <a:xfrm>
              <a:off x="5147867" y="35600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1" name="pt24321"/>
            <p:cNvSpPr/>
            <p:nvPr/>
          </p:nvSpPr>
          <p:spPr>
            <a:xfrm>
              <a:off x="5209040" y="3760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2" name="pt24322"/>
            <p:cNvSpPr/>
            <p:nvPr/>
          </p:nvSpPr>
          <p:spPr>
            <a:xfrm>
              <a:off x="5218157" y="3416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3" name="pt24323"/>
            <p:cNvSpPr/>
            <p:nvPr/>
          </p:nvSpPr>
          <p:spPr>
            <a:xfrm>
              <a:off x="5205216" y="3303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4" name="pt24324"/>
            <p:cNvSpPr/>
            <p:nvPr/>
          </p:nvSpPr>
          <p:spPr>
            <a:xfrm>
              <a:off x="5135883" y="35714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5" name="pt24325"/>
            <p:cNvSpPr/>
            <p:nvPr/>
          </p:nvSpPr>
          <p:spPr>
            <a:xfrm>
              <a:off x="5110836" y="33857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6" name="pt24326"/>
            <p:cNvSpPr/>
            <p:nvPr/>
          </p:nvSpPr>
          <p:spPr>
            <a:xfrm>
              <a:off x="5156041" y="36138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7" name="pt24327"/>
            <p:cNvSpPr/>
            <p:nvPr/>
          </p:nvSpPr>
          <p:spPr>
            <a:xfrm>
              <a:off x="5159339" y="3698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8" name="pt24328"/>
            <p:cNvSpPr/>
            <p:nvPr/>
          </p:nvSpPr>
          <p:spPr>
            <a:xfrm>
              <a:off x="5085242" y="36919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29" name="pt24329"/>
            <p:cNvSpPr/>
            <p:nvPr/>
          </p:nvSpPr>
          <p:spPr>
            <a:xfrm>
              <a:off x="5140594" y="36284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0" name="pt24330"/>
            <p:cNvSpPr/>
            <p:nvPr/>
          </p:nvSpPr>
          <p:spPr>
            <a:xfrm>
              <a:off x="5149985" y="34857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1" name="pt24331"/>
            <p:cNvSpPr/>
            <p:nvPr/>
          </p:nvSpPr>
          <p:spPr>
            <a:xfrm>
              <a:off x="5163485" y="3480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2" name="pt24332"/>
            <p:cNvSpPr/>
            <p:nvPr/>
          </p:nvSpPr>
          <p:spPr>
            <a:xfrm>
              <a:off x="4902171" y="392922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33" name="pt24333"/>
            <p:cNvSpPr/>
            <p:nvPr/>
          </p:nvSpPr>
          <p:spPr>
            <a:xfrm>
              <a:off x="5146363" y="3369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4" name="pt24334"/>
            <p:cNvSpPr/>
            <p:nvPr/>
          </p:nvSpPr>
          <p:spPr>
            <a:xfrm>
              <a:off x="5140922" y="33869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5" name="pt24335"/>
            <p:cNvSpPr/>
            <p:nvPr/>
          </p:nvSpPr>
          <p:spPr>
            <a:xfrm>
              <a:off x="5115054" y="35362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6" name="pt24336"/>
            <p:cNvSpPr/>
            <p:nvPr/>
          </p:nvSpPr>
          <p:spPr>
            <a:xfrm>
              <a:off x="5125546" y="36414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7" name="pt24337"/>
            <p:cNvSpPr/>
            <p:nvPr/>
          </p:nvSpPr>
          <p:spPr>
            <a:xfrm>
              <a:off x="5149635" y="3637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8" name="pt24338"/>
            <p:cNvSpPr/>
            <p:nvPr/>
          </p:nvSpPr>
          <p:spPr>
            <a:xfrm>
              <a:off x="5150806" y="35812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39" name="pt24339"/>
            <p:cNvSpPr/>
            <p:nvPr/>
          </p:nvSpPr>
          <p:spPr>
            <a:xfrm>
              <a:off x="5154605" y="3704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0" name="pt24340"/>
            <p:cNvSpPr/>
            <p:nvPr/>
          </p:nvSpPr>
          <p:spPr>
            <a:xfrm>
              <a:off x="5328881" y="3598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1" name="pt24341"/>
            <p:cNvSpPr/>
            <p:nvPr/>
          </p:nvSpPr>
          <p:spPr>
            <a:xfrm>
              <a:off x="5155425" y="3663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2" name="pt24342"/>
            <p:cNvSpPr/>
            <p:nvPr/>
          </p:nvSpPr>
          <p:spPr>
            <a:xfrm>
              <a:off x="5197064" y="34665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3" name="pt24343"/>
            <p:cNvSpPr/>
            <p:nvPr/>
          </p:nvSpPr>
          <p:spPr>
            <a:xfrm>
              <a:off x="5112232" y="34597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4" name="pt24344"/>
            <p:cNvSpPr/>
            <p:nvPr/>
          </p:nvSpPr>
          <p:spPr>
            <a:xfrm>
              <a:off x="5150418" y="3675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5" name="pt24345"/>
            <p:cNvSpPr/>
            <p:nvPr/>
          </p:nvSpPr>
          <p:spPr>
            <a:xfrm>
              <a:off x="5219295" y="36812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6" name="pt24346"/>
            <p:cNvSpPr/>
            <p:nvPr/>
          </p:nvSpPr>
          <p:spPr>
            <a:xfrm>
              <a:off x="5151827" y="38995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7" name="pt24347"/>
            <p:cNvSpPr/>
            <p:nvPr/>
          </p:nvSpPr>
          <p:spPr>
            <a:xfrm>
              <a:off x="5509886" y="374649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48" name="pt24348"/>
            <p:cNvSpPr/>
            <p:nvPr/>
          </p:nvSpPr>
          <p:spPr>
            <a:xfrm>
              <a:off x="5168799" y="39034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49" name="pt24349"/>
            <p:cNvSpPr/>
            <p:nvPr/>
          </p:nvSpPr>
          <p:spPr>
            <a:xfrm>
              <a:off x="5172159" y="3761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0" name="pt24350"/>
            <p:cNvSpPr/>
            <p:nvPr/>
          </p:nvSpPr>
          <p:spPr>
            <a:xfrm>
              <a:off x="5129360" y="36141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1" name="pt24351"/>
            <p:cNvSpPr/>
            <p:nvPr/>
          </p:nvSpPr>
          <p:spPr>
            <a:xfrm>
              <a:off x="4995460" y="3845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2" name="pt24352"/>
            <p:cNvSpPr/>
            <p:nvPr/>
          </p:nvSpPr>
          <p:spPr>
            <a:xfrm>
              <a:off x="5135179" y="3310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3" name="pt24353"/>
            <p:cNvSpPr/>
            <p:nvPr/>
          </p:nvSpPr>
          <p:spPr>
            <a:xfrm>
              <a:off x="5153738" y="37680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4" name="pt24354"/>
            <p:cNvSpPr/>
            <p:nvPr/>
          </p:nvSpPr>
          <p:spPr>
            <a:xfrm>
              <a:off x="5154703" y="34444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5" name="pt24355"/>
            <p:cNvSpPr/>
            <p:nvPr/>
          </p:nvSpPr>
          <p:spPr>
            <a:xfrm>
              <a:off x="5156537" y="37772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6" name="pt24356"/>
            <p:cNvSpPr/>
            <p:nvPr/>
          </p:nvSpPr>
          <p:spPr>
            <a:xfrm>
              <a:off x="5281021" y="3683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7" name="pt24357"/>
            <p:cNvSpPr/>
            <p:nvPr/>
          </p:nvSpPr>
          <p:spPr>
            <a:xfrm>
              <a:off x="5202298" y="3753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8" name="pt24358"/>
            <p:cNvSpPr/>
            <p:nvPr/>
          </p:nvSpPr>
          <p:spPr>
            <a:xfrm>
              <a:off x="5123892" y="39285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59" name="pt24359"/>
            <p:cNvSpPr/>
            <p:nvPr/>
          </p:nvSpPr>
          <p:spPr>
            <a:xfrm>
              <a:off x="4931345" y="3777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0" name="pt24360"/>
            <p:cNvSpPr/>
            <p:nvPr/>
          </p:nvSpPr>
          <p:spPr>
            <a:xfrm>
              <a:off x="5137658" y="3763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1" name="pt24361"/>
            <p:cNvSpPr/>
            <p:nvPr/>
          </p:nvSpPr>
          <p:spPr>
            <a:xfrm>
              <a:off x="5151406" y="37114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2" name="pt24362"/>
            <p:cNvSpPr/>
            <p:nvPr/>
          </p:nvSpPr>
          <p:spPr>
            <a:xfrm>
              <a:off x="5543296" y="340337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63" name="pt24363"/>
            <p:cNvSpPr/>
            <p:nvPr/>
          </p:nvSpPr>
          <p:spPr>
            <a:xfrm>
              <a:off x="5167671" y="35918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4" name="pt24364"/>
            <p:cNvSpPr/>
            <p:nvPr/>
          </p:nvSpPr>
          <p:spPr>
            <a:xfrm>
              <a:off x="5148031" y="3617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5" name="pt24365"/>
            <p:cNvSpPr/>
            <p:nvPr/>
          </p:nvSpPr>
          <p:spPr>
            <a:xfrm>
              <a:off x="5141679" y="34547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6" name="pt24366"/>
            <p:cNvSpPr/>
            <p:nvPr/>
          </p:nvSpPr>
          <p:spPr>
            <a:xfrm>
              <a:off x="5211264" y="39265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7" name="pt24367"/>
            <p:cNvSpPr/>
            <p:nvPr/>
          </p:nvSpPr>
          <p:spPr>
            <a:xfrm>
              <a:off x="5128469" y="41051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8" name="pt24368"/>
            <p:cNvSpPr/>
            <p:nvPr/>
          </p:nvSpPr>
          <p:spPr>
            <a:xfrm>
              <a:off x="5153751" y="35558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69" name="pt24369"/>
            <p:cNvSpPr/>
            <p:nvPr/>
          </p:nvSpPr>
          <p:spPr>
            <a:xfrm>
              <a:off x="5158479" y="3374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0" name="pt24370"/>
            <p:cNvSpPr/>
            <p:nvPr/>
          </p:nvSpPr>
          <p:spPr>
            <a:xfrm>
              <a:off x="5174055" y="36703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1" name="pt24371"/>
            <p:cNvSpPr/>
            <p:nvPr/>
          </p:nvSpPr>
          <p:spPr>
            <a:xfrm>
              <a:off x="5041286" y="3536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2" name="pt24372"/>
            <p:cNvSpPr/>
            <p:nvPr/>
          </p:nvSpPr>
          <p:spPr>
            <a:xfrm>
              <a:off x="5177240" y="35954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3" name="pt24373"/>
            <p:cNvSpPr/>
            <p:nvPr/>
          </p:nvSpPr>
          <p:spPr>
            <a:xfrm>
              <a:off x="5120055" y="32989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4" name="pt24374"/>
            <p:cNvSpPr/>
            <p:nvPr/>
          </p:nvSpPr>
          <p:spPr>
            <a:xfrm>
              <a:off x="5168973" y="3619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5" name="pt24375"/>
            <p:cNvSpPr/>
            <p:nvPr/>
          </p:nvSpPr>
          <p:spPr>
            <a:xfrm>
              <a:off x="5125461" y="33234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6" name="pt24376"/>
            <p:cNvSpPr/>
            <p:nvPr/>
          </p:nvSpPr>
          <p:spPr>
            <a:xfrm>
              <a:off x="5163036" y="35128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7" name="pt24377"/>
            <p:cNvSpPr/>
            <p:nvPr/>
          </p:nvSpPr>
          <p:spPr>
            <a:xfrm>
              <a:off x="5160759" y="34850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8" name="pt24378"/>
            <p:cNvSpPr/>
            <p:nvPr/>
          </p:nvSpPr>
          <p:spPr>
            <a:xfrm>
              <a:off x="5173432" y="35028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79" name="pt24379"/>
            <p:cNvSpPr/>
            <p:nvPr/>
          </p:nvSpPr>
          <p:spPr>
            <a:xfrm>
              <a:off x="5193109" y="3652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0" name="pt24380"/>
            <p:cNvSpPr/>
            <p:nvPr/>
          </p:nvSpPr>
          <p:spPr>
            <a:xfrm>
              <a:off x="5146963" y="3318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1" name="pt24381"/>
            <p:cNvSpPr/>
            <p:nvPr/>
          </p:nvSpPr>
          <p:spPr>
            <a:xfrm>
              <a:off x="5157301" y="36977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2" name="pt24382"/>
            <p:cNvSpPr/>
            <p:nvPr/>
          </p:nvSpPr>
          <p:spPr>
            <a:xfrm>
              <a:off x="5118777" y="33751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3" name="pt24383"/>
            <p:cNvSpPr/>
            <p:nvPr/>
          </p:nvSpPr>
          <p:spPr>
            <a:xfrm>
              <a:off x="5169779" y="37343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4" name="pt24384"/>
            <p:cNvSpPr/>
            <p:nvPr/>
          </p:nvSpPr>
          <p:spPr>
            <a:xfrm>
              <a:off x="5122374" y="3560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5" name="pt24385"/>
            <p:cNvSpPr/>
            <p:nvPr/>
          </p:nvSpPr>
          <p:spPr>
            <a:xfrm>
              <a:off x="5167754" y="3515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6" name="pt24386"/>
            <p:cNvSpPr/>
            <p:nvPr/>
          </p:nvSpPr>
          <p:spPr>
            <a:xfrm>
              <a:off x="5199274" y="3785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7" name="pt24387"/>
            <p:cNvSpPr/>
            <p:nvPr/>
          </p:nvSpPr>
          <p:spPr>
            <a:xfrm>
              <a:off x="5177819" y="35299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8" name="pt24388"/>
            <p:cNvSpPr/>
            <p:nvPr/>
          </p:nvSpPr>
          <p:spPr>
            <a:xfrm>
              <a:off x="5239481" y="36089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89" name="pt24389"/>
            <p:cNvSpPr/>
            <p:nvPr/>
          </p:nvSpPr>
          <p:spPr>
            <a:xfrm>
              <a:off x="5163069" y="3400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0" name="pt24390"/>
            <p:cNvSpPr/>
            <p:nvPr/>
          </p:nvSpPr>
          <p:spPr>
            <a:xfrm>
              <a:off x="5161116" y="32470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1" name="pt24391"/>
            <p:cNvSpPr/>
            <p:nvPr/>
          </p:nvSpPr>
          <p:spPr>
            <a:xfrm>
              <a:off x="5537690" y="3546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2" name="pt24392"/>
            <p:cNvSpPr/>
            <p:nvPr/>
          </p:nvSpPr>
          <p:spPr>
            <a:xfrm>
              <a:off x="5181635" y="35554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3" name="pt24393"/>
            <p:cNvSpPr/>
            <p:nvPr/>
          </p:nvSpPr>
          <p:spPr>
            <a:xfrm>
              <a:off x="5114229" y="34683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4" name="pt24394"/>
            <p:cNvSpPr/>
            <p:nvPr/>
          </p:nvSpPr>
          <p:spPr>
            <a:xfrm>
              <a:off x="5135404" y="3556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5" name="pt24395"/>
            <p:cNvSpPr/>
            <p:nvPr/>
          </p:nvSpPr>
          <p:spPr>
            <a:xfrm>
              <a:off x="5163365" y="3865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6" name="pt24396"/>
            <p:cNvSpPr/>
            <p:nvPr/>
          </p:nvSpPr>
          <p:spPr>
            <a:xfrm>
              <a:off x="5182439" y="36729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7" name="pt24397"/>
            <p:cNvSpPr/>
            <p:nvPr/>
          </p:nvSpPr>
          <p:spPr>
            <a:xfrm>
              <a:off x="5172901" y="34098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8" name="pt24398"/>
            <p:cNvSpPr/>
            <p:nvPr/>
          </p:nvSpPr>
          <p:spPr>
            <a:xfrm>
              <a:off x="4991206" y="36463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399" name="pt24399"/>
            <p:cNvSpPr/>
            <p:nvPr/>
          </p:nvSpPr>
          <p:spPr>
            <a:xfrm>
              <a:off x="5146251" y="34423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0" name="pt24400"/>
            <p:cNvSpPr/>
            <p:nvPr/>
          </p:nvSpPr>
          <p:spPr>
            <a:xfrm>
              <a:off x="5125047" y="35890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1" name="pt24401"/>
            <p:cNvSpPr/>
            <p:nvPr/>
          </p:nvSpPr>
          <p:spPr>
            <a:xfrm>
              <a:off x="5086138" y="3555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2" name="pt24402"/>
            <p:cNvSpPr/>
            <p:nvPr/>
          </p:nvSpPr>
          <p:spPr>
            <a:xfrm>
              <a:off x="5131078" y="3607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3" name="pt24403"/>
            <p:cNvSpPr/>
            <p:nvPr/>
          </p:nvSpPr>
          <p:spPr>
            <a:xfrm>
              <a:off x="5140778" y="36661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4" name="pt24404"/>
            <p:cNvSpPr/>
            <p:nvPr/>
          </p:nvSpPr>
          <p:spPr>
            <a:xfrm>
              <a:off x="5177179" y="3780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5" name="pt24405"/>
            <p:cNvSpPr/>
            <p:nvPr/>
          </p:nvSpPr>
          <p:spPr>
            <a:xfrm>
              <a:off x="5145910" y="3837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6" name="pt24406"/>
            <p:cNvSpPr/>
            <p:nvPr/>
          </p:nvSpPr>
          <p:spPr>
            <a:xfrm>
              <a:off x="5127801" y="31928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7" name="pt24407"/>
            <p:cNvSpPr/>
            <p:nvPr/>
          </p:nvSpPr>
          <p:spPr>
            <a:xfrm>
              <a:off x="5140627" y="3396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8" name="pt24408"/>
            <p:cNvSpPr/>
            <p:nvPr/>
          </p:nvSpPr>
          <p:spPr>
            <a:xfrm>
              <a:off x="5223547" y="33295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09" name="pt24409"/>
            <p:cNvSpPr/>
            <p:nvPr/>
          </p:nvSpPr>
          <p:spPr>
            <a:xfrm>
              <a:off x="5174965" y="34951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0" name="pt24410"/>
            <p:cNvSpPr/>
            <p:nvPr/>
          </p:nvSpPr>
          <p:spPr>
            <a:xfrm>
              <a:off x="5176046" y="36556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1" name="pt24411"/>
            <p:cNvSpPr/>
            <p:nvPr/>
          </p:nvSpPr>
          <p:spPr>
            <a:xfrm>
              <a:off x="5080503" y="3711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2" name="pt24412"/>
            <p:cNvSpPr/>
            <p:nvPr/>
          </p:nvSpPr>
          <p:spPr>
            <a:xfrm>
              <a:off x="5166085" y="3854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3" name="pt24413"/>
            <p:cNvSpPr/>
            <p:nvPr/>
          </p:nvSpPr>
          <p:spPr>
            <a:xfrm>
              <a:off x="5085989" y="34047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4" name="pt24414"/>
            <p:cNvSpPr/>
            <p:nvPr/>
          </p:nvSpPr>
          <p:spPr>
            <a:xfrm>
              <a:off x="5171677" y="3544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5" name="pt24415"/>
            <p:cNvSpPr/>
            <p:nvPr/>
          </p:nvSpPr>
          <p:spPr>
            <a:xfrm>
              <a:off x="5165799" y="37120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6" name="pt24416"/>
            <p:cNvSpPr/>
            <p:nvPr/>
          </p:nvSpPr>
          <p:spPr>
            <a:xfrm>
              <a:off x="5079195" y="3485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7" name="pt24417"/>
            <p:cNvSpPr/>
            <p:nvPr/>
          </p:nvSpPr>
          <p:spPr>
            <a:xfrm>
              <a:off x="5145159" y="37796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8" name="pt24418"/>
            <p:cNvSpPr/>
            <p:nvPr/>
          </p:nvSpPr>
          <p:spPr>
            <a:xfrm>
              <a:off x="5074485" y="3439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19" name="pt24419"/>
            <p:cNvSpPr/>
            <p:nvPr/>
          </p:nvSpPr>
          <p:spPr>
            <a:xfrm>
              <a:off x="5145961" y="36053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0" name="pt24420"/>
            <p:cNvSpPr/>
            <p:nvPr/>
          </p:nvSpPr>
          <p:spPr>
            <a:xfrm>
              <a:off x="5149618" y="34321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1" name="pt24421"/>
            <p:cNvSpPr/>
            <p:nvPr/>
          </p:nvSpPr>
          <p:spPr>
            <a:xfrm>
              <a:off x="5176420" y="3656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2" name="pt24422"/>
            <p:cNvSpPr/>
            <p:nvPr/>
          </p:nvSpPr>
          <p:spPr>
            <a:xfrm>
              <a:off x="5147178" y="35780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3" name="pt24423"/>
            <p:cNvSpPr/>
            <p:nvPr/>
          </p:nvSpPr>
          <p:spPr>
            <a:xfrm>
              <a:off x="5176968" y="3666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4" name="pt24424"/>
            <p:cNvSpPr/>
            <p:nvPr/>
          </p:nvSpPr>
          <p:spPr>
            <a:xfrm>
              <a:off x="5183376" y="3742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5" name="pt24425"/>
            <p:cNvSpPr/>
            <p:nvPr/>
          </p:nvSpPr>
          <p:spPr>
            <a:xfrm>
              <a:off x="5042262" y="336590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26" name="pt24426"/>
            <p:cNvSpPr/>
            <p:nvPr/>
          </p:nvSpPr>
          <p:spPr>
            <a:xfrm>
              <a:off x="5174606" y="32446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7" name="pt24427"/>
            <p:cNvSpPr/>
            <p:nvPr/>
          </p:nvSpPr>
          <p:spPr>
            <a:xfrm>
              <a:off x="5144234" y="34587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8" name="pt24428"/>
            <p:cNvSpPr/>
            <p:nvPr/>
          </p:nvSpPr>
          <p:spPr>
            <a:xfrm>
              <a:off x="5077103" y="34342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29" name="pt24429"/>
            <p:cNvSpPr/>
            <p:nvPr/>
          </p:nvSpPr>
          <p:spPr>
            <a:xfrm>
              <a:off x="5176832" y="38954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0" name="pt24430"/>
            <p:cNvSpPr/>
            <p:nvPr/>
          </p:nvSpPr>
          <p:spPr>
            <a:xfrm>
              <a:off x="5132665" y="35504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1" name="pt24431"/>
            <p:cNvSpPr/>
            <p:nvPr/>
          </p:nvSpPr>
          <p:spPr>
            <a:xfrm>
              <a:off x="5176793" y="36900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2" name="pt24432"/>
            <p:cNvSpPr/>
            <p:nvPr/>
          </p:nvSpPr>
          <p:spPr>
            <a:xfrm>
              <a:off x="5134438" y="3578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3" name="pt24433"/>
            <p:cNvSpPr/>
            <p:nvPr/>
          </p:nvSpPr>
          <p:spPr>
            <a:xfrm>
              <a:off x="5274349" y="36545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4" name="pt24434"/>
            <p:cNvSpPr/>
            <p:nvPr/>
          </p:nvSpPr>
          <p:spPr>
            <a:xfrm>
              <a:off x="5092651" y="37134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5" name="pt24435"/>
            <p:cNvSpPr/>
            <p:nvPr/>
          </p:nvSpPr>
          <p:spPr>
            <a:xfrm>
              <a:off x="5236641" y="36397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6" name="pt24436"/>
            <p:cNvSpPr/>
            <p:nvPr/>
          </p:nvSpPr>
          <p:spPr>
            <a:xfrm>
              <a:off x="5162971" y="34613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7" name="pt24437"/>
            <p:cNvSpPr/>
            <p:nvPr/>
          </p:nvSpPr>
          <p:spPr>
            <a:xfrm>
              <a:off x="5126870" y="3652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8" name="pt24438"/>
            <p:cNvSpPr/>
            <p:nvPr/>
          </p:nvSpPr>
          <p:spPr>
            <a:xfrm>
              <a:off x="5200297" y="38383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39" name="pt24439"/>
            <p:cNvSpPr/>
            <p:nvPr/>
          </p:nvSpPr>
          <p:spPr>
            <a:xfrm>
              <a:off x="5184859" y="36878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0" name="pt24440"/>
            <p:cNvSpPr/>
            <p:nvPr/>
          </p:nvSpPr>
          <p:spPr>
            <a:xfrm>
              <a:off x="5146378" y="37243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1" name="pt24441"/>
            <p:cNvSpPr/>
            <p:nvPr/>
          </p:nvSpPr>
          <p:spPr>
            <a:xfrm>
              <a:off x="5164953" y="36671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2" name="pt24442"/>
            <p:cNvSpPr/>
            <p:nvPr/>
          </p:nvSpPr>
          <p:spPr>
            <a:xfrm>
              <a:off x="5112706" y="35966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3" name="pt24443"/>
            <p:cNvSpPr/>
            <p:nvPr/>
          </p:nvSpPr>
          <p:spPr>
            <a:xfrm>
              <a:off x="5136927" y="40049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4" name="pt24444"/>
            <p:cNvSpPr/>
            <p:nvPr/>
          </p:nvSpPr>
          <p:spPr>
            <a:xfrm>
              <a:off x="5239535" y="38242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5" name="pt24445"/>
            <p:cNvSpPr/>
            <p:nvPr/>
          </p:nvSpPr>
          <p:spPr>
            <a:xfrm>
              <a:off x="5111573" y="34052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6" name="pt24446"/>
            <p:cNvSpPr/>
            <p:nvPr/>
          </p:nvSpPr>
          <p:spPr>
            <a:xfrm>
              <a:off x="5161327" y="32366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7" name="pt24447"/>
            <p:cNvSpPr/>
            <p:nvPr/>
          </p:nvSpPr>
          <p:spPr>
            <a:xfrm>
              <a:off x="5206542" y="3944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8" name="pt24448"/>
            <p:cNvSpPr/>
            <p:nvPr/>
          </p:nvSpPr>
          <p:spPr>
            <a:xfrm>
              <a:off x="5123882" y="36628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49" name="pt24449"/>
            <p:cNvSpPr/>
            <p:nvPr/>
          </p:nvSpPr>
          <p:spPr>
            <a:xfrm>
              <a:off x="5179562" y="3747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0" name="pt24450"/>
            <p:cNvSpPr/>
            <p:nvPr/>
          </p:nvSpPr>
          <p:spPr>
            <a:xfrm>
              <a:off x="4656832" y="36005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1" name="pt24451"/>
            <p:cNvSpPr/>
            <p:nvPr/>
          </p:nvSpPr>
          <p:spPr>
            <a:xfrm>
              <a:off x="5109471" y="3596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2" name="pt24452"/>
            <p:cNvSpPr/>
            <p:nvPr/>
          </p:nvSpPr>
          <p:spPr>
            <a:xfrm>
              <a:off x="5153002" y="3406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3" name="pt24453"/>
            <p:cNvSpPr/>
            <p:nvPr/>
          </p:nvSpPr>
          <p:spPr>
            <a:xfrm>
              <a:off x="5164673" y="39117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4" name="pt24454"/>
            <p:cNvSpPr/>
            <p:nvPr/>
          </p:nvSpPr>
          <p:spPr>
            <a:xfrm>
              <a:off x="5240680" y="3637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5" name="pt24455"/>
            <p:cNvSpPr/>
            <p:nvPr/>
          </p:nvSpPr>
          <p:spPr>
            <a:xfrm>
              <a:off x="5186714" y="37324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6" name="pt24456"/>
            <p:cNvSpPr/>
            <p:nvPr/>
          </p:nvSpPr>
          <p:spPr>
            <a:xfrm>
              <a:off x="5159176" y="35751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7" name="pt24457"/>
            <p:cNvSpPr/>
            <p:nvPr/>
          </p:nvSpPr>
          <p:spPr>
            <a:xfrm>
              <a:off x="5362678" y="35114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8" name="pt24458"/>
            <p:cNvSpPr/>
            <p:nvPr/>
          </p:nvSpPr>
          <p:spPr>
            <a:xfrm>
              <a:off x="5290860" y="36123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59" name="pt24459"/>
            <p:cNvSpPr/>
            <p:nvPr/>
          </p:nvSpPr>
          <p:spPr>
            <a:xfrm>
              <a:off x="5312642" y="31968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0" name="pt24460"/>
            <p:cNvSpPr/>
            <p:nvPr/>
          </p:nvSpPr>
          <p:spPr>
            <a:xfrm>
              <a:off x="5165238" y="35218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1" name="pt24461"/>
            <p:cNvSpPr/>
            <p:nvPr/>
          </p:nvSpPr>
          <p:spPr>
            <a:xfrm>
              <a:off x="5128514" y="37030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2" name="pt24462"/>
            <p:cNvSpPr/>
            <p:nvPr/>
          </p:nvSpPr>
          <p:spPr>
            <a:xfrm>
              <a:off x="5345213" y="324481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63" name="pt24463"/>
            <p:cNvSpPr/>
            <p:nvPr/>
          </p:nvSpPr>
          <p:spPr>
            <a:xfrm>
              <a:off x="5172468" y="3668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4" name="pt24464"/>
            <p:cNvSpPr/>
            <p:nvPr/>
          </p:nvSpPr>
          <p:spPr>
            <a:xfrm>
              <a:off x="5161950" y="3798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5" name="pt24465"/>
            <p:cNvSpPr/>
            <p:nvPr/>
          </p:nvSpPr>
          <p:spPr>
            <a:xfrm>
              <a:off x="5059603" y="35379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6" name="pt24466"/>
            <p:cNvSpPr/>
            <p:nvPr/>
          </p:nvSpPr>
          <p:spPr>
            <a:xfrm>
              <a:off x="5219932" y="35096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7" name="pt24467"/>
            <p:cNvSpPr/>
            <p:nvPr/>
          </p:nvSpPr>
          <p:spPr>
            <a:xfrm>
              <a:off x="5112476" y="35166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8" name="pt24468"/>
            <p:cNvSpPr/>
            <p:nvPr/>
          </p:nvSpPr>
          <p:spPr>
            <a:xfrm>
              <a:off x="5152516" y="37416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69" name="pt24469"/>
            <p:cNvSpPr/>
            <p:nvPr/>
          </p:nvSpPr>
          <p:spPr>
            <a:xfrm>
              <a:off x="5145849" y="35178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0" name="pt24470"/>
            <p:cNvSpPr/>
            <p:nvPr/>
          </p:nvSpPr>
          <p:spPr>
            <a:xfrm>
              <a:off x="5149563" y="34985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1" name="pt24471"/>
            <p:cNvSpPr/>
            <p:nvPr/>
          </p:nvSpPr>
          <p:spPr>
            <a:xfrm>
              <a:off x="5164420" y="36828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2" name="pt24472"/>
            <p:cNvSpPr/>
            <p:nvPr/>
          </p:nvSpPr>
          <p:spPr>
            <a:xfrm>
              <a:off x="5133459" y="34103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3" name="pt24473"/>
            <p:cNvSpPr/>
            <p:nvPr/>
          </p:nvSpPr>
          <p:spPr>
            <a:xfrm>
              <a:off x="5083547" y="32723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4" name="pt24474"/>
            <p:cNvSpPr/>
            <p:nvPr/>
          </p:nvSpPr>
          <p:spPr>
            <a:xfrm>
              <a:off x="5149862" y="34033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5" name="pt24475"/>
            <p:cNvSpPr/>
            <p:nvPr/>
          </p:nvSpPr>
          <p:spPr>
            <a:xfrm>
              <a:off x="5155612" y="3381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6" name="pt24476"/>
            <p:cNvSpPr/>
            <p:nvPr/>
          </p:nvSpPr>
          <p:spPr>
            <a:xfrm>
              <a:off x="6210468" y="3657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7" name="pt24477"/>
            <p:cNvSpPr/>
            <p:nvPr/>
          </p:nvSpPr>
          <p:spPr>
            <a:xfrm>
              <a:off x="5205724" y="36741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8" name="pt24478"/>
            <p:cNvSpPr/>
            <p:nvPr/>
          </p:nvSpPr>
          <p:spPr>
            <a:xfrm>
              <a:off x="5158710" y="3687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79" name="pt24479"/>
            <p:cNvSpPr/>
            <p:nvPr/>
          </p:nvSpPr>
          <p:spPr>
            <a:xfrm>
              <a:off x="5163021" y="33919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0" name="pt24480"/>
            <p:cNvSpPr/>
            <p:nvPr/>
          </p:nvSpPr>
          <p:spPr>
            <a:xfrm>
              <a:off x="5107855" y="35243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1" name="pt24481"/>
            <p:cNvSpPr/>
            <p:nvPr/>
          </p:nvSpPr>
          <p:spPr>
            <a:xfrm>
              <a:off x="5166841" y="37268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2" name="pt24482"/>
            <p:cNvSpPr/>
            <p:nvPr/>
          </p:nvSpPr>
          <p:spPr>
            <a:xfrm>
              <a:off x="5163734" y="32403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3" name="pt24483"/>
            <p:cNvSpPr/>
            <p:nvPr/>
          </p:nvSpPr>
          <p:spPr>
            <a:xfrm>
              <a:off x="5178059" y="3717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4" name="pt24484"/>
            <p:cNvSpPr/>
            <p:nvPr/>
          </p:nvSpPr>
          <p:spPr>
            <a:xfrm>
              <a:off x="5112194" y="3782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5" name="pt24485"/>
            <p:cNvSpPr/>
            <p:nvPr/>
          </p:nvSpPr>
          <p:spPr>
            <a:xfrm>
              <a:off x="5154408" y="3827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6" name="pt24486"/>
            <p:cNvSpPr/>
            <p:nvPr/>
          </p:nvSpPr>
          <p:spPr>
            <a:xfrm>
              <a:off x="5134980" y="3424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7" name="pt24487"/>
            <p:cNvSpPr/>
            <p:nvPr/>
          </p:nvSpPr>
          <p:spPr>
            <a:xfrm>
              <a:off x="5095203" y="36752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8" name="pt24488"/>
            <p:cNvSpPr/>
            <p:nvPr/>
          </p:nvSpPr>
          <p:spPr>
            <a:xfrm>
              <a:off x="5126570" y="33211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89" name="pt24489"/>
            <p:cNvSpPr/>
            <p:nvPr/>
          </p:nvSpPr>
          <p:spPr>
            <a:xfrm>
              <a:off x="5150755" y="36046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0" name="pt24490"/>
            <p:cNvSpPr/>
            <p:nvPr/>
          </p:nvSpPr>
          <p:spPr>
            <a:xfrm>
              <a:off x="5161028" y="37800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1" name="pt24491"/>
            <p:cNvSpPr/>
            <p:nvPr/>
          </p:nvSpPr>
          <p:spPr>
            <a:xfrm>
              <a:off x="5176969" y="3385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2" name="pt24492"/>
            <p:cNvSpPr/>
            <p:nvPr/>
          </p:nvSpPr>
          <p:spPr>
            <a:xfrm>
              <a:off x="5104812" y="3374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3" name="pt24493"/>
            <p:cNvSpPr/>
            <p:nvPr/>
          </p:nvSpPr>
          <p:spPr>
            <a:xfrm>
              <a:off x="5159210" y="36274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4" name="pt24494"/>
            <p:cNvSpPr/>
            <p:nvPr/>
          </p:nvSpPr>
          <p:spPr>
            <a:xfrm>
              <a:off x="5188303" y="37543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5" name="pt24495"/>
            <p:cNvSpPr/>
            <p:nvPr/>
          </p:nvSpPr>
          <p:spPr>
            <a:xfrm>
              <a:off x="5172864" y="3757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6" name="pt24496"/>
            <p:cNvSpPr/>
            <p:nvPr/>
          </p:nvSpPr>
          <p:spPr>
            <a:xfrm>
              <a:off x="5127878" y="3407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7" name="pt24497"/>
            <p:cNvSpPr/>
            <p:nvPr/>
          </p:nvSpPr>
          <p:spPr>
            <a:xfrm>
              <a:off x="5044806" y="5338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8" name="pt24498"/>
            <p:cNvSpPr/>
            <p:nvPr/>
          </p:nvSpPr>
          <p:spPr>
            <a:xfrm>
              <a:off x="5146872" y="35508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499" name="pt24499"/>
            <p:cNvSpPr/>
            <p:nvPr/>
          </p:nvSpPr>
          <p:spPr>
            <a:xfrm>
              <a:off x="5139679" y="36454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0" name="pt24500"/>
            <p:cNvSpPr/>
            <p:nvPr/>
          </p:nvSpPr>
          <p:spPr>
            <a:xfrm>
              <a:off x="5139373" y="3316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1" name="pt24501"/>
            <p:cNvSpPr/>
            <p:nvPr/>
          </p:nvSpPr>
          <p:spPr>
            <a:xfrm>
              <a:off x="5139274" y="37020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2" name="pt24502"/>
            <p:cNvSpPr/>
            <p:nvPr/>
          </p:nvSpPr>
          <p:spPr>
            <a:xfrm>
              <a:off x="5144792" y="35068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3" name="pt24503"/>
            <p:cNvSpPr/>
            <p:nvPr/>
          </p:nvSpPr>
          <p:spPr>
            <a:xfrm>
              <a:off x="5169491" y="3741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4" name="pt24504"/>
            <p:cNvSpPr/>
            <p:nvPr/>
          </p:nvSpPr>
          <p:spPr>
            <a:xfrm>
              <a:off x="5119599" y="34729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5" name="pt24505"/>
            <p:cNvSpPr/>
            <p:nvPr/>
          </p:nvSpPr>
          <p:spPr>
            <a:xfrm>
              <a:off x="5177245" y="34505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6" name="pt24506"/>
            <p:cNvSpPr/>
            <p:nvPr/>
          </p:nvSpPr>
          <p:spPr>
            <a:xfrm>
              <a:off x="5164125" y="37910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7" name="pt24507"/>
            <p:cNvSpPr/>
            <p:nvPr/>
          </p:nvSpPr>
          <p:spPr>
            <a:xfrm>
              <a:off x="5203386" y="34087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8" name="pt24508"/>
            <p:cNvSpPr/>
            <p:nvPr/>
          </p:nvSpPr>
          <p:spPr>
            <a:xfrm>
              <a:off x="5145935" y="4011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09" name="pt24509"/>
            <p:cNvSpPr/>
            <p:nvPr/>
          </p:nvSpPr>
          <p:spPr>
            <a:xfrm>
              <a:off x="5169737" y="39927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0" name="pt24510"/>
            <p:cNvSpPr/>
            <p:nvPr/>
          </p:nvSpPr>
          <p:spPr>
            <a:xfrm>
              <a:off x="5106899" y="36080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1" name="pt24511"/>
            <p:cNvSpPr/>
            <p:nvPr/>
          </p:nvSpPr>
          <p:spPr>
            <a:xfrm>
              <a:off x="5171930" y="38067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2" name="pt24512"/>
            <p:cNvSpPr/>
            <p:nvPr/>
          </p:nvSpPr>
          <p:spPr>
            <a:xfrm>
              <a:off x="5070849" y="36212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3" name="pt24513"/>
            <p:cNvSpPr/>
            <p:nvPr/>
          </p:nvSpPr>
          <p:spPr>
            <a:xfrm>
              <a:off x="5151749" y="33758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4" name="pt24514"/>
            <p:cNvSpPr/>
            <p:nvPr/>
          </p:nvSpPr>
          <p:spPr>
            <a:xfrm>
              <a:off x="5230632" y="38743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5" name="pt24515"/>
            <p:cNvSpPr/>
            <p:nvPr/>
          </p:nvSpPr>
          <p:spPr>
            <a:xfrm>
              <a:off x="5125706" y="3529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6" name="pt24516"/>
            <p:cNvSpPr/>
            <p:nvPr/>
          </p:nvSpPr>
          <p:spPr>
            <a:xfrm>
              <a:off x="5153392" y="3552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7" name="pt24517"/>
            <p:cNvSpPr/>
            <p:nvPr/>
          </p:nvSpPr>
          <p:spPr>
            <a:xfrm>
              <a:off x="5170721" y="38174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8" name="pt24518"/>
            <p:cNvSpPr/>
            <p:nvPr/>
          </p:nvSpPr>
          <p:spPr>
            <a:xfrm>
              <a:off x="5144692" y="3613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19" name="pt24519"/>
            <p:cNvSpPr/>
            <p:nvPr/>
          </p:nvSpPr>
          <p:spPr>
            <a:xfrm>
              <a:off x="5158229" y="3579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0" name="pt24520"/>
            <p:cNvSpPr/>
            <p:nvPr/>
          </p:nvSpPr>
          <p:spPr>
            <a:xfrm>
              <a:off x="5197854" y="34418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1" name="pt24521"/>
            <p:cNvSpPr/>
            <p:nvPr/>
          </p:nvSpPr>
          <p:spPr>
            <a:xfrm>
              <a:off x="5165233" y="3976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2" name="pt24522"/>
            <p:cNvSpPr/>
            <p:nvPr/>
          </p:nvSpPr>
          <p:spPr>
            <a:xfrm>
              <a:off x="5201475" y="3699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3" name="pt24523"/>
            <p:cNvSpPr/>
            <p:nvPr/>
          </p:nvSpPr>
          <p:spPr>
            <a:xfrm>
              <a:off x="5153282" y="38491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4" name="pt24524"/>
            <p:cNvSpPr/>
            <p:nvPr/>
          </p:nvSpPr>
          <p:spPr>
            <a:xfrm>
              <a:off x="5184092" y="35487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5" name="pt24525"/>
            <p:cNvSpPr/>
            <p:nvPr/>
          </p:nvSpPr>
          <p:spPr>
            <a:xfrm>
              <a:off x="5156620" y="3779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6" name="pt24526"/>
            <p:cNvSpPr/>
            <p:nvPr/>
          </p:nvSpPr>
          <p:spPr>
            <a:xfrm>
              <a:off x="5066768" y="3715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7" name="pt24527"/>
            <p:cNvSpPr/>
            <p:nvPr/>
          </p:nvSpPr>
          <p:spPr>
            <a:xfrm>
              <a:off x="5130425" y="35964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8" name="pt24528"/>
            <p:cNvSpPr/>
            <p:nvPr/>
          </p:nvSpPr>
          <p:spPr>
            <a:xfrm>
              <a:off x="5183935" y="34465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29" name="pt24529"/>
            <p:cNvSpPr/>
            <p:nvPr/>
          </p:nvSpPr>
          <p:spPr>
            <a:xfrm>
              <a:off x="5087515" y="35685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0" name="pt24530"/>
            <p:cNvSpPr/>
            <p:nvPr/>
          </p:nvSpPr>
          <p:spPr>
            <a:xfrm>
              <a:off x="5194072" y="36029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1" name="pt24531"/>
            <p:cNvSpPr/>
            <p:nvPr/>
          </p:nvSpPr>
          <p:spPr>
            <a:xfrm>
              <a:off x="5135913" y="34831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2" name="pt24532"/>
            <p:cNvSpPr/>
            <p:nvPr/>
          </p:nvSpPr>
          <p:spPr>
            <a:xfrm>
              <a:off x="5060039" y="35063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3" name="pt24533"/>
            <p:cNvSpPr/>
            <p:nvPr/>
          </p:nvSpPr>
          <p:spPr>
            <a:xfrm>
              <a:off x="5163276" y="37879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4" name="pt24534"/>
            <p:cNvSpPr/>
            <p:nvPr/>
          </p:nvSpPr>
          <p:spPr>
            <a:xfrm>
              <a:off x="5138686" y="33898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5" name="pt24535"/>
            <p:cNvSpPr/>
            <p:nvPr/>
          </p:nvSpPr>
          <p:spPr>
            <a:xfrm>
              <a:off x="5234114" y="3704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6" name="pt24536"/>
            <p:cNvSpPr/>
            <p:nvPr/>
          </p:nvSpPr>
          <p:spPr>
            <a:xfrm>
              <a:off x="5170372" y="3422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7" name="pt24537"/>
            <p:cNvSpPr/>
            <p:nvPr/>
          </p:nvSpPr>
          <p:spPr>
            <a:xfrm>
              <a:off x="5116383" y="4091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8" name="pt24538"/>
            <p:cNvSpPr/>
            <p:nvPr/>
          </p:nvSpPr>
          <p:spPr>
            <a:xfrm>
              <a:off x="5220562" y="33711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39" name="pt24539"/>
            <p:cNvSpPr/>
            <p:nvPr/>
          </p:nvSpPr>
          <p:spPr>
            <a:xfrm>
              <a:off x="5152804" y="3553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0" name="pt24540"/>
            <p:cNvSpPr/>
            <p:nvPr/>
          </p:nvSpPr>
          <p:spPr>
            <a:xfrm>
              <a:off x="5176356" y="38413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1" name="pt24541"/>
            <p:cNvSpPr/>
            <p:nvPr/>
          </p:nvSpPr>
          <p:spPr>
            <a:xfrm>
              <a:off x="5167766" y="3872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2" name="pt24542"/>
            <p:cNvSpPr/>
            <p:nvPr/>
          </p:nvSpPr>
          <p:spPr>
            <a:xfrm>
              <a:off x="5185665" y="38269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3" name="pt24543"/>
            <p:cNvSpPr/>
            <p:nvPr/>
          </p:nvSpPr>
          <p:spPr>
            <a:xfrm>
              <a:off x="5118385" y="3466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4" name="pt24544"/>
            <p:cNvSpPr/>
            <p:nvPr/>
          </p:nvSpPr>
          <p:spPr>
            <a:xfrm>
              <a:off x="5626432" y="35618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5" name="pt24545"/>
            <p:cNvSpPr/>
            <p:nvPr/>
          </p:nvSpPr>
          <p:spPr>
            <a:xfrm>
              <a:off x="5135888" y="3436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6" name="pt24546"/>
            <p:cNvSpPr/>
            <p:nvPr/>
          </p:nvSpPr>
          <p:spPr>
            <a:xfrm>
              <a:off x="5634791" y="3625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7" name="pt24547"/>
            <p:cNvSpPr/>
            <p:nvPr/>
          </p:nvSpPr>
          <p:spPr>
            <a:xfrm>
              <a:off x="5184319" y="3874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8" name="pt24548"/>
            <p:cNvSpPr/>
            <p:nvPr/>
          </p:nvSpPr>
          <p:spPr>
            <a:xfrm>
              <a:off x="5197852" y="3898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49" name="pt24549"/>
            <p:cNvSpPr/>
            <p:nvPr/>
          </p:nvSpPr>
          <p:spPr>
            <a:xfrm>
              <a:off x="5151797" y="37067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0" name="pt24550"/>
            <p:cNvSpPr/>
            <p:nvPr/>
          </p:nvSpPr>
          <p:spPr>
            <a:xfrm>
              <a:off x="5146474" y="3993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1" name="pt24551"/>
            <p:cNvSpPr/>
            <p:nvPr/>
          </p:nvSpPr>
          <p:spPr>
            <a:xfrm>
              <a:off x="5130581" y="37064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2" name="pt24552"/>
            <p:cNvSpPr/>
            <p:nvPr/>
          </p:nvSpPr>
          <p:spPr>
            <a:xfrm>
              <a:off x="5118906" y="3292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3" name="pt24553"/>
            <p:cNvSpPr/>
            <p:nvPr/>
          </p:nvSpPr>
          <p:spPr>
            <a:xfrm>
              <a:off x="5118117" y="3764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4" name="pt24554"/>
            <p:cNvSpPr/>
            <p:nvPr/>
          </p:nvSpPr>
          <p:spPr>
            <a:xfrm>
              <a:off x="5139289" y="36023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5" name="pt24555"/>
            <p:cNvSpPr/>
            <p:nvPr/>
          </p:nvSpPr>
          <p:spPr>
            <a:xfrm>
              <a:off x="5138163" y="37493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6" name="pt24556"/>
            <p:cNvSpPr/>
            <p:nvPr/>
          </p:nvSpPr>
          <p:spPr>
            <a:xfrm>
              <a:off x="5147064" y="37588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7" name="pt24557"/>
            <p:cNvSpPr/>
            <p:nvPr/>
          </p:nvSpPr>
          <p:spPr>
            <a:xfrm>
              <a:off x="5155381" y="35365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8" name="pt24558"/>
            <p:cNvSpPr/>
            <p:nvPr/>
          </p:nvSpPr>
          <p:spPr>
            <a:xfrm>
              <a:off x="5068183" y="3053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59" name="pt24559"/>
            <p:cNvSpPr/>
            <p:nvPr/>
          </p:nvSpPr>
          <p:spPr>
            <a:xfrm>
              <a:off x="5476521" y="36014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0" name="pt24560"/>
            <p:cNvSpPr/>
            <p:nvPr/>
          </p:nvSpPr>
          <p:spPr>
            <a:xfrm>
              <a:off x="5146278" y="33550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1" name="pt24561"/>
            <p:cNvSpPr/>
            <p:nvPr/>
          </p:nvSpPr>
          <p:spPr>
            <a:xfrm>
              <a:off x="5134632" y="35631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2" name="pt24562"/>
            <p:cNvSpPr/>
            <p:nvPr/>
          </p:nvSpPr>
          <p:spPr>
            <a:xfrm>
              <a:off x="5116112" y="35683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3" name="pt24563"/>
            <p:cNvSpPr/>
            <p:nvPr/>
          </p:nvSpPr>
          <p:spPr>
            <a:xfrm>
              <a:off x="5147355" y="30827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4" name="pt24564"/>
            <p:cNvSpPr/>
            <p:nvPr/>
          </p:nvSpPr>
          <p:spPr>
            <a:xfrm>
              <a:off x="5094443" y="33978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5" name="pt24565"/>
            <p:cNvSpPr/>
            <p:nvPr/>
          </p:nvSpPr>
          <p:spPr>
            <a:xfrm>
              <a:off x="5158658" y="3764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6" name="pt24566"/>
            <p:cNvSpPr/>
            <p:nvPr/>
          </p:nvSpPr>
          <p:spPr>
            <a:xfrm>
              <a:off x="5168165" y="3698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7" name="pt24567"/>
            <p:cNvSpPr/>
            <p:nvPr/>
          </p:nvSpPr>
          <p:spPr>
            <a:xfrm>
              <a:off x="5156138" y="3709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8" name="pt24568"/>
            <p:cNvSpPr/>
            <p:nvPr/>
          </p:nvSpPr>
          <p:spPr>
            <a:xfrm>
              <a:off x="5173891" y="3448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69" name="pt24569"/>
            <p:cNvSpPr/>
            <p:nvPr/>
          </p:nvSpPr>
          <p:spPr>
            <a:xfrm>
              <a:off x="5116743" y="3762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0" name="pt24570"/>
            <p:cNvSpPr/>
            <p:nvPr/>
          </p:nvSpPr>
          <p:spPr>
            <a:xfrm>
              <a:off x="5140162" y="32824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1" name="pt24571"/>
            <p:cNvSpPr/>
            <p:nvPr/>
          </p:nvSpPr>
          <p:spPr>
            <a:xfrm>
              <a:off x="5136043" y="36869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2" name="pt24572"/>
            <p:cNvSpPr/>
            <p:nvPr/>
          </p:nvSpPr>
          <p:spPr>
            <a:xfrm>
              <a:off x="5197044" y="34768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3" name="pt24573"/>
            <p:cNvSpPr/>
            <p:nvPr/>
          </p:nvSpPr>
          <p:spPr>
            <a:xfrm>
              <a:off x="5158647" y="36001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4" name="pt24574"/>
            <p:cNvSpPr/>
            <p:nvPr/>
          </p:nvSpPr>
          <p:spPr>
            <a:xfrm>
              <a:off x="5123958" y="33037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5" name="pt24575"/>
            <p:cNvSpPr/>
            <p:nvPr/>
          </p:nvSpPr>
          <p:spPr>
            <a:xfrm>
              <a:off x="5147095" y="3378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6" name="pt24576"/>
            <p:cNvSpPr/>
            <p:nvPr/>
          </p:nvSpPr>
          <p:spPr>
            <a:xfrm>
              <a:off x="5146459" y="37024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7" name="pt24577"/>
            <p:cNvSpPr/>
            <p:nvPr/>
          </p:nvSpPr>
          <p:spPr>
            <a:xfrm>
              <a:off x="5195427" y="37249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8" name="pt24578"/>
            <p:cNvSpPr/>
            <p:nvPr/>
          </p:nvSpPr>
          <p:spPr>
            <a:xfrm>
              <a:off x="5149842" y="4035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79" name="pt24579"/>
            <p:cNvSpPr/>
            <p:nvPr/>
          </p:nvSpPr>
          <p:spPr>
            <a:xfrm>
              <a:off x="5072854" y="34969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0" name="pt24580"/>
            <p:cNvSpPr/>
            <p:nvPr/>
          </p:nvSpPr>
          <p:spPr>
            <a:xfrm>
              <a:off x="5169051" y="3874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1" name="pt24581"/>
            <p:cNvSpPr/>
            <p:nvPr/>
          </p:nvSpPr>
          <p:spPr>
            <a:xfrm>
              <a:off x="5167535" y="3756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2" name="pt24582"/>
            <p:cNvSpPr/>
            <p:nvPr/>
          </p:nvSpPr>
          <p:spPr>
            <a:xfrm>
              <a:off x="5145616" y="3757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3" name="pt24583"/>
            <p:cNvSpPr/>
            <p:nvPr/>
          </p:nvSpPr>
          <p:spPr>
            <a:xfrm>
              <a:off x="5128943" y="3349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4" name="pt24584"/>
            <p:cNvSpPr/>
            <p:nvPr/>
          </p:nvSpPr>
          <p:spPr>
            <a:xfrm>
              <a:off x="5160932" y="3646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5" name="pt24585"/>
            <p:cNvSpPr/>
            <p:nvPr/>
          </p:nvSpPr>
          <p:spPr>
            <a:xfrm>
              <a:off x="5142304" y="35617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6" name="pt24586"/>
            <p:cNvSpPr/>
            <p:nvPr/>
          </p:nvSpPr>
          <p:spPr>
            <a:xfrm>
              <a:off x="5167094" y="36656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7" name="pt24587"/>
            <p:cNvSpPr/>
            <p:nvPr/>
          </p:nvSpPr>
          <p:spPr>
            <a:xfrm>
              <a:off x="5140919" y="36901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8" name="pt24588"/>
            <p:cNvSpPr/>
            <p:nvPr/>
          </p:nvSpPr>
          <p:spPr>
            <a:xfrm>
              <a:off x="5155294" y="37516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89" name="pt24589"/>
            <p:cNvSpPr/>
            <p:nvPr/>
          </p:nvSpPr>
          <p:spPr>
            <a:xfrm>
              <a:off x="5140044" y="3926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0" name="pt24590"/>
            <p:cNvSpPr/>
            <p:nvPr/>
          </p:nvSpPr>
          <p:spPr>
            <a:xfrm>
              <a:off x="5179556" y="3782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1" name="pt24591"/>
            <p:cNvSpPr/>
            <p:nvPr/>
          </p:nvSpPr>
          <p:spPr>
            <a:xfrm>
              <a:off x="5142413" y="37525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2" name="pt24592"/>
            <p:cNvSpPr/>
            <p:nvPr/>
          </p:nvSpPr>
          <p:spPr>
            <a:xfrm>
              <a:off x="5019205" y="343001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93" name="pt24593"/>
            <p:cNvSpPr/>
            <p:nvPr/>
          </p:nvSpPr>
          <p:spPr>
            <a:xfrm>
              <a:off x="5122219" y="36326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4" name="pt24594"/>
            <p:cNvSpPr/>
            <p:nvPr/>
          </p:nvSpPr>
          <p:spPr>
            <a:xfrm>
              <a:off x="5174828" y="35347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5" name="pt24595"/>
            <p:cNvSpPr/>
            <p:nvPr/>
          </p:nvSpPr>
          <p:spPr>
            <a:xfrm>
              <a:off x="5149609" y="33206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6" name="pt24596"/>
            <p:cNvSpPr/>
            <p:nvPr/>
          </p:nvSpPr>
          <p:spPr>
            <a:xfrm>
              <a:off x="5137208" y="34027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7" name="pt24597"/>
            <p:cNvSpPr/>
            <p:nvPr/>
          </p:nvSpPr>
          <p:spPr>
            <a:xfrm>
              <a:off x="5147969" y="3509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8" name="pt24598"/>
            <p:cNvSpPr/>
            <p:nvPr/>
          </p:nvSpPr>
          <p:spPr>
            <a:xfrm>
              <a:off x="5127618" y="3371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599" name="pt24599"/>
            <p:cNvSpPr/>
            <p:nvPr/>
          </p:nvSpPr>
          <p:spPr>
            <a:xfrm>
              <a:off x="5172925" y="37535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0" name="pt24600"/>
            <p:cNvSpPr/>
            <p:nvPr/>
          </p:nvSpPr>
          <p:spPr>
            <a:xfrm>
              <a:off x="5158287" y="35105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1" name="pt24601"/>
            <p:cNvSpPr/>
            <p:nvPr/>
          </p:nvSpPr>
          <p:spPr>
            <a:xfrm>
              <a:off x="5216880" y="3899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2" name="pt24602"/>
            <p:cNvSpPr/>
            <p:nvPr/>
          </p:nvSpPr>
          <p:spPr>
            <a:xfrm>
              <a:off x="5158083" y="3535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3" name="pt24603"/>
            <p:cNvSpPr/>
            <p:nvPr/>
          </p:nvSpPr>
          <p:spPr>
            <a:xfrm>
              <a:off x="5151376" y="36071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4" name="pt24604"/>
            <p:cNvSpPr/>
            <p:nvPr/>
          </p:nvSpPr>
          <p:spPr>
            <a:xfrm>
              <a:off x="5136698" y="3777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5" name="pt24605"/>
            <p:cNvSpPr/>
            <p:nvPr/>
          </p:nvSpPr>
          <p:spPr>
            <a:xfrm>
              <a:off x="5081567" y="34574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6" name="pt24606"/>
            <p:cNvSpPr/>
            <p:nvPr/>
          </p:nvSpPr>
          <p:spPr>
            <a:xfrm>
              <a:off x="5184759" y="38691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7" name="pt24607"/>
            <p:cNvSpPr/>
            <p:nvPr/>
          </p:nvSpPr>
          <p:spPr>
            <a:xfrm>
              <a:off x="5131011" y="36810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8" name="pt24608"/>
            <p:cNvSpPr/>
            <p:nvPr/>
          </p:nvSpPr>
          <p:spPr>
            <a:xfrm>
              <a:off x="5150412" y="36838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09" name="pt24609"/>
            <p:cNvSpPr/>
            <p:nvPr/>
          </p:nvSpPr>
          <p:spPr>
            <a:xfrm>
              <a:off x="5174211" y="34946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0" name="pt24610"/>
            <p:cNvSpPr/>
            <p:nvPr/>
          </p:nvSpPr>
          <p:spPr>
            <a:xfrm>
              <a:off x="5138830" y="3561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1" name="pt24611"/>
            <p:cNvSpPr/>
            <p:nvPr/>
          </p:nvSpPr>
          <p:spPr>
            <a:xfrm>
              <a:off x="5126571" y="33455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2" name="pt24612"/>
            <p:cNvSpPr/>
            <p:nvPr/>
          </p:nvSpPr>
          <p:spPr>
            <a:xfrm>
              <a:off x="5068981" y="34954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3" name="pt24613"/>
            <p:cNvSpPr/>
            <p:nvPr/>
          </p:nvSpPr>
          <p:spPr>
            <a:xfrm>
              <a:off x="5142271" y="35584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4" name="pt24614"/>
            <p:cNvSpPr/>
            <p:nvPr/>
          </p:nvSpPr>
          <p:spPr>
            <a:xfrm>
              <a:off x="5169773" y="38026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5" name="pt24615"/>
            <p:cNvSpPr/>
            <p:nvPr/>
          </p:nvSpPr>
          <p:spPr>
            <a:xfrm>
              <a:off x="5139078" y="3727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6" name="pt24616"/>
            <p:cNvSpPr/>
            <p:nvPr/>
          </p:nvSpPr>
          <p:spPr>
            <a:xfrm>
              <a:off x="5131164" y="37850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7" name="pt24617"/>
            <p:cNvSpPr/>
            <p:nvPr/>
          </p:nvSpPr>
          <p:spPr>
            <a:xfrm>
              <a:off x="5153435" y="4040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8" name="pt24618"/>
            <p:cNvSpPr/>
            <p:nvPr/>
          </p:nvSpPr>
          <p:spPr>
            <a:xfrm>
              <a:off x="5176536" y="37021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19" name="pt24619"/>
            <p:cNvSpPr/>
            <p:nvPr/>
          </p:nvSpPr>
          <p:spPr>
            <a:xfrm>
              <a:off x="5168519" y="36851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0" name="pt24620"/>
            <p:cNvSpPr/>
            <p:nvPr/>
          </p:nvSpPr>
          <p:spPr>
            <a:xfrm>
              <a:off x="5156851" y="3564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1" name="pt24621"/>
            <p:cNvSpPr/>
            <p:nvPr/>
          </p:nvSpPr>
          <p:spPr>
            <a:xfrm>
              <a:off x="5584348" y="36674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2" name="pt24622"/>
            <p:cNvSpPr/>
            <p:nvPr/>
          </p:nvSpPr>
          <p:spPr>
            <a:xfrm>
              <a:off x="5143879" y="3750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3" name="pt24623"/>
            <p:cNvSpPr/>
            <p:nvPr/>
          </p:nvSpPr>
          <p:spPr>
            <a:xfrm>
              <a:off x="5185210" y="3612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4" name="pt24624"/>
            <p:cNvSpPr/>
            <p:nvPr/>
          </p:nvSpPr>
          <p:spPr>
            <a:xfrm>
              <a:off x="4780559" y="36303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5" name="pt24625"/>
            <p:cNvSpPr/>
            <p:nvPr/>
          </p:nvSpPr>
          <p:spPr>
            <a:xfrm>
              <a:off x="5127465" y="35963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6" name="pt24626"/>
            <p:cNvSpPr/>
            <p:nvPr/>
          </p:nvSpPr>
          <p:spPr>
            <a:xfrm>
              <a:off x="5167637" y="3675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7" name="pt24627"/>
            <p:cNvSpPr/>
            <p:nvPr/>
          </p:nvSpPr>
          <p:spPr>
            <a:xfrm>
              <a:off x="5130999" y="34358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8" name="pt24628"/>
            <p:cNvSpPr/>
            <p:nvPr/>
          </p:nvSpPr>
          <p:spPr>
            <a:xfrm>
              <a:off x="5148757" y="37203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29" name="pt24629"/>
            <p:cNvSpPr/>
            <p:nvPr/>
          </p:nvSpPr>
          <p:spPr>
            <a:xfrm>
              <a:off x="5415731" y="3507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0" name="pt24630"/>
            <p:cNvSpPr/>
            <p:nvPr/>
          </p:nvSpPr>
          <p:spPr>
            <a:xfrm>
              <a:off x="5194790" y="36192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1" name="pt24631"/>
            <p:cNvSpPr/>
            <p:nvPr/>
          </p:nvSpPr>
          <p:spPr>
            <a:xfrm>
              <a:off x="5200358" y="39105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2" name="pt24632"/>
            <p:cNvSpPr/>
            <p:nvPr/>
          </p:nvSpPr>
          <p:spPr>
            <a:xfrm>
              <a:off x="5160871" y="3356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3" name="pt24633"/>
            <p:cNvSpPr/>
            <p:nvPr/>
          </p:nvSpPr>
          <p:spPr>
            <a:xfrm>
              <a:off x="5156749" y="3805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4" name="pt24634"/>
            <p:cNvSpPr/>
            <p:nvPr/>
          </p:nvSpPr>
          <p:spPr>
            <a:xfrm>
              <a:off x="5108030" y="3378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5" name="pt24635"/>
            <p:cNvSpPr/>
            <p:nvPr/>
          </p:nvSpPr>
          <p:spPr>
            <a:xfrm>
              <a:off x="5137878" y="3630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6" name="pt24636"/>
            <p:cNvSpPr/>
            <p:nvPr/>
          </p:nvSpPr>
          <p:spPr>
            <a:xfrm>
              <a:off x="5174404" y="3667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7" name="pt24637"/>
            <p:cNvSpPr/>
            <p:nvPr/>
          </p:nvSpPr>
          <p:spPr>
            <a:xfrm>
              <a:off x="5138104" y="3664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8" name="pt24638"/>
            <p:cNvSpPr/>
            <p:nvPr/>
          </p:nvSpPr>
          <p:spPr>
            <a:xfrm>
              <a:off x="5207375" y="35788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39" name="pt24639"/>
            <p:cNvSpPr/>
            <p:nvPr/>
          </p:nvSpPr>
          <p:spPr>
            <a:xfrm>
              <a:off x="5121305" y="34942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0" name="pt24640"/>
            <p:cNvSpPr/>
            <p:nvPr/>
          </p:nvSpPr>
          <p:spPr>
            <a:xfrm>
              <a:off x="5133187" y="3339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1" name="pt24641"/>
            <p:cNvSpPr/>
            <p:nvPr/>
          </p:nvSpPr>
          <p:spPr>
            <a:xfrm>
              <a:off x="5173967" y="3722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2" name="pt24642"/>
            <p:cNvSpPr/>
            <p:nvPr/>
          </p:nvSpPr>
          <p:spPr>
            <a:xfrm>
              <a:off x="5282104" y="366952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43" name="pt24643"/>
            <p:cNvSpPr/>
            <p:nvPr/>
          </p:nvSpPr>
          <p:spPr>
            <a:xfrm>
              <a:off x="5167165" y="3916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4" name="pt24644"/>
            <p:cNvSpPr/>
            <p:nvPr/>
          </p:nvSpPr>
          <p:spPr>
            <a:xfrm>
              <a:off x="5139990" y="3804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5" name="pt24645"/>
            <p:cNvSpPr/>
            <p:nvPr/>
          </p:nvSpPr>
          <p:spPr>
            <a:xfrm>
              <a:off x="5212080" y="3940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6" name="pt24646"/>
            <p:cNvSpPr/>
            <p:nvPr/>
          </p:nvSpPr>
          <p:spPr>
            <a:xfrm>
              <a:off x="5137947" y="35547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7" name="pt24647"/>
            <p:cNvSpPr/>
            <p:nvPr/>
          </p:nvSpPr>
          <p:spPr>
            <a:xfrm>
              <a:off x="4495876" y="3729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8" name="pt24648"/>
            <p:cNvSpPr/>
            <p:nvPr/>
          </p:nvSpPr>
          <p:spPr>
            <a:xfrm>
              <a:off x="5232554" y="3825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49" name="pt24649"/>
            <p:cNvSpPr/>
            <p:nvPr/>
          </p:nvSpPr>
          <p:spPr>
            <a:xfrm>
              <a:off x="5188679" y="38741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0" name="pt24650"/>
            <p:cNvSpPr/>
            <p:nvPr/>
          </p:nvSpPr>
          <p:spPr>
            <a:xfrm>
              <a:off x="5089866" y="33976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1" name="pt24651"/>
            <p:cNvSpPr/>
            <p:nvPr/>
          </p:nvSpPr>
          <p:spPr>
            <a:xfrm>
              <a:off x="5133734" y="3383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2" name="pt24652"/>
            <p:cNvSpPr/>
            <p:nvPr/>
          </p:nvSpPr>
          <p:spPr>
            <a:xfrm>
              <a:off x="5192965" y="38386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3" name="pt24653"/>
            <p:cNvSpPr/>
            <p:nvPr/>
          </p:nvSpPr>
          <p:spPr>
            <a:xfrm>
              <a:off x="5164980" y="3961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4" name="pt24654"/>
            <p:cNvSpPr/>
            <p:nvPr/>
          </p:nvSpPr>
          <p:spPr>
            <a:xfrm>
              <a:off x="5143981" y="34527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5" name="pt24655"/>
            <p:cNvSpPr/>
            <p:nvPr/>
          </p:nvSpPr>
          <p:spPr>
            <a:xfrm>
              <a:off x="5172503" y="36687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6" name="pt24656"/>
            <p:cNvSpPr/>
            <p:nvPr/>
          </p:nvSpPr>
          <p:spPr>
            <a:xfrm>
              <a:off x="5166363" y="3701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7" name="pt24657"/>
            <p:cNvSpPr/>
            <p:nvPr/>
          </p:nvSpPr>
          <p:spPr>
            <a:xfrm>
              <a:off x="5174910" y="3880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8" name="pt24658"/>
            <p:cNvSpPr/>
            <p:nvPr/>
          </p:nvSpPr>
          <p:spPr>
            <a:xfrm>
              <a:off x="5135956" y="3495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59" name="pt24659"/>
            <p:cNvSpPr/>
            <p:nvPr/>
          </p:nvSpPr>
          <p:spPr>
            <a:xfrm>
              <a:off x="5162909" y="3718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0" name="pt24660"/>
            <p:cNvSpPr/>
            <p:nvPr/>
          </p:nvSpPr>
          <p:spPr>
            <a:xfrm>
              <a:off x="5155617" y="38112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1" name="pt24661"/>
            <p:cNvSpPr/>
            <p:nvPr/>
          </p:nvSpPr>
          <p:spPr>
            <a:xfrm>
              <a:off x="5339625" y="3662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2" name="pt24662"/>
            <p:cNvSpPr/>
            <p:nvPr/>
          </p:nvSpPr>
          <p:spPr>
            <a:xfrm>
              <a:off x="5140242" y="37772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3" name="pt24663"/>
            <p:cNvSpPr/>
            <p:nvPr/>
          </p:nvSpPr>
          <p:spPr>
            <a:xfrm>
              <a:off x="5156999" y="37102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4" name="pt24664"/>
            <p:cNvSpPr/>
            <p:nvPr/>
          </p:nvSpPr>
          <p:spPr>
            <a:xfrm>
              <a:off x="5160050" y="39477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5" name="pt24665"/>
            <p:cNvSpPr/>
            <p:nvPr/>
          </p:nvSpPr>
          <p:spPr>
            <a:xfrm>
              <a:off x="5137787" y="3515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6" name="pt24666"/>
            <p:cNvSpPr/>
            <p:nvPr/>
          </p:nvSpPr>
          <p:spPr>
            <a:xfrm>
              <a:off x="5129691" y="3496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7" name="pt24667"/>
            <p:cNvSpPr/>
            <p:nvPr/>
          </p:nvSpPr>
          <p:spPr>
            <a:xfrm>
              <a:off x="5179245" y="36385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8" name="pt24668"/>
            <p:cNvSpPr/>
            <p:nvPr/>
          </p:nvSpPr>
          <p:spPr>
            <a:xfrm>
              <a:off x="5175786" y="37485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69" name="pt24669"/>
            <p:cNvSpPr/>
            <p:nvPr/>
          </p:nvSpPr>
          <p:spPr>
            <a:xfrm>
              <a:off x="5125221" y="3447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0" name="pt24670"/>
            <p:cNvSpPr/>
            <p:nvPr/>
          </p:nvSpPr>
          <p:spPr>
            <a:xfrm>
              <a:off x="5121190" y="3608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1" name="pt24671"/>
            <p:cNvSpPr/>
            <p:nvPr/>
          </p:nvSpPr>
          <p:spPr>
            <a:xfrm>
              <a:off x="5127048" y="34272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2" name="pt24672"/>
            <p:cNvSpPr/>
            <p:nvPr/>
          </p:nvSpPr>
          <p:spPr>
            <a:xfrm>
              <a:off x="5136611" y="35942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3" name="pt24673"/>
            <p:cNvSpPr/>
            <p:nvPr/>
          </p:nvSpPr>
          <p:spPr>
            <a:xfrm>
              <a:off x="5137708" y="34412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4" name="pt24674"/>
            <p:cNvSpPr/>
            <p:nvPr/>
          </p:nvSpPr>
          <p:spPr>
            <a:xfrm>
              <a:off x="5136184" y="34184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5" name="pt24675"/>
            <p:cNvSpPr/>
            <p:nvPr/>
          </p:nvSpPr>
          <p:spPr>
            <a:xfrm>
              <a:off x="5168870" y="3839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6" name="pt24676"/>
            <p:cNvSpPr/>
            <p:nvPr/>
          </p:nvSpPr>
          <p:spPr>
            <a:xfrm>
              <a:off x="5156729" y="36001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7" name="pt24677"/>
            <p:cNvSpPr/>
            <p:nvPr/>
          </p:nvSpPr>
          <p:spPr>
            <a:xfrm>
              <a:off x="5142810" y="3584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8" name="pt24678"/>
            <p:cNvSpPr/>
            <p:nvPr/>
          </p:nvSpPr>
          <p:spPr>
            <a:xfrm>
              <a:off x="5172602" y="3662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79" name="pt24679"/>
            <p:cNvSpPr/>
            <p:nvPr/>
          </p:nvSpPr>
          <p:spPr>
            <a:xfrm>
              <a:off x="5162354" y="3794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0" name="pt24680"/>
            <p:cNvSpPr/>
            <p:nvPr/>
          </p:nvSpPr>
          <p:spPr>
            <a:xfrm>
              <a:off x="5228133" y="38442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1" name="pt24681"/>
            <p:cNvSpPr/>
            <p:nvPr/>
          </p:nvSpPr>
          <p:spPr>
            <a:xfrm>
              <a:off x="5127069" y="33480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2" name="pt24682"/>
            <p:cNvSpPr/>
            <p:nvPr/>
          </p:nvSpPr>
          <p:spPr>
            <a:xfrm>
              <a:off x="5046462" y="337000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83" name="pt24683"/>
            <p:cNvSpPr/>
            <p:nvPr/>
          </p:nvSpPr>
          <p:spPr>
            <a:xfrm>
              <a:off x="6107370" y="307312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84" name="pt24684"/>
            <p:cNvSpPr/>
            <p:nvPr/>
          </p:nvSpPr>
          <p:spPr>
            <a:xfrm>
              <a:off x="5129907" y="34758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5" name="pt24685"/>
            <p:cNvSpPr/>
            <p:nvPr/>
          </p:nvSpPr>
          <p:spPr>
            <a:xfrm>
              <a:off x="5148309" y="33029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6" name="pt24686"/>
            <p:cNvSpPr/>
            <p:nvPr/>
          </p:nvSpPr>
          <p:spPr>
            <a:xfrm>
              <a:off x="5175054" y="37629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7" name="pt24687"/>
            <p:cNvSpPr/>
            <p:nvPr/>
          </p:nvSpPr>
          <p:spPr>
            <a:xfrm>
              <a:off x="5161156" y="3793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8" name="pt24688"/>
            <p:cNvSpPr/>
            <p:nvPr/>
          </p:nvSpPr>
          <p:spPr>
            <a:xfrm>
              <a:off x="5150333" y="37646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89" name="pt24689"/>
            <p:cNvSpPr/>
            <p:nvPr/>
          </p:nvSpPr>
          <p:spPr>
            <a:xfrm>
              <a:off x="5159882" y="3804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0" name="pt24690"/>
            <p:cNvSpPr/>
            <p:nvPr/>
          </p:nvSpPr>
          <p:spPr>
            <a:xfrm>
              <a:off x="5115711" y="3684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1" name="pt24691"/>
            <p:cNvSpPr/>
            <p:nvPr/>
          </p:nvSpPr>
          <p:spPr>
            <a:xfrm>
              <a:off x="5139437" y="34694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2" name="pt24692"/>
            <p:cNvSpPr/>
            <p:nvPr/>
          </p:nvSpPr>
          <p:spPr>
            <a:xfrm>
              <a:off x="5147311" y="37765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3" name="pt24693"/>
            <p:cNvSpPr/>
            <p:nvPr/>
          </p:nvSpPr>
          <p:spPr>
            <a:xfrm>
              <a:off x="5162230" y="3485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4" name="pt24694"/>
            <p:cNvSpPr/>
            <p:nvPr/>
          </p:nvSpPr>
          <p:spPr>
            <a:xfrm>
              <a:off x="5049711" y="345986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95" name="pt24695"/>
            <p:cNvSpPr/>
            <p:nvPr/>
          </p:nvSpPr>
          <p:spPr>
            <a:xfrm>
              <a:off x="5130637" y="35580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6" name="pt24696"/>
            <p:cNvSpPr/>
            <p:nvPr/>
          </p:nvSpPr>
          <p:spPr>
            <a:xfrm>
              <a:off x="5147302" y="3308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7" name="pt24697"/>
            <p:cNvSpPr/>
            <p:nvPr/>
          </p:nvSpPr>
          <p:spPr>
            <a:xfrm>
              <a:off x="5165254" y="32207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8" name="pt24698"/>
            <p:cNvSpPr/>
            <p:nvPr/>
          </p:nvSpPr>
          <p:spPr>
            <a:xfrm>
              <a:off x="5163434" y="34203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699" name="pt24699"/>
            <p:cNvSpPr/>
            <p:nvPr/>
          </p:nvSpPr>
          <p:spPr>
            <a:xfrm>
              <a:off x="5168896" y="36229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0" name="pt24700"/>
            <p:cNvSpPr/>
            <p:nvPr/>
          </p:nvSpPr>
          <p:spPr>
            <a:xfrm>
              <a:off x="5227688" y="3857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1" name="pt24701"/>
            <p:cNvSpPr/>
            <p:nvPr/>
          </p:nvSpPr>
          <p:spPr>
            <a:xfrm>
              <a:off x="5128411" y="35583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2" name="pt24702"/>
            <p:cNvSpPr/>
            <p:nvPr/>
          </p:nvSpPr>
          <p:spPr>
            <a:xfrm>
              <a:off x="5096226" y="3619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3" name="pt24703"/>
            <p:cNvSpPr/>
            <p:nvPr/>
          </p:nvSpPr>
          <p:spPr>
            <a:xfrm>
              <a:off x="5012016" y="340516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04" name="pt24704"/>
            <p:cNvSpPr/>
            <p:nvPr/>
          </p:nvSpPr>
          <p:spPr>
            <a:xfrm>
              <a:off x="5167079" y="3892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5" name="pt24705"/>
            <p:cNvSpPr/>
            <p:nvPr/>
          </p:nvSpPr>
          <p:spPr>
            <a:xfrm>
              <a:off x="4967463" y="35133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6" name="pt24706"/>
            <p:cNvSpPr/>
            <p:nvPr/>
          </p:nvSpPr>
          <p:spPr>
            <a:xfrm>
              <a:off x="5109329" y="3338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7" name="pt24707"/>
            <p:cNvSpPr/>
            <p:nvPr/>
          </p:nvSpPr>
          <p:spPr>
            <a:xfrm>
              <a:off x="5151709" y="38758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8" name="pt24708"/>
            <p:cNvSpPr/>
            <p:nvPr/>
          </p:nvSpPr>
          <p:spPr>
            <a:xfrm>
              <a:off x="5100969" y="33907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09" name="pt24709"/>
            <p:cNvSpPr/>
            <p:nvPr/>
          </p:nvSpPr>
          <p:spPr>
            <a:xfrm>
              <a:off x="5195655" y="37576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0" name="pt24710"/>
            <p:cNvSpPr/>
            <p:nvPr/>
          </p:nvSpPr>
          <p:spPr>
            <a:xfrm>
              <a:off x="5126891" y="34965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1" name="pt24711"/>
            <p:cNvSpPr/>
            <p:nvPr/>
          </p:nvSpPr>
          <p:spPr>
            <a:xfrm>
              <a:off x="5156347" y="3596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2" name="pt24712"/>
            <p:cNvSpPr/>
            <p:nvPr/>
          </p:nvSpPr>
          <p:spPr>
            <a:xfrm>
              <a:off x="5165305" y="34880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3" name="pt24713"/>
            <p:cNvSpPr/>
            <p:nvPr/>
          </p:nvSpPr>
          <p:spPr>
            <a:xfrm>
              <a:off x="5194364" y="37273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4" name="pt24714"/>
            <p:cNvSpPr/>
            <p:nvPr/>
          </p:nvSpPr>
          <p:spPr>
            <a:xfrm>
              <a:off x="5177899" y="3135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5" name="pt24715"/>
            <p:cNvSpPr/>
            <p:nvPr/>
          </p:nvSpPr>
          <p:spPr>
            <a:xfrm>
              <a:off x="5111240" y="35749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6" name="pt24716"/>
            <p:cNvSpPr/>
            <p:nvPr/>
          </p:nvSpPr>
          <p:spPr>
            <a:xfrm>
              <a:off x="5142510" y="3291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7" name="pt24717"/>
            <p:cNvSpPr/>
            <p:nvPr/>
          </p:nvSpPr>
          <p:spPr>
            <a:xfrm>
              <a:off x="5127436" y="3389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8" name="pt24718"/>
            <p:cNvSpPr/>
            <p:nvPr/>
          </p:nvSpPr>
          <p:spPr>
            <a:xfrm>
              <a:off x="5156467" y="3528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19" name="pt24719"/>
            <p:cNvSpPr/>
            <p:nvPr/>
          </p:nvSpPr>
          <p:spPr>
            <a:xfrm>
              <a:off x="5200970" y="3807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0" name="pt24720"/>
            <p:cNvSpPr/>
            <p:nvPr/>
          </p:nvSpPr>
          <p:spPr>
            <a:xfrm>
              <a:off x="5156801" y="3714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1" name="pt24721"/>
            <p:cNvSpPr/>
            <p:nvPr/>
          </p:nvSpPr>
          <p:spPr>
            <a:xfrm>
              <a:off x="5150330" y="3573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2" name="pt24722"/>
            <p:cNvSpPr/>
            <p:nvPr/>
          </p:nvSpPr>
          <p:spPr>
            <a:xfrm>
              <a:off x="5207224" y="3731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3" name="pt24723"/>
            <p:cNvSpPr/>
            <p:nvPr/>
          </p:nvSpPr>
          <p:spPr>
            <a:xfrm>
              <a:off x="5025746" y="3090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4" name="pt24724"/>
            <p:cNvSpPr/>
            <p:nvPr/>
          </p:nvSpPr>
          <p:spPr>
            <a:xfrm>
              <a:off x="5139549" y="3678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5" name="pt24725"/>
            <p:cNvSpPr/>
            <p:nvPr/>
          </p:nvSpPr>
          <p:spPr>
            <a:xfrm>
              <a:off x="5177105" y="34483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6" name="pt24726"/>
            <p:cNvSpPr/>
            <p:nvPr/>
          </p:nvSpPr>
          <p:spPr>
            <a:xfrm>
              <a:off x="5133971" y="38182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7" name="pt24727"/>
            <p:cNvSpPr/>
            <p:nvPr/>
          </p:nvSpPr>
          <p:spPr>
            <a:xfrm>
              <a:off x="5167629" y="39296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8" name="pt24728"/>
            <p:cNvSpPr/>
            <p:nvPr/>
          </p:nvSpPr>
          <p:spPr>
            <a:xfrm>
              <a:off x="5210784" y="37743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29" name="pt24729"/>
            <p:cNvSpPr/>
            <p:nvPr/>
          </p:nvSpPr>
          <p:spPr>
            <a:xfrm>
              <a:off x="5137981" y="37605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0" name="pt24730"/>
            <p:cNvSpPr/>
            <p:nvPr/>
          </p:nvSpPr>
          <p:spPr>
            <a:xfrm>
              <a:off x="5278370" y="376546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31" name="pt24731"/>
            <p:cNvSpPr/>
            <p:nvPr/>
          </p:nvSpPr>
          <p:spPr>
            <a:xfrm>
              <a:off x="5195942" y="38807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2" name="pt24732"/>
            <p:cNvSpPr/>
            <p:nvPr/>
          </p:nvSpPr>
          <p:spPr>
            <a:xfrm>
              <a:off x="5127121" y="3370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3" name="pt24733"/>
            <p:cNvSpPr/>
            <p:nvPr/>
          </p:nvSpPr>
          <p:spPr>
            <a:xfrm>
              <a:off x="5110921" y="41114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4" name="pt24734"/>
            <p:cNvSpPr/>
            <p:nvPr/>
          </p:nvSpPr>
          <p:spPr>
            <a:xfrm>
              <a:off x="5199372" y="3644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5" name="pt24735"/>
            <p:cNvSpPr/>
            <p:nvPr/>
          </p:nvSpPr>
          <p:spPr>
            <a:xfrm>
              <a:off x="5147760" y="3769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6" name="pt24736"/>
            <p:cNvSpPr/>
            <p:nvPr/>
          </p:nvSpPr>
          <p:spPr>
            <a:xfrm>
              <a:off x="5221701" y="34054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7" name="pt24737"/>
            <p:cNvSpPr/>
            <p:nvPr/>
          </p:nvSpPr>
          <p:spPr>
            <a:xfrm>
              <a:off x="5131545" y="33291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8" name="pt24738"/>
            <p:cNvSpPr/>
            <p:nvPr/>
          </p:nvSpPr>
          <p:spPr>
            <a:xfrm>
              <a:off x="5139928" y="3491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39" name="pt24739"/>
            <p:cNvSpPr/>
            <p:nvPr/>
          </p:nvSpPr>
          <p:spPr>
            <a:xfrm>
              <a:off x="5128570" y="34042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0" name="pt24740"/>
            <p:cNvSpPr/>
            <p:nvPr/>
          </p:nvSpPr>
          <p:spPr>
            <a:xfrm>
              <a:off x="5173399" y="38356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1" name="pt24741"/>
            <p:cNvSpPr/>
            <p:nvPr/>
          </p:nvSpPr>
          <p:spPr>
            <a:xfrm>
              <a:off x="5153830" y="3673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2" name="pt24742"/>
            <p:cNvSpPr/>
            <p:nvPr/>
          </p:nvSpPr>
          <p:spPr>
            <a:xfrm>
              <a:off x="5063393" y="3317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3" name="pt24743"/>
            <p:cNvSpPr/>
            <p:nvPr/>
          </p:nvSpPr>
          <p:spPr>
            <a:xfrm>
              <a:off x="5115464" y="3164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4" name="pt24744"/>
            <p:cNvSpPr/>
            <p:nvPr/>
          </p:nvSpPr>
          <p:spPr>
            <a:xfrm>
              <a:off x="5184847" y="35685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5" name="pt24745"/>
            <p:cNvSpPr/>
            <p:nvPr/>
          </p:nvSpPr>
          <p:spPr>
            <a:xfrm>
              <a:off x="5169464" y="37031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6" name="pt24746"/>
            <p:cNvSpPr/>
            <p:nvPr/>
          </p:nvSpPr>
          <p:spPr>
            <a:xfrm>
              <a:off x="5179841" y="37793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7" name="pt24747"/>
            <p:cNvSpPr/>
            <p:nvPr/>
          </p:nvSpPr>
          <p:spPr>
            <a:xfrm>
              <a:off x="5174539" y="3670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8" name="pt24748"/>
            <p:cNvSpPr/>
            <p:nvPr/>
          </p:nvSpPr>
          <p:spPr>
            <a:xfrm>
              <a:off x="5146132" y="32622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49" name="pt24749"/>
            <p:cNvSpPr/>
            <p:nvPr/>
          </p:nvSpPr>
          <p:spPr>
            <a:xfrm>
              <a:off x="5202895" y="37470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0" name="pt24750"/>
            <p:cNvSpPr/>
            <p:nvPr/>
          </p:nvSpPr>
          <p:spPr>
            <a:xfrm>
              <a:off x="5142379" y="3854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1" name="pt24751"/>
            <p:cNvSpPr/>
            <p:nvPr/>
          </p:nvSpPr>
          <p:spPr>
            <a:xfrm>
              <a:off x="5158009" y="3431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2" name="pt24752"/>
            <p:cNvSpPr/>
            <p:nvPr/>
          </p:nvSpPr>
          <p:spPr>
            <a:xfrm>
              <a:off x="5128525" y="32942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3" name="pt24753"/>
            <p:cNvSpPr/>
            <p:nvPr/>
          </p:nvSpPr>
          <p:spPr>
            <a:xfrm>
              <a:off x="5171192" y="36891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4" name="pt24754"/>
            <p:cNvSpPr/>
            <p:nvPr/>
          </p:nvSpPr>
          <p:spPr>
            <a:xfrm>
              <a:off x="5110950" y="3348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5" name="pt24755"/>
            <p:cNvSpPr/>
            <p:nvPr/>
          </p:nvSpPr>
          <p:spPr>
            <a:xfrm>
              <a:off x="5100461" y="3496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6" name="pt24756"/>
            <p:cNvSpPr/>
            <p:nvPr/>
          </p:nvSpPr>
          <p:spPr>
            <a:xfrm>
              <a:off x="5600439" y="3670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7" name="pt24757"/>
            <p:cNvSpPr/>
            <p:nvPr/>
          </p:nvSpPr>
          <p:spPr>
            <a:xfrm>
              <a:off x="5134986" y="3342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8" name="pt24758"/>
            <p:cNvSpPr/>
            <p:nvPr/>
          </p:nvSpPr>
          <p:spPr>
            <a:xfrm>
              <a:off x="5152974" y="3390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59" name="pt24759"/>
            <p:cNvSpPr/>
            <p:nvPr/>
          </p:nvSpPr>
          <p:spPr>
            <a:xfrm>
              <a:off x="5122608" y="3668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0" name="pt24760"/>
            <p:cNvSpPr/>
            <p:nvPr/>
          </p:nvSpPr>
          <p:spPr>
            <a:xfrm>
              <a:off x="5147459" y="3517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1" name="pt24761"/>
            <p:cNvSpPr/>
            <p:nvPr/>
          </p:nvSpPr>
          <p:spPr>
            <a:xfrm>
              <a:off x="5109670" y="3330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2" name="pt24762"/>
            <p:cNvSpPr/>
            <p:nvPr/>
          </p:nvSpPr>
          <p:spPr>
            <a:xfrm>
              <a:off x="5143306" y="4267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3" name="pt24763"/>
            <p:cNvSpPr/>
            <p:nvPr/>
          </p:nvSpPr>
          <p:spPr>
            <a:xfrm>
              <a:off x="5149043" y="36940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4" name="pt24764"/>
            <p:cNvSpPr/>
            <p:nvPr/>
          </p:nvSpPr>
          <p:spPr>
            <a:xfrm>
              <a:off x="5138124" y="34009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5" name="pt24765"/>
            <p:cNvSpPr/>
            <p:nvPr/>
          </p:nvSpPr>
          <p:spPr>
            <a:xfrm>
              <a:off x="5116735" y="3633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6" name="pt24766"/>
            <p:cNvSpPr/>
            <p:nvPr/>
          </p:nvSpPr>
          <p:spPr>
            <a:xfrm>
              <a:off x="5150839" y="3571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7" name="pt24767"/>
            <p:cNvSpPr/>
            <p:nvPr/>
          </p:nvSpPr>
          <p:spPr>
            <a:xfrm>
              <a:off x="5155887" y="36119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8" name="pt24768"/>
            <p:cNvSpPr/>
            <p:nvPr/>
          </p:nvSpPr>
          <p:spPr>
            <a:xfrm>
              <a:off x="5180446" y="3848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69" name="pt24769"/>
            <p:cNvSpPr/>
            <p:nvPr/>
          </p:nvSpPr>
          <p:spPr>
            <a:xfrm>
              <a:off x="5221590" y="38336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0" name="pt24770"/>
            <p:cNvSpPr/>
            <p:nvPr/>
          </p:nvSpPr>
          <p:spPr>
            <a:xfrm>
              <a:off x="5137734" y="33480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1" name="pt24771"/>
            <p:cNvSpPr/>
            <p:nvPr/>
          </p:nvSpPr>
          <p:spPr>
            <a:xfrm>
              <a:off x="5182331" y="34324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2" name="pt24772"/>
            <p:cNvSpPr/>
            <p:nvPr/>
          </p:nvSpPr>
          <p:spPr>
            <a:xfrm>
              <a:off x="5115533" y="33736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3" name="pt24773"/>
            <p:cNvSpPr/>
            <p:nvPr/>
          </p:nvSpPr>
          <p:spPr>
            <a:xfrm>
              <a:off x="5156501" y="38435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4" name="pt24774"/>
            <p:cNvSpPr/>
            <p:nvPr/>
          </p:nvSpPr>
          <p:spPr>
            <a:xfrm>
              <a:off x="5268561" y="37891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5" name="pt24775"/>
            <p:cNvSpPr/>
            <p:nvPr/>
          </p:nvSpPr>
          <p:spPr>
            <a:xfrm>
              <a:off x="5136083" y="3820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6" name="pt24776"/>
            <p:cNvSpPr/>
            <p:nvPr/>
          </p:nvSpPr>
          <p:spPr>
            <a:xfrm>
              <a:off x="5161525" y="3811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7" name="pt24777"/>
            <p:cNvSpPr/>
            <p:nvPr/>
          </p:nvSpPr>
          <p:spPr>
            <a:xfrm>
              <a:off x="5161749" y="35240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8" name="pt24778"/>
            <p:cNvSpPr/>
            <p:nvPr/>
          </p:nvSpPr>
          <p:spPr>
            <a:xfrm>
              <a:off x="5174086" y="3791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79" name="pt24779"/>
            <p:cNvSpPr/>
            <p:nvPr/>
          </p:nvSpPr>
          <p:spPr>
            <a:xfrm>
              <a:off x="5160892" y="36727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0" name="pt24780"/>
            <p:cNvSpPr/>
            <p:nvPr/>
          </p:nvSpPr>
          <p:spPr>
            <a:xfrm>
              <a:off x="5139723" y="34264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1" name="pt24781"/>
            <p:cNvSpPr/>
            <p:nvPr/>
          </p:nvSpPr>
          <p:spPr>
            <a:xfrm>
              <a:off x="5123293" y="3550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2" name="pt24782"/>
            <p:cNvSpPr/>
            <p:nvPr/>
          </p:nvSpPr>
          <p:spPr>
            <a:xfrm>
              <a:off x="5193280" y="34058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3" name="pt24783"/>
            <p:cNvSpPr/>
            <p:nvPr/>
          </p:nvSpPr>
          <p:spPr>
            <a:xfrm>
              <a:off x="5193415" y="3559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4" name="pt24784"/>
            <p:cNvSpPr/>
            <p:nvPr/>
          </p:nvSpPr>
          <p:spPr>
            <a:xfrm>
              <a:off x="5135023" y="34450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5" name="pt24785"/>
            <p:cNvSpPr/>
            <p:nvPr/>
          </p:nvSpPr>
          <p:spPr>
            <a:xfrm>
              <a:off x="5142422" y="34588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6" name="pt24786"/>
            <p:cNvSpPr/>
            <p:nvPr/>
          </p:nvSpPr>
          <p:spPr>
            <a:xfrm>
              <a:off x="5121957" y="3370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7" name="pt24787"/>
            <p:cNvSpPr/>
            <p:nvPr/>
          </p:nvSpPr>
          <p:spPr>
            <a:xfrm>
              <a:off x="5172858" y="3888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8" name="pt24788"/>
            <p:cNvSpPr/>
            <p:nvPr/>
          </p:nvSpPr>
          <p:spPr>
            <a:xfrm>
              <a:off x="5130514" y="32480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89" name="pt24789"/>
            <p:cNvSpPr/>
            <p:nvPr/>
          </p:nvSpPr>
          <p:spPr>
            <a:xfrm>
              <a:off x="5130291" y="3478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0" name="pt24790"/>
            <p:cNvSpPr/>
            <p:nvPr/>
          </p:nvSpPr>
          <p:spPr>
            <a:xfrm>
              <a:off x="5108434" y="34568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1" name="pt24791"/>
            <p:cNvSpPr/>
            <p:nvPr/>
          </p:nvSpPr>
          <p:spPr>
            <a:xfrm>
              <a:off x="5145127" y="3481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2" name="pt24792"/>
            <p:cNvSpPr/>
            <p:nvPr/>
          </p:nvSpPr>
          <p:spPr>
            <a:xfrm>
              <a:off x="5154552" y="3589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3" name="pt24793"/>
            <p:cNvSpPr/>
            <p:nvPr/>
          </p:nvSpPr>
          <p:spPr>
            <a:xfrm>
              <a:off x="5158138" y="35368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4" name="pt24794"/>
            <p:cNvSpPr/>
            <p:nvPr/>
          </p:nvSpPr>
          <p:spPr>
            <a:xfrm>
              <a:off x="5149702" y="32982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5" name="pt24795"/>
            <p:cNvSpPr/>
            <p:nvPr/>
          </p:nvSpPr>
          <p:spPr>
            <a:xfrm>
              <a:off x="5013838" y="38085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6" name="pt24796"/>
            <p:cNvSpPr/>
            <p:nvPr/>
          </p:nvSpPr>
          <p:spPr>
            <a:xfrm>
              <a:off x="5188764" y="36590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7" name="pt24797"/>
            <p:cNvSpPr/>
            <p:nvPr/>
          </p:nvSpPr>
          <p:spPr>
            <a:xfrm>
              <a:off x="5055136" y="35621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8" name="pt24798"/>
            <p:cNvSpPr/>
            <p:nvPr/>
          </p:nvSpPr>
          <p:spPr>
            <a:xfrm>
              <a:off x="5167655" y="3745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799" name="pt24799"/>
            <p:cNvSpPr/>
            <p:nvPr/>
          </p:nvSpPr>
          <p:spPr>
            <a:xfrm>
              <a:off x="5171190" y="36904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0" name="pt24800"/>
            <p:cNvSpPr/>
            <p:nvPr/>
          </p:nvSpPr>
          <p:spPr>
            <a:xfrm>
              <a:off x="5175941" y="3378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1" name="pt24801"/>
            <p:cNvSpPr/>
            <p:nvPr/>
          </p:nvSpPr>
          <p:spPr>
            <a:xfrm>
              <a:off x="5190766" y="34124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2" name="pt24802"/>
            <p:cNvSpPr/>
            <p:nvPr/>
          </p:nvSpPr>
          <p:spPr>
            <a:xfrm>
              <a:off x="5131885" y="37560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3" name="pt24803"/>
            <p:cNvSpPr/>
            <p:nvPr/>
          </p:nvSpPr>
          <p:spPr>
            <a:xfrm>
              <a:off x="5141584" y="3501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4" name="pt24804"/>
            <p:cNvSpPr/>
            <p:nvPr/>
          </p:nvSpPr>
          <p:spPr>
            <a:xfrm>
              <a:off x="5190016" y="36577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5" name="pt24805"/>
            <p:cNvSpPr/>
            <p:nvPr/>
          </p:nvSpPr>
          <p:spPr>
            <a:xfrm>
              <a:off x="5148753" y="3367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6" name="pt24806"/>
            <p:cNvSpPr/>
            <p:nvPr/>
          </p:nvSpPr>
          <p:spPr>
            <a:xfrm>
              <a:off x="5121097" y="3608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7" name="pt24807"/>
            <p:cNvSpPr/>
            <p:nvPr/>
          </p:nvSpPr>
          <p:spPr>
            <a:xfrm>
              <a:off x="5153421" y="3547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8" name="pt24808"/>
            <p:cNvSpPr/>
            <p:nvPr/>
          </p:nvSpPr>
          <p:spPr>
            <a:xfrm>
              <a:off x="5144121" y="3386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09" name="pt24809"/>
            <p:cNvSpPr/>
            <p:nvPr/>
          </p:nvSpPr>
          <p:spPr>
            <a:xfrm>
              <a:off x="5152566" y="35570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0" name="pt24810"/>
            <p:cNvSpPr/>
            <p:nvPr/>
          </p:nvSpPr>
          <p:spPr>
            <a:xfrm>
              <a:off x="5295336" y="3637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1" name="pt24811"/>
            <p:cNvSpPr/>
            <p:nvPr/>
          </p:nvSpPr>
          <p:spPr>
            <a:xfrm>
              <a:off x="5197225" y="35372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2" name="pt24812"/>
            <p:cNvSpPr/>
            <p:nvPr/>
          </p:nvSpPr>
          <p:spPr>
            <a:xfrm>
              <a:off x="5131802" y="34888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3" name="pt24813"/>
            <p:cNvSpPr/>
            <p:nvPr/>
          </p:nvSpPr>
          <p:spPr>
            <a:xfrm>
              <a:off x="5134920" y="32999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4" name="pt24814"/>
            <p:cNvSpPr/>
            <p:nvPr/>
          </p:nvSpPr>
          <p:spPr>
            <a:xfrm>
              <a:off x="5186923" y="3686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5" name="pt24815"/>
            <p:cNvSpPr/>
            <p:nvPr/>
          </p:nvSpPr>
          <p:spPr>
            <a:xfrm>
              <a:off x="5137452" y="34410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6" name="pt24816"/>
            <p:cNvSpPr/>
            <p:nvPr/>
          </p:nvSpPr>
          <p:spPr>
            <a:xfrm>
              <a:off x="5132086" y="3302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7" name="pt24817"/>
            <p:cNvSpPr/>
            <p:nvPr/>
          </p:nvSpPr>
          <p:spPr>
            <a:xfrm>
              <a:off x="5166207" y="3773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8" name="pt24818"/>
            <p:cNvSpPr/>
            <p:nvPr/>
          </p:nvSpPr>
          <p:spPr>
            <a:xfrm>
              <a:off x="5174292" y="38148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19" name="pt24819"/>
            <p:cNvSpPr/>
            <p:nvPr/>
          </p:nvSpPr>
          <p:spPr>
            <a:xfrm>
              <a:off x="5149548" y="35948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0" name="pt24820"/>
            <p:cNvSpPr/>
            <p:nvPr/>
          </p:nvSpPr>
          <p:spPr>
            <a:xfrm>
              <a:off x="5196502" y="37242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1" name="pt24821"/>
            <p:cNvSpPr/>
            <p:nvPr/>
          </p:nvSpPr>
          <p:spPr>
            <a:xfrm>
              <a:off x="5097278" y="36815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2" name="pt24822"/>
            <p:cNvSpPr/>
            <p:nvPr/>
          </p:nvSpPr>
          <p:spPr>
            <a:xfrm>
              <a:off x="5151453" y="3495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3" name="pt24823"/>
            <p:cNvSpPr/>
            <p:nvPr/>
          </p:nvSpPr>
          <p:spPr>
            <a:xfrm>
              <a:off x="5126665" y="32887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4" name="pt24824"/>
            <p:cNvSpPr/>
            <p:nvPr/>
          </p:nvSpPr>
          <p:spPr>
            <a:xfrm>
              <a:off x="5149891" y="34212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5" name="pt24825"/>
            <p:cNvSpPr/>
            <p:nvPr/>
          </p:nvSpPr>
          <p:spPr>
            <a:xfrm>
              <a:off x="5133359" y="34545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6" name="pt24826"/>
            <p:cNvSpPr/>
            <p:nvPr/>
          </p:nvSpPr>
          <p:spPr>
            <a:xfrm>
              <a:off x="5120226" y="35102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7" name="pt24827"/>
            <p:cNvSpPr/>
            <p:nvPr/>
          </p:nvSpPr>
          <p:spPr>
            <a:xfrm>
              <a:off x="5151530" y="3975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8" name="pt24828"/>
            <p:cNvSpPr/>
            <p:nvPr/>
          </p:nvSpPr>
          <p:spPr>
            <a:xfrm>
              <a:off x="5169037" y="37679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29" name="pt24829"/>
            <p:cNvSpPr/>
            <p:nvPr/>
          </p:nvSpPr>
          <p:spPr>
            <a:xfrm>
              <a:off x="5171094" y="38518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0" name="pt24830"/>
            <p:cNvSpPr/>
            <p:nvPr/>
          </p:nvSpPr>
          <p:spPr>
            <a:xfrm>
              <a:off x="5166238" y="3381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1" name="pt24831"/>
            <p:cNvSpPr/>
            <p:nvPr/>
          </p:nvSpPr>
          <p:spPr>
            <a:xfrm>
              <a:off x="5202664" y="37141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2" name="pt24832"/>
            <p:cNvSpPr/>
            <p:nvPr/>
          </p:nvSpPr>
          <p:spPr>
            <a:xfrm>
              <a:off x="5161534" y="38549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3" name="pt24833"/>
            <p:cNvSpPr/>
            <p:nvPr/>
          </p:nvSpPr>
          <p:spPr>
            <a:xfrm>
              <a:off x="5165438" y="3679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4" name="pt24834"/>
            <p:cNvSpPr/>
            <p:nvPr/>
          </p:nvSpPr>
          <p:spPr>
            <a:xfrm>
              <a:off x="5192070" y="3770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5" name="pt24835"/>
            <p:cNvSpPr/>
            <p:nvPr/>
          </p:nvSpPr>
          <p:spPr>
            <a:xfrm>
              <a:off x="5153502" y="37460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6" name="pt24836"/>
            <p:cNvSpPr/>
            <p:nvPr/>
          </p:nvSpPr>
          <p:spPr>
            <a:xfrm>
              <a:off x="5162486" y="37743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7" name="pt24837"/>
            <p:cNvSpPr/>
            <p:nvPr/>
          </p:nvSpPr>
          <p:spPr>
            <a:xfrm>
              <a:off x="5155877" y="36361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8" name="pt24838"/>
            <p:cNvSpPr/>
            <p:nvPr/>
          </p:nvSpPr>
          <p:spPr>
            <a:xfrm>
              <a:off x="5117724" y="3558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39" name="pt24839"/>
            <p:cNvSpPr/>
            <p:nvPr/>
          </p:nvSpPr>
          <p:spPr>
            <a:xfrm>
              <a:off x="5150847" y="34034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0" name="pt24840"/>
            <p:cNvSpPr/>
            <p:nvPr/>
          </p:nvSpPr>
          <p:spPr>
            <a:xfrm>
              <a:off x="5163414" y="35894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1" name="pt24841"/>
            <p:cNvSpPr/>
            <p:nvPr/>
          </p:nvSpPr>
          <p:spPr>
            <a:xfrm>
              <a:off x="5076287" y="33655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2" name="pt24842"/>
            <p:cNvSpPr/>
            <p:nvPr/>
          </p:nvSpPr>
          <p:spPr>
            <a:xfrm>
              <a:off x="5131102" y="37816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3" name="pt24843"/>
            <p:cNvSpPr/>
            <p:nvPr/>
          </p:nvSpPr>
          <p:spPr>
            <a:xfrm>
              <a:off x="5126877" y="33543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4" name="pt24844"/>
            <p:cNvSpPr/>
            <p:nvPr/>
          </p:nvSpPr>
          <p:spPr>
            <a:xfrm>
              <a:off x="5144728" y="3701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5" name="pt24845"/>
            <p:cNvSpPr/>
            <p:nvPr/>
          </p:nvSpPr>
          <p:spPr>
            <a:xfrm>
              <a:off x="5154669" y="33427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6" name="pt24846"/>
            <p:cNvSpPr/>
            <p:nvPr/>
          </p:nvSpPr>
          <p:spPr>
            <a:xfrm>
              <a:off x="5129821" y="33878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7" name="pt24847"/>
            <p:cNvSpPr/>
            <p:nvPr/>
          </p:nvSpPr>
          <p:spPr>
            <a:xfrm>
              <a:off x="5146528" y="37257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8" name="pt24848"/>
            <p:cNvSpPr/>
            <p:nvPr/>
          </p:nvSpPr>
          <p:spPr>
            <a:xfrm>
              <a:off x="5092788" y="33328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49" name="pt24849"/>
            <p:cNvSpPr/>
            <p:nvPr/>
          </p:nvSpPr>
          <p:spPr>
            <a:xfrm>
              <a:off x="5085825" y="33246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0" name="pt24850"/>
            <p:cNvSpPr/>
            <p:nvPr/>
          </p:nvSpPr>
          <p:spPr>
            <a:xfrm>
              <a:off x="5136965" y="3454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1" name="pt24851"/>
            <p:cNvSpPr/>
            <p:nvPr/>
          </p:nvSpPr>
          <p:spPr>
            <a:xfrm>
              <a:off x="5136393" y="35603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2" name="pt24852"/>
            <p:cNvSpPr/>
            <p:nvPr/>
          </p:nvSpPr>
          <p:spPr>
            <a:xfrm>
              <a:off x="5111554" y="3444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3" name="pt24853"/>
            <p:cNvSpPr/>
            <p:nvPr/>
          </p:nvSpPr>
          <p:spPr>
            <a:xfrm>
              <a:off x="5143682" y="3416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4" name="pt24854"/>
            <p:cNvSpPr/>
            <p:nvPr/>
          </p:nvSpPr>
          <p:spPr>
            <a:xfrm>
              <a:off x="5166574" y="3741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5" name="pt24855"/>
            <p:cNvSpPr/>
            <p:nvPr/>
          </p:nvSpPr>
          <p:spPr>
            <a:xfrm>
              <a:off x="5138135" y="3517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6" name="pt24856"/>
            <p:cNvSpPr/>
            <p:nvPr/>
          </p:nvSpPr>
          <p:spPr>
            <a:xfrm>
              <a:off x="5121058" y="3434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7" name="pt24857"/>
            <p:cNvSpPr/>
            <p:nvPr/>
          </p:nvSpPr>
          <p:spPr>
            <a:xfrm>
              <a:off x="5107090" y="35819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8" name="pt24858"/>
            <p:cNvSpPr/>
            <p:nvPr/>
          </p:nvSpPr>
          <p:spPr>
            <a:xfrm>
              <a:off x="5142832" y="3562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59" name="pt24859"/>
            <p:cNvSpPr/>
            <p:nvPr/>
          </p:nvSpPr>
          <p:spPr>
            <a:xfrm>
              <a:off x="5174287" y="37693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0" name="pt24860"/>
            <p:cNvSpPr/>
            <p:nvPr/>
          </p:nvSpPr>
          <p:spPr>
            <a:xfrm>
              <a:off x="5123752" y="36529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1" name="pt24861"/>
            <p:cNvSpPr/>
            <p:nvPr/>
          </p:nvSpPr>
          <p:spPr>
            <a:xfrm>
              <a:off x="5124766" y="3349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2" name="pt24862"/>
            <p:cNvSpPr/>
            <p:nvPr/>
          </p:nvSpPr>
          <p:spPr>
            <a:xfrm>
              <a:off x="5184834" y="36644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3" name="pt24863"/>
            <p:cNvSpPr/>
            <p:nvPr/>
          </p:nvSpPr>
          <p:spPr>
            <a:xfrm>
              <a:off x="5141710" y="35533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4" name="pt24864"/>
            <p:cNvSpPr/>
            <p:nvPr/>
          </p:nvSpPr>
          <p:spPr>
            <a:xfrm>
              <a:off x="5038708" y="344632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65" name="pt24865"/>
            <p:cNvSpPr/>
            <p:nvPr/>
          </p:nvSpPr>
          <p:spPr>
            <a:xfrm>
              <a:off x="5144339" y="3304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6" name="pt24866"/>
            <p:cNvSpPr/>
            <p:nvPr/>
          </p:nvSpPr>
          <p:spPr>
            <a:xfrm>
              <a:off x="5154610" y="32951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7" name="pt24867"/>
            <p:cNvSpPr/>
            <p:nvPr/>
          </p:nvSpPr>
          <p:spPr>
            <a:xfrm>
              <a:off x="5155124" y="3468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8" name="pt24868"/>
            <p:cNvSpPr/>
            <p:nvPr/>
          </p:nvSpPr>
          <p:spPr>
            <a:xfrm>
              <a:off x="5429662" y="35907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69" name="pt24869"/>
            <p:cNvSpPr/>
            <p:nvPr/>
          </p:nvSpPr>
          <p:spPr>
            <a:xfrm>
              <a:off x="5175577" y="3602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0" name="pt24870"/>
            <p:cNvSpPr/>
            <p:nvPr/>
          </p:nvSpPr>
          <p:spPr>
            <a:xfrm>
              <a:off x="4938933" y="35896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1" name="pt24871"/>
            <p:cNvSpPr/>
            <p:nvPr/>
          </p:nvSpPr>
          <p:spPr>
            <a:xfrm>
              <a:off x="5146717" y="34937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2" name="pt24872"/>
            <p:cNvSpPr/>
            <p:nvPr/>
          </p:nvSpPr>
          <p:spPr>
            <a:xfrm>
              <a:off x="4981069" y="36294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3" name="pt24873"/>
            <p:cNvSpPr/>
            <p:nvPr/>
          </p:nvSpPr>
          <p:spPr>
            <a:xfrm>
              <a:off x="5125171" y="33655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4" name="pt24874"/>
            <p:cNvSpPr/>
            <p:nvPr/>
          </p:nvSpPr>
          <p:spPr>
            <a:xfrm>
              <a:off x="5134027" y="3818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5" name="pt24875"/>
            <p:cNvSpPr/>
            <p:nvPr/>
          </p:nvSpPr>
          <p:spPr>
            <a:xfrm>
              <a:off x="5154179" y="35469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6" name="pt24876"/>
            <p:cNvSpPr/>
            <p:nvPr/>
          </p:nvSpPr>
          <p:spPr>
            <a:xfrm>
              <a:off x="5124551" y="35513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7" name="pt24877"/>
            <p:cNvSpPr/>
            <p:nvPr/>
          </p:nvSpPr>
          <p:spPr>
            <a:xfrm>
              <a:off x="5174369" y="3707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8" name="pt24878"/>
            <p:cNvSpPr/>
            <p:nvPr/>
          </p:nvSpPr>
          <p:spPr>
            <a:xfrm>
              <a:off x="5114683" y="35082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79" name="pt24879"/>
            <p:cNvSpPr/>
            <p:nvPr/>
          </p:nvSpPr>
          <p:spPr>
            <a:xfrm>
              <a:off x="5149187" y="37986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0" name="pt24880"/>
            <p:cNvSpPr/>
            <p:nvPr/>
          </p:nvSpPr>
          <p:spPr>
            <a:xfrm>
              <a:off x="5130741" y="34018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1" name="pt24881"/>
            <p:cNvSpPr/>
            <p:nvPr/>
          </p:nvSpPr>
          <p:spPr>
            <a:xfrm>
              <a:off x="5158920" y="3707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2" name="pt24882"/>
            <p:cNvSpPr/>
            <p:nvPr/>
          </p:nvSpPr>
          <p:spPr>
            <a:xfrm>
              <a:off x="5133471" y="33953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3" name="pt24883"/>
            <p:cNvSpPr/>
            <p:nvPr/>
          </p:nvSpPr>
          <p:spPr>
            <a:xfrm>
              <a:off x="5176213" y="3613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4" name="pt24884"/>
            <p:cNvSpPr/>
            <p:nvPr/>
          </p:nvSpPr>
          <p:spPr>
            <a:xfrm>
              <a:off x="5079385" y="33889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5" name="pt24885"/>
            <p:cNvSpPr/>
            <p:nvPr/>
          </p:nvSpPr>
          <p:spPr>
            <a:xfrm>
              <a:off x="5122785" y="34483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6" name="pt24886"/>
            <p:cNvSpPr/>
            <p:nvPr/>
          </p:nvSpPr>
          <p:spPr>
            <a:xfrm>
              <a:off x="5205804" y="36488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7" name="pt24887"/>
            <p:cNvSpPr/>
            <p:nvPr/>
          </p:nvSpPr>
          <p:spPr>
            <a:xfrm>
              <a:off x="5169039" y="34734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8" name="pt24888"/>
            <p:cNvSpPr/>
            <p:nvPr/>
          </p:nvSpPr>
          <p:spPr>
            <a:xfrm>
              <a:off x="5169132" y="37152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89" name="pt24889"/>
            <p:cNvSpPr/>
            <p:nvPr/>
          </p:nvSpPr>
          <p:spPr>
            <a:xfrm>
              <a:off x="5144706" y="36151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0" name="pt24890"/>
            <p:cNvSpPr/>
            <p:nvPr/>
          </p:nvSpPr>
          <p:spPr>
            <a:xfrm>
              <a:off x="5121744" y="3430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1" name="pt24891"/>
            <p:cNvSpPr/>
            <p:nvPr/>
          </p:nvSpPr>
          <p:spPr>
            <a:xfrm>
              <a:off x="5111302" y="34472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2" name="pt24892"/>
            <p:cNvSpPr/>
            <p:nvPr/>
          </p:nvSpPr>
          <p:spPr>
            <a:xfrm>
              <a:off x="5159370" y="37181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3" name="pt24893"/>
            <p:cNvSpPr/>
            <p:nvPr/>
          </p:nvSpPr>
          <p:spPr>
            <a:xfrm>
              <a:off x="5111623" y="3374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4" name="pt24894"/>
            <p:cNvSpPr/>
            <p:nvPr/>
          </p:nvSpPr>
          <p:spPr>
            <a:xfrm>
              <a:off x="5148615" y="3497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5" name="pt24895"/>
            <p:cNvSpPr/>
            <p:nvPr/>
          </p:nvSpPr>
          <p:spPr>
            <a:xfrm>
              <a:off x="5134537" y="3238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6" name="pt24896"/>
            <p:cNvSpPr/>
            <p:nvPr/>
          </p:nvSpPr>
          <p:spPr>
            <a:xfrm>
              <a:off x="5091175" y="3301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7" name="pt24897"/>
            <p:cNvSpPr/>
            <p:nvPr/>
          </p:nvSpPr>
          <p:spPr>
            <a:xfrm>
              <a:off x="5072131" y="35324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8" name="pt24898"/>
            <p:cNvSpPr/>
            <p:nvPr/>
          </p:nvSpPr>
          <p:spPr>
            <a:xfrm>
              <a:off x="5156961" y="37626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899" name="pt24899"/>
            <p:cNvSpPr/>
            <p:nvPr/>
          </p:nvSpPr>
          <p:spPr>
            <a:xfrm>
              <a:off x="5164602" y="3719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0" name="pt24900"/>
            <p:cNvSpPr/>
            <p:nvPr/>
          </p:nvSpPr>
          <p:spPr>
            <a:xfrm>
              <a:off x="5165023" y="46537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1" name="pt24901"/>
            <p:cNvSpPr/>
            <p:nvPr/>
          </p:nvSpPr>
          <p:spPr>
            <a:xfrm>
              <a:off x="5144896" y="3580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2" name="pt24902"/>
            <p:cNvSpPr/>
            <p:nvPr/>
          </p:nvSpPr>
          <p:spPr>
            <a:xfrm>
              <a:off x="5108317" y="3376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3" name="pt24903"/>
            <p:cNvSpPr/>
            <p:nvPr/>
          </p:nvSpPr>
          <p:spPr>
            <a:xfrm>
              <a:off x="5140925" y="3436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4" name="pt24904"/>
            <p:cNvSpPr/>
            <p:nvPr/>
          </p:nvSpPr>
          <p:spPr>
            <a:xfrm>
              <a:off x="5221532" y="37157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5" name="pt24905"/>
            <p:cNvSpPr/>
            <p:nvPr/>
          </p:nvSpPr>
          <p:spPr>
            <a:xfrm>
              <a:off x="5107787" y="3359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6" name="pt24906"/>
            <p:cNvSpPr/>
            <p:nvPr/>
          </p:nvSpPr>
          <p:spPr>
            <a:xfrm>
              <a:off x="5150892" y="3814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7" name="pt24907"/>
            <p:cNvSpPr/>
            <p:nvPr/>
          </p:nvSpPr>
          <p:spPr>
            <a:xfrm>
              <a:off x="5454429" y="3626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8" name="pt24908"/>
            <p:cNvSpPr/>
            <p:nvPr/>
          </p:nvSpPr>
          <p:spPr>
            <a:xfrm>
              <a:off x="5110221" y="3399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09" name="pt24909"/>
            <p:cNvSpPr/>
            <p:nvPr/>
          </p:nvSpPr>
          <p:spPr>
            <a:xfrm>
              <a:off x="5121466" y="36399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0" name="pt24910"/>
            <p:cNvSpPr/>
            <p:nvPr/>
          </p:nvSpPr>
          <p:spPr>
            <a:xfrm>
              <a:off x="5189559" y="36056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1" name="pt24911"/>
            <p:cNvSpPr/>
            <p:nvPr/>
          </p:nvSpPr>
          <p:spPr>
            <a:xfrm>
              <a:off x="5311781" y="3510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2" name="pt24912"/>
            <p:cNvSpPr/>
            <p:nvPr/>
          </p:nvSpPr>
          <p:spPr>
            <a:xfrm>
              <a:off x="5120616" y="33415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3" name="pt24913"/>
            <p:cNvSpPr/>
            <p:nvPr/>
          </p:nvSpPr>
          <p:spPr>
            <a:xfrm>
              <a:off x="5124581" y="35487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4" name="pt24914"/>
            <p:cNvSpPr/>
            <p:nvPr/>
          </p:nvSpPr>
          <p:spPr>
            <a:xfrm>
              <a:off x="5161458" y="3783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5" name="pt24915"/>
            <p:cNvSpPr/>
            <p:nvPr/>
          </p:nvSpPr>
          <p:spPr>
            <a:xfrm>
              <a:off x="5187038" y="34050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6" name="pt24916"/>
            <p:cNvSpPr/>
            <p:nvPr/>
          </p:nvSpPr>
          <p:spPr>
            <a:xfrm>
              <a:off x="5142021" y="33314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7" name="pt24917"/>
            <p:cNvSpPr/>
            <p:nvPr/>
          </p:nvSpPr>
          <p:spPr>
            <a:xfrm>
              <a:off x="5153159" y="37324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8" name="pt24918"/>
            <p:cNvSpPr/>
            <p:nvPr/>
          </p:nvSpPr>
          <p:spPr>
            <a:xfrm>
              <a:off x="5144794" y="3642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19" name="pt24919"/>
            <p:cNvSpPr/>
            <p:nvPr/>
          </p:nvSpPr>
          <p:spPr>
            <a:xfrm>
              <a:off x="5067458" y="3339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0" name="pt24920"/>
            <p:cNvSpPr/>
            <p:nvPr/>
          </p:nvSpPr>
          <p:spPr>
            <a:xfrm>
              <a:off x="5160889" y="34641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1" name="pt24921"/>
            <p:cNvSpPr/>
            <p:nvPr/>
          </p:nvSpPr>
          <p:spPr>
            <a:xfrm>
              <a:off x="5131558" y="36030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2" name="pt24922"/>
            <p:cNvSpPr/>
            <p:nvPr/>
          </p:nvSpPr>
          <p:spPr>
            <a:xfrm>
              <a:off x="5134343" y="34310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3" name="pt24923"/>
            <p:cNvSpPr/>
            <p:nvPr/>
          </p:nvSpPr>
          <p:spPr>
            <a:xfrm>
              <a:off x="5169965" y="34514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4" name="pt24924"/>
            <p:cNvSpPr/>
            <p:nvPr/>
          </p:nvSpPr>
          <p:spPr>
            <a:xfrm>
              <a:off x="5159200" y="36534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5" name="pt24925"/>
            <p:cNvSpPr/>
            <p:nvPr/>
          </p:nvSpPr>
          <p:spPr>
            <a:xfrm>
              <a:off x="5136837" y="3319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6" name="pt24926"/>
            <p:cNvSpPr/>
            <p:nvPr/>
          </p:nvSpPr>
          <p:spPr>
            <a:xfrm>
              <a:off x="5095184" y="34381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7" name="pt24927"/>
            <p:cNvSpPr/>
            <p:nvPr/>
          </p:nvSpPr>
          <p:spPr>
            <a:xfrm>
              <a:off x="5186374" y="3508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8" name="pt24928"/>
            <p:cNvSpPr/>
            <p:nvPr/>
          </p:nvSpPr>
          <p:spPr>
            <a:xfrm>
              <a:off x="5173230" y="36592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29" name="pt24929"/>
            <p:cNvSpPr/>
            <p:nvPr/>
          </p:nvSpPr>
          <p:spPr>
            <a:xfrm>
              <a:off x="5145938" y="3800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0" name="pt24930"/>
            <p:cNvSpPr/>
            <p:nvPr/>
          </p:nvSpPr>
          <p:spPr>
            <a:xfrm>
              <a:off x="5144512" y="35641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1" name="pt24931"/>
            <p:cNvSpPr/>
            <p:nvPr/>
          </p:nvSpPr>
          <p:spPr>
            <a:xfrm>
              <a:off x="5145481" y="3453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2" name="pt24932"/>
            <p:cNvSpPr/>
            <p:nvPr/>
          </p:nvSpPr>
          <p:spPr>
            <a:xfrm>
              <a:off x="5097098" y="3380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3" name="pt24933"/>
            <p:cNvSpPr/>
            <p:nvPr/>
          </p:nvSpPr>
          <p:spPr>
            <a:xfrm>
              <a:off x="5181857" y="3554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4" name="pt24934"/>
            <p:cNvSpPr/>
            <p:nvPr/>
          </p:nvSpPr>
          <p:spPr>
            <a:xfrm>
              <a:off x="5147844" y="3298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5" name="pt24935"/>
            <p:cNvSpPr/>
            <p:nvPr/>
          </p:nvSpPr>
          <p:spPr>
            <a:xfrm>
              <a:off x="5150880" y="37117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6" name="pt24936"/>
            <p:cNvSpPr/>
            <p:nvPr/>
          </p:nvSpPr>
          <p:spPr>
            <a:xfrm>
              <a:off x="5246219" y="345567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37" name="pt24937"/>
            <p:cNvSpPr/>
            <p:nvPr/>
          </p:nvSpPr>
          <p:spPr>
            <a:xfrm>
              <a:off x="5147389" y="33801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38" name="pt24938"/>
            <p:cNvSpPr/>
            <p:nvPr/>
          </p:nvSpPr>
          <p:spPr>
            <a:xfrm>
              <a:off x="5349871" y="372431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39" name="pt24939"/>
            <p:cNvSpPr/>
            <p:nvPr/>
          </p:nvSpPr>
          <p:spPr>
            <a:xfrm>
              <a:off x="5129140" y="3440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0" name="pt24940"/>
            <p:cNvSpPr/>
            <p:nvPr/>
          </p:nvSpPr>
          <p:spPr>
            <a:xfrm>
              <a:off x="5118406" y="36681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1" name="pt24941"/>
            <p:cNvSpPr/>
            <p:nvPr/>
          </p:nvSpPr>
          <p:spPr>
            <a:xfrm>
              <a:off x="5136924" y="34867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2" name="pt24942"/>
            <p:cNvSpPr/>
            <p:nvPr/>
          </p:nvSpPr>
          <p:spPr>
            <a:xfrm>
              <a:off x="5176832" y="3643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3" name="pt24943"/>
            <p:cNvSpPr/>
            <p:nvPr/>
          </p:nvSpPr>
          <p:spPr>
            <a:xfrm>
              <a:off x="5144943" y="37727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4" name="pt24944"/>
            <p:cNvSpPr/>
            <p:nvPr/>
          </p:nvSpPr>
          <p:spPr>
            <a:xfrm>
              <a:off x="5121513" y="3379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5" name="pt24945"/>
            <p:cNvSpPr/>
            <p:nvPr/>
          </p:nvSpPr>
          <p:spPr>
            <a:xfrm>
              <a:off x="5146513" y="33540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6" name="pt24946"/>
            <p:cNvSpPr/>
            <p:nvPr/>
          </p:nvSpPr>
          <p:spPr>
            <a:xfrm>
              <a:off x="5157488" y="3455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7" name="pt24947"/>
            <p:cNvSpPr/>
            <p:nvPr/>
          </p:nvSpPr>
          <p:spPr>
            <a:xfrm>
              <a:off x="5148226" y="3280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8" name="pt24948"/>
            <p:cNvSpPr/>
            <p:nvPr/>
          </p:nvSpPr>
          <p:spPr>
            <a:xfrm>
              <a:off x="5131174" y="35714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49" name="pt24949"/>
            <p:cNvSpPr/>
            <p:nvPr/>
          </p:nvSpPr>
          <p:spPr>
            <a:xfrm>
              <a:off x="5045955" y="35672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0" name="pt24950"/>
            <p:cNvSpPr/>
            <p:nvPr/>
          </p:nvSpPr>
          <p:spPr>
            <a:xfrm>
              <a:off x="5119421" y="33998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1" name="pt24951"/>
            <p:cNvSpPr/>
            <p:nvPr/>
          </p:nvSpPr>
          <p:spPr>
            <a:xfrm>
              <a:off x="5142670" y="34301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2" name="pt24952"/>
            <p:cNvSpPr/>
            <p:nvPr/>
          </p:nvSpPr>
          <p:spPr>
            <a:xfrm>
              <a:off x="5194695" y="40653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3" name="pt24953"/>
            <p:cNvSpPr/>
            <p:nvPr/>
          </p:nvSpPr>
          <p:spPr>
            <a:xfrm>
              <a:off x="5137213" y="33678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4" name="pt24954"/>
            <p:cNvSpPr/>
            <p:nvPr/>
          </p:nvSpPr>
          <p:spPr>
            <a:xfrm>
              <a:off x="5034507" y="3528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5" name="pt24955"/>
            <p:cNvSpPr/>
            <p:nvPr/>
          </p:nvSpPr>
          <p:spPr>
            <a:xfrm>
              <a:off x="5323543" y="37998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6" name="pt24956"/>
            <p:cNvSpPr/>
            <p:nvPr/>
          </p:nvSpPr>
          <p:spPr>
            <a:xfrm>
              <a:off x="5151703" y="3421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7" name="pt24957"/>
            <p:cNvSpPr/>
            <p:nvPr/>
          </p:nvSpPr>
          <p:spPr>
            <a:xfrm>
              <a:off x="5149593" y="3377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8" name="pt24958"/>
            <p:cNvSpPr/>
            <p:nvPr/>
          </p:nvSpPr>
          <p:spPr>
            <a:xfrm>
              <a:off x="5168024" y="3555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59" name="pt24959"/>
            <p:cNvSpPr/>
            <p:nvPr/>
          </p:nvSpPr>
          <p:spPr>
            <a:xfrm>
              <a:off x="5094810" y="35678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0" name="pt24960"/>
            <p:cNvSpPr/>
            <p:nvPr/>
          </p:nvSpPr>
          <p:spPr>
            <a:xfrm>
              <a:off x="5197138" y="3518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1" name="pt24961"/>
            <p:cNvSpPr/>
            <p:nvPr/>
          </p:nvSpPr>
          <p:spPr>
            <a:xfrm>
              <a:off x="5159885" y="36520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2" name="pt24962"/>
            <p:cNvSpPr/>
            <p:nvPr/>
          </p:nvSpPr>
          <p:spPr>
            <a:xfrm>
              <a:off x="5136020" y="37525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3" name="pt24963"/>
            <p:cNvSpPr/>
            <p:nvPr/>
          </p:nvSpPr>
          <p:spPr>
            <a:xfrm>
              <a:off x="5138713" y="34889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4" name="pt24964"/>
            <p:cNvSpPr/>
            <p:nvPr/>
          </p:nvSpPr>
          <p:spPr>
            <a:xfrm>
              <a:off x="5165773" y="3749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5" name="pt24965"/>
            <p:cNvSpPr/>
            <p:nvPr/>
          </p:nvSpPr>
          <p:spPr>
            <a:xfrm>
              <a:off x="5123907" y="36573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6" name="pt24966"/>
            <p:cNvSpPr/>
            <p:nvPr/>
          </p:nvSpPr>
          <p:spPr>
            <a:xfrm>
              <a:off x="5164820" y="3803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7" name="pt24967"/>
            <p:cNvSpPr/>
            <p:nvPr/>
          </p:nvSpPr>
          <p:spPr>
            <a:xfrm>
              <a:off x="5154197" y="36081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8" name="pt24968"/>
            <p:cNvSpPr/>
            <p:nvPr/>
          </p:nvSpPr>
          <p:spPr>
            <a:xfrm>
              <a:off x="5145260" y="35952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69" name="pt24969"/>
            <p:cNvSpPr/>
            <p:nvPr/>
          </p:nvSpPr>
          <p:spPr>
            <a:xfrm>
              <a:off x="5126773" y="33434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0" name="pt24970"/>
            <p:cNvSpPr/>
            <p:nvPr/>
          </p:nvSpPr>
          <p:spPr>
            <a:xfrm>
              <a:off x="5163622" y="3749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1" name="pt24971"/>
            <p:cNvSpPr/>
            <p:nvPr/>
          </p:nvSpPr>
          <p:spPr>
            <a:xfrm>
              <a:off x="5136767" y="3467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2" name="pt24972"/>
            <p:cNvSpPr/>
            <p:nvPr/>
          </p:nvSpPr>
          <p:spPr>
            <a:xfrm>
              <a:off x="5211786" y="3653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3" name="pt24973"/>
            <p:cNvSpPr/>
            <p:nvPr/>
          </p:nvSpPr>
          <p:spPr>
            <a:xfrm>
              <a:off x="5386011" y="36558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4" name="pt24974"/>
            <p:cNvSpPr/>
            <p:nvPr/>
          </p:nvSpPr>
          <p:spPr>
            <a:xfrm>
              <a:off x="5201972" y="3603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5" name="pt24975"/>
            <p:cNvSpPr/>
            <p:nvPr/>
          </p:nvSpPr>
          <p:spPr>
            <a:xfrm>
              <a:off x="5166864" y="3705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6" name="pt24976"/>
            <p:cNvSpPr/>
            <p:nvPr/>
          </p:nvSpPr>
          <p:spPr>
            <a:xfrm>
              <a:off x="5107313" y="3368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7" name="pt24977"/>
            <p:cNvSpPr/>
            <p:nvPr/>
          </p:nvSpPr>
          <p:spPr>
            <a:xfrm>
              <a:off x="5170504" y="34677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8" name="pt24978"/>
            <p:cNvSpPr/>
            <p:nvPr/>
          </p:nvSpPr>
          <p:spPr>
            <a:xfrm>
              <a:off x="4732326" y="35942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79" name="pt24979"/>
            <p:cNvSpPr/>
            <p:nvPr/>
          </p:nvSpPr>
          <p:spPr>
            <a:xfrm>
              <a:off x="5165380" y="3608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0" name="pt24980"/>
            <p:cNvSpPr/>
            <p:nvPr/>
          </p:nvSpPr>
          <p:spPr>
            <a:xfrm>
              <a:off x="5134902" y="3422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1" name="pt24981"/>
            <p:cNvSpPr/>
            <p:nvPr/>
          </p:nvSpPr>
          <p:spPr>
            <a:xfrm>
              <a:off x="5072465" y="5083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2" name="pt24982"/>
            <p:cNvSpPr/>
            <p:nvPr/>
          </p:nvSpPr>
          <p:spPr>
            <a:xfrm>
              <a:off x="5129665" y="3563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3" name="pt24983"/>
            <p:cNvSpPr/>
            <p:nvPr/>
          </p:nvSpPr>
          <p:spPr>
            <a:xfrm>
              <a:off x="5148095" y="3324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4" name="pt24984"/>
            <p:cNvSpPr/>
            <p:nvPr/>
          </p:nvSpPr>
          <p:spPr>
            <a:xfrm>
              <a:off x="5119039" y="3355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5" name="pt24985"/>
            <p:cNvSpPr/>
            <p:nvPr/>
          </p:nvSpPr>
          <p:spPr>
            <a:xfrm>
              <a:off x="5145973" y="34940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6" name="pt24986"/>
            <p:cNvSpPr/>
            <p:nvPr/>
          </p:nvSpPr>
          <p:spPr>
            <a:xfrm>
              <a:off x="5149967" y="3929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7" name="pt24987"/>
            <p:cNvSpPr/>
            <p:nvPr/>
          </p:nvSpPr>
          <p:spPr>
            <a:xfrm>
              <a:off x="5087543" y="36954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8" name="pt24988"/>
            <p:cNvSpPr/>
            <p:nvPr/>
          </p:nvSpPr>
          <p:spPr>
            <a:xfrm>
              <a:off x="5125493" y="3586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89" name="pt24989"/>
            <p:cNvSpPr/>
            <p:nvPr/>
          </p:nvSpPr>
          <p:spPr>
            <a:xfrm>
              <a:off x="5160276" y="34835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0" name="pt24990"/>
            <p:cNvSpPr/>
            <p:nvPr/>
          </p:nvSpPr>
          <p:spPr>
            <a:xfrm>
              <a:off x="5134301" y="35454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1" name="pt24991"/>
            <p:cNvSpPr/>
            <p:nvPr/>
          </p:nvSpPr>
          <p:spPr>
            <a:xfrm>
              <a:off x="5210411" y="38004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2" name="pt24992"/>
            <p:cNvSpPr/>
            <p:nvPr/>
          </p:nvSpPr>
          <p:spPr>
            <a:xfrm>
              <a:off x="5182177" y="3418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3" name="pt24993"/>
            <p:cNvSpPr/>
            <p:nvPr/>
          </p:nvSpPr>
          <p:spPr>
            <a:xfrm>
              <a:off x="5141206" y="36555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4" name="pt24994"/>
            <p:cNvSpPr/>
            <p:nvPr/>
          </p:nvSpPr>
          <p:spPr>
            <a:xfrm>
              <a:off x="5153385" y="3396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5" name="pt24995"/>
            <p:cNvSpPr/>
            <p:nvPr/>
          </p:nvSpPr>
          <p:spPr>
            <a:xfrm>
              <a:off x="5179595" y="3725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6" name="pt24996"/>
            <p:cNvSpPr/>
            <p:nvPr/>
          </p:nvSpPr>
          <p:spPr>
            <a:xfrm>
              <a:off x="5374125" y="3587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7" name="pt24997"/>
            <p:cNvSpPr/>
            <p:nvPr/>
          </p:nvSpPr>
          <p:spPr>
            <a:xfrm>
              <a:off x="5121421" y="36541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8" name="pt24998"/>
            <p:cNvSpPr/>
            <p:nvPr/>
          </p:nvSpPr>
          <p:spPr>
            <a:xfrm>
              <a:off x="5204094" y="3385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4999" name="pt24999"/>
            <p:cNvSpPr/>
            <p:nvPr/>
          </p:nvSpPr>
          <p:spPr>
            <a:xfrm>
              <a:off x="5180202" y="3208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0" name="pt25000"/>
            <p:cNvSpPr/>
            <p:nvPr/>
          </p:nvSpPr>
          <p:spPr>
            <a:xfrm>
              <a:off x="5121367" y="34599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1" name="pt25001"/>
            <p:cNvSpPr/>
            <p:nvPr/>
          </p:nvSpPr>
          <p:spPr>
            <a:xfrm>
              <a:off x="5154099" y="3534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2" name="pt25002"/>
            <p:cNvSpPr/>
            <p:nvPr/>
          </p:nvSpPr>
          <p:spPr>
            <a:xfrm>
              <a:off x="5170324" y="36537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3" name="pt25003"/>
            <p:cNvSpPr/>
            <p:nvPr/>
          </p:nvSpPr>
          <p:spPr>
            <a:xfrm>
              <a:off x="5436817" y="431328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04" name="pt25004"/>
            <p:cNvSpPr/>
            <p:nvPr/>
          </p:nvSpPr>
          <p:spPr>
            <a:xfrm>
              <a:off x="5183802" y="3848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5" name="pt25005"/>
            <p:cNvSpPr/>
            <p:nvPr/>
          </p:nvSpPr>
          <p:spPr>
            <a:xfrm>
              <a:off x="5136367" y="3405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6" name="pt25006"/>
            <p:cNvSpPr/>
            <p:nvPr/>
          </p:nvSpPr>
          <p:spPr>
            <a:xfrm>
              <a:off x="5102284" y="34036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7" name="pt25007"/>
            <p:cNvSpPr/>
            <p:nvPr/>
          </p:nvSpPr>
          <p:spPr>
            <a:xfrm>
              <a:off x="5108301" y="34448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8" name="pt25008"/>
            <p:cNvSpPr/>
            <p:nvPr/>
          </p:nvSpPr>
          <p:spPr>
            <a:xfrm>
              <a:off x="5241760" y="34003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09" name="pt25009"/>
            <p:cNvSpPr/>
            <p:nvPr/>
          </p:nvSpPr>
          <p:spPr>
            <a:xfrm>
              <a:off x="5102104" y="3559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0" name="pt25010"/>
            <p:cNvSpPr/>
            <p:nvPr/>
          </p:nvSpPr>
          <p:spPr>
            <a:xfrm>
              <a:off x="5155647" y="36966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1" name="pt25011"/>
            <p:cNvSpPr/>
            <p:nvPr/>
          </p:nvSpPr>
          <p:spPr>
            <a:xfrm>
              <a:off x="5139386" y="3482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2" name="pt25012"/>
            <p:cNvSpPr/>
            <p:nvPr/>
          </p:nvSpPr>
          <p:spPr>
            <a:xfrm>
              <a:off x="5129570" y="3400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3" name="pt25013"/>
            <p:cNvSpPr/>
            <p:nvPr/>
          </p:nvSpPr>
          <p:spPr>
            <a:xfrm>
              <a:off x="5178686" y="3595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4" name="pt25014"/>
            <p:cNvSpPr/>
            <p:nvPr/>
          </p:nvSpPr>
          <p:spPr>
            <a:xfrm>
              <a:off x="5130231" y="35538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5" name="pt25015"/>
            <p:cNvSpPr/>
            <p:nvPr/>
          </p:nvSpPr>
          <p:spPr>
            <a:xfrm>
              <a:off x="5143936" y="3289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6" name="pt25016"/>
            <p:cNvSpPr/>
            <p:nvPr/>
          </p:nvSpPr>
          <p:spPr>
            <a:xfrm>
              <a:off x="5208270" y="3937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7" name="pt25017"/>
            <p:cNvSpPr/>
            <p:nvPr/>
          </p:nvSpPr>
          <p:spPr>
            <a:xfrm>
              <a:off x="5149115" y="3497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8" name="pt25018"/>
            <p:cNvSpPr/>
            <p:nvPr/>
          </p:nvSpPr>
          <p:spPr>
            <a:xfrm>
              <a:off x="5207005" y="36300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19" name="pt25019"/>
            <p:cNvSpPr/>
            <p:nvPr/>
          </p:nvSpPr>
          <p:spPr>
            <a:xfrm>
              <a:off x="5171344" y="39315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0" name="pt25020"/>
            <p:cNvSpPr/>
            <p:nvPr/>
          </p:nvSpPr>
          <p:spPr>
            <a:xfrm>
              <a:off x="5167090" y="37343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1" name="pt25021"/>
            <p:cNvSpPr/>
            <p:nvPr/>
          </p:nvSpPr>
          <p:spPr>
            <a:xfrm>
              <a:off x="5208545" y="35494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2" name="pt25022"/>
            <p:cNvSpPr/>
            <p:nvPr/>
          </p:nvSpPr>
          <p:spPr>
            <a:xfrm>
              <a:off x="5224624" y="3543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3" name="pt25023"/>
            <p:cNvSpPr/>
            <p:nvPr/>
          </p:nvSpPr>
          <p:spPr>
            <a:xfrm>
              <a:off x="5160077" y="37002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4" name="pt25024"/>
            <p:cNvSpPr/>
            <p:nvPr/>
          </p:nvSpPr>
          <p:spPr>
            <a:xfrm>
              <a:off x="5084891" y="36001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5" name="pt25025"/>
            <p:cNvSpPr/>
            <p:nvPr/>
          </p:nvSpPr>
          <p:spPr>
            <a:xfrm>
              <a:off x="5102535" y="33666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6" name="pt25026"/>
            <p:cNvSpPr/>
            <p:nvPr/>
          </p:nvSpPr>
          <p:spPr>
            <a:xfrm>
              <a:off x="5204051" y="3256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7" name="pt25027"/>
            <p:cNvSpPr/>
            <p:nvPr/>
          </p:nvSpPr>
          <p:spPr>
            <a:xfrm>
              <a:off x="5189289" y="3852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8" name="pt25028"/>
            <p:cNvSpPr/>
            <p:nvPr/>
          </p:nvSpPr>
          <p:spPr>
            <a:xfrm>
              <a:off x="5166060" y="33573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29" name="pt25029"/>
            <p:cNvSpPr/>
            <p:nvPr/>
          </p:nvSpPr>
          <p:spPr>
            <a:xfrm>
              <a:off x="5116616" y="3369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0" name="pt25030"/>
            <p:cNvSpPr/>
            <p:nvPr/>
          </p:nvSpPr>
          <p:spPr>
            <a:xfrm>
              <a:off x="5137710" y="33620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1" name="pt25031"/>
            <p:cNvSpPr/>
            <p:nvPr/>
          </p:nvSpPr>
          <p:spPr>
            <a:xfrm>
              <a:off x="5199131" y="3769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2" name="pt25032"/>
            <p:cNvSpPr/>
            <p:nvPr/>
          </p:nvSpPr>
          <p:spPr>
            <a:xfrm>
              <a:off x="5136559" y="36013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3" name="pt25033"/>
            <p:cNvSpPr/>
            <p:nvPr/>
          </p:nvSpPr>
          <p:spPr>
            <a:xfrm>
              <a:off x="5219883" y="3744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4" name="pt25034"/>
            <p:cNvSpPr/>
            <p:nvPr/>
          </p:nvSpPr>
          <p:spPr>
            <a:xfrm>
              <a:off x="5190701" y="3520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5" name="pt25035"/>
            <p:cNvSpPr/>
            <p:nvPr/>
          </p:nvSpPr>
          <p:spPr>
            <a:xfrm>
              <a:off x="5110648" y="34583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6" name="pt25036"/>
            <p:cNvSpPr/>
            <p:nvPr/>
          </p:nvSpPr>
          <p:spPr>
            <a:xfrm>
              <a:off x="5115673" y="3623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7" name="pt25037"/>
            <p:cNvSpPr/>
            <p:nvPr/>
          </p:nvSpPr>
          <p:spPr>
            <a:xfrm>
              <a:off x="5127560" y="37869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8" name="pt25038"/>
            <p:cNvSpPr/>
            <p:nvPr/>
          </p:nvSpPr>
          <p:spPr>
            <a:xfrm>
              <a:off x="5100672" y="3383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39" name="pt25039"/>
            <p:cNvSpPr/>
            <p:nvPr/>
          </p:nvSpPr>
          <p:spPr>
            <a:xfrm>
              <a:off x="5171047" y="36471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0" name="pt25040"/>
            <p:cNvSpPr/>
            <p:nvPr/>
          </p:nvSpPr>
          <p:spPr>
            <a:xfrm>
              <a:off x="5157821" y="33966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1" name="pt25041"/>
            <p:cNvSpPr/>
            <p:nvPr/>
          </p:nvSpPr>
          <p:spPr>
            <a:xfrm>
              <a:off x="5162839" y="33127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2" name="pt25042"/>
            <p:cNvSpPr/>
            <p:nvPr/>
          </p:nvSpPr>
          <p:spPr>
            <a:xfrm>
              <a:off x="5164530" y="3561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3" name="pt25043"/>
            <p:cNvSpPr/>
            <p:nvPr/>
          </p:nvSpPr>
          <p:spPr>
            <a:xfrm>
              <a:off x="5148631" y="36479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4" name="pt25044"/>
            <p:cNvSpPr/>
            <p:nvPr/>
          </p:nvSpPr>
          <p:spPr>
            <a:xfrm>
              <a:off x="5123531" y="33626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5" name="pt25045"/>
            <p:cNvSpPr/>
            <p:nvPr/>
          </p:nvSpPr>
          <p:spPr>
            <a:xfrm>
              <a:off x="5172132" y="3804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6" name="pt25046"/>
            <p:cNvSpPr/>
            <p:nvPr/>
          </p:nvSpPr>
          <p:spPr>
            <a:xfrm>
              <a:off x="5198640" y="35492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7" name="pt25047"/>
            <p:cNvSpPr/>
            <p:nvPr/>
          </p:nvSpPr>
          <p:spPr>
            <a:xfrm>
              <a:off x="5170785" y="38708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8" name="pt25048"/>
            <p:cNvSpPr/>
            <p:nvPr/>
          </p:nvSpPr>
          <p:spPr>
            <a:xfrm>
              <a:off x="5168030" y="3847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49" name="pt25049"/>
            <p:cNvSpPr/>
            <p:nvPr/>
          </p:nvSpPr>
          <p:spPr>
            <a:xfrm>
              <a:off x="5141658" y="37498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0" name="pt25050"/>
            <p:cNvSpPr/>
            <p:nvPr/>
          </p:nvSpPr>
          <p:spPr>
            <a:xfrm>
              <a:off x="5113015" y="35174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1" name="pt25051"/>
            <p:cNvSpPr/>
            <p:nvPr/>
          </p:nvSpPr>
          <p:spPr>
            <a:xfrm>
              <a:off x="5146887" y="33525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2" name="pt25052"/>
            <p:cNvSpPr/>
            <p:nvPr/>
          </p:nvSpPr>
          <p:spPr>
            <a:xfrm>
              <a:off x="5099685" y="3221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3" name="pt25053"/>
            <p:cNvSpPr/>
            <p:nvPr/>
          </p:nvSpPr>
          <p:spPr>
            <a:xfrm>
              <a:off x="5167936" y="3866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4" name="pt25054"/>
            <p:cNvSpPr/>
            <p:nvPr/>
          </p:nvSpPr>
          <p:spPr>
            <a:xfrm>
              <a:off x="5166522" y="3498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5" name="pt25055"/>
            <p:cNvSpPr/>
            <p:nvPr/>
          </p:nvSpPr>
          <p:spPr>
            <a:xfrm>
              <a:off x="5091892" y="3618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6" name="pt25056"/>
            <p:cNvSpPr/>
            <p:nvPr/>
          </p:nvSpPr>
          <p:spPr>
            <a:xfrm>
              <a:off x="5135906" y="3473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7" name="pt25057"/>
            <p:cNvSpPr/>
            <p:nvPr/>
          </p:nvSpPr>
          <p:spPr>
            <a:xfrm>
              <a:off x="5233677" y="36713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8" name="pt25058"/>
            <p:cNvSpPr/>
            <p:nvPr/>
          </p:nvSpPr>
          <p:spPr>
            <a:xfrm>
              <a:off x="5153585" y="35149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59" name="pt25059"/>
            <p:cNvSpPr/>
            <p:nvPr/>
          </p:nvSpPr>
          <p:spPr>
            <a:xfrm>
              <a:off x="5140827" y="3518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0" name="pt25060"/>
            <p:cNvSpPr/>
            <p:nvPr/>
          </p:nvSpPr>
          <p:spPr>
            <a:xfrm>
              <a:off x="5141589" y="3649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1" name="pt25061"/>
            <p:cNvSpPr/>
            <p:nvPr/>
          </p:nvSpPr>
          <p:spPr>
            <a:xfrm>
              <a:off x="5078347" y="33398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2" name="pt25062"/>
            <p:cNvSpPr/>
            <p:nvPr/>
          </p:nvSpPr>
          <p:spPr>
            <a:xfrm>
              <a:off x="5136338" y="39148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3" name="pt25063"/>
            <p:cNvSpPr/>
            <p:nvPr/>
          </p:nvSpPr>
          <p:spPr>
            <a:xfrm>
              <a:off x="5170486" y="3765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4" name="pt25064"/>
            <p:cNvSpPr/>
            <p:nvPr/>
          </p:nvSpPr>
          <p:spPr>
            <a:xfrm>
              <a:off x="5108593" y="3405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5" name="pt25065"/>
            <p:cNvSpPr/>
            <p:nvPr/>
          </p:nvSpPr>
          <p:spPr>
            <a:xfrm>
              <a:off x="5094785" y="3512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6" name="pt25066"/>
            <p:cNvSpPr/>
            <p:nvPr/>
          </p:nvSpPr>
          <p:spPr>
            <a:xfrm>
              <a:off x="5129263" y="33305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7" name="pt25067"/>
            <p:cNvSpPr/>
            <p:nvPr/>
          </p:nvSpPr>
          <p:spPr>
            <a:xfrm>
              <a:off x="5150016" y="38280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8" name="pt25068"/>
            <p:cNvSpPr/>
            <p:nvPr/>
          </p:nvSpPr>
          <p:spPr>
            <a:xfrm>
              <a:off x="5186119" y="39920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69" name="pt25069"/>
            <p:cNvSpPr/>
            <p:nvPr/>
          </p:nvSpPr>
          <p:spPr>
            <a:xfrm>
              <a:off x="5153926" y="3644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0" name="pt25070"/>
            <p:cNvSpPr/>
            <p:nvPr/>
          </p:nvSpPr>
          <p:spPr>
            <a:xfrm>
              <a:off x="5165506" y="36945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1" name="pt25071"/>
            <p:cNvSpPr/>
            <p:nvPr/>
          </p:nvSpPr>
          <p:spPr>
            <a:xfrm>
              <a:off x="5142763" y="38357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2" name="pt25072"/>
            <p:cNvSpPr/>
            <p:nvPr/>
          </p:nvSpPr>
          <p:spPr>
            <a:xfrm>
              <a:off x="5127263" y="37897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3" name="pt25073"/>
            <p:cNvSpPr/>
            <p:nvPr/>
          </p:nvSpPr>
          <p:spPr>
            <a:xfrm>
              <a:off x="4984591" y="35208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4" name="pt25074"/>
            <p:cNvSpPr/>
            <p:nvPr/>
          </p:nvSpPr>
          <p:spPr>
            <a:xfrm>
              <a:off x="5135648" y="33069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5" name="pt25075"/>
            <p:cNvSpPr/>
            <p:nvPr/>
          </p:nvSpPr>
          <p:spPr>
            <a:xfrm>
              <a:off x="5146565" y="37566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6" name="pt25076"/>
            <p:cNvSpPr/>
            <p:nvPr/>
          </p:nvSpPr>
          <p:spPr>
            <a:xfrm>
              <a:off x="5198503" y="36671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7" name="pt25077"/>
            <p:cNvSpPr/>
            <p:nvPr/>
          </p:nvSpPr>
          <p:spPr>
            <a:xfrm>
              <a:off x="5177843" y="40384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8" name="pt25078"/>
            <p:cNvSpPr/>
            <p:nvPr/>
          </p:nvSpPr>
          <p:spPr>
            <a:xfrm>
              <a:off x="5184855" y="3705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79" name="pt25079"/>
            <p:cNvSpPr/>
            <p:nvPr/>
          </p:nvSpPr>
          <p:spPr>
            <a:xfrm>
              <a:off x="5140790" y="3664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0" name="pt25080"/>
            <p:cNvSpPr/>
            <p:nvPr/>
          </p:nvSpPr>
          <p:spPr>
            <a:xfrm>
              <a:off x="5149369" y="3816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1" name="pt25081"/>
            <p:cNvSpPr/>
            <p:nvPr/>
          </p:nvSpPr>
          <p:spPr>
            <a:xfrm>
              <a:off x="5129636" y="3445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2" name="pt25082"/>
            <p:cNvSpPr/>
            <p:nvPr/>
          </p:nvSpPr>
          <p:spPr>
            <a:xfrm>
              <a:off x="5092002" y="3555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3" name="pt25083"/>
            <p:cNvSpPr/>
            <p:nvPr/>
          </p:nvSpPr>
          <p:spPr>
            <a:xfrm>
              <a:off x="5197186" y="37419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4" name="pt25084"/>
            <p:cNvSpPr/>
            <p:nvPr/>
          </p:nvSpPr>
          <p:spPr>
            <a:xfrm>
              <a:off x="4513445" y="36177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5" name="pt25085"/>
            <p:cNvSpPr/>
            <p:nvPr/>
          </p:nvSpPr>
          <p:spPr>
            <a:xfrm>
              <a:off x="5140001" y="3601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6" name="pt25086"/>
            <p:cNvSpPr/>
            <p:nvPr/>
          </p:nvSpPr>
          <p:spPr>
            <a:xfrm>
              <a:off x="5258321" y="3738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7" name="pt25087"/>
            <p:cNvSpPr/>
            <p:nvPr/>
          </p:nvSpPr>
          <p:spPr>
            <a:xfrm>
              <a:off x="5131924" y="3789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8" name="pt25088"/>
            <p:cNvSpPr/>
            <p:nvPr/>
          </p:nvSpPr>
          <p:spPr>
            <a:xfrm>
              <a:off x="5137082" y="3585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89" name="pt25089"/>
            <p:cNvSpPr/>
            <p:nvPr/>
          </p:nvSpPr>
          <p:spPr>
            <a:xfrm>
              <a:off x="5139433" y="3336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0" name="pt25090"/>
            <p:cNvSpPr/>
            <p:nvPr/>
          </p:nvSpPr>
          <p:spPr>
            <a:xfrm>
              <a:off x="5176588" y="36733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1" name="pt25091"/>
            <p:cNvSpPr/>
            <p:nvPr/>
          </p:nvSpPr>
          <p:spPr>
            <a:xfrm>
              <a:off x="5107721" y="34873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2" name="pt25092"/>
            <p:cNvSpPr/>
            <p:nvPr/>
          </p:nvSpPr>
          <p:spPr>
            <a:xfrm>
              <a:off x="5077001" y="33813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3" name="pt25093"/>
            <p:cNvSpPr/>
            <p:nvPr/>
          </p:nvSpPr>
          <p:spPr>
            <a:xfrm>
              <a:off x="5168800" y="35651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4" name="pt25094"/>
            <p:cNvSpPr/>
            <p:nvPr/>
          </p:nvSpPr>
          <p:spPr>
            <a:xfrm>
              <a:off x="5157305" y="37119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5" name="pt25095"/>
            <p:cNvSpPr/>
            <p:nvPr/>
          </p:nvSpPr>
          <p:spPr>
            <a:xfrm>
              <a:off x="5114719" y="33901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6" name="pt25096"/>
            <p:cNvSpPr/>
            <p:nvPr/>
          </p:nvSpPr>
          <p:spPr>
            <a:xfrm>
              <a:off x="5224986" y="3707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7" name="pt25097"/>
            <p:cNvSpPr/>
            <p:nvPr/>
          </p:nvSpPr>
          <p:spPr>
            <a:xfrm>
              <a:off x="5153596" y="35476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8" name="pt25098"/>
            <p:cNvSpPr/>
            <p:nvPr/>
          </p:nvSpPr>
          <p:spPr>
            <a:xfrm>
              <a:off x="5093799" y="3389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099" name="pt25099"/>
            <p:cNvSpPr/>
            <p:nvPr/>
          </p:nvSpPr>
          <p:spPr>
            <a:xfrm>
              <a:off x="5178826" y="3742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0" name="pt25100"/>
            <p:cNvSpPr/>
            <p:nvPr/>
          </p:nvSpPr>
          <p:spPr>
            <a:xfrm>
              <a:off x="5352122" y="3494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1" name="pt25101"/>
            <p:cNvSpPr/>
            <p:nvPr/>
          </p:nvSpPr>
          <p:spPr>
            <a:xfrm>
              <a:off x="5121233" y="34445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2" name="pt25102"/>
            <p:cNvSpPr/>
            <p:nvPr/>
          </p:nvSpPr>
          <p:spPr>
            <a:xfrm>
              <a:off x="5218722" y="37922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3" name="pt25103"/>
            <p:cNvSpPr/>
            <p:nvPr/>
          </p:nvSpPr>
          <p:spPr>
            <a:xfrm>
              <a:off x="5105011" y="34475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4" name="pt25104"/>
            <p:cNvSpPr/>
            <p:nvPr/>
          </p:nvSpPr>
          <p:spPr>
            <a:xfrm>
              <a:off x="5175381" y="33836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5" name="pt25105"/>
            <p:cNvSpPr/>
            <p:nvPr/>
          </p:nvSpPr>
          <p:spPr>
            <a:xfrm>
              <a:off x="5284359" y="34076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6" name="pt25106"/>
            <p:cNvSpPr/>
            <p:nvPr/>
          </p:nvSpPr>
          <p:spPr>
            <a:xfrm>
              <a:off x="5118713" y="3334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7" name="pt25107"/>
            <p:cNvSpPr/>
            <p:nvPr/>
          </p:nvSpPr>
          <p:spPr>
            <a:xfrm>
              <a:off x="5071431" y="3508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8" name="pt25108"/>
            <p:cNvSpPr/>
            <p:nvPr/>
          </p:nvSpPr>
          <p:spPr>
            <a:xfrm>
              <a:off x="5175533" y="37541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09" name="pt25109"/>
            <p:cNvSpPr/>
            <p:nvPr/>
          </p:nvSpPr>
          <p:spPr>
            <a:xfrm>
              <a:off x="5132536" y="34523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0" name="pt25110"/>
            <p:cNvSpPr/>
            <p:nvPr/>
          </p:nvSpPr>
          <p:spPr>
            <a:xfrm>
              <a:off x="5164430" y="3619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1" name="pt25111"/>
            <p:cNvSpPr/>
            <p:nvPr/>
          </p:nvSpPr>
          <p:spPr>
            <a:xfrm>
              <a:off x="5161811" y="37231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2" name="pt25112"/>
            <p:cNvSpPr/>
            <p:nvPr/>
          </p:nvSpPr>
          <p:spPr>
            <a:xfrm>
              <a:off x="5100802" y="28421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3" name="pt25113"/>
            <p:cNvSpPr/>
            <p:nvPr/>
          </p:nvSpPr>
          <p:spPr>
            <a:xfrm>
              <a:off x="5236141" y="38628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4" name="pt25114"/>
            <p:cNvSpPr/>
            <p:nvPr/>
          </p:nvSpPr>
          <p:spPr>
            <a:xfrm>
              <a:off x="5210708" y="3547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5" name="pt25115"/>
            <p:cNvSpPr/>
            <p:nvPr/>
          </p:nvSpPr>
          <p:spPr>
            <a:xfrm>
              <a:off x="5170999" y="36667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6" name="pt25116"/>
            <p:cNvSpPr/>
            <p:nvPr/>
          </p:nvSpPr>
          <p:spPr>
            <a:xfrm>
              <a:off x="5167855" y="3847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7" name="pt25117"/>
            <p:cNvSpPr/>
            <p:nvPr/>
          </p:nvSpPr>
          <p:spPr>
            <a:xfrm>
              <a:off x="5163337" y="33193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8" name="pt25118"/>
            <p:cNvSpPr/>
            <p:nvPr/>
          </p:nvSpPr>
          <p:spPr>
            <a:xfrm>
              <a:off x="5139936" y="3422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19" name="pt25119"/>
            <p:cNvSpPr/>
            <p:nvPr/>
          </p:nvSpPr>
          <p:spPr>
            <a:xfrm>
              <a:off x="5148115" y="3472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0" name="pt25120"/>
            <p:cNvSpPr/>
            <p:nvPr/>
          </p:nvSpPr>
          <p:spPr>
            <a:xfrm>
              <a:off x="5124453" y="3726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1" name="pt25121"/>
            <p:cNvSpPr/>
            <p:nvPr/>
          </p:nvSpPr>
          <p:spPr>
            <a:xfrm>
              <a:off x="5135465" y="33054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2" name="pt25122"/>
            <p:cNvSpPr/>
            <p:nvPr/>
          </p:nvSpPr>
          <p:spPr>
            <a:xfrm>
              <a:off x="5178689" y="36462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3" name="pt25123"/>
            <p:cNvSpPr/>
            <p:nvPr/>
          </p:nvSpPr>
          <p:spPr>
            <a:xfrm>
              <a:off x="5132410" y="3471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4" name="pt25124"/>
            <p:cNvSpPr/>
            <p:nvPr/>
          </p:nvSpPr>
          <p:spPr>
            <a:xfrm>
              <a:off x="5161164" y="3577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5" name="pt25125"/>
            <p:cNvSpPr/>
            <p:nvPr/>
          </p:nvSpPr>
          <p:spPr>
            <a:xfrm>
              <a:off x="5146432" y="36207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6" name="pt25126"/>
            <p:cNvSpPr/>
            <p:nvPr/>
          </p:nvSpPr>
          <p:spPr>
            <a:xfrm>
              <a:off x="5109137" y="3713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7" name="pt25127"/>
            <p:cNvSpPr/>
            <p:nvPr/>
          </p:nvSpPr>
          <p:spPr>
            <a:xfrm>
              <a:off x="5165083" y="37548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8" name="pt25128"/>
            <p:cNvSpPr/>
            <p:nvPr/>
          </p:nvSpPr>
          <p:spPr>
            <a:xfrm>
              <a:off x="5170381" y="35237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29" name="pt25129"/>
            <p:cNvSpPr/>
            <p:nvPr/>
          </p:nvSpPr>
          <p:spPr>
            <a:xfrm>
              <a:off x="5188527" y="35243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0" name="pt25130"/>
            <p:cNvSpPr/>
            <p:nvPr/>
          </p:nvSpPr>
          <p:spPr>
            <a:xfrm>
              <a:off x="5052403" y="3304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1" name="pt25131"/>
            <p:cNvSpPr/>
            <p:nvPr/>
          </p:nvSpPr>
          <p:spPr>
            <a:xfrm>
              <a:off x="5122481" y="37173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2" name="pt25132"/>
            <p:cNvSpPr/>
            <p:nvPr/>
          </p:nvSpPr>
          <p:spPr>
            <a:xfrm>
              <a:off x="5086347" y="33689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3" name="pt25133"/>
            <p:cNvSpPr/>
            <p:nvPr/>
          </p:nvSpPr>
          <p:spPr>
            <a:xfrm>
              <a:off x="5195232" y="35547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4" name="pt25134"/>
            <p:cNvSpPr/>
            <p:nvPr/>
          </p:nvSpPr>
          <p:spPr>
            <a:xfrm>
              <a:off x="5216228" y="3689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5" name="pt25135"/>
            <p:cNvSpPr/>
            <p:nvPr/>
          </p:nvSpPr>
          <p:spPr>
            <a:xfrm>
              <a:off x="5105838" y="34976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6" name="pt25136"/>
            <p:cNvSpPr/>
            <p:nvPr/>
          </p:nvSpPr>
          <p:spPr>
            <a:xfrm>
              <a:off x="5158281" y="34750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7" name="pt25137"/>
            <p:cNvSpPr/>
            <p:nvPr/>
          </p:nvSpPr>
          <p:spPr>
            <a:xfrm>
              <a:off x="5159894" y="35547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8" name="pt25138"/>
            <p:cNvSpPr/>
            <p:nvPr/>
          </p:nvSpPr>
          <p:spPr>
            <a:xfrm>
              <a:off x="5087489" y="35169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39" name="pt25139"/>
            <p:cNvSpPr/>
            <p:nvPr/>
          </p:nvSpPr>
          <p:spPr>
            <a:xfrm>
              <a:off x="5282381" y="378957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40" name="pt25140"/>
            <p:cNvSpPr/>
            <p:nvPr/>
          </p:nvSpPr>
          <p:spPr>
            <a:xfrm>
              <a:off x="5116326" y="35627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1" name="pt25141"/>
            <p:cNvSpPr/>
            <p:nvPr/>
          </p:nvSpPr>
          <p:spPr>
            <a:xfrm>
              <a:off x="5169509" y="39355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2" name="pt25142"/>
            <p:cNvSpPr/>
            <p:nvPr/>
          </p:nvSpPr>
          <p:spPr>
            <a:xfrm>
              <a:off x="5152429" y="34187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3" name="pt25143"/>
            <p:cNvSpPr/>
            <p:nvPr/>
          </p:nvSpPr>
          <p:spPr>
            <a:xfrm>
              <a:off x="5139270" y="3218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4" name="pt25144"/>
            <p:cNvSpPr/>
            <p:nvPr/>
          </p:nvSpPr>
          <p:spPr>
            <a:xfrm>
              <a:off x="5155123" y="37721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5" name="pt25145"/>
            <p:cNvSpPr/>
            <p:nvPr/>
          </p:nvSpPr>
          <p:spPr>
            <a:xfrm>
              <a:off x="5151940" y="3459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6" name="pt25146"/>
            <p:cNvSpPr/>
            <p:nvPr/>
          </p:nvSpPr>
          <p:spPr>
            <a:xfrm>
              <a:off x="5108577" y="3504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7" name="pt25147"/>
            <p:cNvSpPr/>
            <p:nvPr/>
          </p:nvSpPr>
          <p:spPr>
            <a:xfrm>
              <a:off x="5138090" y="3675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8" name="pt25148"/>
            <p:cNvSpPr/>
            <p:nvPr/>
          </p:nvSpPr>
          <p:spPr>
            <a:xfrm>
              <a:off x="5151303" y="3582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49" name="pt25149"/>
            <p:cNvSpPr/>
            <p:nvPr/>
          </p:nvSpPr>
          <p:spPr>
            <a:xfrm>
              <a:off x="5185647" y="3407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0" name="pt25150"/>
            <p:cNvSpPr/>
            <p:nvPr/>
          </p:nvSpPr>
          <p:spPr>
            <a:xfrm>
              <a:off x="5128243" y="3316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1" name="pt25151"/>
            <p:cNvSpPr/>
            <p:nvPr/>
          </p:nvSpPr>
          <p:spPr>
            <a:xfrm>
              <a:off x="5219132" y="37436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2" name="pt25152"/>
            <p:cNvSpPr/>
            <p:nvPr/>
          </p:nvSpPr>
          <p:spPr>
            <a:xfrm>
              <a:off x="5192065" y="3432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3" name="pt25153"/>
            <p:cNvSpPr/>
            <p:nvPr/>
          </p:nvSpPr>
          <p:spPr>
            <a:xfrm>
              <a:off x="5219146" y="37090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4" name="pt25154"/>
            <p:cNvSpPr/>
            <p:nvPr/>
          </p:nvSpPr>
          <p:spPr>
            <a:xfrm>
              <a:off x="5128475" y="35887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5" name="pt25155"/>
            <p:cNvSpPr/>
            <p:nvPr/>
          </p:nvSpPr>
          <p:spPr>
            <a:xfrm>
              <a:off x="5115444" y="3618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6" name="pt25156"/>
            <p:cNvSpPr/>
            <p:nvPr/>
          </p:nvSpPr>
          <p:spPr>
            <a:xfrm>
              <a:off x="5170784" y="36572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7" name="pt25157"/>
            <p:cNvSpPr/>
            <p:nvPr/>
          </p:nvSpPr>
          <p:spPr>
            <a:xfrm>
              <a:off x="5150268" y="3396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8" name="pt25158"/>
            <p:cNvSpPr/>
            <p:nvPr/>
          </p:nvSpPr>
          <p:spPr>
            <a:xfrm>
              <a:off x="5153291" y="36956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59" name="pt25159"/>
            <p:cNvSpPr/>
            <p:nvPr/>
          </p:nvSpPr>
          <p:spPr>
            <a:xfrm>
              <a:off x="5127203" y="36278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0" name="pt25160"/>
            <p:cNvSpPr/>
            <p:nvPr/>
          </p:nvSpPr>
          <p:spPr>
            <a:xfrm>
              <a:off x="5144580" y="3386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1" name="pt25161"/>
            <p:cNvSpPr/>
            <p:nvPr/>
          </p:nvSpPr>
          <p:spPr>
            <a:xfrm>
              <a:off x="5227440" y="3803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2" name="pt25162"/>
            <p:cNvSpPr/>
            <p:nvPr/>
          </p:nvSpPr>
          <p:spPr>
            <a:xfrm>
              <a:off x="5286819" y="371558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63" name="pt25163"/>
            <p:cNvSpPr/>
            <p:nvPr/>
          </p:nvSpPr>
          <p:spPr>
            <a:xfrm>
              <a:off x="5144690" y="32891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4" name="pt25164"/>
            <p:cNvSpPr/>
            <p:nvPr/>
          </p:nvSpPr>
          <p:spPr>
            <a:xfrm>
              <a:off x="5007553" y="3481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5" name="pt25165"/>
            <p:cNvSpPr/>
            <p:nvPr/>
          </p:nvSpPr>
          <p:spPr>
            <a:xfrm>
              <a:off x="5139221" y="3452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6" name="pt25166"/>
            <p:cNvSpPr/>
            <p:nvPr/>
          </p:nvSpPr>
          <p:spPr>
            <a:xfrm>
              <a:off x="5154537" y="33846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7" name="pt25167"/>
            <p:cNvSpPr/>
            <p:nvPr/>
          </p:nvSpPr>
          <p:spPr>
            <a:xfrm>
              <a:off x="5153406" y="34506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8" name="pt25168"/>
            <p:cNvSpPr/>
            <p:nvPr/>
          </p:nvSpPr>
          <p:spPr>
            <a:xfrm>
              <a:off x="5162018" y="36011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69" name="pt25169"/>
            <p:cNvSpPr/>
            <p:nvPr/>
          </p:nvSpPr>
          <p:spPr>
            <a:xfrm>
              <a:off x="5096313" y="33626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0" name="pt25170"/>
            <p:cNvSpPr/>
            <p:nvPr/>
          </p:nvSpPr>
          <p:spPr>
            <a:xfrm>
              <a:off x="5137237" y="34574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1" name="pt25171"/>
            <p:cNvSpPr/>
            <p:nvPr/>
          </p:nvSpPr>
          <p:spPr>
            <a:xfrm>
              <a:off x="5160390" y="36647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2" name="pt25172"/>
            <p:cNvSpPr/>
            <p:nvPr/>
          </p:nvSpPr>
          <p:spPr>
            <a:xfrm>
              <a:off x="5148820" y="34993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3" name="pt25173"/>
            <p:cNvSpPr/>
            <p:nvPr/>
          </p:nvSpPr>
          <p:spPr>
            <a:xfrm>
              <a:off x="5134372" y="34244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4" name="pt25174"/>
            <p:cNvSpPr/>
            <p:nvPr/>
          </p:nvSpPr>
          <p:spPr>
            <a:xfrm>
              <a:off x="5178166" y="3500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5" name="pt25175"/>
            <p:cNvSpPr/>
            <p:nvPr/>
          </p:nvSpPr>
          <p:spPr>
            <a:xfrm>
              <a:off x="5159641" y="3684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6" name="pt25176"/>
            <p:cNvSpPr/>
            <p:nvPr/>
          </p:nvSpPr>
          <p:spPr>
            <a:xfrm>
              <a:off x="5120912" y="34266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7" name="pt25177"/>
            <p:cNvSpPr/>
            <p:nvPr/>
          </p:nvSpPr>
          <p:spPr>
            <a:xfrm>
              <a:off x="5130741" y="3715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8" name="pt25178"/>
            <p:cNvSpPr/>
            <p:nvPr/>
          </p:nvSpPr>
          <p:spPr>
            <a:xfrm>
              <a:off x="5204956" y="37681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79" name="pt25179"/>
            <p:cNvSpPr/>
            <p:nvPr/>
          </p:nvSpPr>
          <p:spPr>
            <a:xfrm>
              <a:off x="5083730" y="3626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0" name="pt25180"/>
            <p:cNvSpPr/>
            <p:nvPr/>
          </p:nvSpPr>
          <p:spPr>
            <a:xfrm>
              <a:off x="5183571" y="37206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1" name="pt25181"/>
            <p:cNvSpPr/>
            <p:nvPr/>
          </p:nvSpPr>
          <p:spPr>
            <a:xfrm>
              <a:off x="5164440" y="37757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2" name="pt25182"/>
            <p:cNvSpPr/>
            <p:nvPr/>
          </p:nvSpPr>
          <p:spPr>
            <a:xfrm>
              <a:off x="5205673" y="34011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3" name="pt25183"/>
            <p:cNvSpPr/>
            <p:nvPr/>
          </p:nvSpPr>
          <p:spPr>
            <a:xfrm>
              <a:off x="5126694" y="34390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4" name="pt25184"/>
            <p:cNvSpPr/>
            <p:nvPr/>
          </p:nvSpPr>
          <p:spPr>
            <a:xfrm>
              <a:off x="5146249" y="3673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5" name="pt25185"/>
            <p:cNvSpPr/>
            <p:nvPr/>
          </p:nvSpPr>
          <p:spPr>
            <a:xfrm>
              <a:off x="5168626" y="3750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6" name="pt25186"/>
            <p:cNvSpPr/>
            <p:nvPr/>
          </p:nvSpPr>
          <p:spPr>
            <a:xfrm>
              <a:off x="5092200" y="3514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7" name="pt25187"/>
            <p:cNvSpPr/>
            <p:nvPr/>
          </p:nvSpPr>
          <p:spPr>
            <a:xfrm>
              <a:off x="5146453" y="36736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8" name="pt25188"/>
            <p:cNvSpPr/>
            <p:nvPr/>
          </p:nvSpPr>
          <p:spPr>
            <a:xfrm>
              <a:off x="5136227" y="34598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89" name="pt25189"/>
            <p:cNvSpPr/>
            <p:nvPr/>
          </p:nvSpPr>
          <p:spPr>
            <a:xfrm>
              <a:off x="5189496" y="36570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0" name="pt25190"/>
            <p:cNvSpPr/>
            <p:nvPr/>
          </p:nvSpPr>
          <p:spPr>
            <a:xfrm>
              <a:off x="5613861" y="377922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91" name="pt25191"/>
            <p:cNvSpPr/>
            <p:nvPr/>
          </p:nvSpPr>
          <p:spPr>
            <a:xfrm>
              <a:off x="5137557" y="32671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2" name="pt25192"/>
            <p:cNvSpPr/>
            <p:nvPr/>
          </p:nvSpPr>
          <p:spPr>
            <a:xfrm>
              <a:off x="5142886" y="3450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3" name="pt25193"/>
            <p:cNvSpPr/>
            <p:nvPr/>
          </p:nvSpPr>
          <p:spPr>
            <a:xfrm>
              <a:off x="5143713" y="3425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4" name="pt25194"/>
            <p:cNvSpPr/>
            <p:nvPr/>
          </p:nvSpPr>
          <p:spPr>
            <a:xfrm>
              <a:off x="5201076" y="37199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5" name="pt25195"/>
            <p:cNvSpPr/>
            <p:nvPr/>
          </p:nvSpPr>
          <p:spPr>
            <a:xfrm>
              <a:off x="5164253" y="3797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6" name="pt25196"/>
            <p:cNvSpPr/>
            <p:nvPr/>
          </p:nvSpPr>
          <p:spPr>
            <a:xfrm>
              <a:off x="5153537" y="3434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7" name="pt25197"/>
            <p:cNvSpPr/>
            <p:nvPr/>
          </p:nvSpPr>
          <p:spPr>
            <a:xfrm>
              <a:off x="5173180" y="39052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8" name="pt25198"/>
            <p:cNvSpPr/>
            <p:nvPr/>
          </p:nvSpPr>
          <p:spPr>
            <a:xfrm>
              <a:off x="5155144" y="37413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199" name="pt25199"/>
            <p:cNvSpPr/>
            <p:nvPr/>
          </p:nvSpPr>
          <p:spPr>
            <a:xfrm>
              <a:off x="5157438" y="3493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0" name="pt25200"/>
            <p:cNvSpPr/>
            <p:nvPr/>
          </p:nvSpPr>
          <p:spPr>
            <a:xfrm>
              <a:off x="5177211" y="33998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1" name="pt25201"/>
            <p:cNvSpPr/>
            <p:nvPr/>
          </p:nvSpPr>
          <p:spPr>
            <a:xfrm>
              <a:off x="5172476" y="3777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2" name="pt25202"/>
            <p:cNvSpPr/>
            <p:nvPr/>
          </p:nvSpPr>
          <p:spPr>
            <a:xfrm>
              <a:off x="5122377" y="36261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3" name="pt25203"/>
            <p:cNvSpPr/>
            <p:nvPr/>
          </p:nvSpPr>
          <p:spPr>
            <a:xfrm>
              <a:off x="5184613" y="39436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4" name="pt25204"/>
            <p:cNvSpPr/>
            <p:nvPr/>
          </p:nvSpPr>
          <p:spPr>
            <a:xfrm>
              <a:off x="5145763" y="37139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5" name="pt25205"/>
            <p:cNvSpPr/>
            <p:nvPr/>
          </p:nvSpPr>
          <p:spPr>
            <a:xfrm>
              <a:off x="5156826" y="36927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6" name="pt25206"/>
            <p:cNvSpPr/>
            <p:nvPr/>
          </p:nvSpPr>
          <p:spPr>
            <a:xfrm>
              <a:off x="5207340" y="34390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7" name="pt25207"/>
            <p:cNvSpPr/>
            <p:nvPr/>
          </p:nvSpPr>
          <p:spPr>
            <a:xfrm>
              <a:off x="5139359" y="3294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8" name="pt25208"/>
            <p:cNvSpPr/>
            <p:nvPr/>
          </p:nvSpPr>
          <p:spPr>
            <a:xfrm>
              <a:off x="5104159" y="3564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09" name="pt25209"/>
            <p:cNvSpPr/>
            <p:nvPr/>
          </p:nvSpPr>
          <p:spPr>
            <a:xfrm>
              <a:off x="5172169" y="3445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0" name="pt25210"/>
            <p:cNvSpPr/>
            <p:nvPr/>
          </p:nvSpPr>
          <p:spPr>
            <a:xfrm>
              <a:off x="4740853" y="382978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11" name="pt25211"/>
            <p:cNvSpPr/>
            <p:nvPr/>
          </p:nvSpPr>
          <p:spPr>
            <a:xfrm>
              <a:off x="5132329" y="34875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2" name="pt25212"/>
            <p:cNvSpPr/>
            <p:nvPr/>
          </p:nvSpPr>
          <p:spPr>
            <a:xfrm>
              <a:off x="5127082" y="35190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3" name="pt25213"/>
            <p:cNvSpPr/>
            <p:nvPr/>
          </p:nvSpPr>
          <p:spPr>
            <a:xfrm>
              <a:off x="5136703" y="36083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4" name="pt25214"/>
            <p:cNvSpPr/>
            <p:nvPr/>
          </p:nvSpPr>
          <p:spPr>
            <a:xfrm>
              <a:off x="5176603" y="38115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5" name="pt25215"/>
            <p:cNvSpPr/>
            <p:nvPr/>
          </p:nvSpPr>
          <p:spPr>
            <a:xfrm>
              <a:off x="5249764" y="39239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6" name="pt25216"/>
            <p:cNvSpPr/>
            <p:nvPr/>
          </p:nvSpPr>
          <p:spPr>
            <a:xfrm>
              <a:off x="5156128" y="35929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7" name="pt25217"/>
            <p:cNvSpPr/>
            <p:nvPr/>
          </p:nvSpPr>
          <p:spPr>
            <a:xfrm>
              <a:off x="5076399" y="3522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8" name="pt25218"/>
            <p:cNvSpPr/>
            <p:nvPr/>
          </p:nvSpPr>
          <p:spPr>
            <a:xfrm>
              <a:off x="5135022" y="34134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19" name="pt25219"/>
            <p:cNvSpPr/>
            <p:nvPr/>
          </p:nvSpPr>
          <p:spPr>
            <a:xfrm>
              <a:off x="5119464" y="35439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0" name="pt25220"/>
            <p:cNvSpPr/>
            <p:nvPr/>
          </p:nvSpPr>
          <p:spPr>
            <a:xfrm>
              <a:off x="5121362" y="2632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1" name="pt25221"/>
            <p:cNvSpPr/>
            <p:nvPr/>
          </p:nvSpPr>
          <p:spPr>
            <a:xfrm>
              <a:off x="5180687" y="35644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2" name="pt25222"/>
            <p:cNvSpPr/>
            <p:nvPr/>
          </p:nvSpPr>
          <p:spPr>
            <a:xfrm>
              <a:off x="5154598" y="3194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3" name="pt25223"/>
            <p:cNvSpPr/>
            <p:nvPr/>
          </p:nvSpPr>
          <p:spPr>
            <a:xfrm>
              <a:off x="5151532" y="33137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4" name="pt25224"/>
            <p:cNvSpPr/>
            <p:nvPr/>
          </p:nvSpPr>
          <p:spPr>
            <a:xfrm>
              <a:off x="5161655" y="34366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5" name="pt25225"/>
            <p:cNvSpPr/>
            <p:nvPr/>
          </p:nvSpPr>
          <p:spPr>
            <a:xfrm>
              <a:off x="5242610" y="39840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6" name="pt25226"/>
            <p:cNvSpPr/>
            <p:nvPr/>
          </p:nvSpPr>
          <p:spPr>
            <a:xfrm>
              <a:off x="5147079" y="34746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7" name="pt25227"/>
            <p:cNvSpPr/>
            <p:nvPr/>
          </p:nvSpPr>
          <p:spPr>
            <a:xfrm>
              <a:off x="5224401" y="37346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8" name="pt25228"/>
            <p:cNvSpPr/>
            <p:nvPr/>
          </p:nvSpPr>
          <p:spPr>
            <a:xfrm>
              <a:off x="5155789" y="3739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29" name="pt25229"/>
            <p:cNvSpPr/>
            <p:nvPr/>
          </p:nvSpPr>
          <p:spPr>
            <a:xfrm>
              <a:off x="5143678" y="33887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0" name="pt25230"/>
            <p:cNvSpPr/>
            <p:nvPr/>
          </p:nvSpPr>
          <p:spPr>
            <a:xfrm>
              <a:off x="5196437" y="33414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1" name="pt25231"/>
            <p:cNvSpPr/>
            <p:nvPr/>
          </p:nvSpPr>
          <p:spPr>
            <a:xfrm>
              <a:off x="5195619" y="36838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2" name="pt25232"/>
            <p:cNvSpPr/>
            <p:nvPr/>
          </p:nvSpPr>
          <p:spPr>
            <a:xfrm>
              <a:off x="5133683" y="34730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3" name="pt25233"/>
            <p:cNvSpPr/>
            <p:nvPr/>
          </p:nvSpPr>
          <p:spPr>
            <a:xfrm>
              <a:off x="5124011" y="3412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4" name="pt25234"/>
            <p:cNvSpPr/>
            <p:nvPr/>
          </p:nvSpPr>
          <p:spPr>
            <a:xfrm>
              <a:off x="4918095" y="34392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5" name="pt25235"/>
            <p:cNvSpPr/>
            <p:nvPr/>
          </p:nvSpPr>
          <p:spPr>
            <a:xfrm>
              <a:off x="5176482" y="34463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6" name="pt25236"/>
            <p:cNvSpPr/>
            <p:nvPr/>
          </p:nvSpPr>
          <p:spPr>
            <a:xfrm>
              <a:off x="5135994" y="3795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7" name="pt25237"/>
            <p:cNvSpPr/>
            <p:nvPr/>
          </p:nvSpPr>
          <p:spPr>
            <a:xfrm>
              <a:off x="5185953" y="35628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8" name="pt25238"/>
            <p:cNvSpPr/>
            <p:nvPr/>
          </p:nvSpPr>
          <p:spPr>
            <a:xfrm>
              <a:off x="5154324" y="3357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39" name="pt25239"/>
            <p:cNvSpPr/>
            <p:nvPr/>
          </p:nvSpPr>
          <p:spPr>
            <a:xfrm>
              <a:off x="5163150" y="36924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0" name="pt25240"/>
            <p:cNvSpPr/>
            <p:nvPr/>
          </p:nvSpPr>
          <p:spPr>
            <a:xfrm>
              <a:off x="5129885" y="3552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1" name="pt25241"/>
            <p:cNvSpPr/>
            <p:nvPr/>
          </p:nvSpPr>
          <p:spPr>
            <a:xfrm>
              <a:off x="5148933" y="3475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2" name="pt25242"/>
            <p:cNvSpPr/>
            <p:nvPr/>
          </p:nvSpPr>
          <p:spPr>
            <a:xfrm>
              <a:off x="5175088" y="3741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3" name="pt25243"/>
            <p:cNvSpPr/>
            <p:nvPr/>
          </p:nvSpPr>
          <p:spPr>
            <a:xfrm>
              <a:off x="5390757" y="383763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44" name="pt25244"/>
            <p:cNvSpPr/>
            <p:nvPr/>
          </p:nvSpPr>
          <p:spPr>
            <a:xfrm>
              <a:off x="5114415" y="33706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5" name="pt25245"/>
            <p:cNvSpPr/>
            <p:nvPr/>
          </p:nvSpPr>
          <p:spPr>
            <a:xfrm>
              <a:off x="5163381" y="32261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6" name="pt25246"/>
            <p:cNvSpPr/>
            <p:nvPr/>
          </p:nvSpPr>
          <p:spPr>
            <a:xfrm>
              <a:off x="5150726" y="34202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7" name="pt25247"/>
            <p:cNvSpPr/>
            <p:nvPr/>
          </p:nvSpPr>
          <p:spPr>
            <a:xfrm>
              <a:off x="5153861" y="3716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8" name="pt25248"/>
            <p:cNvSpPr/>
            <p:nvPr/>
          </p:nvSpPr>
          <p:spPr>
            <a:xfrm>
              <a:off x="5132227" y="3594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49" name="pt25249"/>
            <p:cNvSpPr/>
            <p:nvPr/>
          </p:nvSpPr>
          <p:spPr>
            <a:xfrm>
              <a:off x="5059530" y="3595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0" name="pt25250"/>
            <p:cNvSpPr/>
            <p:nvPr/>
          </p:nvSpPr>
          <p:spPr>
            <a:xfrm>
              <a:off x="5136245" y="33450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1" name="pt25251"/>
            <p:cNvSpPr/>
            <p:nvPr/>
          </p:nvSpPr>
          <p:spPr>
            <a:xfrm>
              <a:off x="5185261" y="36906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2" name="pt25252"/>
            <p:cNvSpPr/>
            <p:nvPr/>
          </p:nvSpPr>
          <p:spPr>
            <a:xfrm>
              <a:off x="5157825" y="3756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3" name="pt25253"/>
            <p:cNvSpPr/>
            <p:nvPr/>
          </p:nvSpPr>
          <p:spPr>
            <a:xfrm>
              <a:off x="5159116" y="36707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4" name="pt25254"/>
            <p:cNvSpPr/>
            <p:nvPr/>
          </p:nvSpPr>
          <p:spPr>
            <a:xfrm>
              <a:off x="5141705" y="3525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5" name="pt25255"/>
            <p:cNvSpPr/>
            <p:nvPr/>
          </p:nvSpPr>
          <p:spPr>
            <a:xfrm>
              <a:off x="5127760" y="3414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6" name="pt25256"/>
            <p:cNvSpPr/>
            <p:nvPr/>
          </p:nvSpPr>
          <p:spPr>
            <a:xfrm>
              <a:off x="5188777" y="3751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7" name="pt25257"/>
            <p:cNvSpPr/>
            <p:nvPr/>
          </p:nvSpPr>
          <p:spPr>
            <a:xfrm>
              <a:off x="5143251" y="3605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8" name="pt25258"/>
            <p:cNvSpPr/>
            <p:nvPr/>
          </p:nvSpPr>
          <p:spPr>
            <a:xfrm>
              <a:off x="5146608" y="35600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59" name="pt25259"/>
            <p:cNvSpPr/>
            <p:nvPr/>
          </p:nvSpPr>
          <p:spPr>
            <a:xfrm>
              <a:off x="5139779" y="35391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0" name="pt25260"/>
            <p:cNvSpPr/>
            <p:nvPr/>
          </p:nvSpPr>
          <p:spPr>
            <a:xfrm>
              <a:off x="5193565" y="38235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1" name="pt25261"/>
            <p:cNvSpPr/>
            <p:nvPr/>
          </p:nvSpPr>
          <p:spPr>
            <a:xfrm>
              <a:off x="5100889" y="33769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2" name="pt25262"/>
            <p:cNvSpPr/>
            <p:nvPr/>
          </p:nvSpPr>
          <p:spPr>
            <a:xfrm>
              <a:off x="5144189" y="33421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3" name="pt25263"/>
            <p:cNvSpPr/>
            <p:nvPr/>
          </p:nvSpPr>
          <p:spPr>
            <a:xfrm>
              <a:off x="5118956" y="32585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4" name="pt25264"/>
            <p:cNvSpPr/>
            <p:nvPr/>
          </p:nvSpPr>
          <p:spPr>
            <a:xfrm>
              <a:off x="5128762" y="34378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5" name="pt25265"/>
            <p:cNvSpPr/>
            <p:nvPr/>
          </p:nvSpPr>
          <p:spPr>
            <a:xfrm>
              <a:off x="5107757" y="33728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6" name="pt25266"/>
            <p:cNvSpPr/>
            <p:nvPr/>
          </p:nvSpPr>
          <p:spPr>
            <a:xfrm>
              <a:off x="5144686" y="3429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7" name="pt25267"/>
            <p:cNvSpPr/>
            <p:nvPr/>
          </p:nvSpPr>
          <p:spPr>
            <a:xfrm>
              <a:off x="5151737" y="34512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8" name="pt25268"/>
            <p:cNvSpPr/>
            <p:nvPr/>
          </p:nvSpPr>
          <p:spPr>
            <a:xfrm>
              <a:off x="5135600" y="33690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69" name="pt25269"/>
            <p:cNvSpPr/>
            <p:nvPr/>
          </p:nvSpPr>
          <p:spPr>
            <a:xfrm>
              <a:off x="5173885" y="3496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0" name="pt25270"/>
            <p:cNvSpPr/>
            <p:nvPr/>
          </p:nvSpPr>
          <p:spPr>
            <a:xfrm>
              <a:off x="5051312" y="344980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71" name="pt25271"/>
            <p:cNvSpPr/>
            <p:nvPr/>
          </p:nvSpPr>
          <p:spPr>
            <a:xfrm>
              <a:off x="5137269" y="3519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2" name="pt25272"/>
            <p:cNvSpPr/>
            <p:nvPr/>
          </p:nvSpPr>
          <p:spPr>
            <a:xfrm>
              <a:off x="5127338" y="35347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3" name="pt25273"/>
            <p:cNvSpPr/>
            <p:nvPr/>
          </p:nvSpPr>
          <p:spPr>
            <a:xfrm>
              <a:off x="5149989" y="33398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4" name="pt25274"/>
            <p:cNvSpPr/>
            <p:nvPr/>
          </p:nvSpPr>
          <p:spPr>
            <a:xfrm>
              <a:off x="5133411" y="3571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5" name="pt25275"/>
            <p:cNvSpPr/>
            <p:nvPr/>
          </p:nvSpPr>
          <p:spPr>
            <a:xfrm>
              <a:off x="5164734" y="3632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6" name="pt25276"/>
            <p:cNvSpPr/>
            <p:nvPr/>
          </p:nvSpPr>
          <p:spPr>
            <a:xfrm>
              <a:off x="5175007" y="29942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7" name="pt25277"/>
            <p:cNvSpPr/>
            <p:nvPr/>
          </p:nvSpPr>
          <p:spPr>
            <a:xfrm>
              <a:off x="5289724" y="36426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8" name="pt25278"/>
            <p:cNvSpPr/>
            <p:nvPr/>
          </p:nvSpPr>
          <p:spPr>
            <a:xfrm>
              <a:off x="5141850" y="3352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79" name="pt25279"/>
            <p:cNvSpPr/>
            <p:nvPr/>
          </p:nvSpPr>
          <p:spPr>
            <a:xfrm>
              <a:off x="5149376" y="3412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0" name="pt25280"/>
            <p:cNvSpPr/>
            <p:nvPr/>
          </p:nvSpPr>
          <p:spPr>
            <a:xfrm>
              <a:off x="5152442" y="3354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1" name="pt25281"/>
            <p:cNvSpPr/>
            <p:nvPr/>
          </p:nvSpPr>
          <p:spPr>
            <a:xfrm>
              <a:off x="5092119" y="3541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2" name="pt25282"/>
            <p:cNvSpPr/>
            <p:nvPr/>
          </p:nvSpPr>
          <p:spPr>
            <a:xfrm>
              <a:off x="6174798" y="36074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3" name="pt25283"/>
            <p:cNvSpPr/>
            <p:nvPr/>
          </p:nvSpPr>
          <p:spPr>
            <a:xfrm>
              <a:off x="5136447" y="3420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4" name="pt25284"/>
            <p:cNvSpPr/>
            <p:nvPr/>
          </p:nvSpPr>
          <p:spPr>
            <a:xfrm>
              <a:off x="5134890" y="3682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5" name="pt25285"/>
            <p:cNvSpPr/>
            <p:nvPr/>
          </p:nvSpPr>
          <p:spPr>
            <a:xfrm>
              <a:off x="5176242" y="36836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6" name="pt25286"/>
            <p:cNvSpPr/>
            <p:nvPr/>
          </p:nvSpPr>
          <p:spPr>
            <a:xfrm>
              <a:off x="5188701" y="3658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7" name="pt25287"/>
            <p:cNvSpPr/>
            <p:nvPr/>
          </p:nvSpPr>
          <p:spPr>
            <a:xfrm>
              <a:off x="4963604" y="344502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88" name="pt25288"/>
            <p:cNvSpPr/>
            <p:nvPr/>
          </p:nvSpPr>
          <p:spPr>
            <a:xfrm>
              <a:off x="5146736" y="35241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89" name="pt25289"/>
            <p:cNvSpPr/>
            <p:nvPr/>
          </p:nvSpPr>
          <p:spPr>
            <a:xfrm>
              <a:off x="5141576" y="33568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0" name="pt25290"/>
            <p:cNvSpPr/>
            <p:nvPr/>
          </p:nvSpPr>
          <p:spPr>
            <a:xfrm>
              <a:off x="5111170" y="3469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1" name="pt25291"/>
            <p:cNvSpPr/>
            <p:nvPr/>
          </p:nvSpPr>
          <p:spPr>
            <a:xfrm>
              <a:off x="5156080" y="36013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2" name="pt25292"/>
            <p:cNvSpPr/>
            <p:nvPr/>
          </p:nvSpPr>
          <p:spPr>
            <a:xfrm>
              <a:off x="5109602" y="3528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3" name="pt25293"/>
            <p:cNvSpPr/>
            <p:nvPr/>
          </p:nvSpPr>
          <p:spPr>
            <a:xfrm>
              <a:off x="5186498" y="3534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4" name="pt25294"/>
            <p:cNvSpPr/>
            <p:nvPr/>
          </p:nvSpPr>
          <p:spPr>
            <a:xfrm>
              <a:off x="5143753" y="33270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5" name="pt25295"/>
            <p:cNvSpPr/>
            <p:nvPr/>
          </p:nvSpPr>
          <p:spPr>
            <a:xfrm>
              <a:off x="5109366" y="34372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6" name="pt25296"/>
            <p:cNvSpPr/>
            <p:nvPr/>
          </p:nvSpPr>
          <p:spPr>
            <a:xfrm>
              <a:off x="5156465" y="34366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7" name="pt25297"/>
            <p:cNvSpPr/>
            <p:nvPr/>
          </p:nvSpPr>
          <p:spPr>
            <a:xfrm>
              <a:off x="5150827" y="3369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8" name="pt25298"/>
            <p:cNvSpPr/>
            <p:nvPr/>
          </p:nvSpPr>
          <p:spPr>
            <a:xfrm>
              <a:off x="5127536" y="37046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299" name="pt25299"/>
            <p:cNvSpPr/>
            <p:nvPr/>
          </p:nvSpPr>
          <p:spPr>
            <a:xfrm>
              <a:off x="5135284" y="34990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0" name="pt25300"/>
            <p:cNvSpPr/>
            <p:nvPr/>
          </p:nvSpPr>
          <p:spPr>
            <a:xfrm>
              <a:off x="5125642" y="3195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1" name="pt25301"/>
            <p:cNvSpPr/>
            <p:nvPr/>
          </p:nvSpPr>
          <p:spPr>
            <a:xfrm>
              <a:off x="5163103" y="3453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2" name="pt25302"/>
            <p:cNvSpPr/>
            <p:nvPr/>
          </p:nvSpPr>
          <p:spPr>
            <a:xfrm>
              <a:off x="5173811" y="37686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3" name="pt25303"/>
            <p:cNvSpPr/>
            <p:nvPr/>
          </p:nvSpPr>
          <p:spPr>
            <a:xfrm>
              <a:off x="5173963" y="3660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4" name="pt25304"/>
            <p:cNvSpPr/>
            <p:nvPr/>
          </p:nvSpPr>
          <p:spPr>
            <a:xfrm>
              <a:off x="5083515" y="3166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5" name="pt25305"/>
            <p:cNvSpPr/>
            <p:nvPr/>
          </p:nvSpPr>
          <p:spPr>
            <a:xfrm>
              <a:off x="5160543" y="34542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6" name="pt25306"/>
            <p:cNvSpPr/>
            <p:nvPr/>
          </p:nvSpPr>
          <p:spPr>
            <a:xfrm>
              <a:off x="5125234" y="33085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7" name="pt25307"/>
            <p:cNvSpPr/>
            <p:nvPr/>
          </p:nvSpPr>
          <p:spPr>
            <a:xfrm>
              <a:off x="5148451" y="32748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8" name="pt25308"/>
            <p:cNvSpPr/>
            <p:nvPr/>
          </p:nvSpPr>
          <p:spPr>
            <a:xfrm>
              <a:off x="5123675" y="35339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09" name="pt25309"/>
            <p:cNvSpPr/>
            <p:nvPr/>
          </p:nvSpPr>
          <p:spPr>
            <a:xfrm>
              <a:off x="5165918" y="34393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0" name="pt25310"/>
            <p:cNvSpPr/>
            <p:nvPr/>
          </p:nvSpPr>
          <p:spPr>
            <a:xfrm>
              <a:off x="5110457" y="33709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1" name="pt25311"/>
            <p:cNvSpPr/>
            <p:nvPr/>
          </p:nvSpPr>
          <p:spPr>
            <a:xfrm>
              <a:off x="5107130" y="33813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2" name="pt25312"/>
            <p:cNvSpPr/>
            <p:nvPr/>
          </p:nvSpPr>
          <p:spPr>
            <a:xfrm>
              <a:off x="5150824" y="3498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3" name="pt25313"/>
            <p:cNvSpPr/>
            <p:nvPr/>
          </p:nvSpPr>
          <p:spPr>
            <a:xfrm>
              <a:off x="5125068" y="34801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4" name="pt25314"/>
            <p:cNvSpPr/>
            <p:nvPr/>
          </p:nvSpPr>
          <p:spPr>
            <a:xfrm>
              <a:off x="5129169" y="34642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5" name="pt25315"/>
            <p:cNvSpPr/>
            <p:nvPr/>
          </p:nvSpPr>
          <p:spPr>
            <a:xfrm>
              <a:off x="5139812" y="34828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6" name="pt25316"/>
            <p:cNvSpPr/>
            <p:nvPr/>
          </p:nvSpPr>
          <p:spPr>
            <a:xfrm>
              <a:off x="5156225" y="34618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7" name="pt25317"/>
            <p:cNvSpPr/>
            <p:nvPr/>
          </p:nvSpPr>
          <p:spPr>
            <a:xfrm>
              <a:off x="5121479" y="34877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8" name="pt25318"/>
            <p:cNvSpPr/>
            <p:nvPr/>
          </p:nvSpPr>
          <p:spPr>
            <a:xfrm>
              <a:off x="5152997" y="3076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19" name="pt25319"/>
            <p:cNvSpPr/>
            <p:nvPr/>
          </p:nvSpPr>
          <p:spPr>
            <a:xfrm>
              <a:off x="5118084" y="33553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0" name="pt25320"/>
            <p:cNvSpPr/>
            <p:nvPr/>
          </p:nvSpPr>
          <p:spPr>
            <a:xfrm>
              <a:off x="5109509" y="33753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1" name="pt25321"/>
            <p:cNvSpPr/>
            <p:nvPr/>
          </p:nvSpPr>
          <p:spPr>
            <a:xfrm>
              <a:off x="5135749" y="35398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2" name="pt25322"/>
            <p:cNvSpPr/>
            <p:nvPr/>
          </p:nvSpPr>
          <p:spPr>
            <a:xfrm>
              <a:off x="5150443" y="3658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3" name="pt25323"/>
            <p:cNvSpPr/>
            <p:nvPr/>
          </p:nvSpPr>
          <p:spPr>
            <a:xfrm>
              <a:off x="5122040" y="3605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4" name="pt25324"/>
            <p:cNvSpPr/>
            <p:nvPr/>
          </p:nvSpPr>
          <p:spPr>
            <a:xfrm>
              <a:off x="5116303" y="3462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5" name="pt25325"/>
            <p:cNvSpPr/>
            <p:nvPr/>
          </p:nvSpPr>
          <p:spPr>
            <a:xfrm>
              <a:off x="5151563" y="3455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6" name="pt25326"/>
            <p:cNvSpPr/>
            <p:nvPr/>
          </p:nvSpPr>
          <p:spPr>
            <a:xfrm>
              <a:off x="5128401" y="33775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7" name="pt25327"/>
            <p:cNvSpPr/>
            <p:nvPr/>
          </p:nvSpPr>
          <p:spPr>
            <a:xfrm>
              <a:off x="5163702" y="3605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8" name="pt25328"/>
            <p:cNvSpPr/>
            <p:nvPr/>
          </p:nvSpPr>
          <p:spPr>
            <a:xfrm>
              <a:off x="5123031" y="34076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29" name="pt25329"/>
            <p:cNvSpPr/>
            <p:nvPr/>
          </p:nvSpPr>
          <p:spPr>
            <a:xfrm>
              <a:off x="5139815" y="33731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0" name="pt25330"/>
            <p:cNvSpPr/>
            <p:nvPr/>
          </p:nvSpPr>
          <p:spPr>
            <a:xfrm>
              <a:off x="5141789" y="3363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1" name="pt25331"/>
            <p:cNvSpPr/>
            <p:nvPr/>
          </p:nvSpPr>
          <p:spPr>
            <a:xfrm>
              <a:off x="5152179" y="3709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2" name="pt25332"/>
            <p:cNvSpPr/>
            <p:nvPr/>
          </p:nvSpPr>
          <p:spPr>
            <a:xfrm>
              <a:off x="5153339" y="3691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3" name="pt25333"/>
            <p:cNvSpPr/>
            <p:nvPr/>
          </p:nvSpPr>
          <p:spPr>
            <a:xfrm>
              <a:off x="5112381" y="39709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4" name="pt25334"/>
            <p:cNvSpPr/>
            <p:nvPr/>
          </p:nvSpPr>
          <p:spPr>
            <a:xfrm>
              <a:off x="5136002" y="35078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5" name="pt25335"/>
            <p:cNvSpPr/>
            <p:nvPr/>
          </p:nvSpPr>
          <p:spPr>
            <a:xfrm>
              <a:off x="5290466" y="34629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6" name="pt25336"/>
            <p:cNvSpPr/>
            <p:nvPr/>
          </p:nvSpPr>
          <p:spPr>
            <a:xfrm>
              <a:off x="5105450" y="34166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7" name="pt25337"/>
            <p:cNvSpPr/>
            <p:nvPr/>
          </p:nvSpPr>
          <p:spPr>
            <a:xfrm>
              <a:off x="5101229" y="3553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8" name="pt25338"/>
            <p:cNvSpPr/>
            <p:nvPr/>
          </p:nvSpPr>
          <p:spPr>
            <a:xfrm>
              <a:off x="5175003" y="37532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39" name="pt25339"/>
            <p:cNvSpPr/>
            <p:nvPr/>
          </p:nvSpPr>
          <p:spPr>
            <a:xfrm>
              <a:off x="5139823" y="34531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0" name="pt25340"/>
            <p:cNvSpPr/>
            <p:nvPr/>
          </p:nvSpPr>
          <p:spPr>
            <a:xfrm>
              <a:off x="5158049" y="3383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1" name="pt25341"/>
            <p:cNvSpPr/>
            <p:nvPr/>
          </p:nvSpPr>
          <p:spPr>
            <a:xfrm>
              <a:off x="5124374" y="3399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2" name="pt25342"/>
            <p:cNvSpPr/>
            <p:nvPr/>
          </p:nvSpPr>
          <p:spPr>
            <a:xfrm>
              <a:off x="5141779" y="3478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3" name="pt25343"/>
            <p:cNvSpPr/>
            <p:nvPr/>
          </p:nvSpPr>
          <p:spPr>
            <a:xfrm>
              <a:off x="5141736" y="3468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4" name="pt25344"/>
            <p:cNvSpPr/>
            <p:nvPr/>
          </p:nvSpPr>
          <p:spPr>
            <a:xfrm>
              <a:off x="5173113" y="3895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5" name="pt25345"/>
            <p:cNvSpPr/>
            <p:nvPr/>
          </p:nvSpPr>
          <p:spPr>
            <a:xfrm>
              <a:off x="5124154" y="35055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6" name="pt25346"/>
            <p:cNvSpPr/>
            <p:nvPr/>
          </p:nvSpPr>
          <p:spPr>
            <a:xfrm>
              <a:off x="5048623" y="3506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7" name="pt25347"/>
            <p:cNvSpPr/>
            <p:nvPr/>
          </p:nvSpPr>
          <p:spPr>
            <a:xfrm>
              <a:off x="5148022" y="35688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8" name="pt25348"/>
            <p:cNvSpPr/>
            <p:nvPr/>
          </p:nvSpPr>
          <p:spPr>
            <a:xfrm>
              <a:off x="5105554" y="34628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49" name="pt25349"/>
            <p:cNvSpPr/>
            <p:nvPr/>
          </p:nvSpPr>
          <p:spPr>
            <a:xfrm>
              <a:off x="5143394" y="3662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0" name="pt25350"/>
            <p:cNvSpPr/>
            <p:nvPr/>
          </p:nvSpPr>
          <p:spPr>
            <a:xfrm>
              <a:off x="5159839" y="3576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1" name="pt25351"/>
            <p:cNvSpPr/>
            <p:nvPr/>
          </p:nvSpPr>
          <p:spPr>
            <a:xfrm>
              <a:off x="5130752" y="3392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2" name="pt25352"/>
            <p:cNvSpPr/>
            <p:nvPr/>
          </p:nvSpPr>
          <p:spPr>
            <a:xfrm>
              <a:off x="5062550" y="3428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3" name="pt25353"/>
            <p:cNvSpPr/>
            <p:nvPr/>
          </p:nvSpPr>
          <p:spPr>
            <a:xfrm>
              <a:off x="4999701" y="345648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54" name="pt25354"/>
            <p:cNvSpPr/>
            <p:nvPr/>
          </p:nvSpPr>
          <p:spPr>
            <a:xfrm>
              <a:off x="5140969" y="34276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5" name="pt25355"/>
            <p:cNvSpPr/>
            <p:nvPr/>
          </p:nvSpPr>
          <p:spPr>
            <a:xfrm>
              <a:off x="5130702" y="35947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6" name="pt25356"/>
            <p:cNvSpPr/>
            <p:nvPr/>
          </p:nvSpPr>
          <p:spPr>
            <a:xfrm>
              <a:off x="5191606" y="3818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7" name="pt25357"/>
            <p:cNvSpPr/>
            <p:nvPr/>
          </p:nvSpPr>
          <p:spPr>
            <a:xfrm>
              <a:off x="5223629" y="34767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8" name="pt25358"/>
            <p:cNvSpPr/>
            <p:nvPr/>
          </p:nvSpPr>
          <p:spPr>
            <a:xfrm>
              <a:off x="5149032" y="3520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59" name="pt25359"/>
            <p:cNvSpPr/>
            <p:nvPr/>
          </p:nvSpPr>
          <p:spPr>
            <a:xfrm>
              <a:off x="5061739" y="34553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0" name="pt25360"/>
            <p:cNvSpPr/>
            <p:nvPr/>
          </p:nvSpPr>
          <p:spPr>
            <a:xfrm>
              <a:off x="5175255" y="38849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1" name="pt25361"/>
            <p:cNvSpPr/>
            <p:nvPr/>
          </p:nvSpPr>
          <p:spPr>
            <a:xfrm>
              <a:off x="5184580" y="3932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2" name="pt25362"/>
            <p:cNvSpPr/>
            <p:nvPr/>
          </p:nvSpPr>
          <p:spPr>
            <a:xfrm>
              <a:off x="5141525" y="3867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3" name="pt25363"/>
            <p:cNvSpPr/>
            <p:nvPr/>
          </p:nvSpPr>
          <p:spPr>
            <a:xfrm>
              <a:off x="5074805" y="36657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4" name="pt25364"/>
            <p:cNvSpPr/>
            <p:nvPr/>
          </p:nvSpPr>
          <p:spPr>
            <a:xfrm>
              <a:off x="5142416" y="3567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5" name="pt25365"/>
            <p:cNvSpPr/>
            <p:nvPr/>
          </p:nvSpPr>
          <p:spPr>
            <a:xfrm>
              <a:off x="5059141" y="34896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6" name="pt25366"/>
            <p:cNvSpPr/>
            <p:nvPr/>
          </p:nvSpPr>
          <p:spPr>
            <a:xfrm>
              <a:off x="5154843" y="3582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7" name="pt25367"/>
            <p:cNvSpPr/>
            <p:nvPr/>
          </p:nvSpPr>
          <p:spPr>
            <a:xfrm>
              <a:off x="5133373" y="3561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8" name="pt25368"/>
            <p:cNvSpPr/>
            <p:nvPr/>
          </p:nvSpPr>
          <p:spPr>
            <a:xfrm>
              <a:off x="5137756" y="35536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69" name="pt25369"/>
            <p:cNvSpPr/>
            <p:nvPr/>
          </p:nvSpPr>
          <p:spPr>
            <a:xfrm>
              <a:off x="5153691" y="37657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0" name="pt25370"/>
            <p:cNvSpPr/>
            <p:nvPr/>
          </p:nvSpPr>
          <p:spPr>
            <a:xfrm>
              <a:off x="5154330" y="3603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1" name="pt25371"/>
            <p:cNvSpPr/>
            <p:nvPr/>
          </p:nvSpPr>
          <p:spPr>
            <a:xfrm>
              <a:off x="5126586" y="35229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2" name="pt25372"/>
            <p:cNvSpPr/>
            <p:nvPr/>
          </p:nvSpPr>
          <p:spPr>
            <a:xfrm>
              <a:off x="6243689" y="3674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3" name="pt25373"/>
            <p:cNvSpPr/>
            <p:nvPr/>
          </p:nvSpPr>
          <p:spPr>
            <a:xfrm>
              <a:off x="5154292" y="37992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4" name="pt25374"/>
            <p:cNvSpPr/>
            <p:nvPr/>
          </p:nvSpPr>
          <p:spPr>
            <a:xfrm>
              <a:off x="5181211" y="35265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5" name="pt25375"/>
            <p:cNvSpPr/>
            <p:nvPr/>
          </p:nvSpPr>
          <p:spPr>
            <a:xfrm>
              <a:off x="5173380" y="33617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6" name="pt25376"/>
            <p:cNvSpPr/>
            <p:nvPr/>
          </p:nvSpPr>
          <p:spPr>
            <a:xfrm>
              <a:off x="5150292" y="34156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7" name="pt25377"/>
            <p:cNvSpPr/>
            <p:nvPr/>
          </p:nvSpPr>
          <p:spPr>
            <a:xfrm>
              <a:off x="5123392" y="3378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8" name="pt25378"/>
            <p:cNvSpPr/>
            <p:nvPr/>
          </p:nvSpPr>
          <p:spPr>
            <a:xfrm>
              <a:off x="5148223" y="35010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79" name="pt25379"/>
            <p:cNvSpPr/>
            <p:nvPr/>
          </p:nvSpPr>
          <p:spPr>
            <a:xfrm>
              <a:off x="5078469" y="35730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0" name="pt25380"/>
            <p:cNvSpPr/>
            <p:nvPr/>
          </p:nvSpPr>
          <p:spPr>
            <a:xfrm>
              <a:off x="5112353" y="33925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1" name="pt25381"/>
            <p:cNvSpPr/>
            <p:nvPr/>
          </p:nvSpPr>
          <p:spPr>
            <a:xfrm>
              <a:off x="5142796" y="34204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2" name="pt25382"/>
            <p:cNvSpPr/>
            <p:nvPr/>
          </p:nvSpPr>
          <p:spPr>
            <a:xfrm>
              <a:off x="5491228" y="3690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3" name="pt25383"/>
            <p:cNvSpPr/>
            <p:nvPr/>
          </p:nvSpPr>
          <p:spPr>
            <a:xfrm>
              <a:off x="4877013" y="384721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84" name="pt25384"/>
            <p:cNvSpPr/>
            <p:nvPr/>
          </p:nvSpPr>
          <p:spPr>
            <a:xfrm>
              <a:off x="5119658" y="3565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5" name="pt25385"/>
            <p:cNvSpPr/>
            <p:nvPr/>
          </p:nvSpPr>
          <p:spPr>
            <a:xfrm>
              <a:off x="5124391" y="36906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6" name="pt25386"/>
            <p:cNvSpPr/>
            <p:nvPr/>
          </p:nvSpPr>
          <p:spPr>
            <a:xfrm>
              <a:off x="5169344" y="36872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7" name="pt25387"/>
            <p:cNvSpPr/>
            <p:nvPr/>
          </p:nvSpPr>
          <p:spPr>
            <a:xfrm>
              <a:off x="5148383" y="3338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8" name="pt25388"/>
            <p:cNvSpPr/>
            <p:nvPr/>
          </p:nvSpPr>
          <p:spPr>
            <a:xfrm>
              <a:off x="5049954" y="35256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89" name="pt25389"/>
            <p:cNvSpPr/>
            <p:nvPr/>
          </p:nvSpPr>
          <p:spPr>
            <a:xfrm>
              <a:off x="5136037" y="34147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0" name="pt25390"/>
            <p:cNvSpPr/>
            <p:nvPr/>
          </p:nvSpPr>
          <p:spPr>
            <a:xfrm>
              <a:off x="5167608" y="34783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1" name="pt25391"/>
            <p:cNvSpPr/>
            <p:nvPr/>
          </p:nvSpPr>
          <p:spPr>
            <a:xfrm>
              <a:off x="5113702" y="36451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2" name="pt25392"/>
            <p:cNvSpPr/>
            <p:nvPr/>
          </p:nvSpPr>
          <p:spPr>
            <a:xfrm>
              <a:off x="5172437" y="3553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3" name="pt25393"/>
            <p:cNvSpPr/>
            <p:nvPr/>
          </p:nvSpPr>
          <p:spPr>
            <a:xfrm>
              <a:off x="5160347" y="3618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4" name="pt25394"/>
            <p:cNvSpPr/>
            <p:nvPr/>
          </p:nvSpPr>
          <p:spPr>
            <a:xfrm>
              <a:off x="5163344" y="35319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5" name="pt25395"/>
            <p:cNvSpPr/>
            <p:nvPr/>
          </p:nvSpPr>
          <p:spPr>
            <a:xfrm>
              <a:off x="5178487" y="34955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6" name="pt25396"/>
            <p:cNvSpPr/>
            <p:nvPr/>
          </p:nvSpPr>
          <p:spPr>
            <a:xfrm>
              <a:off x="5141525" y="3319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7" name="pt25397"/>
            <p:cNvSpPr/>
            <p:nvPr/>
          </p:nvSpPr>
          <p:spPr>
            <a:xfrm>
              <a:off x="5177010" y="39460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8" name="pt25398"/>
            <p:cNvSpPr/>
            <p:nvPr/>
          </p:nvSpPr>
          <p:spPr>
            <a:xfrm>
              <a:off x="5173513" y="36849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399" name="pt25399"/>
            <p:cNvSpPr/>
            <p:nvPr/>
          </p:nvSpPr>
          <p:spPr>
            <a:xfrm>
              <a:off x="5171982" y="35650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0" name="pt25400"/>
            <p:cNvSpPr/>
            <p:nvPr/>
          </p:nvSpPr>
          <p:spPr>
            <a:xfrm>
              <a:off x="5165419" y="36394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1" name="pt25401"/>
            <p:cNvSpPr/>
            <p:nvPr/>
          </p:nvSpPr>
          <p:spPr>
            <a:xfrm>
              <a:off x="5145995" y="35595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2" name="pt25402"/>
            <p:cNvSpPr/>
            <p:nvPr/>
          </p:nvSpPr>
          <p:spPr>
            <a:xfrm>
              <a:off x="5132356" y="3611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3" name="pt25403"/>
            <p:cNvSpPr/>
            <p:nvPr/>
          </p:nvSpPr>
          <p:spPr>
            <a:xfrm>
              <a:off x="5145564" y="3687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4" name="pt25404"/>
            <p:cNvSpPr/>
            <p:nvPr/>
          </p:nvSpPr>
          <p:spPr>
            <a:xfrm>
              <a:off x="5177415" y="3996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5" name="pt25405"/>
            <p:cNvSpPr/>
            <p:nvPr/>
          </p:nvSpPr>
          <p:spPr>
            <a:xfrm>
              <a:off x="5118718" y="33165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6" name="pt25406"/>
            <p:cNvSpPr/>
            <p:nvPr/>
          </p:nvSpPr>
          <p:spPr>
            <a:xfrm>
              <a:off x="5458111" y="382750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07" name="pt25407"/>
            <p:cNvSpPr/>
            <p:nvPr/>
          </p:nvSpPr>
          <p:spPr>
            <a:xfrm>
              <a:off x="5175547" y="37375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8" name="pt25408"/>
            <p:cNvSpPr/>
            <p:nvPr/>
          </p:nvSpPr>
          <p:spPr>
            <a:xfrm>
              <a:off x="5025628" y="3545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09" name="pt25409"/>
            <p:cNvSpPr/>
            <p:nvPr/>
          </p:nvSpPr>
          <p:spPr>
            <a:xfrm>
              <a:off x="5126833" y="34688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0" name="pt25410"/>
            <p:cNvSpPr/>
            <p:nvPr/>
          </p:nvSpPr>
          <p:spPr>
            <a:xfrm>
              <a:off x="5121580" y="38081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1" name="pt25411"/>
            <p:cNvSpPr/>
            <p:nvPr/>
          </p:nvSpPr>
          <p:spPr>
            <a:xfrm>
              <a:off x="5142008" y="3844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2" name="pt25412"/>
            <p:cNvSpPr/>
            <p:nvPr/>
          </p:nvSpPr>
          <p:spPr>
            <a:xfrm>
              <a:off x="5114471" y="35238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3" name="pt25413"/>
            <p:cNvSpPr/>
            <p:nvPr/>
          </p:nvSpPr>
          <p:spPr>
            <a:xfrm>
              <a:off x="5166962" y="36690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4" name="pt25414"/>
            <p:cNvSpPr/>
            <p:nvPr/>
          </p:nvSpPr>
          <p:spPr>
            <a:xfrm>
              <a:off x="5142312" y="3371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5" name="pt25415"/>
            <p:cNvSpPr/>
            <p:nvPr/>
          </p:nvSpPr>
          <p:spPr>
            <a:xfrm>
              <a:off x="5146565" y="3415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6" name="pt25416"/>
            <p:cNvSpPr/>
            <p:nvPr/>
          </p:nvSpPr>
          <p:spPr>
            <a:xfrm>
              <a:off x="5128512" y="3390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7" name="pt25417"/>
            <p:cNvSpPr/>
            <p:nvPr/>
          </p:nvSpPr>
          <p:spPr>
            <a:xfrm>
              <a:off x="5161750" y="3598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8" name="pt25418"/>
            <p:cNvSpPr/>
            <p:nvPr/>
          </p:nvSpPr>
          <p:spPr>
            <a:xfrm>
              <a:off x="5132182" y="3589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19" name="pt25419"/>
            <p:cNvSpPr/>
            <p:nvPr/>
          </p:nvSpPr>
          <p:spPr>
            <a:xfrm>
              <a:off x="5085919" y="35150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0" name="pt25420"/>
            <p:cNvSpPr/>
            <p:nvPr/>
          </p:nvSpPr>
          <p:spPr>
            <a:xfrm>
              <a:off x="5141589" y="3632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1" name="pt25421"/>
            <p:cNvSpPr/>
            <p:nvPr/>
          </p:nvSpPr>
          <p:spPr>
            <a:xfrm>
              <a:off x="5178844" y="3456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2" name="pt25422"/>
            <p:cNvSpPr/>
            <p:nvPr/>
          </p:nvSpPr>
          <p:spPr>
            <a:xfrm>
              <a:off x="4941120" y="448936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23" name="pt25423"/>
            <p:cNvSpPr/>
            <p:nvPr/>
          </p:nvSpPr>
          <p:spPr>
            <a:xfrm>
              <a:off x="5126703" y="35444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4" name="pt25424"/>
            <p:cNvSpPr/>
            <p:nvPr/>
          </p:nvSpPr>
          <p:spPr>
            <a:xfrm>
              <a:off x="5161012" y="3768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5" name="pt25425"/>
            <p:cNvSpPr/>
            <p:nvPr/>
          </p:nvSpPr>
          <p:spPr>
            <a:xfrm>
              <a:off x="5136355" y="37590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6" name="pt25426"/>
            <p:cNvSpPr/>
            <p:nvPr/>
          </p:nvSpPr>
          <p:spPr>
            <a:xfrm>
              <a:off x="5155173" y="35853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7" name="pt25427"/>
            <p:cNvSpPr/>
            <p:nvPr/>
          </p:nvSpPr>
          <p:spPr>
            <a:xfrm>
              <a:off x="5148555" y="37204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8" name="pt25428"/>
            <p:cNvSpPr/>
            <p:nvPr/>
          </p:nvSpPr>
          <p:spPr>
            <a:xfrm>
              <a:off x="5122337" y="3376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29" name="pt25429"/>
            <p:cNvSpPr/>
            <p:nvPr/>
          </p:nvSpPr>
          <p:spPr>
            <a:xfrm>
              <a:off x="5164379" y="3613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0" name="pt25430"/>
            <p:cNvSpPr/>
            <p:nvPr/>
          </p:nvSpPr>
          <p:spPr>
            <a:xfrm>
              <a:off x="5133335" y="32851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1" name="pt25431"/>
            <p:cNvSpPr/>
            <p:nvPr/>
          </p:nvSpPr>
          <p:spPr>
            <a:xfrm>
              <a:off x="5143087" y="3450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2" name="pt25432"/>
            <p:cNvSpPr/>
            <p:nvPr/>
          </p:nvSpPr>
          <p:spPr>
            <a:xfrm>
              <a:off x="5163289" y="33417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3" name="pt25433"/>
            <p:cNvSpPr/>
            <p:nvPr/>
          </p:nvSpPr>
          <p:spPr>
            <a:xfrm>
              <a:off x="5143509" y="3482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4" name="pt25434"/>
            <p:cNvSpPr/>
            <p:nvPr/>
          </p:nvSpPr>
          <p:spPr>
            <a:xfrm>
              <a:off x="5101784" y="33750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5" name="pt25435"/>
            <p:cNvSpPr/>
            <p:nvPr/>
          </p:nvSpPr>
          <p:spPr>
            <a:xfrm>
              <a:off x="5091225" y="3430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6" name="pt25436"/>
            <p:cNvSpPr/>
            <p:nvPr/>
          </p:nvSpPr>
          <p:spPr>
            <a:xfrm>
              <a:off x="5061325" y="33778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7" name="pt25437"/>
            <p:cNvSpPr/>
            <p:nvPr/>
          </p:nvSpPr>
          <p:spPr>
            <a:xfrm>
              <a:off x="5139457" y="35422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8" name="pt25438"/>
            <p:cNvSpPr/>
            <p:nvPr/>
          </p:nvSpPr>
          <p:spPr>
            <a:xfrm>
              <a:off x="5160395" y="38661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39" name="pt25439"/>
            <p:cNvSpPr/>
            <p:nvPr/>
          </p:nvSpPr>
          <p:spPr>
            <a:xfrm>
              <a:off x="5131761" y="3301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0" name="pt25440"/>
            <p:cNvSpPr/>
            <p:nvPr/>
          </p:nvSpPr>
          <p:spPr>
            <a:xfrm>
              <a:off x="5153945" y="36276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1" name="pt25441"/>
            <p:cNvSpPr/>
            <p:nvPr/>
          </p:nvSpPr>
          <p:spPr>
            <a:xfrm>
              <a:off x="5159035" y="3753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2" name="pt25442"/>
            <p:cNvSpPr/>
            <p:nvPr/>
          </p:nvSpPr>
          <p:spPr>
            <a:xfrm>
              <a:off x="5137198" y="3404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3" name="pt25443"/>
            <p:cNvSpPr/>
            <p:nvPr/>
          </p:nvSpPr>
          <p:spPr>
            <a:xfrm>
              <a:off x="5139591" y="3446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4" name="pt25444"/>
            <p:cNvSpPr/>
            <p:nvPr/>
          </p:nvSpPr>
          <p:spPr>
            <a:xfrm>
              <a:off x="5148327" y="3453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5" name="pt25445"/>
            <p:cNvSpPr/>
            <p:nvPr/>
          </p:nvSpPr>
          <p:spPr>
            <a:xfrm>
              <a:off x="5149294" y="33379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6" name="pt25446"/>
            <p:cNvSpPr/>
            <p:nvPr/>
          </p:nvSpPr>
          <p:spPr>
            <a:xfrm>
              <a:off x="5143237" y="3625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7" name="pt25447"/>
            <p:cNvSpPr/>
            <p:nvPr/>
          </p:nvSpPr>
          <p:spPr>
            <a:xfrm>
              <a:off x="5151201" y="3690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8" name="pt25448"/>
            <p:cNvSpPr/>
            <p:nvPr/>
          </p:nvSpPr>
          <p:spPr>
            <a:xfrm>
              <a:off x="5156812" y="3590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49" name="pt25449"/>
            <p:cNvSpPr/>
            <p:nvPr/>
          </p:nvSpPr>
          <p:spPr>
            <a:xfrm>
              <a:off x="5145596" y="3378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0" name="pt25450"/>
            <p:cNvSpPr/>
            <p:nvPr/>
          </p:nvSpPr>
          <p:spPr>
            <a:xfrm>
              <a:off x="5043762" y="3771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1" name="pt25451"/>
            <p:cNvSpPr/>
            <p:nvPr/>
          </p:nvSpPr>
          <p:spPr>
            <a:xfrm>
              <a:off x="5181038" y="39254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2" name="pt25452"/>
            <p:cNvSpPr/>
            <p:nvPr/>
          </p:nvSpPr>
          <p:spPr>
            <a:xfrm>
              <a:off x="5155325" y="3698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3" name="pt25453"/>
            <p:cNvSpPr/>
            <p:nvPr/>
          </p:nvSpPr>
          <p:spPr>
            <a:xfrm>
              <a:off x="5108627" y="34170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4" name="pt25454"/>
            <p:cNvSpPr/>
            <p:nvPr/>
          </p:nvSpPr>
          <p:spPr>
            <a:xfrm>
              <a:off x="5128802" y="33939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5" name="pt25455"/>
            <p:cNvSpPr/>
            <p:nvPr/>
          </p:nvSpPr>
          <p:spPr>
            <a:xfrm>
              <a:off x="5142748" y="3351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6" name="pt25456"/>
            <p:cNvSpPr/>
            <p:nvPr/>
          </p:nvSpPr>
          <p:spPr>
            <a:xfrm>
              <a:off x="5455565" y="35792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7" name="pt25457"/>
            <p:cNvSpPr/>
            <p:nvPr/>
          </p:nvSpPr>
          <p:spPr>
            <a:xfrm>
              <a:off x="5139861" y="3603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8" name="pt25458"/>
            <p:cNvSpPr/>
            <p:nvPr/>
          </p:nvSpPr>
          <p:spPr>
            <a:xfrm>
              <a:off x="5114664" y="3490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59" name="pt25459"/>
            <p:cNvSpPr/>
            <p:nvPr/>
          </p:nvSpPr>
          <p:spPr>
            <a:xfrm>
              <a:off x="5139444" y="3437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0" name="pt25460"/>
            <p:cNvSpPr/>
            <p:nvPr/>
          </p:nvSpPr>
          <p:spPr>
            <a:xfrm>
              <a:off x="5146174" y="3322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1" name="pt25461"/>
            <p:cNvSpPr/>
            <p:nvPr/>
          </p:nvSpPr>
          <p:spPr>
            <a:xfrm>
              <a:off x="5218715" y="3635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2" name="pt25462"/>
            <p:cNvSpPr/>
            <p:nvPr/>
          </p:nvSpPr>
          <p:spPr>
            <a:xfrm>
              <a:off x="5149154" y="33269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3" name="pt25463"/>
            <p:cNvSpPr/>
            <p:nvPr/>
          </p:nvSpPr>
          <p:spPr>
            <a:xfrm>
              <a:off x="5185063" y="37891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4" name="pt25464"/>
            <p:cNvSpPr/>
            <p:nvPr/>
          </p:nvSpPr>
          <p:spPr>
            <a:xfrm>
              <a:off x="5152475" y="3384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5" name="pt25465"/>
            <p:cNvSpPr/>
            <p:nvPr/>
          </p:nvSpPr>
          <p:spPr>
            <a:xfrm>
              <a:off x="5122588" y="34209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6" name="pt25466"/>
            <p:cNvSpPr/>
            <p:nvPr/>
          </p:nvSpPr>
          <p:spPr>
            <a:xfrm>
              <a:off x="5128976" y="34446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7" name="pt25467"/>
            <p:cNvSpPr/>
            <p:nvPr/>
          </p:nvSpPr>
          <p:spPr>
            <a:xfrm>
              <a:off x="5154699" y="34824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8" name="pt25468"/>
            <p:cNvSpPr/>
            <p:nvPr/>
          </p:nvSpPr>
          <p:spPr>
            <a:xfrm>
              <a:off x="5161786" y="3753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69" name="pt25469"/>
            <p:cNvSpPr/>
            <p:nvPr/>
          </p:nvSpPr>
          <p:spPr>
            <a:xfrm>
              <a:off x="5172515" y="3688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0" name="pt25470"/>
            <p:cNvSpPr/>
            <p:nvPr/>
          </p:nvSpPr>
          <p:spPr>
            <a:xfrm>
              <a:off x="5190356" y="36489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1" name="pt25471"/>
            <p:cNvSpPr/>
            <p:nvPr/>
          </p:nvSpPr>
          <p:spPr>
            <a:xfrm>
              <a:off x="5040930" y="3125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2" name="pt25472"/>
            <p:cNvSpPr/>
            <p:nvPr/>
          </p:nvSpPr>
          <p:spPr>
            <a:xfrm>
              <a:off x="5147653" y="3323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3" name="pt25473"/>
            <p:cNvSpPr/>
            <p:nvPr/>
          </p:nvSpPr>
          <p:spPr>
            <a:xfrm>
              <a:off x="5110645" y="3376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4" name="pt25474"/>
            <p:cNvSpPr/>
            <p:nvPr/>
          </p:nvSpPr>
          <p:spPr>
            <a:xfrm>
              <a:off x="5103001" y="35959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5" name="pt25475"/>
            <p:cNvSpPr/>
            <p:nvPr/>
          </p:nvSpPr>
          <p:spPr>
            <a:xfrm>
              <a:off x="5224023" y="37472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6" name="pt25476"/>
            <p:cNvSpPr/>
            <p:nvPr/>
          </p:nvSpPr>
          <p:spPr>
            <a:xfrm>
              <a:off x="5134415" y="3645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7" name="pt25477"/>
            <p:cNvSpPr/>
            <p:nvPr/>
          </p:nvSpPr>
          <p:spPr>
            <a:xfrm>
              <a:off x="5038318" y="3646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8" name="pt25478"/>
            <p:cNvSpPr/>
            <p:nvPr/>
          </p:nvSpPr>
          <p:spPr>
            <a:xfrm>
              <a:off x="5144107" y="34293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79" name="pt25479"/>
            <p:cNvSpPr/>
            <p:nvPr/>
          </p:nvSpPr>
          <p:spPr>
            <a:xfrm>
              <a:off x="5182960" y="3587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0" name="pt25480"/>
            <p:cNvSpPr/>
            <p:nvPr/>
          </p:nvSpPr>
          <p:spPr>
            <a:xfrm>
              <a:off x="5096869" y="3301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1" name="pt25481"/>
            <p:cNvSpPr/>
            <p:nvPr/>
          </p:nvSpPr>
          <p:spPr>
            <a:xfrm>
              <a:off x="5238722" y="34938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2" name="pt25482"/>
            <p:cNvSpPr/>
            <p:nvPr/>
          </p:nvSpPr>
          <p:spPr>
            <a:xfrm>
              <a:off x="5137590" y="35703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3" name="pt25483"/>
            <p:cNvSpPr/>
            <p:nvPr/>
          </p:nvSpPr>
          <p:spPr>
            <a:xfrm>
              <a:off x="5166421" y="3736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4" name="pt25484"/>
            <p:cNvSpPr/>
            <p:nvPr/>
          </p:nvSpPr>
          <p:spPr>
            <a:xfrm>
              <a:off x="5170651" y="3505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5" name="pt25485"/>
            <p:cNvSpPr/>
            <p:nvPr/>
          </p:nvSpPr>
          <p:spPr>
            <a:xfrm>
              <a:off x="5120051" y="32912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6" name="pt25486"/>
            <p:cNvSpPr/>
            <p:nvPr/>
          </p:nvSpPr>
          <p:spPr>
            <a:xfrm>
              <a:off x="5166609" y="34074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7" name="pt25487"/>
            <p:cNvSpPr/>
            <p:nvPr/>
          </p:nvSpPr>
          <p:spPr>
            <a:xfrm>
              <a:off x="5153325" y="35810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8" name="pt25488"/>
            <p:cNvSpPr/>
            <p:nvPr/>
          </p:nvSpPr>
          <p:spPr>
            <a:xfrm>
              <a:off x="5217614" y="34848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89" name="pt25489"/>
            <p:cNvSpPr/>
            <p:nvPr/>
          </p:nvSpPr>
          <p:spPr>
            <a:xfrm>
              <a:off x="5153283" y="3389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0" name="pt25490"/>
            <p:cNvSpPr/>
            <p:nvPr/>
          </p:nvSpPr>
          <p:spPr>
            <a:xfrm>
              <a:off x="5144450" y="3610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1" name="pt25491"/>
            <p:cNvSpPr/>
            <p:nvPr/>
          </p:nvSpPr>
          <p:spPr>
            <a:xfrm>
              <a:off x="5155700" y="36786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2" name="pt25492"/>
            <p:cNvSpPr/>
            <p:nvPr/>
          </p:nvSpPr>
          <p:spPr>
            <a:xfrm>
              <a:off x="5123636" y="35169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3" name="pt25493"/>
            <p:cNvSpPr/>
            <p:nvPr/>
          </p:nvSpPr>
          <p:spPr>
            <a:xfrm>
              <a:off x="5195545" y="34024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4" name="pt25494"/>
            <p:cNvSpPr/>
            <p:nvPr/>
          </p:nvSpPr>
          <p:spPr>
            <a:xfrm>
              <a:off x="5153970" y="36817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5" name="pt25495"/>
            <p:cNvSpPr/>
            <p:nvPr/>
          </p:nvSpPr>
          <p:spPr>
            <a:xfrm>
              <a:off x="5123531" y="3691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6" name="pt25496"/>
            <p:cNvSpPr/>
            <p:nvPr/>
          </p:nvSpPr>
          <p:spPr>
            <a:xfrm>
              <a:off x="5141165" y="3385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7" name="pt25497"/>
            <p:cNvSpPr/>
            <p:nvPr/>
          </p:nvSpPr>
          <p:spPr>
            <a:xfrm>
              <a:off x="5139485" y="33671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8" name="pt25498"/>
            <p:cNvSpPr/>
            <p:nvPr/>
          </p:nvSpPr>
          <p:spPr>
            <a:xfrm>
              <a:off x="5108665" y="34644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499" name="pt25499"/>
            <p:cNvSpPr/>
            <p:nvPr/>
          </p:nvSpPr>
          <p:spPr>
            <a:xfrm>
              <a:off x="5201504" y="36530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0" name="pt25500"/>
            <p:cNvSpPr/>
            <p:nvPr/>
          </p:nvSpPr>
          <p:spPr>
            <a:xfrm>
              <a:off x="5127317" y="3651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1" name="pt25501"/>
            <p:cNvSpPr/>
            <p:nvPr/>
          </p:nvSpPr>
          <p:spPr>
            <a:xfrm>
              <a:off x="5205655" y="3489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2" name="pt25502"/>
            <p:cNvSpPr/>
            <p:nvPr/>
          </p:nvSpPr>
          <p:spPr>
            <a:xfrm>
              <a:off x="5051084" y="346746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03" name="pt25503"/>
            <p:cNvSpPr/>
            <p:nvPr/>
          </p:nvSpPr>
          <p:spPr>
            <a:xfrm>
              <a:off x="5136994" y="33471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4" name="pt25504"/>
            <p:cNvSpPr/>
            <p:nvPr/>
          </p:nvSpPr>
          <p:spPr>
            <a:xfrm>
              <a:off x="5128351" y="35202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5" name="pt25505"/>
            <p:cNvSpPr/>
            <p:nvPr/>
          </p:nvSpPr>
          <p:spPr>
            <a:xfrm>
              <a:off x="5126742" y="33504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6" name="pt25506"/>
            <p:cNvSpPr/>
            <p:nvPr/>
          </p:nvSpPr>
          <p:spPr>
            <a:xfrm>
              <a:off x="5145204" y="3545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7" name="pt25507"/>
            <p:cNvSpPr/>
            <p:nvPr/>
          </p:nvSpPr>
          <p:spPr>
            <a:xfrm>
              <a:off x="5093918" y="34296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8" name="pt25508"/>
            <p:cNvSpPr/>
            <p:nvPr/>
          </p:nvSpPr>
          <p:spPr>
            <a:xfrm>
              <a:off x="5145172" y="35204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09" name="pt25509"/>
            <p:cNvSpPr/>
            <p:nvPr/>
          </p:nvSpPr>
          <p:spPr>
            <a:xfrm>
              <a:off x="5190708" y="3473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0" name="pt25510"/>
            <p:cNvSpPr/>
            <p:nvPr/>
          </p:nvSpPr>
          <p:spPr>
            <a:xfrm>
              <a:off x="5198517" y="3727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1" name="pt25511"/>
            <p:cNvSpPr/>
            <p:nvPr/>
          </p:nvSpPr>
          <p:spPr>
            <a:xfrm>
              <a:off x="5042696" y="346070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12" name="pt25512"/>
            <p:cNvSpPr/>
            <p:nvPr/>
          </p:nvSpPr>
          <p:spPr>
            <a:xfrm>
              <a:off x="5151334" y="3627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3" name="pt25513"/>
            <p:cNvSpPr/>
            <p:nvPr/>
          </p:nvSpPr>
          <p:spPr>
            <a:xfrm>
              <a:off x="5144311" y="35726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4" name="pt25514"/>
            <p:cNvSpPr/>
            <p:nvPr/>
          </p:nvSpPr>
          <p:spPr>
            <a:xfrm>
              <a:off x="5173156" y="38103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5" name="pt25515"/>
            <p:cNvSpPr/>
            <p:nvPr/>
          </p:nvSpPr>
          <p:spPr>
            <a:xfrm>
              <a:off x="5143794" y="33236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6" name="pt25516"/>
            <p:cNvSpPr/>
            <p:nvPr/>
          </p:nvSpPr>
          <p:spPr>
            <a:xfrm>
              <a:off x="5148765" y="34272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7" name="pt25517"/>
            <p:cNvSpPr/>
            <p:nvPr/>
          </p:nvSpPr>
          <p:spPr>
            <a:xfrm>
              <a:off x="5147162" y="33893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8" name="pt25518"/>
            <p:cNvSpPr/>
            <p:nvPr/>
          </p:nvSpPr>
          <p:spPr>
            <a:xfrm>
              <a:off x="5208479" y="36071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19" name="pt25519"/>
            <p:cNvSpPr/>
            <p:nvPr/>
          </p:nvSpPr>
          <p:spPr>
            <a:xfrm>
              <a:off x="5229757" y="3555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0" name="pt25520"/>
            <p:cNvSpPr/>
            <p:nvPr/>
          </p:nvSpPr>
          <p:spPr>
            <a:xfrm>
              <a:off x="5189597" y="36481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1" name="pt25521"/>
            <p:cNvSpPr/>
            <p:nvPr/>
          </p:nvSpPr>
          <p:spPr>
            <a:xfrm>
              <a:off x="5137652" y="35759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2" name="pt25522"/>
            <p:cNvSpPr/>
            <p:nvPr/>
          </p:nvSpPr>
          <p:spPr>
            <a:xfrm>
              <a:off x="5130226" y="34442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3" name="pt25523"/>
            <p:cNvSpPr/>
            <p:nvPr/>
          </p:nvSpPr>
          <p:spPr>
            <a:xfrm>
              <a:off x="5153647" y="3265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4" name="pt25524"/>
            <p:cNvSpPr/>
            <p:nvPr/>
          </p:nvSpPr>
          <p:spPr>
            <a:xfrm>
              <a:off x="5190077" y="36351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5" name="pt25525"/>
            <p:cNvSpPr/>
            <p:nvPr/>
          </p:nvSpPr>
          <p:spPr>
            <a:xfrm>
              <a:off x="5163075" y="3634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6" name="pt25526"/>
            <p:cNvSpPr/>
            <p:nvPr/>
          </p:nvSpPr>
          <p:spPr>
            <a:xfrm>
              <a:off x="5140597" y="3705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7" name="pt25527"/>
            <p:cNvSpPr/>
            <p:nvPr/>
          </p:nvSpPr>
          <p:spPr>
            <a:xfrm>
              <a:off x="5163827" y="3607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8" name="pt25528"/>
            <p:cNvSpPr/>
            <p:nvPr/>
          </p:nvSpPr>
          <p:spPr>
            <a:xfrm>
              <a:off x="5113025" y="36356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29" name="pt25529"/>
            <p:cNvSpPr/>
            <p:nvPr/>
          </p:nvSpPr>
          <p:spPr>
            <a:xfrm>
              <a:off x="5149005" y="36121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0" name="pt25530"/>
            <p:cNvSpPr/>
            <p:nvPr/>
          </p:nvSpPr>
          <p:spPr>
            <a:xfrm>
              <a:off x="5101403" y="34069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1" name="pt25531"/>
            <p:cNvSpPr/>
            <p:nvPr/>
          </p:nvSpPr>
          <p:spPr>
            <a:xfrm>
              <a:off x="5192742" y="3476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2" name="pt25532"/>
            <p:cNvSpPr/>
            <p:nvPr/>
          </p:nvSpPr>
          <p:spPr>
            <a:xfrm>
              <a:off x="5123358" y="35645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3" name="pt25533"/>
            <p:cNvSpPr/>
            <p:nvPr/>
          </p:nvSpPr>
          <p:spPr>
            <a:xfrm>
              <a:off x="5116903" y="3402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4" name="pt25534"/>
            <p:cNvSpPr/>
            <p:nvPr/>
          </p:nvSpPr>
          <p:spPr>
            <a:xfrm>
              <a:off x="5161550" y="3324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5" name="pt25535"/>
            <p:cNvSpPr/>
            <p:nvPr/>
          </p:nvSpPr>
          <p:spPr>
            <a:xfrm>
              <a:off x="5139875" y="36246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6" name="pt25536"/>
            <p:cNvSpPr/>
            <p:nvPr/>
          </p:nvSpPr>
          <p:spPr>
            <a:xfrm>
              <a:off x="5133506" y="38287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7" name="pt25537"/>
            <p:cNvSpPr/>
            <p:nvPr/>
          </p:nvSpPr>
          <p:spPr>
            <a:xfrm>
              <a:off x="5150611" y="33666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8" name="pt25538"/>
            <p:cNvSpPr/>
            <p:nvPr/>
          </p:nvSpPr>
          <p:spPr>
            <a:xfrm>
              <a:off x="5122901" y="36604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39" name="pt25539"/>
            <p:cNvSpPr/>
            <p:nvPr/>
          </p:nvSpPr>
          <p:spPr>
            <a:xfrm>
              <a:off x="5132165" y="3715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0" name="pt25540"/>
            <p:cNvSpPr/>
            <p:nvPr/>
          </p:nvSpPr>
          <p:spPr>
            <a:xfrm>
              <a:off x="5144615" y="33896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1" name="pt25541"/>
            <p:cNvSpPr/>
            <p:nvPr/>
          </p:nvSpPr>
          <p:spPr>
            <a:xfrm>
              <a:off x="5171634" y="3968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2" name="pt25542"/>
            <p:cNvSpPr/>
            <p:nvPr/>
          </p:nvSpPr>
          <p:spPr>
            <a:xfrm>
              <a:off x="5131296" y="3535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3" name="pt25543"/>
            <p:cNvSpPr/>
            <p:nvPr/>
          </p:nvSpPr>
          <p:spPr>
            <a:xfrm>
              <a:off x="5144282" y="35029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4" name="pt25544"/>
            <p:cNvSpPr/>
            <p:nvPr/>
          </p:nvSpPr>
          <p:spPr>
            <a:xfrm>
              <a:off x="5144101" y="3658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5" name="pt25545"/>
            <p:cNvSpPr/>
            <p:nvPr/>
          </p:nvSpPr>
          <p:spPr>
            <a:xfrm>
              <a:off x="5157360" y="35318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6" name="pt25546"/>
            <p:cNvSpPr/>
            <p:nvPr/>
          </p:nvSpPr>
          <p:spPr>
            <a:xfrm>
              <a:off x="5178585" y="3444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7" name="pt25547"/>
            <p:cNvSpPr/>
            <p:nvPr/>
          </p:nvSpPr>
          <p:spPr>
            <a:xfrm>
              <a:off x="5167371" y="36492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8" name="pt25548"/>
            <p:cNvSpPr/>
            <p:nvPr/>
          </p:nvSpPr>
          <p:spPr>
            <a:xfrm>
              <a:off x="5183250" y="3512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49" name="pt25549"/>
            <p:cNvSpPr/>
            <p:nvPr/>
          </p:nvSpPr>
          <p:spPr>
            <a:xfrm>
              <a:off x="5145177" y="3804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0" name="pt25550"/>
            <p:cNvSpPr/>
            <p:nvPr/>
          </p:nvSpPr>
          <p:spPr>
            <a:xfrm>
              <a:off x="5112073" y="3424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1" name="pt25551"/>
            <p:cNvSpPr/>
            <p:nvPr/>
          </p:nvSpPr>
          <p:spPr>
            <a:xfrm>
              <a:off x="5106897" y="3391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2" name="pt25552"/>
            <p:cNvSpPr/>
            <p:nvPr/>
          </p:nvSpPr>
          <p:spPr>
            <a:xfrm>
              <a:off x="5195212" y="36739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3" name="pt25553"/>
            <p:cNvSpPr/>
            <p:nvPr/>
          </p:nvSpPr>
          <p:spPr>
            <a:xfrm>
              <a:off x="5186547" y="35056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4" name="pt25554"/>
            <p:cNvSpPr/>
            <p:nvPr/>
          </p:nvSpPr>
          <p:spPr>
            <a:xfrm>
              <a:off x="5174828" y="34338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5" name="pt25555"/>
            <p:cNvSpPr/>
            <p:nvPr/>
          </p:nvSpPr>
          <p:spPr>
            <a:xfrm>
              <a:off x="5054596" y="3199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6" name="pt25556"/>
            <p:cNvSpPr/>
            <p:nvPr/>
          </p:nvSpPr>
          <p:spPr>
            <a:xfrm>
              <a:off x="5169291" y="3749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7" name="pt25557"/>
            <p:cNvSpPr/>
            <p:nvPr/>
          </p:nvSpPr>
          <p:spPr>
            <a:xfrm>
              <a:off x="5112031" y="3453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8" name="pt25558"/>
            <p:cNvSpPr/>
            <p:nvPr/>
          </p:nvSpPr>
          <p:spPr>
            <a:xfrm>
              <a:off x="5154950" y="3518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59" name="pt25559"/>
            <p:cNvSpPr/>
            <p:nvPr/>
          </p:nvSpPr>
          <p:spPr>
            <a:xfrm>
              <a:off x="5237544" y="348394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60" name="pt25560"/>
            <p:cNvSpPr/>
            <p:nvPr/>
          </p:nvSpPr>
          <p:spPr>
            <a:xfrm>
              <a:off x="4966719" y="366303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61" name="pt25561"/>
            <p:cNvSpPr/>
            <p:nvPr/>
          </p:nvSpPr>
          <p:spPr>
            <a:xfrm>
              <a:off x="5130863" y="33894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2" name="pt25562"/>
            <p:cNvSpPr/>
            <p:nvPr/>
          </p:nvSpPr>
          <p:spPr>
            <a:xfrm>
              <a:off x="5107253" y="35677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3" name="pt25563"/>
            <p:cNvSpPr/>
            <p:nvPr/>
          </p:nvSpPr>
          <p:spPr>
            <a:xfrm>
              <a:off x="5137693" y="3505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4" name="pt25564"/>
            <p:cNvSpPr/>
            <p:nvPr/>
          </p:nvSpPr>
          <p:spPr>
            <a:xfrm>
              <a:off x="5097637" y="34247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5" name="pt25565"/>
            <p:cNvSpPr/>
            <p:nvPr/>
          </p:nvSpPr>
          <p:spPr>
            <a:xfrm>
              <a:off x="5169118" y="35864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6" name="pt25566"/>
            <p:cNvSpPr/>
            <p:nvPr/>
          </p:nvSpPr>
          <p:spPr>
            <a:xfrm>
              <a:off x="5152804" y="34183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7" name="pt25567"/>
            <p:cNvSpPr/>
            <p:nvPr/>
          </p:nvSpPr>
          <p:spPr>
            <a:xfrm>
              <a:off x="5128823" y="36679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8" name="pt25568"/>
            <p:cNvSpPr/>
            <p:nvPr/>
          </p:nvSpPr>
          <p:spPr>
            <a:xfrm>
              <a:off x="5157682" y="33951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69" name="pt25569"/>
            <p:cNvSpPr/>
            <p:nvPr/>
          </p:nvSpPr>
          <p:spPr>
            <a:xfrm>
              <a:off x="5210771" y="36504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0" name="pt25570"/>
            <p:cNvSpPr/>
            <p:nvPr/>
          </p:nvSpPr>
          <p:spPr>
            <a:xfrm>
              <a:off x="5151890" y="39480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1" name="pt25571"/>
            <p:cNvSpPr/>
            <p:nvPr/>
          </p:nvSpPr>
          <p:spPr>
            <a:xfrm>
              <a:off x="5173095" y="35047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2" name="pt25572"/>
            <p:cNvSpPr/>
            <p:nvPr/>
          </p:nvSpPr>
          <p:spPr>
            <a:xfrm>
              <a:off x="5165919" y="4003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3" name="pt25573"/>
            <p:cNvSpPr/>
            <p:nvPr/>
          </p:nvSpPr>
          <p:spPr>
            <a:xfrm>
              <a:off x="5152974" y="3457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4" name="pt25574"/>
            <p:cNvSpPr/>
            <p:nvPr/>
          </p:nvSpPr>
          <p:spPr>
            <a:xfrm>
              <a:off x="5219116" y="35590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5" name="pt25575"/>
            <p:cNvSpPr/>
            <p:nvPr/>
          </p:nvSpPr>
          <p:spPr>
            <a:xfrm>
              <a:off x="5184830" y="3496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6" name="pt25576"/>
            <p:cNvSpPr/>
            <p:nvPr/>
          </p:nvSpPr>
          <p:spPr>
            <a:xfrm>
              <a:off x="5080624" y="35076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7" name="pt25577"/>
            <p:cNvSpPr/>
            <p:nvPr/>
          </p:nvSpPr>
          <p:spPr>
            <a:xfrm>
              <a:off x="5189803" y="3537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8" name="pt25578"/>
            <p:cNvSpPr/>
            <p:nvPr/>
          </p:nvSpPr>
          <p:spPr>
            <a:xfrm>
              <a:off x="5161432" y="3517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79" name="pt25579"/>
            <p:cNvSpPr/>
            <p:nvPr/>
          </p:nvSpPr>
          <p:spPr>
            <a:xfrm>
              <a:off x="5146414" y="3664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0" name="pt25580"/>
            <p:cNvSpPr/>
            <p:nvPr/>
          </p:nvSpPr>
          <p:spPr>
            <a:xfrm>
              <a:off x="5110607" y="35510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1" name="pt25581"/>
            <p:cNvSpPr/>
            <p:nvPr/>
          </p:nvSpPr>
          <p:spPr>
            <a:xfrm>
              <a:off x="5188221" y="36471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2" name="pt25582"/>
            <p:cNvSpPr/>
            <p:nvPr/>
          </p:nvSpPr>
          <p:spPr>
            <a:xfrm>
              <a:off x="5163102" y="34154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3" name="pt25583"/>
            <p:cNvSpPr/>
            <p:nvPr/>
          </p:nvSpPr>
          <p:spPr>
            <a:xfrm>
              <a:off x="5147969" y="34261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4" name="pt25584"/>
            <p:cNvSpPr/>
            <p:nvPr/>
          </p:nvSpPr>
          <p:spPr>
            <a:xfrm>
              <a:off x="5117034" y="3612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5" name="pt25585"/>
            <p:cNvSpPr/>
            <p:nvPr/>
          </p:nvSpPr>
          <p:spPr>
            <a:xfrm>
              <a:off x="5117460" y="3424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6" name="pt25586"/>
            <p:cNvSpPr/>
            <p:nvPr/>
          </p:nvSpPr>
          <p:spPr>
            <a:xfrm>
              <a:off x="5164308" y="3783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7" name="pt25587"/>
            <p:cNvSpPr/>
            <p:nvPr/>
          </p:nvSpPr>
          <p:spPr>
            <a:xfrm>
              <a:off x="5157417" y="36530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8" name="pt25588"/>
            <p:cNvSpPr/>
            <p:nvPr/>
          </p:nvSpPr>
          <p:spPr>
            <a:xfrm>
              <a:off x="5132599" y="3371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89" name="pt25589"/>
            <p:cNvSpPr/>
            <p:nvPr/>
          </p:nvSpPr>
          <p:spPr>
            <a:xfrm>
              <a:off x="5136755" y="3297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0" name="pt25590"/>
            <p:cNvSpPr/>
            <p:nvPr/>
          </p:nvSpPr>
          <p:spPr>
            <a:xfrm>
              <a:off x="5111098" y="33378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1" name="pt25591"/>
            <p:cNvSpPr/>
            <p:nvPr/>
          </p:nvSpPr>
          <p:spPr>
            <a:xfrm>
              <a:off x="5122701" y="3544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2" name="pt25592"/>
            <p:cNvSpPr/>
            <p:nvPr/>
          </p:nvSpPr>
          <p:spPr>
            <a:xfrm>
              <a:off x="5162569" y="3673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3" name="pt25593"/>
            <p:cNvSpPr/>
            <p:nvPr/>
          </p:nvSpPr>
          <p:spPr>
            <a:xfrm>
              <a:off x="5117972" y="3922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4" name="pt25594"/>
            <p:cNvSpPr/>
            <p:nvPr/>
          </p:nvSpPr>
          <p:spPr>
            <a:xfrm>
              <a:off x="5180072" y="34913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5" name="pt25595"/>
            <p:cNvSpPr/>
            <p:nvPr/>
          </p:nvSpPr>
          <p:spPr>
            <a:xfrm>
              <a:off x="5127416" y="36473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6" name="pt25596"/>
            <p:cNvSpPr/>
            <p:nvPr/>
          </p:nvSpPr>
          <p:spPr>
            <a:xfrm>
              <a:off x="5102545" y="34017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7" name="pt25597"/>
            <p:cNvSpPr/>
            <p:nvPr/>
          </p:nvSpPr>
          <p:spPr>
            <a:xfrm>
              <a:off x="5116191" y="33999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8" name="pt25598"/>
            <p:cNvSpPr/>
            <p:nvPr/>
          </p:nvSpPr>
          <p:spPr>
            <a:xfrm>
              <a:off x="5159172" y="3713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599" name="pt25599"/>
            <p:cNvSpPr/>
            <p:nvPr/>
          </p:nvSpPr>
          <p:spPr>
            <a:xfrm>
              <a:off x="5176874" y="37156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0" name="pt25600"/>
            <p:cNvSpPr/>
            <p:nvPr/>
          </p:nvSpPr>
          <p:spPr>
            <a:xfrm>
              <a:off x="5135624" y="3511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1" name="pt25601"/>
            <p:cNvSpPr/>
            <p:nvPr/>
          </p:nvSpPr>
          <p:spPr>
            <a:xfrm>
              <a:off x="5168042" y="37788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2" name="pt25602"/>
            <p:cNvSpPr/>
            <p:nvPr/>
          </p:nvSpPr>
          <p:spPr>
            <a:xfrm>
              <a:off x="5122560" y="34570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3" name="pt25603"/>
            <p:cNvSpPr/>
            <p:nvPr/>
          </p:nvSpPr>
          <p:spPr>
            <a:xfrm>
              <a:off x="5121138" y="35818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4" name="pt25604"/>
            <p:cNvSpPr/>
            <p:nvPr/>
          </p:nvSpPr>
          <p:spPr>
            <a:xfrm>
              <a:off x="5151964" y="34284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5" name="pt25605"/>
            <p:cNvSpPr/>
            <p:nvPr/>
          </p:nvSpPr>
          <p:spPr>
            <a:xfrm>
              <a:off x="5150919" y="3490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6" name="pt25606"/>
            <p:cNvSpPr/>
            <p:nvPr/>
          </p:nvSpPr>
          <p:spPr>
            <a:xfrm>
              <a:off x="5095196" y="34296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7" name="pt25607"/>
            <p:cNvSpPr/>
            <p:nvPr/>
          </p:nvSpPr>
          <p:spPr>
            <a:xfrm>
              <a:off x="5088541" y="35002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8" name="pt25608"/>
            <p:cNvSpPr/>
            <p:nvPr/>
          </p:nvSpPr>
          <p:spPr>
            <a:xfrm>
              <a:off x="5144162" y="3499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09" name="pt25609"/>
            <p:cNvSpPr/>
            <p:nvPr/>
          </p:nvSpPr>
          <p:spPr>
            <a:xfrm>
              <a:off x="5169330" y="3782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0" name="pt25610"/>
            <p:cNvSpPr/>
            <p:nvPr/>
          </p:nvSpPr>
          <p:spPr>
            <a:xfrm>
              <a:off x="5254081" y="339697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11" name="pt25611"/>
            <p:cNvSpPr/>
            <p:nvPr/>
          </p:nvSpPr>
          <p:spPr>
            <a:xfrm>
              <a:off x="5113973" y="3453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2" name="pt25612"/>
            <p:cNvSpPr/>
            <p:nvPr/>
          </p:nvSpPr>
          <p:spPr>
            <a:xfrm>
              <a:off x="5161538" y="34236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3" name="pt25613"/>
            <p:cNvSpPr/>
            <p:nvPr/>
          </p:nvSpPr>
          <p:spPr>
            <a:xfrm>
              <a:off x="5161015" y="38730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4" name="pt25614"/>
            <p:cNvSpPr/>
            <p:nvPr/>
          </p:nvSpPr>
          <p:spPr>
            <a:xfrm>
              <a:off x="5107400" y="3599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5" name="pt25615"/>
            <p:cNvSpPr/>
            <p:nvPr/>
          </p:nvSpPr>
          <p:spPr>
            <a:xfrm>
              <a:off x="5146516" y="34606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6" name="pt25616"/>
            <p:cNvSpPr/>
            <p:nvPr/>
          </p:nvSpPr>
          <p:spPr>
            <a:xfrm>
              <a:off x="5123682" y="34030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7" name="pt25617"/>
            <p:cNvSpPr/>
            <p:nvPr/>
          </p:nvSpPr>
          <p:spPr>
            <a:xfrm>
              <a:off x="5178181" y="3613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8" name="pt25618"/>
            <p:cNvSpPr/>
            <p:nvPr/>
          </p:nvSpPr>
          <p:spPr>
            <a:xfrm>
              <a:off x="5090292" y="37834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19" name="pt25619"/>
            <p:cNvSpPr/>
            <p:nvPr/>
          </p:nvSpPr>
          <p:spPr>
            <a:xfrm>
              <a:off x="5162342" y="37367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0" name="pt25620"/>
            <p:cNvSpPr/>
            <p:nvPr/>
          </p:nvSpPr>
          <p:spPr>
            <a:xfrm>
              <a:off x="5198595" y="3418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1" name="pt25621"/>
            <p:cNvSpPr/>
            <p:nvPr/>
          </p:nvSpPr>
          <p:spPr>
            <a:xfrm>
              <a:off x="5174535" y="36904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2" name="pt25622"/>
            <p:cNvSpPr/>
            <p:nvPr/>
          </p:nvSpPr>
          <p:spPr>
            <a:xfrm>
              <a:off x="5094635" y="34320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3" name="pt25623"/>
            <p:cNvSpPr/>
            <p:nvPr/>
          </p:nvSpPr>
          <p:spPr>
            <a:xfrm>
              <a:off x="5097561" y="3585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4" name="pt25624"/>
            <p:cNvSpPr/>
            <p:nvPr/>
          </p:nvSpPr>
          <p:spPr>
            <a:xfrm>
              <a:off x="5108579" y="3504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5" name="pt25625"/>
            <p:cNvSpPr/>
            <p:nvPr/>
          </p:nvSpPr>
          <p:spPr>
            <a:xfrm>
              <a:off x="5153783" y="35598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6" name="pt25626"/>
            <p:cNvSpPr/>
            <p:nvPr/>
          </p:nvSpPr>
          <p:spPr>
            <a:xfrm>
              <a:off x="5170406" y="32955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7" name="pt25627"/>
            <p:cNvSpPr/>
            <p:nvPr/>
          </p:nvSpPr>
          <p:spPr>
            <a:xfrm>
              <a:off x="5180467" y="36057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8" name="pt25628"/>
            <p:cNvSpPr/>
            <p:nvPr/>
          </p:nvSpPr>
          <p:spPr>
            <a:xfrm>
              <a:off x="5159494" y="37117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29" name="pt25629"/>
            <p:cNvSpPr/>
            <p:nvPr/>
          </p:nvSpPr>
          <p:spPr>
            <a:xfrm>
              <a:off x="5119253" y="33857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0" name="pt25630"/>
            <p:cNvSpPr/>
            <p:nvPr/>
          </p:nvSpPr>
          <p:spPr>
            <a:xfrm>
              <a:off x="5123684" y="3476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1" name="pt25631"/>
            <p:cNvSpPr/>
            <p:nvPr/>
          </p:nvSpPr>
          <p:spPr>
            <a:xfrm>
              <a:off x="5829289" y="366239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32" name="pt25632"/>
            <p:cNvSpPr/>
            <p:nvPr/>
          </p:nvSpPr>
          <p:spPr>
            <a:xfrm>
              <a:off x="5143903" y="3437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3" name="pt25633"/>
            <p:cNvSpPr/>
            <p:nvPr/>
          </p:nvSpPr>
          <p:spPr>
            <a:xfrm>
              <a:off x="5136401" y="3533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4" name="pt25634"/>
            <p:cNvSpPr/>
            <p:nvPr/>
          </p:nvSpPr>
          <p:spPr>
            <a:xfrm>
              <a:off x="5125405" y="34967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5" name="pt25635"/>
            <p:cNvSpPr/>
            <p:nvPr/>
          </p:nvSpPr>
          <p:spPr>
            <a:xfrm>
              <a:off x="5143154" y="33300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6" name="pt25636"/>
            <p:cNvSpPr/>
            <p:nvPr/>
          </p:nvSpPr>
          <p:spPr>
            <a:xfrm>
              <a:off x="5664636" y="374788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37" name="pt25637"/>
            <p:cNvSpPr/>
            <p:nvPr/>
          </p:nvSpPr>
          <p:spPr>
            <a:xfrm>
              <a:off x="5148024" y="36001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8" name="pt25638"/>
            <p:cNvSpPr/>
            <p:nvPr/>
          </p:nvSpPr>
          <p:spPr>
            <a:xfrm>
              <a:off x="5169447" y="3765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39" name="pt25639"/>
            <p:cNvSpPr/>
            <p:nvPr/>
          </p:nvSpPr>
          <p:spPr>
            <a:xfrm>
              <a:off x="5120793" y="3384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0" name="pt25640"/>
            <p:cNvSpPr/>
            <p:nvPr/>
          </p:nvSpPr>
          <p:spPr>
            <a:xfrm>
              <a:off x="5136818" y="3439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1" name="pt25641"/>
            <p:cNvSpPr/>
            <p:nvPr/>
          </p:nvSpPr>
          <p:spPr>
            <a:xfrm>
              <a:off x="5095665" y="3358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2" name="pt25642"/>
            <p:cNvSpPr/>
            <p:nvPr/>
          </p:nvSpPr>
          <p:spPr>
            <a:xfrm>
              <a:off x="5090342" y="3396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3" name="pt25643"/>
            <p:cNvSpPr/>
            <p:nvPr/>
          </p:nvSpPr>
          <p:spPr>
            <a:xfrm>
              <a:off x="5270249" y="36865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4" name="pt25644"/>
            <p:cNvSpPr/>
            <p:nvPr/>
          </p:nvSpPr>
          <p:spPr>
            <a:xfrm>
              <a:off x="5145986" y="35258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5" name="pt25645"/>
            <p:cNvSpPr/>
            <p:nvPr/>
          </p:nvSpPr>
          <p:spPr>
            <a:xfrm>
              <a:off x="5128852" y="3666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6" name="pt25646"/>
            <p:cNvSpPr/>
            <p:nvPr/>
          </p:nvSpPr>
          <p:spPr>
            <a:xfrm>
              <a:off x="5131592" y="34660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7" name="pt25647"/>
            <p:cNvSpPr/>
            <p:nvPr/>
          </p:nvSpPr>
          <p:spPr>
            <a:xfrm>
              <a:off x="5107384" y="3730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8" name="pt25648"/>
            <p:cNvSpPr/>
            <p:nvPr/>
          </p:nvSpPr>
          <p:spPr>
            <a:xfrm>
              <a:off x="5141210" y="3305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49" name="pt25649"/>
            <p:cNvSpPr/>
            <p:nvPr/>
          </p:nvSpPr>
          <p:spPr>
            <a:xfrm>
              <a:off x="5101234" y="37867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0" name="pt25650"/>
            <p:cNvSpPr/>
            <p:nvPr/>
          </p:nvSpPr>
          <p:spPr>
            <a:xfrm>
              <a:off x="5189771" y="3630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1" name="pt25651"/>
            <p:cNvSpPr/>
            <p:nvPr/>
          </p:nvSpPr>
          <p:spPr>
            <a:xfrm>
              <a:off x="5115176" y="3548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2" name="pt25652"/>
            <p:cNvSpPr/>
            <p:nvPr/>
          </p:nvSpPr>
          <p:spPr>
            <a:xfrm>
              <a:off x="5105585" y="33995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3" name="pt25653"/>
            <p:cNvSpPr/>
            <p:nvPr/>
          </p:nvSpPr>
          <p:spPr>
            <a:xfrm>
              <a:off x="5173770" y="38311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4" name="pt25654"/>
            <p:cNvSpPr/>
            <p:nvPr/>
          </p:nvSpPr>
          <p:spPr>
            <a:xfrm>
              <a:off x="5099162" y="34211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5" name="pt25655"/>
            <p:cNvSpPr/>
            <p:nvPr/>
          </p:nvSpPr>
          <p:spPr>
            <a:xfrm>
              <a:off x="5135462" y="35688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6" name="pt25656"/>
            <p:cNvSpPr/>
            <p:nvPr/>
          </p:nvSpPr>
          <p:spPr>
            <a:xfrm>
              <a:off x="5137954" y="3396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7" name="pt25657"/>
            <p:cNvSpPr/>
            <p:nvPr/>
          </p:nvSpPr>
          <p:spPr>
            <a:xfrm>
              <a:off x="5131937" y="3432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8" name="pt25658"/>
            <p:cNvSpPr/>
            <p:nvPr/>
          </p:nvSpPr>
          <p:spPr>
            <a:xfrm>
              <a:off x="5137098" y="34339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59" name="pt25659"/>
            <p:cNvSpPr/>
            <p:nvPr/>
          </p:nvSpPr>
          <p:spPr>
            <a:xfrm>
              <a:off x="5147176" y="34642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0" name="pt25660"/>
            <p:cNvSpPr/>
            <p:nvPr/>
          </p:nvSpPr>
          <p:spPr>
            <a:xfrm>
              <a:off x="5132417" y="38808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1" name="pt25661"/>
            <p:cNvSpPr/>
            <p:nvPr/>
          </p:nvSpPr>
          <p:spPr>
            <a:xfrm>
              <a:off x="5221215" y="37483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2" name="pt25662"/>
            <p:cNvSpPr/>
            <p:nvPr/>
          </p:nvSpPr>
          <p:spPr>
            <a:xfrm>
              <a:off x="5130851" y="34170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3" name="pt25663"/>
            <p:cNvSpPr/>
            <p:nvPr/>
          </p:nvSpPr>
          <p:spPr>
            <a:xfrm>
              <a:off x="5136246" y="3432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4" name="pt25664"/>
            <p:cNvSpPr/>
            <p:nvPr/>
          </p:nvSpPr>
          <p:spPr>
            <a:xfrm>
              <a:off x="5141229" y="3353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5" name="pt25665"/>
            <p:cNvSpPr/>
            <p:nvPr/>
          </p:nvSpPr>
          <p:spPr>
            <a:xfrm>
              <a:off x="5209983" y="36063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6" name="pt25666"/>
            <p:cNvSpPr/>
            <p:nvPr/>
          </p:nvSpPr>
          <p:spPr>
            <a:xfrm>
              <a:off x="5186590" y="37456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7" name="pt25667"/>
            <p:cNvSpPr/>
            <p:nvPr/>
          </p:nvSpPr>
          <p:spPr>
            <a:xfrm>
              <a:off x="5132311" y="34428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8" name="pt25668"/>
            <p:cNvSpPr/>
            <p:nvPr/>
          </p:nvSpPr>
          <p:spPr>
            <a:xfrm>
              <a:off x="5131242" y="37084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69" name="pt25669"/>
            <p:cNvSpPr/>
            <p:nvPr/>
          </p:nvSpPr>
          <p:spPr>
            <a:xfrm>
              <a:off x="5162370" y="3413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0" name="pt25670"/>
            <p:cNvSpPr/>
            <p:nvPr/>
          </p:nvSpPr>
          <p:spPr>
            <a:xfrm>
              <a:off x="5143255" y="3527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1" name="pt25671"/>
            <p:cNvSpPr/>
            <p:nvPr/>
          </p:nvSpPr>
          <p:spPr>
            <a:xfrm>
              <a:off x="5197218" y="3754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2" name="pt25672"/>
            <p:cNvSpPr/>
            <p:nvPr/>
          </p:nvSpPr>
          <p:spPr>
            <a:xfrm>
              <a:off x="5163498" y="3812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3" name="pt25673"/>
            <p:cNvSpPr/>
            <p:nvPr/>
          </p:nvSpPr>
          <p:spPr>
            <a:xfrm>
              <a:off x="5172222" y="35585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4" name="pt25674"/>
            <p:cNvSpPr/>
            <p:nvPr/>
          </p:nvSpPr>
          <p:spPr>
            <a:xfrm>
              <a:off x="5056582" y="37527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5" name="pt25675"/>
            <p:cNvSpPr/>
            <p:nvPr/>
          </p:nvSpPr>
          <p:spPr>
            <a:xfrm>
              <a:off x="5139352" y="3725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6" name="pt25676"/>
            <p:cNvSpPr/>
            <p:nvPr/>
          </p:nvSpPr>
          <p:spPr>
            <a:xfrm>
              <a:off x="5159929" y="35625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7" name="pt25677"/>
            <p:cNvSpPr/>
            <p:nvPr/>
          </p:nvSpPr>
          <p:spPr>
            <a:xfrm>
              <a:off x="5160930" y="35381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8" name="pt25678"/>
            <p:cNvSpPr/>
            <p:nvPr/>
          </p:nvSpPr>
          <p:spPr>
            <a:xfrm>
              <a:off x="5144603" y="3698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79" name="pt25679"/>
            <p:cNvSpPr/>
            <p:nvPr/>
          </p:nvSpPr>
          <p:spPr>
            <a:xfrm>
              <a:off x="5142808" y="3060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0" name="pt25680"/>
            <p:cNvSpPr/>
            <p:nvPr/>
          </p:nvSpPr>
          <p:spPr>
            <a:xfrm>
              <a:off x="5172868" y="3608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1" name="pt25681"/>
            <p:cNvSpPr/>
            <p:nvPr/>
          </p:nvSpPr>
          <p:spPr>
            <a:xfrm>
              <a:off x="5122313" y="33403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2" name="pt25682"/>
            <p:cNvSpPr/>
            <p:nvPr/>
          </p:nvSpPr>
          <p:spPr>
            <a:xfrm>
              <a:off x="5150019" y="3387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3" name="pt25683"/>
            <p:cNvSpPr/>
            <p:nvPr/>
          </p:nvSpPr>
          <p:spPr>
            <a:xfrm>
              <a:off x="5153653" y="33457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4" name="pt25684"/>
            <p:cNvSpPr/>
            <p:nvPr/>
          </p:nvSpPr>
          <p:spPr>
            <a:xfrm>
              <a:off x="5155196" y="34543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5" name="pt25685"/>
            <p:cNvSpPr/>
            <p:nvPr/>
          </p:nvSpPr>
          <p:spPr>
            <a:xfrm>
              <a:off x="5135223" y="36912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6" name="pt25686"/>
            <p:cNvSpPr/>
            <p:nvPr/>
          </p:nvSpPr>
          <p:spPr>
            <a:xfrm>
              <a:off x="5116016" y="3359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7" name="pt25687"/>
            <p:cNvSpPr/>
            <p:nvPr/>
          </p:nvSpPr>
          <p:spPr>
            <a:xfrm>
              <a:off x="5073642" y="35728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8" name="pt25688"/>
            <p:cNvSpPr/>
            <p:nvPr/>
          </p:nvSpPr>
          <p:spPr>
            <a:xfrm>
              <a:off x="5126931" y="35208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89" name="pt25689"/>
            <p:cNvSpPr/>
            <p:nvPr/>
          </p:nvSpPr>
          <p:spPr>
            <a:xfrm>
              <a:off x="5170672" y="37873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0" name="pt25690"/>
            <p:cNvSpPr/>
            <p:nvPr/>
          </p:nvSpPr>
          <p:spPr>
            <a:xfrm>
              <a:off x="5159673" y="3795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1" name="pt25691"/>
            <p:cNvSpPr/>
            <p:nvPr/>
          </p:nvSpPr>
          <p:spPr>
            <a:xfrm>
              <a:off x="5033798" y="35311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2" name="pt25692"/>
            <p:cNvSpPr/>
            <p:nvPr/>
          </p:nvSpPr>
          <p:spPr>
            <a:xfrm>
              <a:off x="5130173" y="33193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3" name="pt25693"/>
            <p:cNvSpPr/>
            <p:nvPr/>
          </p:nvSpPr>
          <p:spPr>
            <a:xfrm>
              <a:off x="5170278" y="3689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4" name="pt25694"/>
            <p:cNvSpPr/>
            <p:nvPr/>
          </p:nvSpPr>
          <p:spPr>
            <a:xfrm>
              <a:off x="5081637" y="38323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5" name="pt25695"/>
            <p:cNvSpPr/>
            <p:nvPr/>
          </p:nvSpPr>
          <p:spPr>
            <a:xfrm>
              <a:off x="5139770" y="37069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6" name="pt25696"/>
            <p:cNvSpPr/>
            <p:nvPr/>
          </p:nvSpPr>
          <p:spPr>
            <a:xfrm>
              <a:off x="5111288" y="35406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7" name="pt25697"/>
            <p:cNvSpPr/>
            <p:nvPr/>
          </p:nvSpPr>
          <p:spPr>
            <a:xfrm>
              <a:off x="5137686" y="35240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8" name="pt25698"/>
            <p:cNvSpPr/>
            <p:nvPr/>
          </p:nvSpPr>
          <p:spPr>
            <a:xfrm>
              <a:off x="5182946" y="33450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699" name="pt25699"/>
            <p:cNvSpPr/>
            <p:nvPr/>
          </p:nvSpPr>
          <p:spPr>
            <a:xfrm>
              <a:off x="5115487" y="36436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0" name="pt25700"/>
            <p:cNvSpPr/>
            <p:nvPr/>
          </p:nvSpPr>
          <p:spPr>
            <a:xfrm>
              <a:off x="5233265" y="36486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1" name="pt25701"/>
            <p:cNvSpPr/>
            <p:nvPr/>
          </p:nvSpPr>
          <p:spPr>
            <a:xfrm>
              <a:off x="5163856" y="3634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2" name="pt25702"/>
            <p:cNvSpPr/>
            <p:nvPr/>
          </p:nvSpPr>
          <p:spPr>
            <a:xfrm>
              <a:off x="5535715" y="3459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3" name="pt25703"/>
            <p:cNvSpPr/>
            <p:nvPr/>
          </p:nvSpPr>
          <p:spPr>
            <a:xfrm>
              <a:off x="5112544" y="33348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4" name="pt25704"/>
            <p:cNvSpPr/>
            <p:nvPr/>
          </p:nvSpPr>
          <p:spPr>
            <a:xfrm>
              <a:off x="5114111" y="3495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5" name="pt25705"/>
            <p:cNvSpPr/>
            <p:nvPr/>
          </p:nvSpPr>
          <p:spPr>
            <a:xfrm>
              <a:off x="5219982" y="39977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6" name="pt25706"/>
            <p:cNvSpPr/>
            <p:nvPr/>
          </p:nvSpPr>
          <p:spPr>
            <a:xfrm>
              <a:off x="5145308" y="3554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7" name="pt25707"/>
            <p:cNvSpPr/>
            <p:nvPr/>
          </p:nvSpPr>
          <p:spPr>
            <a:xfrm>
              <a:off x="5118288" y="34889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8" name="pt25708"/>
            <p:cNvSpPr/>
            <p:nvPr/>
          </p:nvSpPr>
          <p:spPr>
            <a:xfrm>
              <a:off x="5202606" y="34259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09" name="pt25709"/>
            <p:cNvSpPr/>
            <p:nvPr/>
          </p:nvSpPr>
          <p:spPr>
            <a:xfrm>
              <a:off x="5159766" y="3593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0" name="pt25710"/>
            <p:cNvSpPr/>
            <p:nvPr/>
          </p:nvSpPr>
          <p:spPr>
            <a:xfrm>
              <a:off x="5120314" y="35192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1" name="pt25711"/>
            <p:cNvSpPr/>
            <p:nvPr/>
          </p:nvSpPr>
          <p:spPr>
            <a:xfrm>
              <a:off x="5147645" y="3503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2" name="pt25712"/>
            <p:cNvSpPr/>
            <p:nvPr/>
          </p:nvSpPr>
          <p:spPr>
            <a:xfrm>
              <a:off x="5158041" y="36216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3" name="pt25713"/>
            <p:cNvSpPr/>
            <p:nvPr/>
          </p:nvSpPr>
          <p:spPr>
            <a:xfrm>
              <a:off x="5134929" y="37503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4" name="pt25714"/>
            <p:cNvSpPr/>
            <p:nvPr/>
          </p:nvSpPr>
          <p:spPr>
            <a:xfrm>
              <a:off x="5113057" y="3552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5" name="pt25715"/>
            <p:cNvSpPr/>
            <p:nvPr/>
          </p:nvSpPr>
          <p:spPr>
            <a:xfrm>
              <a:off x="5141756" y="33058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6" name="pt25716"/>
            <p:cNvSpPr/>
            <p:nvPr/>
          </p:nvSpPr>
          <p:spPr>
            <a:xfrm>
              <a:off x="5128714" y="3522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7" name="pt25717"/>
            <p:cNvSpPr/>
            <p:nvPr/>
          </p:nvSpPr>
          <p:spPr>
            <a:xfrm>
              <a:off x="5072026" y="3753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8" name="pt25718"/>
            <p:cNvSpPr/>
            <p:nvPr/>
          </p:nvSpPr>
          <p:spPr>
            <a:xfrm>
              <a:off x="5207089" y="3720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19" name="pt25719"/>
            <p:cNvSpPr/>
            <p:nvPr/>
          </p:nvSpPr>
          <p:spPr>
            <a:xfrm>
              <a:off x="5137290" y="34740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0" name="pt25720"/>
            <p:cNvSpPr/>
            <p:nvPr/>
          </p:nvSpPr>
          <p:spPr>
            <a:xfrm>
              <a:off x="5166549" y="37696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1" name="pt25721"/>
            <p:cNvSpPr/>
            <p:nvPr/>
          </p:nvSpPr>
          <p:spPr>
            <a:xfrm>
              <a:off x="5146670" y="3742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2" name="pt25722"/>
            <p:cNvSpPr/>
            <p:nvPr/>
          </p:nvSpPr>
          <p:spPr>
            <a:xfrm>
              <a:off x="5577358" y="3623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3" name="pt25723"/>
            <p:cNvSpPr/>
            <p:nvPr/>
          </p:nvSpPr>
          <p:spPr>
            <a:xfrm>
              <a:off x="5093179" y="3520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4" name="pt25724"/>
            <p:cNvSpPr/>
            <p:nvPr/>
          </p:nvSpPr>
          <p:spPr>
            <a:xfrm>
              <a:off x="5135415" y="36238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5" name="pt25725"/>
            <p:cNvSpPr/>
            <p:nvPr/>
          </p:nvSpPr>
          <p:spPr>
            <a:xfrm>
              <a:off x="5170742" y="36746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6" name="pt25726"/>
            <p:cNvSpPr/>
            <p:nvPr/>
          </p:nvSpPr>
          <p:spPr>
            <a:xfrm>
              <a:off x="5216018" y="3731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7" name="pt25727"/>
            <p:cNvSpPr/>
            <p:nvPr/>
          </p:nvSpPr>
          <p:spPr>
            <a:xfrm>
              <a:off x="5135018" y="34492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8" name="pt25728"/>
            <p:cNvSpPr/>
            <p:nvPr/>
          </p:nvSpPr>
          <p:spPr>
            <a:xfrm>
              <a:off x="5142641" y="3501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29" name="pt25729"/>
            <p:cNvSpPr/>
            <p:nvPr/>
          </p:nvSpPr>
          <p:spPr>
            <a:xfrm>
              <a:off x="5194012" y="36200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0" name="pt25730"/>
            <p:cNvSpPr/>
            <p:nvPr/>
          </p:nvSpPr>
          <p:spPr>
            <a:xfrm>
              <a:off x="5269010" y="3573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1" name="pt25731"/>
            <p:cNvSpPr/>
            <p:nvPr/>
          </p:nvSpPr>
          <p:spPr>
            <a:xfrm>
              <a:off x="5124623" y="37895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2" name="pt25732"/>
            <p:cNvSpPr/>
            <p:nvPr/>
          </p:nvSpPr>
          <p:spPr>
            <a:xfrm>
              <a:off x="5121491" y="3447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3" name="pt25733"/>
            <p:cNvSpPr/>
            <p:nvPr/>
          </p:nvSpPr>
          <p:spPr>
            <a:xfrm>
              <a:off x="5154258" y="36361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4" name="pt25734"/>
            <p:cNvSpPr/>
            <p:nvPr/>
          </p:nvSpPr>
          <p:spPr>
            <a:xfrm>
              <a:off x="5139175" y="33660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5" name="pt25735"/>
            <p:cNvSpPr/>
            <p:nvPr/>
          </p:nvSpPr>
          <p:spPr>
            <a:xfrm>
              <a:off x="5057952" y="3488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6" name="pt25736"/>
            <p:cNvSpPr/>
            <p:nvPr/>
          </p:nvSpPr>
          <p:spPr>
            <a:xfrm>
              <a:off x="5136593" y="33649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7" name="pt25737"/>
            <p:cNvSpPr/>
            <p:nvPr/>
          </p:nvSpPr>
          <p:spPr>
            <a:xfrm>
              <a:off x="5149973" y="34125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8" name="pt25738"/>
            <p:cNvSpPr/>
            <p:nvPr/>
          </p:nvSpPr>
          <p:spPr>
            <a:xfrm>
              <a:off x="5168263" y="33570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39" name="pt25739"/>
            <p:cNvSpPr/>
            <p:nvPr/>
          </p:nvSpPr>
          <p:spPr>
            <a:xfrm>
              <a:off x="5140964" y="3693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0" name="pt25740"/>
            <p:cNvSpPr/>
            <p:nvPr/>
          </p:nvSpPr>
          <p:spPr>
            <a:xfrm>
              <a:off x="5120614" y="33485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1" name="pt25741"/>
            <p:cNvSpPr/>
            <p:nvPr/>
          </p:nvSpPr>
          <p:spPr>
            <a:xfrm>
              <a:off x="5126837" y="34059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2" name="pt25742"/>
            <p:cNvSpPr/>
            <p:nvPr/>
          </p:nvSpPr>
          <p:spPr>
            <a:xfrm>
              <a:off x="5197968" y="3415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3" name="pt25743"/>
            <p:cNvSpPr/>
            <p:nvPr/>
          </p:nvSpPr>
          <p:spPr>
            <a:xfrm>
              <a:off x="5138036" y="3597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4" name="pt25744"/>
            <p:cNvSpPr/>
            <p:nvPr/>
          </p:nvSpPr>
          <p:spPr>
            <a:xfrm>
              <a:off x="5165878" y="37705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5" name="pt25745"/>
            <p:cNvSpPr/>
            <p:nvPr/>
          </p:nvSpPr>
          <p:spPr>
            <a:xfrm>
              <a:off x="5215598" y="37843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6" name="pt25746"/>
            <p:cNvSpPr/>
            <p:nvPr/>
          </p:nvSpPr>
          <p:spPr>
            <a:xfrm>
              <a:off x="5144079" y="3439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7" name="pt25747"/>
            <p:cNvSpPr/>
            <p:nvPr/>
          </p:nvSpPr>
          <p:spPr>
            <a:xfrm>
              <a:off x="5162321" y="3520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8" name="pt25748"/>
            <p:cNvSpPr/>
            <p:nvPr/>
          </p:nvSpPr>
          <p:spPr>
            <a:xfrm>
              <a:off x="5147483" y="3398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49" name="pt25749"/>
            <p:cNvSpPr/>
            <p:nvPr/>
          </p:nvSpPr>
          <p:spPr>
            <a:xfrm>
              <a:off x="5151252" y="33784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0" name="pt25750"/>
            <p:cNvSpPr/>
            <p:nvPr/>
          </p:nvSpPr>
          <p:spPr>
            <a:xfrm>
              <a:off x="5159325" y="33597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1" name="pt25751"/>
            <p:cNvSpPr/>
            <p:nvPr/>
          </p:nvSpPr>
          <p:spPr>
            <a:xfrm>
              <a:off x="5164624" y="35659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2" name="pt25752"/>
            <p:cNvSpPr/>
            <p:nvPr/>
          </p:nvSpPr>
          <p:spPr>
            <a:xfrm>
              <a:off x="5145543" y="3348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3" name="pt25753"/>
            <p:cNvSpPr/>
            <p:nvPr/>
          </p:nvSpPr>
          <p:spPr>
            <a:xfrm>
              <a:off x="5169624" y="37112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4" name="pt25754"/>
            <p:cNvSpPr/>
            <p:nvPr/>
          </p:nvSpPr>
          <p:spPr>
            <a:xfrm>
              <a:off x="5140789" y="33809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5" name="pt25755"/>
            <p:cNvSpPr/>
            <p:nvPr/>
          </p:nvSpPr>
          <p:spPr>
            <a:xfrm>
              <a:off x="5177659" y="35434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6" name="pt25756"/>
            <p:cNvSpPr/>
            <p:nvPr/>
          </p:nvSpPr>
          <p:spPr>
            <a:xfrm>
              <a:off x="5144958" y="3391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7" name="pt25757"/>
            <p:cNvSpPr/>
            <p:nvPr/>
          </p:nvSpPr>
          <p:spPr>
            <a:xfrm>
              <a:off x="5137505" y="3412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8" name="pt25758"/>
            <p:cNvSpPr/>
            <p:nvPr/>
          </p:nvSpPr>
          <p:spPr>
            <a:xfrm>
              <a:off x="5130043" y="3431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59" name="pt25759"/>
            <p:cNvSpPr/>
            <p:nvPr/>
          </p:nvSpPr>
          <p:spPr>
            <a:xfrm>
              <a:off x="4926580" y="34972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0" name="pt25760"/>
            <p:cNvSpPr/>
            <p:nvPr/>
          </p:nvSpPr>
          <p:spPr>
            <a:xfrm>
              <a:off x="5204968" y="33811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1" name="pt25761"/>
            <p:cNvSpPr/>
            <p:nvPr/>
          </p:nvSpPr>
          <p:spPr>
            <a:xfrm>
              <a:off x="5200034" y="3742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2" name="pt25762"/>
            <p:cNvSpPr/>
            <p:nvPr/>
          </p:nvSpPr>
          <p:spPr>
            <a:xfrm>
              <a:off x="5170906" y="3274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3" name="pt25763"/>
            <p:cNvSpPr/>
            <p:nvPr/>
          </p:nvSpPr>
          <p:spPr>
            <a:xfrm>
              <a:off x="5120415" y="36352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4" name="pt25764"/>
            <p:cNvSpPr/>
            <p:nvPr/>
          </p:nvSpPr>
          <p:spPr>
            <a:xfrm>
              <a:off x="5130382" y="3579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5" name="pt25765"/>
            <p:cNvSpPr/>
            <p:nvPr/>
          </p:nvSpPr>
          <p:spPr>
            <a:xfrm>
              <a:off x="5155781" y="3491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6" name="pt25766"/>
            <p:cNvSpPr/>
            <p:nvPr/>
          </p:nvSpPr>
          <p:spPr>
            <a:xfrm>
              <a:off x="5145014" y="33841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7" name="pt25767"/>
            <p:cNvSpPr/>
            <p:nvPr/>
          </p:nvSpPr>
          <p:spPr>
            <a:xfrm>
              <a:off x="5185313" y="35821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8" name="pt25768"/>
            <p:cNvSpPr/>
            <p:nvPr/>
          </p:nvSpPr>
          <p:spPr>
            <a:xfrm>
              <a:off x="5141386" y="35135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69" name="pt25769"/>
            <p:cNvSpPr/>
            <p:nvPr/>
          </p:nvSpPr>
          <p:spPr>
            <a:xfrm>
              <a:off x="5136584" y="3631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0" name="pt25770"/>
            <p:cNvSpPr/>
            <p:nvPr/>
          </p:nvSpPr>
          <p:spPr>
            <a:xfrm>
              <a:off x="5196760" y="35411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1" name="pt25771"/>
            <p:cNvSpPr/>
            <p:nvPr/>
          </p:nvSpPr>
          <p:spPr>
            <a:xfrm>
              <a:off x="5139814" y="36478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2" name="pt25772"/>
            <p:cNvSpPr/>
            <p:nvPr/>
          </p:nvSpPr>
          <p:spPr>
            <a:xfrm>
              <a:off x="5149139" y="35186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3" name="pt25773"/>
            <p:cNvSpPr/>
            <p:nvPr/>
          </p:nvSpPr>
          <p:spPr>
            <a:xfrm>
              <a:off x="5160103" y="34076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4" name="pt25774"/>
            <p:cNvSpPr/>
            <p:nvPr/>
          </p:nvSpPr>
          <p:spPr>
            <a:xfrm>
              <a:off x="5054905" y="3344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5" name="pt25775"/>
            <p:cNvSpPr/>
            <p:nvPr/>
          </p:nvSpPr>
          <p:spPr>
            <a:xfrm>
              <a:off x="5175347" y="35567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6" name="pt25776"/>
            <p:cNvSpPr/>
            <p:nvPr/>
          </p:nvSpPr>
          <p:spPr>
            <a:xfrm>
              <a:off x="5146243" y="35576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7" name="pt25777"/>
            <p:cNvSpPr/>
            <p:nvPr/>
          </p:nvSpPr>
          <p:spPr>
            <a:xfrm>
              <a:off x="5119661" y="35000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8" name="pt25778"/>
            <p:cNvSpPr/>
            <p:nvPr/>
          </p:nvSpPr>
          <p:spPr>
            <a:xfrm>
              <a:off x="5168739" y="3785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79" name="pt25779"/>
            <p:cNvSpPr/>
            <p:nvPr/>
          </p:nvSpPr>
          <p:spPr>
            <a:xfrm>
              <a:off x="5112788" y="3563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0" name="pt25780"/>
            <p:cNvSpPr/>
            <p:nvPr/>
          </p:nvSpPr>
          <p:spPr>
            <a:xfrm>
              <a:off x="5153482" y="34524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1" name="pt25781"/>
            <p:cNvSpPr/>
            <p:nvPr/>
          </p:nvSpPr>
          <p:spPr>
            <a:xfrm>
              <a:off x="5215822" y="3696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2" name="pt25782"/>
            <p:cNvSpPr/>
            <p:nvPr/>
          </p:nvSpPr>
          <p:spPr>
            <a:xfrm>
              <a:off x="4899467" y="3702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3" name="pt25783"/>
            <p:cNvSpPr/>
            <p:nvPr/>
          </p:nvSpPr>
          <p:spPr>
            <a:xfrm>
              <a:off x="5152481" y="3433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4" name="pt25784"/>
            <p:cNvSpPr/>
            <p:nvPr/>
          </p:nvSpPr>
          <p:spPr>
            <a:xfrm>
              <a:off x="5168259" y="37616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5" name="pt25785"/>
            <p:cNvSpPr/>
            <p:nvPr/>
          </p:nvSpPr>
          <p:spPr>
            <a:xfrm>
              <a:off x="5163751" y="3773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6" name="pt25786"/>
            <p:cNvSpPr/>
            <p:nvPr/>
          </p:nvSpPr>
          <p:spPr>
            <a:xfrm>
              <a:off x="5121360" y="34738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7" name="pt25787"/>
            <p:cNvSpPr/>
            <p:nvPr/>
          </p:nvSpPr>
          <p:spPr>
            <a:xfrm>
              <a:off x="5111215" y="3446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8" name="pt25788"/>
            <p:cNvSpPr/>
            <p:nvPr/>
          </p:nvSpPr>
          <p:spPr>
            <a:xfrm>
              <a:off x="5137439" y="3869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89" name="pt25789"/>
            <p:cNvSpPr/>
            <p:nvPr/>
          </p:nvSpPr>
          <p:spPr>
            <a:xfrm>
              <a:off x="5135349" y="33591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0" name="pt25790"/>
            <p:cNvSpPr/>
            <p:nvPr/>
          </p:nvSpPr>
          <p:spPr>
            <a:xfrm>
              <a:off x="5104038" y="3925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1" name="pt25791"/>
            <p:cNvSpPr/>
            <p:nvPr/>
          </p:nvSpPr>
          <p:spPr>
            <a:xfrm>
              <a:off x="5151129" y="34516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2" name="pt25792"/>
            <p:cNvSpPr/>
            <p:nvPr/>
          </p:nvSpPr>
          <p:spPr>
            <a:xfrm>
              <a:off x="5118226" y="34875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3" name="pt25793"/>
            <p:cNvSpPr/>
            <p:nvPr/>
          </p:nvSpPr>
          <p:spPr>
            <a:xfrm>
              <a:off x="5150578" y="34613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4" name="pt25794"/>
            <p:cNvSpPr/>
            <p:nvPr/>
          </p:nvSpPr>
          <p:spPr>
            <a:xfrm>
              <a:off x="5181085" y="37112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5" name="pt25795"/>
            <p:cNvSpPr/>
            <p:nvPr/>
          </p:nvSpPr>
          <p:spPr>
            <a:xfrm>
              <a:off x="5101828" y="3411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6" name="pt25796"/>
            <p:cNvSpPr/>
            <p:nvPr/>
          </p:nvSpPr>
          <p:spPr>
            <a:xfrm>
              <a:off x="5115671" y="36031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7" name="pt25797"/>
            <p:cNvSpPr/>
            <p:nvPr/>
          </p:nvSpPr>
          <p:spPr>
            <a:xfrm>
              <a:off x="5180059" y="34344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8" name="pt25798"/>
            <p:cNvSpPr/>
            <p:nvPr/>
          </p:nvSpPr>
          <p:spPr>
            <a:xfrm>
              <a:off x="5444249" y="3468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799" name="pt25799"/>
            <p:cNvSpPr/>
            <p:nvPr/>
          </p:nvSpPr>
          <p:spPr>
            <a:xfrm>
              <a:off x="5109208" y="33586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0" name="pt25800"/>
            <p:cNvSpPr/>
            <p:nvPr/>
          </p:nvSpPr>
          <p:spPr>
            <a:xfrm>
              <a:off x="5184715" y="36160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1" name="pt25801"/>
            <p:cNvSpPr/>
            <p:nvPr/>
          </p:nvSpPr>
          <p:spPr>
            <a:xfrm>
              <a:off x="5125518" y="3403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2" name="pt25802"/>
            <p:cNvSpPr/>
            <p:nvPr/>
          </p:nvSpPr>
          <p:spPr>
            <a:xfrm>
              <a:off x="5094013" y="35100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3" name="pt25803"/>
            <p:cNvSpPr/>
            <p:nvPr/>
          </p:nvSpPr>
          <p:spPr>
            <a:xfrm>
              <a:off x="5120147" y="35150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4" name="pt25804"/>
            <p:cNvSpPr/>
            <p:nvPr/>
          </p:nvSpPr>
          <p:spPr>
            <a:xfrm>
              <a:off x="5180348" y="3823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5" name="pt25805"/>
            <p:cNvSpPr/>
            <p:nvPr/>
          </p:nvSpPr>
          <p:spPr>
            <a:xfrm>
              <a:off x="5257150" y="374754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06" name="pt25806"/>
            <p:cNvSpPr/>
            <p:nvPr/>
          </p:nvSpPr>
          <p:spPr>
            <a:xfrm>
              <a:off x="4779772" y="3755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7" name="pt25807"/>
            <p:cNvSpPr/>
            <p:nvPr/>
          </p:nvSpPr>
          <p:spPr>
            <a:xfrm>
              <a:off x="5150432" y="36704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8" name="pt25808"/>
            <p:cNvSpPr/>
            <p:nvPr/>
          </p:nvSpPr>
          <p:spPr>
            <a:xfrm>
              <a:off x="5173900" y="3709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09" name="pt25809"/>
            <p:cNvSpPr/>
            <p:nvPr/>
          </p:nvSpPr>
          <p:spPr>
            <a:xfrm>
              <a:off x="5171286" y="3768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0" name="pt25810"/>
            <p:cNvSpPr/>
            <p:nvPr/>
          </p:nvSpPr>
          <p:spPr>
            <a:xfrm>
              <a:off x="5217825" y="38673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1" name="pt25811"/>
            <p:cNvSpPr/>
            <p:nvPr/>
          </p:nvSpPr>
          <p:spPr>
            <a:xfrm>
              <a:off x="5219689" y="37554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2" name="pt25812"/>
            <p:cNvSpPr/>
            <p:nvPr/>
          </p:nvSpPr>
          <p:spPr>
            <a:xfrm>
              <a:off x="5148234" y="3459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3" name="pt25813"/>
            <p:cNvSpPr/>
            <p:nvPr/>
          </p:nvSpPr>
          <p:spPr>
            <a:xfrm>
              <a:off x="5081151" y="3405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4" name="pt25814"/>
            <p:cNvSpPr/>
            <p:nvPr/>
          </p:nvSpPr>
          <p:spPr>
            <a:xfrm>
              <a:off x="5178463" y="36384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5" name="pt25815"/>
            <p:cNvSpPr/>
            <p:nvPr/>
          </p:nvSpPr>
          <p:spPr>
            <a:xfrm>
              <a:off x="5140533" y="3357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6" name="pt25816"/>
            <p:cNvSpPr/>
            <p:nvPr/>
          </p:nvSpPr>
          <p:spPr>
            <a:xfrm>
              <a:off x="5129760" y="3410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7" name="pt25817"/>
            <p:cNvSpPr/>
            <p:nvPr/>
          </p:nvSpPr>
          <p:spPr>
            <a:xfrm>
              <a:off x="5133894" y="35827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8" name="pt25818"/>
            <p:cNvSpPr/>
            <p:nvPr/>
          </p:nvSpPr>
          <p:spPr>
            <a:xfrm>
              <a:off x="5145048" y="3364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19" name="pt25819"/>
            <p:cNvSpPr/>
            <p:nvPr/>
          </p:nvSpPr>
          <p:spPr>
            <a:xfrm>
              <a:off x="5164766" y="33554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0" name="pt25820"/>
            <p:cNvSpPr/>
            <p:nvPr/>
          </p:nvSpPr>
          <p:spPr>
            <a:xfrm>
              <a:off x="5176898" y="3469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1" name="pt25821"/>
            <p:cNvSpPr/>
            <p:nvPr/>
          </p:nvSpPr>
          <p:spPr>
            <a:xfrm>
              <a:off x="4945955" y="34802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2" name="pt25822"/>
            <p:cNvSpPr/>
            <p:nvPr/>
          </p:nvSpPr>
          <p:spPr>
            <a:xfrm>
              <a:off x="5046575" y="35864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3" name="pt25823"/>
            <p:cNvSpPr/>
            <p:nvPr/>
          </p:nvSpPr>
          <p:spPr>
            <a:xfrm>
              <a:off x="5091378" y="3390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4" name="pt25824"/>
            <p:cNvSpPr/>
            <p:nvPr/>
          </p:nvSpPr>
          <p:spPr>
            <a:xfrm>
              <a:off x="5174352" y="3404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5" name="pt25825"/>
            <p:cNvSpPr/>
            <p:nvPr/>
          </p:nvSpPr>
          <p:spPr>
            <a:xfrm>
              <a:off x="5144948" y="34948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6" name="pt25826"/>
            <p:cNvSpPr/>
            <p:nvPr/>
          </p:nvSpPr>
          <p:spPr>
            <a:xfrm>
              <a:off x="5149109" y="35621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7" name="pt25827"/>
            <p:cNvSpPr/>
            <p:nvPr/>
          </p:nvSpPr>
          <p:spPr>
            <a:xfrm>
              <a:off x="5144103" y="33015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8" name="pt25828"/>
            <p:cNvSpPr/>
            <p:nvPr/>
          </p:nvSpPr>
          <p:spPr>
            <a:xfrm>
              <a:off x="5169632" y="36416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29" name="pt25829"/>
            <p:cNvSpPr/>
            <p:nvPr/>
          </p:nvSpPr>
          <p:spPr>
            <a:xfrm>
              <a:off x="5187012" y="32972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0" name="pt25830"/>
            <p:cNvSpPr/>
            <p:nvPr/>
          </p:nvSpPr>
          <p:spPr>
            <a:xfrm>
              <a:off x="5121821" y="34551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1" name="pt25831"/>
            <p:cNvSpPr/>
            <p:nvPr/>
          </p:nvSpPr>
          <p:spPr>
            <a:xfrm>
              <a:off x="4983732" y="376094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32" name="pt25832"/>
            <p:cNvSpPr/>
            <p:nvPr/>
          </p:nvSpPr>
          <p:spPr>
            <a:xfrm>
              <a:off x="5213199" y="35189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3" name="pt25833"/>
            <p:cNvSpPr/>
            <p:nvPr/>
          </p:nvSpPr>
          <p:spPr>
            <a:xfrm>
              <a:off x="5161194" y="37130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4" name="pt25834"/>
            <p:cNvSpPr/>
            <p:nvPr/>
          </p:nvSpPr>
          <p:spPr>
            <a:xfrm>
              <a:off x="5184465" y="34926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5" name="pt25835"/>
            <p:cNvSpPr/>
            <p:nvPr/>
          </p:nvSpPr>
          <p:spPr>
            <a:xfrm>
              <a:off x="5130923" y="3356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6" name="pt25836"/>
            <p:cNvSpPr/>
            <p:nvPr/>
          </p:nvSpPr>
          <p:spPr>
            <a:xfrm>
              <a:off x="5154296" y="3755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7" name="pt25837"/>
            <p:cNvSpPr/>
            <p:nvPr/>
          </p:nvSpPr>
          <p:spPr>
            <a:xfrm>
              <a:off x="5148122" y="37233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8" name="pt25838"/>
            <p:cNvSpPr/>
            <p:nvPr/>
          </p:nvSpPr>
          <p:spPr>
            <a:xfrm>
              <a:off x="5121974" y="34574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39" name="pt25839"/>
            <p:cNvSpPr/>
            <p:nvPr/>
          </p:nvSpPr>
          <p:spPr>
            <a:xfrm>
              <a:off x="5113518" y="39127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0" name="pt25840"/>
            <p:cNvSpPr/>
            <p:nvPr/>
          </p:nvSpPr>
          <p:spPr>
            <a:xfrm>
              <a:off x="5162777" y="3296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1" name="pt25841"/>
            <p:cNvSpPr/>
            <p:nvPr/>
          </p:nvSpPr>
          <p:spPr>
            <a:xfrm>
              <a:off x="5157277" y="34853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2" name="pt25842"/>
            <p:cNvSpPr/>
            <p:nvPr/>
          </p:nvSpPr>
          <p:spPr>
            <a:xfrm>
              <a:off x="5151010" y="34739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3" name="pt25843"/>
            <p:cNvSpPr/>
            <p:nvPr/>
          </p:nvSpPr>
          <p:spPr>
            <a:xfrm>
              <a:off x="5141922" y="3605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4" name="pt25844"/>
            <p:cNvSpPr/>
            <p:nvPr/>
          </p:nvSpPr>
          <p:spPr>
            <a:xfrm>
              <a:off x="5114710" y="3735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5" name="pt25845"/>
            <p:cNvSpPr/>
            <p:nvPr/>
          </p:nvSpPr>
          <p:spPr>
            <a:xfrm>
              <a:off x="5154894" y="35080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6" name="pt25846"/>
            <p:cNvSpPr/>
            <p:nvPr/>
          </p:nvSpPr>
          <p:spPr>
            <a:xfrm>
              <a:off x="5169736" y="37108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7" name="pt25847"/>
            <p:cNvSpPr/>
            <p:nvPr/>
          </p:nvSpPr>
          <p:spPr>
            <a:xfrm>
              <a:off x="5123359" y="3465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8" name="pt25848"/>
            <p:cNvSpPr/>
            <p:nvPr/>
          </p:nvSpPr>
          <p:spPr>
            <a:xfrm>
              <a:off x="5173711" y="3446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49" name="pt25849"/>
            <p:cNvSpPr/>
            <p:nvPr/>
          </p:nvSpPr>
          <p:spPr>
            <a:xfrm>
              <a:off x="5250369" y="35248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0" name="pt25850"/>
            <p:cNvSpPr/>
            <p:nvPr/>
          </p:nvSpPr>
          <p:spPr>
            <a:xfrm>
              <a:off x="5170430" y="33693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1" name="pt25851"/>
            <p:cNvSpPr/>
            <p:nvPr/>
          </p:nvSpPr>
          <p:spPr>
            <a:xfrm>
              <a:off x="5129067" y="34735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2" name="pt25852"/>
            <p:cNvSpPr/>
            <p:nvPr/>
          </p:nvSpPr>
          <p:spPr>
            <a:xfrm>
              <a:off x="5194039" y="3842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3" name="pt25853"/>
            <p:cNvSpPr/>
            <p:nvPr/>
          </p:nvSpPr>
          <p:spPr>
            <a:xfrm>
              <a:off x="5149676" y="38102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4" name="pt25854"/>
            <p:cNvSpPr/>
            <p:nvPr/>
          </p:nvSpPr>
          <p:spPr>
            <a:xfrm>
              <a:off x="5128741" y="3550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5" name="pt25855"/>
            <p:cNvSpPr/>
            <p:nvPr/>
          </p:nvSpPr>
          <p:spPr>
            <a:xfrm>
              <a:off x="5168572" y="3582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6" name="pt25856"/>
            <p:cNvSpPr/>
            <p:nvPr/>
          </p:nvSpPr>
          <p:spPr>
            <a:xfrm>
              <a:off x="5113379" y="3501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7" name="pt25857"/>
            <p:cNvSpPr/>
            <p:nvPr/>
          </p:nvSpPr>
          <p:spPr>
            <a:xfrm>
              <a:off x="5136719" y="35131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8" name="pt25858"/>
            <p:cNvSpPr/>
            <p:nvPr/>
          </p:nvSpPr>
          <p:spPr>
            <a:xfrm>
              <a:off x="5175037" y="3733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59" name="pt25859"/>
            <p:cNvSpPr/>
            <p:nvPr/>
          </p:nvSpPr>
          <p:spPr>
            <a:xfrm>
              <a:off x="5142436" y="3615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0" name="pt25860"/>
            <p:cNvSpPr/>
            <p:nvPr/>
          </p:nvSpPr>
          <p:spPr>
            <a:xfrm>
              <a:off x="5114123" y="35568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1" name="pt25861"/>
            <p:cNvSpPr/>
            <p:nvPr/>
          </p:nvSpPr>
          <p:spPr>
            <a:xfrm>
              <a:off x="5102293" y="3536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2" name="pt25862"/>
            <p:cNvSpPr/>
            <p:nvPr/>
          </p:nvSpPr>
          <p:spPr>
            <a:xfrm>
              <a:off x="5068256" y="35380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3" name="pt25863"/>
            <p:cNvSpPr/>
            <p:nvPr/>
          </p:nvSpPr>
          <p:spPr>
            <a:xfrm>
              <a:off x="5219082" y="36644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4" name="pt25864"/>
            <p:cNvSpPr/>
            <p:nvPr/>
          </p:nvSpPr>
          <p:spPr>
            <a:xfrm>
              <a:off x="5147317" y="35521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5" name="pt25865"/>
            <p:cNvSpPr/>
            <p:nvPr/>
          </p:nvSpPr>
          <p:spPr>
            <a:xfrm>
              <a:off x="5142303" y="35323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6" name="pt25866"/>
            <p:cNvSpPr/>
            <p:nvPr/>
          </p:nvSpPr>
          <p:spPr>
            <a:xfrm>
              <a:off x="5135632" y="36994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7" name="pt25867"/>
            <p:cNvSpPr/>
            <p:nvPr/>
          </p:nvSpPr>
          <p:spPr>
            <a:xfrm>
              <a:off x="5172907" y="35972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8" name="pt25868"/>
            <p:cNvSpPr/>
            <p:nvPr/>
          </p:nvSpPr>
          <p:spPr>
            <a:xfrm>
              <a:off x="5156311" y="37771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69" name="pt25869"/>
            <p:cNvSpPr/>
            <p:nvPr/>
          </p:nvSpPr>
          <p:spPr>
            <a:xfrm>
              <a:off x="5196842" y="32497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0" name="pt25870"/>
            <p:cNvSpPr/>
            <p:nvPr/>
          </p:nvSpPr>
          <p:spPr>
            <a:xfrm>
              <a:off x="5092077" y="3439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1" name="pt25871"/>
            <p:cNvSpPr/>
            <p:nvPr/>
          </p:nvSpPr>
          <p:spPr>
            <a:xfrm>
              <a:off x="5123946" y="3475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2" name="pt25872"/>
            <p:cNvSpPr/>
            <p:nvPr/>
          </p:nvSpPr>
          <p:spPr>
            <a:xfrm>
              <a:off x="5144044" y="3407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3" name="pt25873"/>
            <p:cNvSpPr/>
            <p:nvPr/>
          </p:nvSpPr>
          <p:spPr>
            <a:xfrm>
              <a:off x="5115740" y="3571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4" name="pt25874"/>
            <p:cNvSpPr/>
            <p:nvPr/>
          </p:nvSpPr>
          <p:spPr>
            <a:xfrm>
              <a:off x="5215909" y="3609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5" name="pt25875"/>
            <p:cNvSpPr/>
            <p:nvPr/>
          </p:nvSpPr>
          <p:spPr>
            <a:xfrm>
              <a:off x="5169007" y="36976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6" name="pt25876"/>
            <p:cNvSpPr/>
            <p:nvPr/>
          </p:nvSpPr>
          <p:spPr>
            <a:xfrm>
              <a:off x="5165983" y="3849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7" name="pt25877"/>
            <p:cNvSpPr/>
            <p:nvPr/>
          </p:nvSpPr>
          <p:spPr>
            <a:xfrm>
              <a:off x="5220902" y="3758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8" name="pt25878"/>
            <p:cNvSpPr/>
            <p:nvPr/>
          </p:nvSpPr>
          <p:spPr>
            <a:xfrm>
              <a:off x="5142004" y="35581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79" name="pt25879"/>
            <p:cNvSpPr/>
            <p:nvPr/>
          </p:nvSpPr>
          <p:spPr>
            <a:xfrm>
              <a:off x="5197919" y="3727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0" name="pt25880"/>
            <p:cNvSpPr/>
            <p:nvPr/>
          </p:nvSpPr>
          <p:spPr>
            <a:xfrm>
              <a:off x="6033840" y="342374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81" name="pt25881"/>
            <p:cNvSpPr/>
            <p:nvPr/>
          </p:nvSpPr>
          <p:spPr>
            <a:xfrm>
              <a:off x="5168090" y="3428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2" name="pt25882"/>
            <p:cNvSpPr/>
            <p:nvPr/>
          </p:nvSpPr>
          <p:spPr>
            <a:xfrm>
              <a:off x="5142680" y="36160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3" name="pt25883"/>
            <p:cNvSpPr/>
            <p:nvPr/>
          </p:nvSpPr>
          <p:spPr>
            <a:xfrm>
              <a:off x="5177156" y="34037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4" name="pt25884"/>
            <p:cNvSpPr/>
            <p:nvPr/>
          </p:nvSpPr>
          <p:spPr>
            <a:xfrm>
              <a:off x="5176521" y="3604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5" name="pt25885"/>
            <p:cNvSpPr/>
            <p:nvPr/>
          </p:nvSpPr>
          <p:spPr>
            <a:xfrm>
              <a:off x="5137981" y="3414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6" name="pt25886"/>
            <p:cNvSpPr/>
            <p:nvPr/>
          </p:nvSpPr>
          <p:spPr>
            <a:xfrm>
              <a:off x="5137395" y="34926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7" name="pt25887"/>
            <p:cNvSpPr/>
            <p:nvPr/>
          </p:nvSpPr>
          <p:spPr>
            <a:xfrm>
              <a:off x="5163130" y="34037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8" name="pt25888"/>
            <p:cNvSpPr/>
            <p:nvPr/>
          </p:nvSpPr>
          <p:spPr>
            <a:xfrm>
              <a:off x="5112518" y="3574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89" name="pt25889"/>
            <p:cNvSpPr/>
            <p:nvPr/>
          </p:nvSpPr>
          <p:spPr>
            <a:xfrm>
              <a:off x="5181457" y="3729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0" name="pt25890"/>
            <p:cNvSpPr/>
            <p:nvPr/>
          </p:nvSpPr>
          <p:spPr>
            <a:xfrm>
              <a:off x="5128032" y="33903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1" name="pt25891"/>
            <p:cNvSpPr/>
            <p:nvPr/>
          </p:nvSpPr>
          <p:spPr>
            <a:xfrm>
              <a:off x="5156892" y="3418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2" name="pt25892"/>
            <p:cNvSpPr/>
            <p:nvPr/>
          </p:nvSpPr>
          <p:spPr>
            <a:xfrm>
              <a:off x="5153076" y="3803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3" name="pt25893"/>
            <p:cNvSpPr/>
            <p:nvPr/>
          </p:nvSpPr>
          <p:spPr>
            <a:xfrm>
              <a:off x="5142716" y="3580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4" name="pt25894"/>
            <p:cNvSpPr/>
            <p:nvPr/>
          </p:nvSpPr>
          <p:spPr>
            <a:xfrm>
              <a:off x="5135257" y="37318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5" name="pt25895"/>
            <p:cNvSpPr/>
            <p:nvPr/>
          </p:nvSpPr>
          <p:spPr>
            <a:xfrm>
              <a:off x="5136794" y="35113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6" name="pt25896"/>
            <p:cNvSpPr/>
            <p:nvPr/>
          </p:nvSpPr>
          <p:spPr>
            <a:xfrm>
              <a:off x="5130295" y="34174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7" name="pt25897"/>
            <p:cNvSpPr/>
            <p:nvPr/>
          </p:nvSpPr>
          <p:spPr>
            <a:xfrm>
              <a:off x="5103049" y="3821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8" name="pt25898"/>
            <p:cNvSpPr/>
            <p:nvPr/>
          </p:nvSpPr>
          <p:spPr>
            <a:xfrm>
              <a:off x="5074332" y="31389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899" name="pt25899"/>
            <p:cNvSpPr/>
            <p:nvPr/>
          </p:nvSpPr>
          <p:spPr>
            <a:xfrm>
              <a:off x="5190695" y="37300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0" name="pt25900"/>
            <p:cNvSpPr/>
            <p:nvPr/>
          </p:nvSpPr>
          <p:spPr>
            <a:xfrm>
              <a:off x="5117471" y="3556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1" name="pt25901"/>
            <p:cNvSpPr/>
            <p:nvPr/>
          </p:nvSpPr>
          <p:spPr>
            <a:xfrm>
              <a:off x="6165885" y="415489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02" name="pt25902"/>
            <p:cNvSpPr/>
            <p:nvPr/>
          </p:nvSpPr>
          <p:spPr>
            <a:xfrm>
              <a:off x="5101489" y="34201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3" name="pt25903"/>
            <p:cNvSpPr/>
            <p:nvPr/>
          </p:nvSpPr>
          <p:spPr>
            <a:xfrm>
              <a:off x="5118224" y="33141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4" name="pt25904"/>
            <p:cNvSpPr/>
            <p:nvPr/>
          </p:nvSpPr>
          <p:spPr>
            <a:xfrm>
              <a:off x="5183044" y="38192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5" name="pt25905"/>
            <p:cNvSpPr/>
            <p:nvPr/>
          </p:nvSpPr>
          <p:spPr>
            <a:xfrm>
              <a:off x="5148944" y="32871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6" name="pt25906"/>
            <p:cNvSpPr/>
            <p:nvPr/>
          </p:nvSpPr>
          <p:spPr>
            <a:xfrm>
              <a:off x="5863118" y="387900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07" name="pt25907"/>
            <p:cNvSpPr/>
            <p:nvPr/>
          </p:nvSpPr>
          <p:spPr>
            <a:xfrm>
              <a:off x="5129038" y="38180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8" name="pt25908"/>
            <p:cNvSpPr/>
            <p:nvPr/>
          </p:nvSpPr>
          <p:spPr>
            <a:xfrm>
              <a:off x="5241019" y="38883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09" name="pt25909"/>
            <p:cNvSpPr/>
            <p:nvPr/>
          </p:nvSpPr>
          <p:spPr>
            <a:xfrm>
              <a:off x="5128687" y="33773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0" name="pt25910"/>
            <p:cNvSpPr/>
            <p:nvPr/>
          </p:nvSpPr>
          <p:spPr>
            <a:xfrm>
              <a:off x="5179195" y="37068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1" name="pt25911"/>
            <p:cNvSpPr/>
            <p:nvPr/>
          </p:nvSpPr>
          <p:spPr>
            <a:xfrm>
              <a:off x="5191832" y="38890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2" name="pt25912"/>
            <p:cNvSpPr/>
            <p:nvPr/>
          </p:nvSpPr>
          <p:spPr>
            <a:xfrm>
              <a:off x="5165118" y="3450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3" name="pt25913"/>
            <p:cNvSpPr/>
            <p:nvPr/>
          </p:nvSpPr>
          <p:spPr>
            <a:xfrm>
              <a:off x="5169776" y="37094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4" name="pt25914"/>
            <p:cNvSpPr/>
            <p:nvPr/>
          </p:nvSpPr>
          <p:spPr>
            <a:xfrm>
              <a:off x="5123234" y="3123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5" name="pt25915"/>
            <p:cNvSpPr/>
            <p:nvPr/>
          </p:nvSpPr>
          <p:spPr>
            <a:xfrm>
              <a:off x="5111704" y="34394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6" name="pt25916"/>
            <p:cNvSpPr/>
            <p:nvPr/>
          </p:nvSpPr>
          <p:spPr>
            <a:xfrm>
              <a:off x="5159022" y="3675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7" name="pt25917"/>
            <p:cNvSpPr/>
            <p:nvPr/>
          </p:nvSpPr>
          <p:spPr>
            <a:xfrm>
              <a:off x="5125609" y="31616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8" name="pt25918"/>
            <p:cNvSpPr/>
            <p:nvPr/>
          </p:nvSpPr>
          <p:spPr>
            <a:xfrm>
              <a:off x="5183490" y="38319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19" name="pt25919"/>
            <p:cNvSpPr/>
            <p:nvPr/>
          </p:nvSpPr>
          <p:spPr>
            <a:xfrm>
              <a:off x="5135248" y="3848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0" name="pt25920"/>
            <p:cNvSpPr/>
            <p:nvPr/>
          </p:nvSpPr>
          <p:spPr>
            <a:xfrm>
              <a:off x="5139765" y="38708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1" name="pt25921"/>
            <p:cNvSpPr/>
            <p:nvPr/>
          </p:nvSpPr>
          <p:spPr>
            <a:xfrm>
              <a:off x="5142328" y="35694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2" name="pt25922"/>
            <p:cNvSpPr/>
            <p:nvPr/>
          </p:nvSpPr>
          <p:spPr>
            <a:xfrm>
              <a:off x="5187761" y="3821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3" name="pt25923"/>
            <p:cNvSpPr/>
            <p:nvPr/>
          </p:nvSpPr>
          <p:spPr>
            <a:xfrm>
              <a:off x="5107773" y="3421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4" name="pt25924"/>
            <p:cNvSpPr/>
            <p:nvPr/>
          </p:nvSpPr>
          <p:spPr>
            <a:xfrm>
              <a:off x="5129206" y="3795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5" name="pt25925"/>
            <p:cNvSpPr/>
            <p:nvPr/>
          </p:nvSpPr>
          <p:spPr>
            <a:xfrm>
              <a:off x="5118636" y="35992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6" name="pt25926"/>
            <p:cNvSpPr/>
            <p:nvPr/>
          </p:nvSpPr>
          <p:spPr>
            <a:xfrm>
              <a:off x="5189324" y="3799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7" name="pt25927"/>
            <p:cNvSpPr/>
            <p:nvPr/>
          </p:nvSpPr>
          <p:spPr>
            <a:xfrm>
              <a:off x="5205536" y="39844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8" name="pt25928"/>
            <p:cNvSpPr/>
            <p:nvPr/>
          </p:nvSpPr>
          <p:spPr>
            <a:xfrm>
              <a:off x="5062620" y="36024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29" name="pt25929"/>
            <p:cNvSpPr/>
            <p:nvPr/>
          </p:nvSpPr>
          <p:spPr>
            <a:xfrm>
              <a:off x="5156161" y="3646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0" name="pt25930"/>
            <p:cNvSpPr/>
            <p:nvPr/>
          </p:nvSpPr>
          <p:spPr>
            <a:xfrm>
              <a:off x="5169949" y="34762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1" name="pt25931"/>
            <p:cNvSpPr/>
            <p:nvPr/>
          </p:nvSpPr>
          <p:spPr>
            <a:xfrm>
              <a:off x="5145302" y="34070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2" name="pt25932"/>
            <p:cNvSpPr/>
            <p:nvPr/>
          </p:nvSpPr>
          <p:spPr>
            <a:xfrm>
              <a:off x="6097351" y="380366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33" name="pt25933"/>
            <p:cNvSpPr/>
            <p:nvPr/>
          </p:nvSpPr>
          <p:spPr>
            <a:xfrm>
              <a:off x="5124542" y="3400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4" name="pt25934"/>
            <p:cNvSpPr/>
            <p:nvPr/>
          </p:nvSpPr>
          <p:spPr>
            <a:xfrm>
              <a:off x="5150412" y="3379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5" name="pt25935"/>
            <p:cNvSpPr/>
            <p:nvPr/>
          </p:nvSpPr>
          <p:spPr>
            <a:xfrm>
              <a:off x="5172222" y="35380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6" name="pt25936"/>
            <p:cNvSpPr/>
            <p:nvPr/>
          </p:nvSpPr>
          <p:spPr>
            <a:xfrm>
              <a:off x="5130277" y="3237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7" name="pt25937"/>
            <p:cNvSpPr/>
            <p:nvPr/>
          </p:nvSpPr>
          <p:spPr>
            <a:xfrm>
              <a:off x="5114024" y="3821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8" name="pt25938"/>
            <p:cNvSpPr/>
            <p:nvPr/>
          </p:nvSpPr>
          <p:spPr>
            <a:xfrm>
              <a:off x="5157731" y="37621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39" name="pt25939"/>
            <p:cNvSpPr/>
            <p:nvPr/>
          </p:nvSpPr>
          <p:spPr>
            <a:xfrm>
              <a:off x="5135057" y="33626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0" name="pt25940"/>
            <p:cNvSpPr/>
            <p:nvPr/>
          </p:nvSpPr>
          <p:spPr>
            <a:xfrm>
              <a:off x="5168730" y="38285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1" name="pt25941"/>
            <p:cNvSpPr/>
            <p:nvPr/>
          </p:nvSpPr>
          <p:spPr>
            <a:xfrm>
              <a:off x="5149632" y="3387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2" name="pt25942"/>
            <p:cNvSpPr/>
            <p:nvPr/>
          </p:nvSpPr>
          <p:spPr>
            <a:xfrm>
              <a:off x="5190494" y="36715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3" name="pt25943"/>
            <p:cNvSpPr/>
            <p:nvPr/>
          </p:nvSpPr>
          <p:spPr>
            <a:xfrm>
              <a:off x="5114214" y="3372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4" name="pt25944"/>
            <p:cNvSpPr/>
            <p:nvPr/>
          </p:nvSpPr>
          <p:spPr>
            <a:xfrm>
              <a:off x="5110850" y="36784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5" name="pt25945"/>
            <p:cNvSpPr/>
            <p:nvPr/>
          </p:nvSpPr>
          <p:spPr>
            <a:xfrm>
              <a:off x="5294340" y="3693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6" name="pt25946"/>
            <p:cNvSpPr/>
            <p:nvPr/>
          </p:nvSpPr>
          <p:spPr>
            <a:xfrm>
              <a:off x="5133575" y="3360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7" name="pt25947"/>
            <p:cNvSpPr/>
            <p:nvPr/>
          </p:nvSpPr>
          <p:spPr>
            <a:xfrm>
              <a:off x="5130245" y="3251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8" name="pt25948"/>
            <p:cNvSpPr/>
            <p:nvPr/>
          </p:nvSpPr>
          <p:spPr>
            <a:xfrm>
              <a:off x="5182497" y="35764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49" name="pt25949"/>
            <p:cNvSpPr/>
            <p:nvPr/>
          </p:nvSpPr>
          <p:spPr>
            <a:xfrm>
              <a:off x="5137551" y="3690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0" name="pt25950"/>
            <p:cNvSpPr/>
            <p:nvPr/>
          </p:nvSpPr>
          <p:spPr>
            <a:xfrm>
              <a:off x="5104521" y="3373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1" name="pt25951"/>
            <p:cNvSpPr/>
            <p:nvPr/>
          </p:nvSpPr>
          <p:spPr>
            <a:xfrm>
              <a:off x="5111159" y="3638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2" name="pt25952"/>
            <p:cNvSpPr/>
            <p:nvPr/>
          </p:nvSpPr>
          <p:spPr>
            <a:xfrm>
              <a:off x="5193519" y="34022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3" name="pt25953"/>
            <p:cNvSpPr/>
            <p:nvPr/>
          </p:nvSpPr>
          <p:spPr>
            <a:xfrm>
              <a:off x="5127255" y="33104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4" name="pt25954"/>
            <p:cNvSpPr/>
            <p:nvPr/>
          </p:nvSpPr>
          <p:spPr>
            <a:xfrm>
              <a:off x="5197658" y="3751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5" name="pt25955"/>
            <p:cNvSpPr/>
            <p:nvPr/>
          </p:nvSpPr>
          <p:spPr>
            <a:xfrm>
              <a:off x="5137470" y="34974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6" name="pt25956"/>
            <p:cNvSpPr/>
            <p:nvPr/>
          </p:nvSpPr>
          <p:spPr>
            <a:xfrm>
              <a:off x="4590347" y="35481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7" name="pt25957"/>
            <p:cNvSpPr/>
            <p:nvPr/>
          </p:nvSpPr>
          <p:spPr>
            <a:xfrm>
              <a:off x="5059109" y="3462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8" name="pt25958"/>
            <p:cNvSpPr/>
            <p:nvPr/>
          </p:nvSpPr>
          <p:spPr>
            <a:xfrm>
              <a:off x="5134562" y="3437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59" name="pt25959"/>
            <p:cNvSpPr/>
            <p:nvPr/>
          </p:nvSpPr>
          <p:spPr>
            <a:xfrm>
              <a:off x="5021061" y="344691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60" name="pt25960"/>
            <p:cNvSpPr/>
            <p:nvPr/>
          </p:nvSpPr>
          <p:spPr>
            <a:xfrm>
              <a:off x="5145720" y="3487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1" name="pt25961"/>
            <p:cNvSpPr/>
            <p:nvPr/>
          </p:nvSpPr>
          <p:spPr>
            <a:xfrm>
              <a:off x="5146067" y="3402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2" name="pt25962"/>
            <p:cNvSpPr/>
            <p:nvPr/>
          </p:nvSpPr>
          <p:spPr>
            <a:xfrm>
              <a:off x="5126968" y="3421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3" name="pt25963"/>
            <p:cNvSpPr/>
            <p:nvPr/>
          </p:nvSpPr>
          <p:spPr>
            <a:xfrm>
              <a:off x="5138734" y="3587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4" name="pt25964"/>
            <p:cNvSpPr/>
            <p:nvPr/>
          </p:nvSpPr>
          <p:spPr>
            <a:xfrm>
              <a:off x="5167026" y="36817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5" name="pt25965"/>
            <p:cNvSpPr/>
            <p:nvPr/>
          </p:nvSpPr>
          <p:spPr>
            <a:xfrm>
              <a:off x="5156356" y="3584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6" name="pt25966"/>
            <p:cNvSpPr/>
            <p:nvPr/>
          </p:nvSpPr>
          <p:spPr>
            <a:xfrm>
              <a:off x="5107921" y="3857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7" name="pt25967"/>
            <p:cNvSpPr/>
            <p:nvPr/>
          </p:nvSpPr>
          <p:spPr>
            <a:xfrm>
              <a:off x="5182439" y="3705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8" name="pt25968"/>
            <p:cNvSpPr/>
            <p:nvPr/>
          </p:nvSpPr>
          <p:spPr>
            <a:xfrm>
              <a:off x="5122345" y="3347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69" name="pt25969"/>
            <p:cNvSpPr/>
            <p:nvPr/>
          </p:nvSpPr>
          <p:spPr>
            <a:xfrm>
              <a:off x="5144615" y="34105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0" name="pt25970"/>
            <p:cNvSpPr/>
            <p:nvPr/>
          </p:nvSpPr>
          <p:spPr>
            <a:xfrm>
              <a:off x="5174740" y="3518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1" name="pt25971"/>
            <p:cNvSpPr/>
            <p:nvPr/>
          </p:nvSpPr>
          <p:spPr>
            <a:xfrm>
              <a:off x="5156683" y="3657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2" name="pt25972"/>
            <p:cNvSpPr/>
            <p:nvPr/>
          </p:nvSpPr>
          <p:spPr>
            <a:xfrm>
              <a:off x="5115853" y="34141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3" name="pt25973"/>
            <p:cNvSpPr/>
            <p:nvPr/>
          </p:nvSpPr>
          <p:spPr>
            <a:xfrm>
              <a:off x="5150508" y="33669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4" name="pt25974"/>
            <p:cNvSpPr/>
            <p:nvPr/>
          </p:nvSpPr>
          <p:spPr>
            <a:xfrm>
              <a:off x="5288888" y="3855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5" name="pt25975"/>
            <p:cNvSpPr/>
            <p:nvPr/>
          </p:nvSpPr>
          <p:spPr>
            <a:xfrm>
              <a:off x="5186421" y="35520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6" name="pt25976"/>
            <p:cNvSpPr/>
            <p:nvPr/>
          </p:nvSpPr>
          <p:spPr>
            <a:xfrm>
              <a:off x="5177251" y="3746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7" name="pt25977"/>
            <p:cNvSpPr/>
            <p:nvPr/>
          </p:nvSpPr>
          <p:spPr>
            <a:xfrm>
              <a:off x="5136293" y="34141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8" name="pt25978"/>
            <p:cNvSpPr/>
            <p:nvPr/>
          </p:nvSpPr>
          <p:spPr>
            <a:xfrm>
              <a:off x="5146152" y="34215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79" name="pt25979"/>
            <p:cNvSpPr/>
            <p:nvPr/>
          </p:nvSpPr>
          <p:spPr>
            <a:xfrm>
              <a:off x="5159280" y="3347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0" name="pt25980"/>
            <p:cNvSpPr/>
            <p:nvPr/>
          </p:nvSpPr>
          <p:spPr>
            <a:xfrm>
              <a:off x="5137110" y="3441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1" name="pt25981"/>
            <p:cNvSpPr/>
            <p:nvPr/>
          </p:nvSpPr>
          <p:spPr>
            <a:xfrm>
              <a:off x="5164403" y="32790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2" name="pt25982"/>
            <p:cNvSpPr/>
            <p:nvPr/>
          </p:nvSpPr>
          <p:spPr>
            <a:xfrm>
              <a:off x="5121767" y="33652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3" name="pt25983"/>
            <p:cNvSpPr/>
            <p:nvPr/>
          </p:nvSpPr>
          <p:spPr>
            <a:xfrm>
              <a:off x="5218552" y="3542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4" name="pt25984"/>
            <p:cNvSpPr/>
            <p:nvPr/>
          </p:nvSpPr>
          <p:spPr>
            <a:xfrm>
              <a:off x="5145881" y="34257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5" name="pt25985"/>
            <p:cNvSpPr/>
            <p:nvPr/>
          </p:nvSpPr>
          <p:spPr>
            <a:xfrm>
              <a:off x="5129058" y="33790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6" name="pt25986"/>
            <p:cNvSpPr/>
            <p:nvPr/>
          </p:nvSpPr>
          <p:spPr>
            <a:xfrm>
              <a:off x="5112549" y="35104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7" name="pt25987"/>
            <p:cNvSpPr/>
            <p:nvPr/>
          </p:nvSpPr>
          <p:spPr>
            <a:xfrm>
              <a:off x="5151599" y="3426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8" name="pt25988"/>
            <p:cNvSpPr/>
            <p:nvPr/>
          </p:nvSpPr>
          <p:spPr>
            <a:xfrm>
              <a:off x="5100298" y="3386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89" name="pt25989"/>
            <p:cNvSpPr/>
            <p:nvPr/>
          </p:nvSpPr>
          <p:spPr>
            <a:xfrm>
              <a:off x="5062431" y="36442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0" name="pt25990"/>
            <p:cNvSpPr/>
            <p:nvPr/>
          </p:nvSpPr>
          <p:spPr>
            <a:xfrm>
              <a:off x="5114391" y="3441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1" name="pt25991"/>
            <p:cNvSpPr/>
            <p:nvPr/>
          </p:nvSpPr>
          <p:spPr>
            <a:xfrm>
              <a:off x="5158037" y="3730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2" name="pt25992"/>
            <p:cNvSpPr/>
            <p:nvPr/>
          </p:nvSpPr>
          <p:spPr>
            <a:xfrm>
              <a:off x="5150883" y="35915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3" name="pt25993"/>
            <p:cNvSpPr/>
            <p:nvPr/>
          </p:nvSpPr>
          <p:spPr>
            <a:xfrm>
              <a:off x="5164958" y="35747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4" name="pt25994"/>
            <p:cNvSpPr/>
            <p:nvPr/>
          </p:nvSpPr>
          <p:spPr>
            <a:xfrm>
              <a:off x="5071899" y="35324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5" name="pt25995"/>
            <p:cNvSpPr/>
            <p:nvPr/>
          </p:nvSpPr>
          <p:spPr>
            <a:xfrm>
              <a:off x="5139867" y="38051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6" name="pt25996"/>
            <p:cNvSpPr/>
            <p:nvPr/>
          </p:nvSpPr>
          <p:spPr>
            <a:xfrm>
              <a:off x="5161063" y="35022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7" name="pt25997"/>
            <p:cNvSpPr/>
            <p:nvPr/>
          </p:nvSpPr>
          <p:spPr>
            <a:xfrm>
              <a:off x="5108199" y="34003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8" name="pt25998"/>
            <p:cNvSpPr/>
            <p:nvPr/>
          </p:nvSpPr>
          <p:spPr>
            <a:xfrm>
              <a:off x="5122177" y="3519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5999" name="pt25999"/>
            <p:cNvSpPr/>
            <p:nvPr/>
          </p:nvSpPr>
          <p:spPr>
            <a:xfrm>
              <a:off x="5105862" y="34194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0" name="pt26000"/>
            <p:cNvSpPr/>
            <p:nvPr/>
          </p:nvSpPr>
          <p:spPr>
            <a:xfrm>
              <a:off x="5137752" y="33453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1" name="pt26001"/>
            <p:cNvSpPr/>
            <p:nvPr/>
          </p:nvSpPr>
          <p:spPr>
            <a:xfrm>
              <a:off x="5174255" y="34871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2" name="pt26002"/>
            <p:cNvSpPr/>
            <p:nvPr/>
          </p:nvSpPr>
          <p:spPr>
            <a:xfrm>
              <a:off x="5153385" y="33304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3" name="pt26003"/>
            <p:cNvSpPr/>
            <p:nvPr/>
          </p:nvSpPr>
          <p:spPr>
            <a:xfrm>
              <a:off x="5059922" y="342653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04" name="pt26004"/>
            <p:cNvSpPr/>
            <p:nvPr/>
          </p:nvSpPr>
          <p:spPr>
            <a:xfrm>
              <a:off x="5145652" y="3389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5" name="pt26005"/>
            <p:cNvSpPr/>
            <p:nvPr/>
          </p:nvSpPr>
          <p:spPr>
            <a:xfrm>
              <a:off x="5141530" y="33893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6" name="pt26006"/>
            <p:cNvSpPr/>
            <p:nvPr/>
          </p:nvSpPr>
          <p:spPr>
            <a:xfrm>
              <a:off x="5116915" y="3498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7" name="pt26007"/>
            <p:cNvSpPr/>
            <p:nvPr/>
          </p:nvSpPr>
          <p:spPr>
            <a:xfrm>
              <a:off x="5188643" y="3464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8" name="pt26008"/>
            <p:cNvSpPr/>
            <p:nvPr/>
          </p:nvSpPr>
          <p:spPr>
            <a:xfrm>
              <a:off x="5099402" y="3451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09" name="pt26009"/>
            <p:cNvSpPr/>
            <p:nvPr/>
          </p:nvSpPr>
          <p:spPr>
            <a:xfrm>
              <a:off x="5121945" y="37072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0" name="pt26010"/>
            <p:cNvSpPr/>
            <p:nvPr/>
          </p:nvSpPr>
          <p:spPr>
            <a:xfrm>
              <a:off x="5183283" y="3749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1" name="pt26011"/>
            <p:cNvSpPr/>
            <p:nvPr/>
          </p:nvSpPr>
          <p:spPr>
            <a:xfrm>
              <a:off x="5168007" y="34639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2" name="pt26012"/>
            <p:cNvSpPr/>
            <p:nvPr/>
          </p:nvSpPr>
          <p:spPr>
            <a:xfrm>
              <a:off x="5162091" y="3500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3" name="pt26013"/>
            <p:cNvSpPr/>
            <p:nvPr/>
          </p:nvSpPr>
          <p:spPr>
            <a:xfrm>
              <a:off x="5148352" y="34753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4" name="pt26014"/>
            <p:cNvSpPr/>
            <p:nvPr/>
          </p:nvSpPr>
          <p:spPr>
            <a:xfrm>
              <a:off x="5100729" y="33547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5" name="pt26015"/>
            <p:cNvSpPr/>
            <p:nvPr/>
          </p:nvSpPr>
          <p:spPr>
            <a:xfrm>
              <a:off x="5149847" y="3332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6" name="pt26016"/>
            <p:cNvSpPr/>
            <p:nvPr/>
          </p:nvSpPr>
          <p:spPr>
            <a:xfrm>
              <a:off x="5136766" y="36033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7" name="pt26017"/>
            <p:cNvSpPr/>
            <p:nvPr/>
          </p:nvSpPr>
          <p:spPr>
            <a:xfrm>
              <a:off x="5114136" y="36868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8" name="pt26018"/>
            <p:cNvSpPr/>
            <p:nvPr/>
          </p:nvSpPr>
          <p:spPr>
            <a:xfrm>
              <a:off x="5085917" y="33797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19" name="pt26019"/>
            <p:cNvSpPr/>
            <p:nvPr/>
          </p:nvSpPr>
          <p:spPr>
            <a:xfrm>
              <a:off x="5156998" y="3404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0" name="pt26020"/>
            <p:cNvSpPr/>
            <p:nvPr/>
          </p:nvSpPr>
          <p:spPr>
            <a:xfrm>
              <a:off x="5184235" y="3686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1" name="pt26021"/>
            <p:cNvSpPr/>
            <p:nvPr/>
          </p:nvSpPr>
          <p:spPr>
            <a:xfrm>
              <a:off x="5091712" y="3362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2" name="pt26022"/>
            <p:cNvSpPr/>
            <p:nvPr/>
          </p:nvSpPr>
          <p:spPr>
            <a:xfrm>
              <a:off x="5121168" y="34690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3" name="pt26023"/>
            <p:cNvSpPr/>
            <p:nvPr/>
          </p:nvSpPr>
          <p:spPr>
            <a:xfrm>
              <a:off x="5137285" y="3380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4" name="pt26024"/>
            <p:cNvSpPr/>
            <p:nvPr/>
          </p:nvSpPr>
          <p:spPr>
            <a:xfrm>
              <a:off x="5143853" y="3563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5" name="pt26025"/>
            <p:cNvSpPr/>
            <p:nvPr/>
          </p:nvSpPr>
          <p:spPr>
            <a:xfrm>
              <a:off x="5102651" y="3437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6" name="pt26026"/>
            <p:cNvSpPr/>
            <p:nvPr/>
          </p:nvSpPr>
          <p:spPr>
            <a:xfrm>
              <a:off x="5127189" y="3677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7" name="pt26027"/>
            <p:cNvSpPr/>
            <p:nvPr/>
          </p:nvSpPr>
          <p:spPr>
            <a:xfrm>
              <a:off x="5144385" y="34878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8" name="pt26028"/>
            <p:cNvSpPr/>
            <p:nvPr/>
          </p:nvSpPr>
          <p:spPr>
            <a:xfrm>
              <a:off x="5155022" y="3562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29" name="pt26029"/>
            <p:cNvSpPr/>
            <p:nvPr/>
          </p:nvSpPr>
          <p:spPr>
            <a:xfrm>
              <a:off x="5185436" y="3711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0" name="pt26030"/>
            <p:cNvSpPr/>
            <p:nvPr/>
          </p:nvSpPr>
          <p:spPr>
            <a:xfrm>
              <a:off x="5127933" y="34454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1" name="pt26031"/>
            <p:cNvSpPr/>
            <p:nvPr/>
          </p:nvSpPr>
          <p:spPr>
            <a:xfrm>
              <a:off x="5148037" y="34894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2" name="pt26032"/>
            <p:cNvSpPr/>
            <p:nvPr/>
          </p:nvSpPr>
          <p:spPr>
            <a:xfrm>
              <a:off x="5176629" y="38574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3" name="pt26033"/>
            <p:cNvSpPr/>
            <p:nvPr/>
          </p:nvSpPr>
          <p:spPr>
            <a:xfrm>
              <a:off x="5147060" y="34755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4" name="pt26034"/>
            <p:cNvSpPr/>
            <p:nvPr/>
          </p:nvSpPr>
          <p:spPr>
            <a:xfrm>
              <a:off x="5051625" y="344547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35" name="pt26035"/>
            <p:cNvSpPr/>
            <p:nvPr/>
          </p:nvSpPr>
          <p:spPr>
            <a:xfrm>
              <a:off x="5113987" y="32617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6" name="pt26036"/>
            <p:cNvSpPr/>
            <p:nvPr/>
          </p:nvSpPr>
          <p:spPr>
            <a:xfrm>
              <a:off x="5139633" y="3420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7" name="pt26037"/>
            <p:cNvSpPr/>
            <p:nvPr/>
          </p:nvSpPr>
          <p:spPr>
            <a:xfrm>
              <a:off x="5163223" y="38957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8" name="pt26038"/>
            <p:cNvSpPr/>
            <p:nvPr/>
          </p:nvSpPr>
          <p:spPr>
            <a:xfrm>
              <a:off x="5160669" y="37529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39" name="pt26039"/>
            <p:cNvSpPr/>
            <p:nvPr/>
          </p:nvSpPr>
          <p:spPr>
            <a:xfrm>
              <a:off x="5142186" y="35812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0" name="pt26040"/>
            <p:cNvSpPr/>
            <p:nvPr/>
          </p:nvSpPr>
          <p:spPr>
            <a:xfrm>
              <a:off x="5134560" y="33659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1" name="pt26041"/>
            <p:cNvSpPr/>
            <p:nvPr/>
          </p:nvSpPr>
          <p:spPr>
            <a:xfrm>
              <a:off x="5550601" y="35740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2" name="pt26042"/>
            <p:cNvSpPr/>
            <p:nvPr/>
          </p:nvSpPr>
          <p:spPr>
            <a:xfrm>
              <a:off x="5208963" y="34986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3" name="pt26043"/>
            <p:cNvSpPr/>
            <p:nvPr/>
          </p:nvSpPr>
          <p:spPr>
            <a:xfrm>
              <a:off x="5117594" y="3453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4" name="pt26044"/>
            <p:cNvSpPr/>
            <p:nvPr/>
          </p:nvSpPr>
          <p:spPr>
            <a:xfrm>
              <a:off x="5113050" y="3458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5" name="pt26045"/>
            <p:cNvSpPr/>
            <p:nvPr/>
          </p:nvSpPr>
          <p:spPr>
            <a:xfrm>
              <a:off x="5135312" y="3403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6" name="pt26046"/>
            <p:cNvSpPr/>
            <p:nvPr/>
          </p:nvSpPr>
          <p:spPr>
            <a:xfrm>
              <a:off x="5173859" y="36838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7" name="pt26047"/>
            <p:cNvSpPr/>
            <p:nvPr/>
          </p:nvSpPr>
          <p:spPr>
            <a:xfrm>
              <a:off x="5142848" y="3491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8" name="pt26048"/>
            <p:cNvSpPr/>
            <p:nvPr/>
          </p:nvSpPr>
          <p:spPr>
            <a:xfrm>
              <a:off x="5191980" y="37283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49" name="pt26049"/>
            <p:cNvSpPr/>
            <p:nvPr/>
          </p:nvSpPr>
          <p:spPr>
            <a:xfrm>
              <a:off x="5155922" y="34913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0" name="pt26050"/>
            <p:cNvSpPr/>
            <p:nvPr/>
          </p:nvSpPr>
          <p:spPr>
            <a:xfrm>
              <a:off x="5135060" y="3498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1" name="pt26051"/>
            <p:cNvSpPr/>
            <p:nvPr/>
          </p:nvSpPr>
          <p:spPr>
            <a:xfrm>
              <a:off x="5175318" y="36367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2" name="pt26052"/>
            <p:cNvSpPr/>
            <p:nvPr/>
          </p:nvSpPr>
          <p:spPr>
            <a:xfrm>
              <a:off x="5139959" y="3679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3" name="pt26053"/>
            <p:cNvSpPr/>
            <p:nvPr/>
          </p:nvSpPr>
          <p:spPr>
            <a:xfrm>
              <a:off x="5179919" y="3655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4" name="pt26054"/>
            <p:cNvSpPr/>
            <p:nvPr/>
          </p:nvSpPr>
          <p:spPr>
            <a:xfrm>
              <a:off x="5063528" y="3623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5" name="pt26055"/>
            <p:cNvSpPr/>
            <p:nvPr/>
          </p:nvSpPr>
          <p:spPr>
            <a:xfrm>
              <a:off x="5136941" y="34791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6" name="pt26056"/>
            <p:cNvSpPr/>
            <p:nvPr/>
          </p:nvSpPr>
          <p:spPr>
            <a:xfrm>
              <a:off x="5191539" y="36008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7" name="pt26057"/>
            <p:cNvSpPr/>
            <p:nvPr/>
          </p:nvSpPr>
          <p:spPr>
            <a:xfrm>
              <a:off x="5128058" y="35262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8" name="pt26058"/>
            <p:cNvSpPr/>
            <p:nvPr/>
          </p:nvSpPr>
          <p:spPr>
            <a:xfrm>
              <a:off x="5167163" y="34679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59" name="pt26059"/>
            <p:cNvSpPr/>
            <p:nvPr/>
          </p:nvSpPr>
          <p:spPr>
            <a:xfrm>
              <a:off x="5157466" y="3476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0" name="pt26060"/>
            <p:cNvSpPr/>
            <p:nvPr/>
          </p:nvSpPr>
          <p:spPr>
            <a:xfrm>
              <a:off x="5746369" y="3518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1" name="pt26061"/>
            <p:cNvSpPr/>
            <p:nvPr/>
          </p:nvSpPr>
          <p:spPr>
            <a:xfrm>
              <a:off x="5152493" y="33890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2" name="pt26062"/>
            <p:cNvSpPr/>
            <p:nvPr/>
          </p:nvSpPr>
          <p:spPr>
            <a:xfrm>
              <a:off x="5144418" y="3479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3" name="pt26063"/>
            <p:cNvSpPr/>
            <p:nvPr/>
          </p:nvSpPr>
          <p:spPr>
            <a:xfrm>
              <a:off x="5155793" y="33793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4" name="pt26064"/>
            <p:cNvSpPr/>
            <p:nvPr/>
          </p:nvSpPr>
          <p:spPr>
            <a:xfrm>
              <a:off x="5179663" y="34230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5" name="pt26065"/>
            <p:cNvSpPr/>
            <p:nvPr/>
          </p:nvSpPr>
          <p:spPr>
            <a:xfrm>
              <a:off x="5163514" y="3662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6" name="pt26066"/>
            <p:cNvSpPr/>
            <p:nvPr/>
          </p:nvSpPr>
          <p:spPr>
            <a:xfrm>
              <a:off x="5165041" y="3476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7" name="pt26067"/>
            <p:cNvSpPr/>
            <p:nvPr/>
          </p:nvSpPr>
          <p:spPr>
            <a:xfrm>
              <a:off x="5078303" y="3602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8" name="pt26068"/>
            <p:cNvSpPr/>
            <p:nvPr/>
          </p:nvSpPr>
          <p:spPr>
            <a:xfrm>
              <a:off x="5175870" y="35456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69" name="pt26069"/>
            <p:cNvSpPr/>
            <p:nvPr/>
          </p:nvSpPr>
          <p:spPr>
            <a:xfrm>
              <a:off x="5122157" y="3519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0" name="pt26070"/>
            <p:cNvSpPr/>
            <p:nvPr/>
          </p:nvSpPr>
          <p:spPr>
            <a:xfrm>
              <a:off x="5127984" y="34335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1" name="pt26071"/>
            <p:cNvSpPr/>
            <p:nvPr/>
          </p:nvSpPr>
          <p:spPr>
            <a:xfrm>
              <a:off x="5127434" y="34151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2" name="pt26072"/>
            <p:cNvSpPr/>
            <p:nvPr/>
          </p:nvSpPr>
          <p:spPr>
            <a:xfrm>
              <a:off x="5255052" y="3261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3" name="pt26073"/>
            <p:cNvSpPr/>
            <p:nvPr/>
          </p:nvSpPr>
          <p:spPr>
            <a:xfrm>
              <a:off x="5195245" y="3850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4" name="pt26074"/>
            <p:cNvSpPr/>
            <p:nvPr/>
          </p:nvSpPr>
          <p:spPr>
            <a:xfrm>
              <a:off x="5134284" y="32494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5" name="pt26075"/>
            <p:cNvSpPr/>
            <p:nvPr/>
          </p:nvSpPr>
          <p:spPr>
            <a:xfrm>
              <a:off x="5103757" y="36062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6" name="pt26076"/>
            <p:cNvSpPr/>
            <p:nvPr/>
          </p:nvSpPr>
          <p:spPr>
            <a:xfrm>
              <a:off x="5154953" y="3495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7" name="pt26077"/>
            <p:cNvSpPr/>
            <p:nvPr/>
          </p:nvSpPr>
          <p:spPr>
            <a:xfrm>
              <a:off x="5370286" y="376558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78" name="pt26078"/>
            <p:cNvSpPr/>
            <p:nvPr/>
          </p:nvSpPr>
          <p:spPr>
            <a:xfrm>
              <a:off x="5167385" y="38018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79" name="pt26079"/>
            <p:cNvSpPr/>
            <p:nvPr/>
          </p:nvSpPr>
          <p:spPr>
            <a:xfrm>
              <a:off x="5111017" y="3740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0" name="pt26080"/>
            <p:cNvSpPr/>
            <p:nvPr/>
          </p:nvSpPr>
          <p:spPr>
            <a:xfrm>
              <a:off x="5121035" y="3396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1" name="pt26081"/>
            <p:cNvSpPr/>
            <p:nvPr/>
          </p:nvSpPr>
          <p:spPr>
            <a:xfrm>
              <a:off x="5155517" y="35274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2" name="pt26082"/>
            <p:cNvSpPr/>
            <p:nvPr/>
          </p:nvSpPr>
          <p:spPr>
            <a:xfrm>
              <a:off x="5117902" y="35020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3" name="pt26083"/>
            <p:cNvSpPr/>
            <p:nvPr/>
          </p:nvSpPr>
          <p:spPr>
            <a:xfrm>
              <a:off x="5125039" y="3297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4" name="pt26084"/>
            <p:cNvSpPr/>
            <p:nvPr/>
          </p:nvSpPr>
          <p:spPr>
            <a:xfrm>
              <a:off x="5147417" y="3401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5" name="pt26085"/>
            <p:cNvSpPr/>
            <p:nvPr/>
          </p:nvSpPr>
          <p:spPr>
            <a:xfrm>
              <a:off x="5149970" y="3654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6" name="pt26086"/>
            <p:cNvSpPr/>
            <p:nvPr/>
          </p:nvSpPr>
          <p:spPr>
            <a:xfrm>
              <a:off x="5157558" y="33770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7" name="pt26087"/>
            <p:cNvSpPr/>
            <p:nvPr/>
          </p:nvSpPr>
          <p:spPr>
            <a:xfrm>
              <a:off x="5184907" y="36959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8" name="pt26088"/>
            <p:cNvSpPr/>
            <p:nvPr/>
          </p:nvSpPr>
          <p:spPr>
            <a:xfrm>
              <a:off x="5179086" y="36328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89" name="pt26089"/>
            <p:cNvSpPr/>
            <p:nvPr/>
          </p:nvSpPr>
          <p:spPr>
            <a:xfrm>
              <a:off x="5121391" y="3551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0" name="pt26090"/>
            <p:cNvSpPr/>
            <p:nvPr/>
          </p:nvSpPr>
          <p:spPr>
            <a:xfrm>
              <a:off x="5152670" y="3737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1" name="pt26091"/>
            <p:cNvSpPr/>
            <p:nvPr/>
          </p:nvSpPr>
          <p:spPr>
            <a:xfrm>
              <a:off x="5141156" y="3386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2" name="pt26092"/>
            <p:cNvSpPr/>
            <p:nvPr/>
          </p:nvSpPr>
          <p:spPr>
            <a:xfrm>
              <a:off x="5157340" y="34460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3" name="pt26093"/>
            <p:cNvSpPr/>
            <p:nvPr/>
          </p:nvSpPr>
          <p:spPr>
            <a:xfrm>
              <a:off x="5126360" y="33673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4" name="pt26094"/>
            <p:cNvSpPr/>
            <p:nvPr/>
          </p:nvSpPr>
          <p:spPr>
            <a:xfrm>
              <a:off x="5131753" y="34330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5" name="pt26095"/>
            <p:cNvSpPr/>
            <p:nvPr/>
          </p:nvSpPr>
          <p:spPr>
            <a:xfrm>
              <a:off x="5122548" y="38122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6" name="pt26096"/>
            <p:cNvSpPr/>
            <p:nvPr/>
          </p:nvSpPr>
          <p:spPr>
            <a:xfrm>
              <a:off x="5132445" y="35163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7" name="pt26097"/>
            <p:cNvSpPr/>
            <p:nvPr/>
          </p:nvSpPr>
          <p:spPr>
            <a:xfrm>
              <a:off x="5190666" y="3502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8" name="pt26098"/>
            <p:cNvSpPr/>
            <p:nvPr/>
          </p:nvSpPr>
          <p:spPr>
            <a:xfrm>
              <a:off x="5169474" y="36938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099" name="pt26099"/>
            <p:cNvSpPr/>
            <p:nvPr/>
          </p:nvSpPr>
          <p:spPr>
            <a:xfrm>
              <a:off x="5130665" y="34634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0" name="pt26100"/>
            <p:cNvSpPr/>
            <p:nvPr/>
          </p:nvSpPr>
          <p:spPr>
            <a:xfrm>
              <a:off x="5147328" y="34181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1" name="pt26101"/>
            <p:cNvSpPr/>
            <p:nvPr/>
          </p:nvSpPr>
          <p:spPr>
            <a:xfrm>
              <a:off x="5149322" y="36285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2" name="pt26102"/>
            <p:cNvSpPr/>
            <p:nvPr/>
          </p:nvSpPr>
          <p:spPr>
            <a:xfrm>
              <a:off x="5100341" y="3373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3" name="pt26103"/>
            <p:cNvSpPr/>
            <p:nvPr/>
          </p:nvSpPr>
          <p:spPr>
            <a:xfrm>
              <a:off x="5156614" y="35645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4" name="pt26104"/>
            <p:cNvSpPr/>
            <p:nvPr/>
          </p:nvSpPr>
          <p:spPr>
            <a:xfrm>
              <a:off x="5141171" y="34353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5" name="pt26105"/>
            <p:cNvSpPr/>
            <p:nvPr/>
          </p:nvSpPr>
          <p:spPr>
            <a:xfrm>
              <a:off x="5119773" y="3333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6" name="pt26106"/>
            <p:cNvSpPr/>
            <p:nvPr/>
          </p:nvSpPr>
          <p:spPr>
            <a:xfrm>
              <a:off x="5154138" y="34323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7" name="pt26107"/>
            <p:cNvSpPr/>
            <p:nvPr/>
          </p:nvSpPr>
          <p:spPr>
            <a:xfrm>
              <a:off x="5046009" y="3261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8" name="pt26108"/>
            <p:cNvSpPr/>
            <p:nvPr/>
          </p:nvSpPr>
          <p:spPr>
            <a:xfrm>
              <a:off x="5121478" y="3509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09" name="pt26109"/>
            <p:cNvSpPr/>
            <p:nvPr/>
          </p:nvSpPr>
          <p:spPr>
            <a:xfrm>
              <a:off x="5165655" y="35693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0" name="pt26110"/>
            <p:cNvSpPr/>
            <p:nvPr/>
          </p:nvSpPr>
          <p:spPr>
            <a:xfrm>
              <a:off x="5159598" y="37683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1" name="pt26111"/>
            <p:cNvSpPr/>
            <p:nvPr/>
          </p:nvSpPr>
          <p:spPr>
            <a:xfrm>
              <a:off x="5213478" y="34252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2" name="pt26112"/>
            <p:cNvSpPr/>
            <p:nvPr/>
          </p:nvSpPr>
          <p:spPr>
            <a:xfrm>
              <a:off x="5169792" y="3596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3" name="pt26113"/>
            <p:cNvSpPr/>
            <p:nvPr/>
          </p:nvSpPr>
          <p:spPr>
            <a:xfrm>
              <a:off x="5132335" y="34619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4" name="pt26114"/>
            <p:cNvSpPr/>
            <p:nvPr/>
          </p:nvSpPr>
          <p:spPr>
            <a:xfrm>
              <a:off x="5134548" y="38688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5" name="pt26115"/>
            <p:cNvSpPr/>
            <p:nvPr/>
          </p:nvSpPr>
          <p:spPr>
            <a:xfrm>
              <a:off x="5142937" y="3433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6" name="pt26116"/>
            <p:cNvSpPr/>
            <p:nvPr/>
          </p:nvSpPr>
          <p:spPr>
            <a:xfrm>
              <a:off x="5151418" y="37298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7" name="pt26117"/>
            <p:cNvSpPr/>
            <p:nvPr/>
          </p:nvSpPr>
          <p:spPr>
            <a:xfrm>
              <a:off x="5173715" y="3403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8" name="pt26118"/>
            <p:cNvSpPr/>
            <p:nvPr/>
          </p:nvSpPr>
          <p:spPr>
            <a:xfrm>
              <a:off x="5140900" y="33900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19" name="pt26119"/>
            <p:cNvSpPr/>
            <p:nvPr/>
          </p:nvSpPr>
          <p:spPr>
            <a:xfrm>
              <a:off x="4250815" y="36949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0" name="pt26120"/>
            <p:cNvSpPr/>
            <p:nvPr/>
          </p:nvSpPr>
          <p:spPr>
            <a:xfrm>
              <a:off x="5153410" y="3398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1" name="pt26121"/>
            <p:cNvSpPr/>
            <p:nvPr/>
          </p:nvSpPr>
          <p:spPr>
            <a:xfrm>
              <a:off x="5107436" y="3295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2" name="pt26122"/>
            <p:cNvSpPr/>
            <p:nvPr/>
          </p:nvSpPr>
          <p:spPr>
            <a:xfrm>
              <a:off x="5268833" y="35073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3" name="pt26123"/>
            <p:cNvSpPr/>
            <p:nvPr/>
          </p:nvSpPr>
          <p:spPr>
            <a:xfrm>
              <a:off x="5109855" y="3532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4" name="pt26124"/>
            <p:cNvSpPr/>
            <p:nvPr/>
          </p:nvSpPr>
          <p:spPr>
            <a:xfrm>
              <a:off x="5133217" y="34713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5" name="pt26125"/>
            <p:cNvSpPr/>
            <p:nvPr/>
          </p:nvSpPr>
          <p:spPr>
            <a:xfrm>
              <a:off x="5173248" y="37056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6" name="pt26126"/>
            <p:cNvSpPr/>
            <p:nvPr/>
          </p:nvSpPr>
          <p:spPr>
            <a:xfrm>
              <a:off x="5158397" y="3379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7" name="pt26127"/>
            <p:cNvSpPr/>
            <p:nvPr/>
          </p:nvSpPr>
          <p:spPr>
            <a:xfrm>
              <a:off x="5134095" y="34178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8" name="pt26128"/>
            <p:cNvSpPr/>
            <p:nvPr/>
          </p:nvSpPr>
          <p:spPr>
            <a:xfrm>
              <a:off x="5105720" y="3425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29" name="pt26129"/>
            <p:cNvSpPr/>
            <p:nvPr/>
          </p:nvSpPr>
          <p:spPr>
            <a:xfrm>
              <a:off x="5165516" y="34413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0" name="pt26130"/>
            <p:cNvSpPr/>
            <p:nvPr/>
          </p:nvSpPr>
          <p:spPr>
            <a:xfrm>
              <a:off x="5087945" y="33876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1" name="pt26131"/>
            <p:cNvSpPr/>
            <p:nvPr/>
          </p:nvSpPr>
          <p:spPr>
            <a:xfrm>
              <a:off x="5158602" y="3735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2" name="pt26132"/>
            <p:cNvSpPr/>
            <p:nvPr/>
          </p:nvSpPr>
          <p:spPr>
            <a:xfrm>
              <a:off x="4728283" y="326796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33" name="pt26133"/>
            <p:cNvSpPr/>
            <p:nvPr/>
          </p:nvSpPr>
          <p:spPr>
            <a:xfrm>
              <a:off x="5161445" y="34696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4" name="pt26134"/>
            <p:cNvSpPr/>
            <p:nvPr/>
          </p:nvSpPr>
          <p:spPr>
            <a:xfrm>
              <a:off x="5171717" y="3777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5" name="pt26135"/>
            <p:cNvSpPr/>
            <p:nvPr/>
          </p:nvSpPr>
          <p:spPr>
            <a:xfrm>
              <a:off x="5188909" y="34214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6" name="pt26136"/>
            <p:cNvSpPr/>
            <p:nvPr/>
          </p:nvSpPr>
          <p:spPr>
            <a:xfrm>
              <a:off x="5227971" y="368276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37" name="pt26137"/>
            <p:cNvSpPr/>
            <p:nvPr/>
          </p:nvSpPr>
          <p:spPr>
            <a:xfrm>
              <a:off x="5122734" y="3459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8" name="pt26138"/>
            <p:cNvSpPr/>
            <p:nvPr/>
          </p:nvSpPr>
          <p:spPr>
            <a:xfrm>
              <a:off x="5127496" y="3358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39" name="pt26139"/>
            <p:cNvSpPr/>
            <p:nvPr/>
          </p:nvSpPr>
          <p:spPr>
            <a:xfrm>
              <a:off x="5191725" y="3906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0" name="pt26140"/>
            <p:cNvSpPr/>
            <p:nvPr/>
          </p:nvSpPr>
          <p:spPr>
            <a:xfrm>
              <a:off x="5161716" y="3500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1" name="pt26141"/>
            <p:cNvSpPr/>
            <p:nvPr/>
          </p:nvSpPr>
          <p:spPr>
            <a:xfrm>
              <a:off x="5158605" y="3769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2" name="pt26142"/>
            <p:cNvSpPr/>
            <p:nvPr/>
          </p:nvSpPr>
          <p:spPr>
            <a:xfrm>
              <a:off x="5087199" y="3378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3" name="pt26143"/>
            <p:cNvSpPr/>
            <p:nvPr/>
          </p:nvSpPr>
          <p:spPr>
            <a:xfrm>
              <a:off x="5076252" y="3253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4" name="pt26144"/>
            <p:cNvSpPr/>
            <p:nvPr/>
          </p:nvSpPr>
          <p:spPr>
            <a:xfrm>
              <a:off x="5110712" y="3448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5" name="pt26145"/>
            <p:cNvSpPr/>
            <p:nvPr/>
          </p:nvSpPr>
          <p:spPr>
            <a:xfrm>
              <a:off x="5201642" y="34605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6" name="pt26146"/>
            <p:cNvSpPr/>
            <p:nvPr/>
          </p:nvSpPr>
          <p:spPr>
            <a:xfrm>
              <a:off x="5140793" y="33920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7" name="pt26147"/>
            <p:cNvSpPr/>
            <p:nvPr/>
          </p:nvSpPr>
          <p:spPr>
            <a:xfrm>
              <a:off x="5095522" y="3662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8" name="pt26148"/>
            <p:cNvSpPr/>
            <p:nvPr/>
          </p:nvSpPr>
          <p:spPr>
            <a:xfrm>
              <a:off x="5174019" y="3424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49" name="pt26149"/>
            <p:cNvSpPr/>
            <p:nvPr/>
          </p:nvSpPr>
          <p:spPr>
            <a:xfrm>
              <a:off x="5117371" y="35474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0" name="pt26150"/>
            <p:cNvSpPr/>
            <p:nvPr/>
          </p:nvSpPr>
          <p:spPr>
            <a:xfrm>
              <a:off x="5192800" y="36235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1" name="pt26151"/>
            <p:cNvSpPr/>
            <p:nvPr/>
          </p:nvSpPr>
          <p:spPr>
            <a:xfrm>
              <a:off x="5180343" y="33388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2" name="pt26152"/>
            <p:cNvSpPr/>
            <p:nvPr/>
          </p:nvSpPr>
          <p:spPr>
            <a:xfrm>
              <a:off x="5119634" y="3543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3" name="pt26153"/>
            <p:cNvSpPr/>
            <p:nvPr/>
          </p:nvSpPr>
          <p:spPr>
            <a:xfrm>
              <a:off x="5093902" y="34828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4" name="pt26154"/>
            <p:cNvSpPr/>
            <p:nvPr/>
          </p:nvSpPr>
          <p:spPr>
            <a:xfrm>
              <a:off x="5087259" y="36068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5" name="pt26155"/>
            <p:cNvSpPr/>
            <p:nvPr/>
          </p:nvSpPr>
          <p:spPr>
            <a:xfrm>
              <a:off x="5167225" y="36141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6" name="pt26156"/>
            <p:cNvSpPr/>
            <p:nvPr/>
          </p:nvSpPr>
          <p:spPr>
            <a:xfrm>
              <a:off x="5242703" y="343494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57" name="pt26157"/>
            <p:cNvSpPr/>
            <p:nvPr/>
          </p:nvSpPr>
          <p:spPr>
            <a:xfrm>
              <a:off x="5141010" y="35306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8" name="pt26158"/>
            <p:cNvSpPr/>
            <p:nvPr/>
          </p:nvSpPr>
          <p:spPr>
            <a:xfrm>
              <a:off x="5151468" y="3506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59" name="pt26159"/>
            <p:cNvSpPr/>
            <p:nvPr/>
          </p:nvSpPr>
          <p:spPr>
            <a:xfrm>
              <a:off x="5282282" y="37599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0" name="pt26160"/>
            <p:cNvSpPr/>
            <p:nvPr/>
          </p:nvSpPr>
          <p:spPr>
            <a:xfrm>
              <a:off x="5165286" y="35049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1" name="pt26161"/>
            <p:cNvSpPr/>
            <p:nvPr/>
          </p:nvSpPr>
          <p:spPr>
            <a:xfrm>
              <a:off x="5107331" y="34159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2" name="pt26162"/>
            <p:cNvSpPr/>
            <p:nvPr/>
          </p:nvSpPr>
          <p:spPr>
            <a:xfrm>
              <a:off x="5071167" y="3334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3" name="pt26163"/>
            <p:cNvSpPr/>
            <p:nvPr/>
          </p:nvSpPr>
          <p:spPr>
            <a:xfrm>
              <a:off x="5143617" y="3352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4" name="pt26164"/>
            <p:cNvSpPr/>
            <p:nvPr/>
          </p:nvSpPr>
          <p:spPr>
            <a:xfrm>
              <a:off x="5141119" y="34001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5" name="pt26165"/>
            <p:cNvSpPr/>
            <p:nvPr/>
          </p:nvSpPr>
          <p:spPr>
            <a:xfrm>
              <a:off x="5155677" y="3549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6" name="pt26166"/>
            <p:cNvSpPr/>
            <p:nvPr/>
          </p:nvSpPr>
          <p:spPr>
            <a:xfrm>
              <a:off x="5123689" y="35391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7" name="pt26167"/>
            <p:cNvSpPr/>
            <p:nvPr/>
          </p:nvSpPr>
          <p:spPr>
            <a:xfrm>
              <a:off x="5187248" y="38738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68" name="pt26168"/>
            <p:cNvSpPr/>
            <p:nvPr/>
          </p:nvSpPr>
          <p:spPr>
            <a:xfrm>
              <a:off x="5039691" y="342368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69" name="pt26169"/>
            <p:cNvSpPr/>
            <p:nvPr/>
          </p:nvSpPr>
          <p:spPr>
            <a:xfrm>
              <a:off x="5139314" y="33948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0" name="pt26170"/>
            <p:cNvSpPr/>
            <p:nvPr/>
          </p:nvSpPr>
          <p:spPr>
            <a:xfrm>
              <a:off x="5148759" y="35394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1" name="pt26171"/>
            <p:cNvSpPr/>
            <p:nvPr/>
          </p:nvSpPr>
          <p:spPr>
            <a:xfrm>
              <a:off x="5152045" y="3765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2" name="pt26172"/>
            <p:cNvSpPr/>
            <p:nvPr/>
          </p:nvSpPr>
          <p:spPr>
            <a:xfrm>
              <a:off x="5066239" y="31859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3" name="pt26173"/>
            <p:cNvSpPr/>
            <p:nvPr/>
          </p:nvSpPr>
          <p:spPr>
            <a:xfrm>
              <a:off x="5102971" y="3386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4" name="pt26174"/>
            <p:cNvSpPr/>
            <p:nvPr/>
          </p:nvSpPr>
          <p:spPr>
            <a:xfrm>
              <a:off x="5149799" y="3706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5" name="pt26175"/>
            <p:cNvSpPr/>
            <p:nvPr/>
          </p:nvSpPr>
          <p:spPr>
            <a:xfrm>
              <a:off x="5123366" y="3419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6" name="pt26176"/>
            <p:cNvSpPr/>
            <p:nvPr/>
          </p:nvSpPr>
          <p:spPr>
            <a:xfrm>
              <a:off x="5113493" y="3300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7" name="pt26177"/>
            <p:cNvSpPr/>
            <p:nvPr/>
          </p:nvSpPr>
          <p:spPr>
            <a:xfrm>
              <a:off x="5141284" y="33410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8" name="pt26178"/>
            <p:cNvSpPr/>
            <p:nvPr/>
          </p:nvSpPr>
          <p:spPr>
            <a:xfrm>
              <a:off x="5163175" y="3351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79" name="pt26179"/>
            <p:cNvSpPr/>
            <p:nvPr/>
          </p:nvSpPr>
          <p:spPr>
            <a:xfrm>
              <a:off x="5169796" y="35270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0" name="pt26180"/>
            <p:cNvSpPr/>
            <p:nvPr/>
          </p:nvSpPr>
          <p:spPr>
            <a:xfrm>
              <a:off x="5095391" y="3070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1" name="pt26181"/>
            <p:cNvSpPr/>
            <p:nvPr/>
          </p:nvSpPr>
          <p:spPr>
            <a:xfrm>
              <a:off x="5136140" y="35755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2" name="pt26182"/>
            <p:cNvSpPr/>
            <p:nvPr/>
          </p:nvSpPr>
          <p:spPr>
            <a:xfrm>
              <a:off x="5149613" y="34306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3" name="pt26183"/>
            <p:cNvSpPr/>
            <p:nvPr/>
          </p:nvSpPr>
          <p:spPr>
            <a:xfrm>
              <a:off x="5170369" y="34692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4" name="pt26184"/>
            <p:cNvSpPr/>
            <p:nvPr/>
          </p:nvSpPr>
          <p:spPr>
            <a:xfrm>
              <a:off x="5173426" y="34483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5" name="pt26185"/>
            <p:cNvSpPr/>
            <p:nvPr/>
          </p:nvSpPr>
          <p:spPr>
            <a:xfrm>
              <a:off x="5183777" y="37112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6" name="pt26186"/>
            <p:cNvSpPr/>
            <p:nvPr/>
          </p:nvSpPr>
          <p:spPr>
            <a:xfrm>
              <a:off x="5170700" y="36981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7" name="pt26187"/>
            <p:cNvSpPr/>
            <p:nvPr/>
          </p:nvSpPr>
          <p:spPr>
            <a:xfrm>
              <a:off x="5116990" y="3392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8" name="pt26188"/>
            <p:cNvSpPr/>
            <p:nvPr/>
          </p:nvSpPr>
          <p:spPr>
            <a:xfrm>
              <a:off x="5150771" y="3552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89" name="pt26189"/>
            <p:cNvSpPr/>
            <p:nvPr/>
          </p:nvSpPr>
          <p:spPr>
            <a:xfrm>
              <a:off x="5123890" y="32907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0" name="pt26190"/>
            <p:cNvSpPr/>
            <p:nvPr/>
          </p:nvSpPr>
          <p:spPr>
            <a:xfrm>
              <a:off x="5133014" y="3376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1" name="pt26191"/>
            <p:cNvSpPr/>
            <p:nvPr/>
          </p:nvSpPr>
          <p:spPr>
            <a:xfrm>
              <a:off x="5144947" y="3584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2" name="pt26192"/>
            <p:cNvSpPr/>
            <p:nvPr/>
          </p:nvSpPr>
          <p:spPr>
            <a:xfrm>
              <a:off x="5146095" y="33761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3" name="pt26193"/>
            <p:cNvSpPr/>
            <p:nvPr/>
          </p:nvSpPr>
          <p:spPr>
            <a:xfrm>
              <a:off x="5147602" y="35349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4" name="pt26194"/>
            <p:cNvSpPr/>
            <p:nvPr/>
          </p:nvSpPr>
          <p:spPr>
            <a:xfrm>
              <a:off x="5142479" y="33362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5" name="pt26195"/>
            <p:cNvSpPr/>
            <p:nvPr/>
          </p:nvSpPr>
          <p:spPr>
            <a:xfrm>
              <a:off x="5055425" y="33432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6" name="pt26196"/>
            <p:cNvSpPr/>
            <p:nvPr/>
          </p:nvSpPr>
          <p:spPr>
            <a:xfrm>
              <a:off x="5160419" y="33430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7" name="pt26197"/>
            <p:cNvSpPr/>
            <p:nvPr/>
          </p:nvSpPr>
          <p:spPr>
            <a:xfrm>
              <a:off x="5116356" y="3699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8" name="pt26198"/>
            <p:cNvSpPr/>
            <p:nvPr/>
          </p:nvSpPr>
          <p:spPr>
            <a:xfrm>
              <a:off x="5096656" y="3447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199" name="pt26199"/>
            <p:cNvSpPr/>
            <p:nvPr/>
          </p:nvSpPr>
          <p:spPr>
            <a:xfrm>
              <a:off x="5132655" y="37054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0" name="pt26200"/>
            <p:cNvSpPr/>
            <p:nvPr/>
          </p:nvSpPr>
          <p:spPr>
            <a:xfrm>
              <a:off x="5173859" y="35071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1" name="pt26201"/>
            <p:cNvSpPr/>
            <p:nvPr/>
          </p:nvSpPr>
          <p:spPr>
            <a:xfrm>
              <a:off x="5151640" y="34068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2" name="pt26202"/>
            <p:cNvSpPr/>
            <p:nvPr/>
          </p:nvSpPr>
          <p:spPr>
            <a:xfrm>
              <a:off x="5190821" y="3623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3" name="pt26203"/>
            <p:cNvSpPr/>
            <p:nvPr/>
          </p:nvSpPr>
          <p:spPr>
            <a:xfrm>
              <a:off x="5132403" y="33997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4" name="pt26204"/>
            <p:cNvSpPr/>
            <p:nvPr/>
          </p:nvSpPr>
          <p:spPr>
            <a:xfrm>
              <a:off x="5150520" y="34303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5" name="pt26205"/>
            <p:cNvSpPr/>
            <p:nvPr/>
          </p:nvSpPr>
          <p:spPr>
            <a:xfrm>
              <a:off x="5147536" y="34416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6" name="pt26206"/>
            <p:cNvSpPr/>
            <p:nvPr/>
          </p:nvSpPr>
          <p:spPr>
            <a:xfrm>
              <a:off x="5130597" y="34089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7" name="pt26207"/>
            <p:cNvSpPr/>
            <p:nvPr/>
          </p:nvSpPr>
          <p:spPr>
            <a:xfrm>
              <a:off x="5160454" y="36377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8" name="pt26208"/>
            <p:cNvSpPr/>
            <p:nvPr/>
          </p:nvSpPr>
          <p:spPr>
            <a:xfrm>
              <a:off x="5140082" y="36303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09" name="pt26209"/>
            <p:cNvSpPr/>
            <p:nvPr/>
          </p:nvSpPr>
          <p:spPr>
            <a:xfrm>
              <a:off x="5131455" y="3463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0" name="pt26210"/>
            <p:cNvSpPr/>
            <p:nvPr/>
          </p:nvSpPr>
          <p:spPr>
            <a:xfrm>
              <a:off x="5150881" y="35629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1" name="pt26211"/>
            <p:cNvSpPr/>
            <p:nvPr/>
          </p:nvSpPr>
          <p:spPr>
            <a:xfrm>
              <a:off x="5165560" y="3776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2" name="pt26212"/>
            <p:cNvSpPr/>
            <p:nvPr/>
          </p:nvSpPr>
          <p:spPr>
            <a:xfrm>
              <a:off x="5158999" y="36562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3" name="pt26213"/>
            <p:cNvSpPr/>
            <p:nvPr/>
          </p:nvSpPr>
          <p:spPr>
            <a:xfrm>
              <a:off x="5120403" y="3335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4" name="pt26214"/>
            <p:cNvSpPr/>
            <p:nvPr/>
          </p:nvSpPr>
          <p:spPr>
            <a:xfrm>
              <a:off x="5110815" y="3439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5" name="pt26215"/>
            <p:cNvSpPr/>
            <p:nvPr/>
          </p:nvSpPr>
          <p:spPr>
            <a:xfrm>
              <a:off x="5125857" y="35213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6" name="pt26216"/>
            <p:cNvSpPr/>
            <p:nvPr/>
          </p:nvSpPr>
          <p:spPr>
            <a:xfrm>
              <a:off x="5036440" y="3486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7" name="pt26217"/>
            <p:cNvSpPr/>
            <p:nvPr/>
          </p:nvSpPr>
          <p:spPr>
            <a:xfrm>
              <a:off x="5137952" y="34087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8" name="pt26218"/>
            <p:cNvSpPr/>
            <p:nvPr/>
          </p:nvSpPr>
          <p:spPr>
            <a:xfrm>
              <a:off x="5131637" y="3474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19" name="pt26219"/>
            <p:cNvSpPr/>
            <p:nvPr/>
          </p:nvSpPr>
          <p:spPr>
            <a:xfrm>
              <a:off x="5171099" y="3363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0" name="pt26220"/>
            <p:cNvSpPr/>
            <p:nvPr/>
          </p:nvSpPr>
          <p:spPr>
            <a:xfrm>
              <a:off x="5154527" y="34205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1" name="pt26221"/>
            <p:cNvSpPr/>
            <p:nvPr/>
          </p:nvSpPr>
          <p:spPr>
            <a:xfrm>
              <a:off x="5165607" y="3780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2" name="pt26222"/>
            <p:cNvSpPr/>
            <p:nvPr/>
          </p:nvSpPr>
          <p:spPr>
            <a:xfrm>
              <a:off x="5076424" y="3590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3" name="pt26223"/>
            <p:cNvSpPr/>
            <p:nvPr/>
          </p:nvSpPr>
          <p:spPr>
            <a:xfrm>
              <a:off x="5107834" y="3373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4" name="pt26224"/>
            <p:cNvSpPr/>
            <p:nvPr/>
          </p:nvSpPr>
          <p:spPr>
            <a:xfrm>
              <a:off x="5196552" y="3651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5" name="pt26225"/>
            <p:cNvSpPr/>
            <p:nvPr/>
          </p:nvSpPr>
          <p:spPr>
            <a:xfrm>
              <a:off x="5077339" y="35427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6" name="pt26226"/>
            <p:cNvSpPr/>
            <p:nvPr/>
          </p:nvSpPr>
          <p:spPr>
            <a:xfrm>
              <a:off x="5155888" y="34517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7" name="pt26227"/>
            <p:cNvSpPr/>
            <p:nvPr/>
          </p:nvSpPr>
          <p:spPr>
            <a:xfrm>
              <a:off x="5139236" y="35073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8" name="pt26228"/>
            <p:cNvSpPr/>
            <p:nvPr/>
          </p:nvSpPr>
          <p:spPr>
            <a:xfrm>
              <a:off x="5176247" y="3446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29" name="pt26229"/>
            <p:cNvSpPr/>
            <p:nvPr/>
          </p:nvSpPr>
          <p:spPr>
            <a:xfrm>
              <a:off x="5117203" y="35850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0" name="pt26230"/>
            <p:cNvSpPr/>
            <p:nvPr/>
          </p:nvSpPr>
          <p:spPr>
            <a:xfrm>
              <a:off x="5227779" y="38567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1" name="pt26231"/>
            <p:cNvSpPr/>
            <p:nvPr/>
          </p:nvSpPr>
          <p:spPr>
            <a:xfrm>
              <a:off x="5152005" y="33638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2" name="pt26232"/>
            <p:cNvSpPr/>
            <p:nvPr/>
          </p:nvSpPr>
          <p:spPr>
            <a:xfrm>
              <a:off x="5114586" y="3432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3" name="pt26233"/>
            <p:cNvSpPr/>
            <p:nvPr/>
          </p:nvSpPr>
          <p:spPr>
            <a:xfrm>
              <a:off x="5172888" y="36391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4" name="pt26234"/>
            <p:cNvSpPr/>
            <p:nvPr/>
          </p:nvSpPr>
          <p:spPr>
            <a:xfrm>
              <a:off x="5160795" y="38264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5" name="pt26235"/>
            <p:cNvSpPr/>
            <p:nvPr/>
          </p:nvSpPr>
          <p:spPr>
            <a:xfrm>
              <a:off x="5202063" y="37284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6" name="pt26236"/>
            <p:cNvSpPr/>
            <p:nvPr/>
          </p:nvSpPr>
          <p:spPr>
            <a:xfrm>
              <a:off x="5150233" y="3410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7" name="pt26237"/>
            <p:cNvSpPr/>
            <p:nvPr/>
          </p:nvSpPr>
          <p:spPr>
            <a:xfrm>
              <a:off x="5150411" y="36487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8" name="pt26238"/>
            <p:cNvSpPr/>
            <p:nvPr/>
          </p:nvSpPr>
          <p:spPr>
            <a:xfrm>
              <a:off x="5127035" y="36498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39" name="pt26239"/>
            <p:cNvSpPr/>
            <p:nvPr/>
          </p:nvSpPr>
          <p:spPr>
            <a:xfrm>
              <a:off x="5172713" y="3355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0" name="pt26240"/>
            <p:cNvSpPr/>
            <p:nvPr/>
          </p:nvSpPr>
          <p:spPr>
            <a:xfrm>
              <a:off x="5097514" y="35166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1" name="pt26241"/>
            <p:cNvSpPr/>
            <p:nvPr/>
          </p:nvSpPr>
          <p:spPr>
            <a:xfrm>
              <a:off x="5111963" y="34288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2" name="pt26242"/>
            <p:cNvSpPr/>
            <p:nvPr/>
          </p:nvSpPr>
          <p:spPr>
            <a:xfrm>
              <a:off x="5149660" y="3413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3" name="pt26243"/>
            <p:cNvSpPr/>
            <p:nvPr/>
          </p:nvSpPr>
          <p:spPr>
            <a:xfrm>
              <a:off x="5125490" y="33016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4" name="pt26244"/>
            <p:cNvSpPr/>
            <p:nvPr/>
          </p:nvSpPr>
          <p:spPr>
            <a:xfrm>
              <a:off x="5130735" y="3566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5" name="pt26245"/>
            <p:cNvSpPr/>
            <p:nvPr/>
          </p:nvSpPr>
          <p:spPr>
            <a:xfrm>
              <a:off x="5165067" y="3469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6" name="pt26246"/>
            <p:cNvSpPr/>
            <p:nvPr/>
          </p:nvSpPr>
          <p:spPr>
            <a:xfrm>
              <a:off x="5094179" y="34008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7" name="pt26247"/>
            <p:cNvSpPr/>
            <p:nvPr/>
          </p:nvSpPr>
          <p:spPr>
            <a:xfrm>
              <a:off x="5161599" y="3816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8" name="pt26248"/>
            <p:cNvSpPr/>
            <p:nvPr/>
          </p:nvSpPr>
          <p:spPr>
            <a:xfrm>
              <a:off x="5110367" y="3431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49" name="pt26249"/>
            <p:cNvSpPr/>
            <p:nvPr/>
          </p:nvSpPr>
          <p:spPr>
            <a:xfrm>
              <a:off x="5180959" y="3738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0" name="pt26250"/>
            <p:cNvSpPr/>
            <p:nvPr/>
          </p:nvSpPr>
          <p:spPr>
            <a:xfrm>
              <a:off x="5172289" y="3620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1" name="pt26251"/>
            <p:cNvSpPr/>
            <p:nvPr/>
          </p:nvSpPr>
          <p:spPr>
            <a:xfrm>
              <a:off x="5159004" y="34498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2" name="pt26252"/>
            <p:cNvSpPr/>
            <p:nvPr/>
          </p:nvSpPr>
          <p:spPr>
            <a:xfrm>
              <a:off x="5127114" y="3328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3" name="pt26253"/>
            <p:cNvSpPr/>
            <p:nvPr/>
          </p:nvSpPr>
          <p:spPr>
            <a:xfrm>
              <a:off x="5132918" y="37762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4" name="pt26254"/>
            <p:cNvSpPr/>
            <p:nvPr/>
          </p:nvSpPr>
          <p:spPr>
            <a:xfrm>
              <a:off x="5133375" y="34894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5" name="pt26255"/>
            <p:cNvSpPr/>
            <p:nvPr/>
          </p:nvSpPr>
          <p:spPr>
            <a:xfrm>
              <a:off x="5159827" y="3579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6" name="pt26256"/>
            <p:cNvSpPr/>
            <p:nvPr/>
          </p:nvSpPr>
          <p:spPr>
            <a:xfrm>
              <a:off x="5159442" y="34123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7" name="pt26257"/>
            <p:cNvSpPr/>
            <p:nvPr/>
          </p:nvSpPr>
          <p:spPr>
            <a:xfrm>
              <a:off x="5145712" y="33967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8" name="pt26258"/>
            <p:cNvSpPr/>
            <p:nvPr/>
          </p:nvSpPr>
          <p:spPr>
            <a:xfrm>
              <a:off x="5161062" y="3842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59" name="pt26259"/>
            <p:cNvSpPr/>
            <p:nvPr/>
          </p:nvSpPr>
          <p:spPr>
            <a:xfrm>
              <a:off x="5158813" y="35367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0" name="pt26260"/>
            <p:cNvSpPr/>
            <p:nvPr/>
          </p:nvSpPr>
          <p:spPr>
            <a:xfrm>
              <a:off x="5136449" y="36474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1" name="pt26261"/>
            <p:cNvSpPr/>
            <p:nvPr/>
          </p:nvSpPr>
          <p:spPr>
            <a:xfrm>
              <a:off x="5097719" y="34899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2" name="pt26262"/>
            <p:cNvSpPr/>
            <p:nvPr/>
          </p:nvSpPr>
          <p:spPr>
            <a:xfrm>
              <a:off x="5185119" y="3383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3" name="pt26263"/>
            <p:cNvSpPr/>
            <p:nvPr/>
          </p:nvSpPr>
          <p:spPr>
            <a:xfrm>
              <a:off x="5151258" y="3427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4" name="pt26264"/>
            <p:cNvSpPr/>
            <p:nvPr/>
          </p:nvSpPr>
          <p:spPr>
            <a:xfrm>
              <a:off x="5146509" y="33400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5" name="pt26265"/>
            <p:cNvSpPr/>
            <p:nvPr/>
          </p:nvSpPr>
          <p:spPr>
            <a:xfrm>
              <a:off x="5147757" y="3539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6" name="pt26266"/>
            <p:cNvSpPr/>
            <p:nvPr/>
          </p:nvSpPr>
          <p:spPr>
            <a:xfrm>
              <a:off x="5146819" y="3379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7" name="pt26267"/>
            <p:cNvSpPr/>
            <p:nvPr/>
          </p:nvSpPr>
          <p:spPr>
            <a:xfrm>
              <a:off x="5034544" y="34093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8" name="pt26268"/>
            <p:cNvSpPr/>
            <p:nvPr/>
          </p:nvSpPr>
          <p:spPr>
            <a:xfrm>
              <a:off x="5117555" y="2805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69" name="pt26269"/>
            <p:cNvSpPr/>
            <p:nvPr/>
          </p:nvSpPr>
          <p:spPr>
            <a:xfrm>
              <a:off x="5062015" y="33524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0" name="pt26270"/>
            <p:cNvSpPr/>
            <p:nvPr/>
          </p:nvSpPr>
          <p:spPr>
            <a:xfrm>
              <a:off x="5139312" y="3266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1" name="pt26271"/>
            <p:cNvSpPr/>
            <p:nvPr/>
          </p:nvSpPr>
          <p:spPr>
            <a:xfrm>
              <a:off x="5168658" y="3349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2" name="pt26272"/>
            <p:cNvSpPr/>
            <p:nvPr/>
          </p:nvSpPr>
          <p:spPr>
            <a:xfrm>
              <a:off x="5057070" y="3663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3" name="pt26273"/>
            <p:cNvSpPr/>
            <p:nvPr/>
          </p:nvSpPr>
          <p:spPr>
            <a:xfrm>
              <a:off x="5182193" y="35553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4" name="pt26274"/>
            <p:cNvSpPr/>
            <p:nvPr/>
          </p:nvSpPr>
          <p:spPr>
            <a:xfrm>
              <a:off x="5149981" y="32873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5" name="pt26275"/>
            <p:cNvSpPr/>
            <p:nvPr/>
          </p:nvSpPr>
          <p:spPr>
            <a:xfrm>
              <a:off x="5122175" y="3453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6" name="pt26276"/>
            <p:cNvSpPr/>
            <p:nvPr/>
          </p:nvSpPr>
          <p:spPr>
            <a:xfrm>
              <a:off x="5131022" y="3446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7" name="pt26277"/>
            <p:cNvSpPr/>
            <p:nvPr/>
          </p:nvSpPr>
          <p:spPr>
            <a:xfrm>
              <a:off x="5185565" y="37435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8" name="pt26278"/>
            <p:cNvSpPr/>
            <p:nvPr/>
          </p:nvSpPr>
          <p:spPr>
            <a:xfrm>
              <a:off x="5143633" y="3436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79" name="pt26279"/>
            <p:cNvSpPr/>
            <p:nvPr/>
          </p:nvSpPr>
          <p:spPr>
            <a:xfrm>
              <a:off x="5135338" y="36255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0" name="pt26280"/>
            <p:cNvSpPr/>
            <p:nvPr/>
          </p:nvSpPr>
          <p:spPr>
            <a:xfrm>
              <a:off x="5135463" y="3359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1" name="pt26281"/>
            <p:cNvSpPr/>
            <p:nvPr/>
          </p:nvSpPr>
          <p:spPr>
            <a:xfrm>
              <a:off x="5163028" y="37444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2" name="pt26282"/>
            <p:cNvSpPr/>
            <p:nvPr/>
          </p:nvSpPr>
          <p:spPr>
            <a:xfrm>
              <a:off x="5111071" y="34612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3" name="pt26283"/>
            <p:cNvSpPr/>
            <p:nvPr/>
          </p:nvSpPr>
          <p:spPr>
            <a:xfrm>
              <a:off x="5149410" y="35617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4" name="pt26284"/>
            <p:cNvSpPr/>
            <p:nvPr/>
          </p:nvSpPr>
          <p:spPr>
            <a:xfrm>
              <a:off x="5143926" y="38110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5" name="pt26285"/>
            <p:cNvSpPr/>
            <p:nvPr/>
          </p:nvSpPr>
          <p:spPr>
            <a:xfrm>
              <a:off x="5156608" y="36825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6" name="pt26286"/>
            <p:cNvSpPr/>
            <p:nvPr/>
          </p:nvSpPr>
          <p:spPr>
            <a:xfrm>
              <a:off x="5161863" y="3699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7" name="pt26287"/>
            <p:cNvSpPr/>
            <p:nvPr/>
          </p:nvSpPr>
          <p:spPr>
            <a:xfrm>
              <a:off x="5198016" y="34957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8" name="pt26288"/>
            <p:cNvSpPr/>
            <p:nvPr/>
          </p:nvSpPr>
          <p:spPr>
            <a:xfrm>
              <a:off x="5236207" y="34391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89" name="pt26289"/>
            <p:cNvSpPr/>
            <p:nvPr/>
          </p:nvSpPr>
          <p:spPr>
            <a:xfrm>
              <a:off x="5168144" y="3536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0" name="pt26290"/>
            <p:cNvSpPr/>
            <p:nvPr/>
          </p:nvSpPr>
          <p:spPr>
            <a:xfrm>
              <a:off x="5141666" y="3395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1" name="pt26291"/>
            <p:cNvSpPr/>
            <p:nvPr/>
          </p:nvSpPr>
          <p:spPr>
            <a:xfrm>
              <a:off x="5089798" y="35567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2" name="pt26292"/>
            <p:cNvSpPr/>
            <p:nvPr/>
          </p:nvSpPr>
          <p:spPr>
            <a:xfrm>
              <a:off x="5118703" y="3454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3" name="pt26293"/>
            <p:cNvSpPr/>
            <p:nvPr/>
          </p:nvSpPr>
          <p:spPr>
            <a:xfrm>
              <a:off x="5168512" y="36267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4" name="pt26294"/>
            <p:cNvSpPr/>
            <p:nvPr/>
          </p:nvSpPr>
          <p:spPr>
            <a:xfrm>
              <a:off x="5142673" y="34538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5" name="pt26295"/>
            <p:cNvSpPr/>
            <p:nvPr/>
          </p:nvSpPr>
          <p:spPr>
            <a:xfrm>
              <a:off x="5111794" y="34272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6" name="pt26296"/>
            <p:cNvSpPr/>
            <p:nvPr/>
          </p:nvSpPr>
          <p:spPr>
            <a:xfrm>
              <a:off x="5159114" y="38091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7" name="pt26297"/>
            <p:cNvSpPr/>
            <p:nvPr/>
          </p:nvSpPr>
          <p:spPr>
            <a:xfrm>
              <a:off x="5088763" y="3440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8" name="pt26298"/>
            <p:cNvSpPr/>
            <p:nvPr/>
          </p:nvSpPr>
          <p:spPr>
            <a:xfrm>
              <a:off x="5100601" y="34894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299" name="pt26299"/>
            <p:cNvSpPr/>
            <p:nvPr/>
          </p:nvSpPr>
          <p:spPr>
            <a:xfrm>
              <a:off x="5096918" y="3467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0" name="pt26300"/>
            <p:cNvSpPr/>
            <p:nvPr/>
          </p:nvSpPr>
          <p:spPr>
            <a:xfrm>
              <a:off x="5171737" y="36213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1" name="pt26301"/>
            <p:cNvSpPr/>
            <p:nvPr/>
          </p:nvSpPr>
          <p:spPr>
            <a:xfrm>
              <a:off x="5169898" y="3472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2" name="pt26302"/>
            <p:cNvSpPr/>
            <p:nvPr/>
          </p:nvSpPr>
          <p:spPr>
            <a:xfrm>
              <a:off x="5173154" y="3369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3" name="pt26303"/>
            <p:cNvSpPr/>
            <p:nvPr/>
          </p:nvSpPr>
          <p:spPr>
            <a:xfrm>
              <a:off x="5151103" y="36736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4" name="pt26304"/>
            <p:cNvSpPr/>
            <p:nvPr/>
          </p:nvSpPr>
          <p:spPr>
            <a:xfrm>
              <a:off x="5308953" y="382802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05" name="pt26305"/>
            <p:cNvSpPr/>
            <p:nvPr/>
          </p:nvSpPr>
          <p:spPr>
            <a:xfrm>
              <a:off x="5145022" y="36160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6" name="pt26306"/>
            <p:cNvSpPr/>
            <p:nvPr/>
          </p:nvSpPr>
          <p:spPr>
            <a:xfrm>
              <a:off x="5124806" y="33978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7" name="pt26307"/>
            <p:cNvSpPr/>
            <p:nvPr/>
          </p:nvSpPr>
          <p:spPr>
            <a:xfrm>
              <a:off x="5138677" y="3456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8" name="pt26308"/>
            <p:cNvSpPr/>
            <p:nvPr/>
          </p:nvSpPr>
          <p:spPr>
            <a:xfrm>
              <a:off x="5142501" y="3466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09" name="pt26309"/>
            <p:cNvSpPr/>
            <p:nvPr/>
          </p:nvSpPr>
          <p:spPr>
            <a:xfrm>
              <a:off x="5137340" y="3346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0" name="pt26310"/>
            <p:cNvSpPr/>
            <p:nvPr/>
          </p:nvSpPr>
          <p:spPr>
            <a:xfrm>
              <a:off x="5174214" y="3589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1" name="pt26311"/>
            <p:cNvSpPr/>
            <p:nvPr/>
          </p:nvSpPr>
          <p:spPr>
            <a:xfrm>
              <a:off x="5185577" y="37080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2" name="pt26312"/>
            <p:cNvSpPr/>
            <p:nvPr/>
          </p:nvSpPr>
          <p:spPr>
            <a:xfrm>
              <a:off x="5079334" y="3432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3" name="pt26313"/>
            <p:cNvSpPr/>
            <p:nvPr/>
          </p:nvSpPr>
          <p:spPr>
            <a:xfrm>
              <a:off x="5123574" y="3414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4" name="pt26314"/>
            <p:cNvSpPr/>
            <p:nvPr/>
          </p:nvSpPr>
          <p:spPr>
            <a:xfrm>
              <a:off x="5106296" y="34133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5" name="pt26315"/>
            <p:cNvSpPr/>
            <p:nvPr/>
          </p:nvSpPr>
          <p:spPr>
            <a:xfrm>
              <a:off x="5145638" y="3671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6" name="pt26316"/>
            <p:cNvSpPr/>
            <p:nvPr/>
          </p:nvSpPr>
          <p:spPr>
            <a:xfrm>
              <a:off x="5007981" y="34985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7" name="pt26317"/>
            <p:cNvSpPr/>
            <p:nvPr/>
          </p:nvSpPr>
          <p:spPr>
            <a:xfrm>
              <a:off x="5173137" y="36679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8" name="pt26318"/>
            <p:cNvSpPr/>
            <p:nvPr/>
          </p:nvSpPr>
          <p:spPr>
            <a:xfrm>
              <a:off x="5137811" y="36275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19" name="pt26319"/>
            <p:cNvSpPr/>
            <p:nvPr/>
          </p:nvSpPr>
          <p:spPr>
            <a:xfrm>
              <a:off x="5136936" y="35519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0" name="pt26320"/>
            <p:cNvSpPr/>
            <p:nvPr/>
          </p:nvSpPr>
          <p:spPr>
            <a:xfrm>
              <a:off x="5165206" y="3586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1" name="pt26321"/>
            <p:cNvSpPr/>
            <p:nvPr/>
          </p:nvSpPr>
          <p:spPr>
            <a:xfrm>
              <a:off x="5130967" y="3443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2" name="pt26322"/>
            <p:cNvSpPr/>
            <p:nvPr/>
          </p:nvSpPr>
          <p:spPr>
            <a:xfrm>
              <a:off x="5141191" y="3349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3" name="pt26323"/>
            <p:cNvSpPr/>
            <p:nvPr/>
          </p:nvSpPr>
          <p:spPr>
            <a:xfrm>
              <a:off x="5147702" y="34561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4" name="pt26324"/>
            <p:cNvSpPr/>
            <p:nvPr/>
          </p:nvSpPr>
          <p:spPr>
            <a:xfrm>
              <a:off x="5178681" y="33045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5" name="pt26325"/>
            <p:cNvSpPr/>
            <p:nvPr/>
          </p:nvSpPr>
          <p:spPr>
            <a:xfrm>
              <a:off x="5179446" y="3578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6" name="pt26326"/>
            <p:cNvSpPr/>
            <p:nvPr/>
          </p:nvSpPr>
          <p:spPr>
            <a:xfrm>
              <a:off x="5144487" y="36287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7" name="pt26327"/>
            <p:cNvSpPr/>
            <p:nvPr/>
          </p:nvSpPr>
          <p:spPr>
            <a:xfrm>
              <a:off x="5155636" y="37603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8" name="pt26328"/>
            <p:cNvSpPr/>
            <p:nvPr/>
          </p:nvSpPr>
          <p:spPr>
            <a:xfrm>
              <a:off x="5155925" y="3757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29" name="pt26329"/>
            <p:cNvSpPr/>
            <p:nvPr/>
          </p:nvSpPr>
          <p:spPr>
            <a:xfrm>
              <a:off x="5127523" y="33766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0" name="pt26330"/>
            <p:cNvSpPr/>
            <p:nvPr/>
          </p:nvSpPr>
          <p:spPr>
            <a:xfrm>
              <a:off x="5184374" y="34077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1" name="pt26331"/>
            <p:cNvSpPr/>
            <p:nvPr/>
          </p:nvSpPr>
          <p:spPr>
            <a:xfrm>
              <a:off x="5146644" y="3622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2" name="pt26332"/>
            <p:cNvSpPr/>
            <p:nvPr/>
          </p:nvSpPr>
          <p:spPr>
            <a:xfrm>
              <a:off x="5092734" y="3541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3" name="pt26333"/>
            <p:cNvSpPr/>
            <p:nvPr/>
          </p:nvSpPr>
          <p:spPr>
            <a:xfrm>
              <a:off x="5245641" y="3941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4" name="pt26334"/>
            <p:cNvSpPr/>
            <p:nvPr/>
          </p:nvSpPr>
          <p:spPr>
            <a:xfrm>
              <a:off x="5168917" y="3797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5" name="pt26335"/>
            <p:cNvSpPr/>
            <p:nvPr/>
          </p:nvSpPr>
          <p:spPr>
            <a:xfrm>
              <a:off x="5149385" y="3542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6" name="pt26336"/>
            <p:cNvSpPr/>
            <p:nvPr/>
          </p:nvSpPr>
          <p:spPr>
            <a:xfrm>
              <a:off x="5132523" y="3430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7" name="pt26337"/>
            <p:cNvSpPr/>
            <p:nvPr/>
          </p:nvSpPr>
          <p:spPr>
            <a:xfrm>
              <a:off x="5129706" y="33764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8" name="pt26338"/>
            <p:cNvSpPr/>
            <p:nvPr/>
          </p:nvSpPr>
          <p:spPr>
            <a:xfrm>
              <a:off x="5146248" y="34078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39" name="pt26339"/>
            <p:cNvSpPr/>
            <p:nvPr/>
          </p:nvSpPr>
          <p:spPr>
            <a:xfrm>
              <a:off x="5185634" y="3518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0" name="pt26340"/>
            <p:cNvSpPr/>
            <p:nvPr/>
          </p:nvSpPr>
          <p:spPr>
            <a:xfrm>
              <a:off x="5174707" y="36750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1" name="pt26341"/>
            <p:cNvSpPr/>
            <p:nvPr/>
          </p:nvSpPr>
          <p:spPr>
            <a:xfrm>
              <a:off x="5118107" y="35621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2" name="pt26342"/>
            <p:cNvSpPr/>
            <p:nvPr/>
          </p:nvSpPr>
          <p:spPr>
            <a:xfrm>
              <a:off x="5111219" y="32891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3" name="pt26343"/>
            <p:cNvSpPr/>
            <p:nvPr/>
          </p:nvSpPr>
          <p:spPr>
            <a:xfrm>
              <a:off x="5116956" y="34617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4" name="pt26344"/>
            <p:cNvSpPr/>
            <p:nvPr/>
          </p:nvSpPr>
          <p:spPr>
            <a:xfrm>
              <a:off x="5180090" y="3478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5" name="pt26345"/>
            <p:cNvSpPr/>
            <p:nvPr/>
          </p:nvSpPr>
          <p:spPr>
            <a:xfrm>
              <a:off x="5108955" y="3690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6" name="pt26346"/>
            <p:cNvSpPr/>
            <p:nvPr/>
          </p:nvSpPr>
          <p:spPr>
            <a:xfrm>
              <a:off x="5199775" y="3680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7" name="pt26347"/>
            <p:cNvSpPr/>
            <p:nvPr/>
          </p:nvSpPr>
          <p:spPr>
            <a:xfrm>
              <a:off x="5118107" y="34379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8" name="pt26348"/>
            <p:cNvSpPr/>
            <p:nvPr/>
          </p:nvSpPr>
          <p:spPr>
            <a:xfrm>
              <a:off x="5177440" y="35607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49" name="pt26349"/>
            <p:cNvSpPr/>
            <p:nvPr/>
          </p:nvSpPr>
          <p:spPr>
            <a:xfrm>
              <a:off x="4883241" y="334802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50" name="pt26350"/>
            <p:cNvSpPr/>
            <p:nvPr/>
          </p:nvSpPr>
          <p:spPr>
            <a:xfrm>
              <a:off x="5159138" y="3787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1" name="pt26351"/>
            <p:cNvSpPr/>
            <p:nvPr/>
          </p:nvSpPr>
          <p:spPr>
            <a:xfrm>
              <a:off x="5132642" y="3486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2" name="pt26352"/>
            <p:cNvSpPr/>
            <p:nvPr/>
          </p:nvSpPr>
          <p:spPr>
            <a:xfrm>
              <a:off x="5158896" y="38012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3" name="pt26353"/>
            <p:cNvSpPr/>
            <p:nvPr/>
          </p:nvSpPr>
          <p:spPr>
            <a:xfrm>
              <a:off x="5157524" y="37201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4" name="pt26354"/>
            <p:cNvSpPr/>
            <p:nvPr/>
          </p:nvSpPr>
          <p:spPr>
            <a:xfrm>
              <a:off x="5120093" y="34202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5" name="pt26355"/>
            <p:cNvSpPr/>
            <p:nvPr/>
          </p:nvSpPr>
          <p:spPr>
            <a:xfrm>
              <a:off x="5090992" y="3737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6" name="pt26356"/>
            <p:cNvSpPr/>
            <p:nvPr/>
          </p:nvSpPr>
          <p:spPr>
            <a:xfrm>
              <a:off x="5107002" y="34484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7" name="pt26357"/>
            <p:cNvSpPr/>
            <p:nvPr/>
          </p:nvSpPr>
          <p:spPr>
            <a:xfrm>
              <a:off x="5101224" y="33369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8" name="pt26358"/>
            <p:cNvSpPr/>
            <p:nvPr/>
          </p:nvSpPr>
          <p:spPr>
            <a:xfrm>
              <a:off x="5153430" y="3394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59" name="pt26359"/>
            <p:cNvSpPr/>
            <p:nvPr/>
          </p:nvSpPr>
          <p:spPr>
            <a:xfrm>
              <a:off x="5178602" y="35342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0" name="pt26360"/>
            <p:cNvSpPr/>
            <p:nvPr/>
          </p:nvSpPr>
          <p:spPr>
            <a:xfrm>
              <a:off x="5168100" y="36273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1" name="pt26361"/>
            <p:cNvSpPr/>
            <p:nvPr/>
          </p:nvSpPr>
          <p:spPr>
            <a:xfrm>
              <a:off x="5107404" y="35279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2" name="pt26362"/>
            <p:cNvSpPr/>
            <p:nvPr/>
          </p:nvSpPr>
          <p:spPr>
            <a:xfrm>
              <a:off x="5135805" y="3826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3" name="pt26363"/>
            <p:cNvSpPr/>
            <p:nvPr/>
          </p:nvSpPr>
          <p:spPr>
            <a:xfrm>
              <a:off x="5166805" y="38660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4" name="pt26364"/>
            <p:cNvSpPr/>
            <p:nvPr/>
          </p:nvSpPr>
          <p:spPr>
            <a:xfrm>
              <a:off x="5135358" y="3568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5" name="pt26365"/>
            <p:cNvSpPr/>
            <p:nvPr/>
          </p:nvSpPr>
          <p:spPr>
            <a:xfrm>
              <a:off x="5108762" y="34603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6" name="pt26366"/>
            <p:cNvSpPr/>
            <p:nvPr/>
          </p:nvSpPr>
          <p:spPr>
            <a:xfrm>
              <a:off x="5148411" y="35660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7" name="pt26367"/>
            <p:cNvSpPr/>
            <p:nvPr/>
          </p:nvSpPr>
          <p:spPr>
            <a:xfrm>
              <a:off x="5158238" y="36459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8" name="pt26368"/>
            <p:cNvSpPr/>
            <p:nvPr/>
          </p:nvSpPr>
          <p:spPr>
            <a:xfrm>
              <a:off x="5166351" y="34120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69" name="pt26369"/>
            <p:cNvSpPr/>
            <p:nvPr/>
          </p:nvSpPr>
          <p:spPr>
            <a:xfrm>
              <a:off x="5140708" y="3380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0" name="pt26370"/>
            <p:cNvSpPr/>
            <p:nvPr/>
          </p:nvSpPr>
          <p:spPr>
            <a:xfrm>
              <a:off x="5219602" y="34868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1" name="pt26371"/>
            <p:cNvSpPr/>
            <p:nvPr/>
          </p:nvSpPr>
          <p:spPr>
            <a:xfrm>
              <a:off x="5183402" y="3623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2" name="pt26372"/>
            <p:cNvSpPr/>
            <p:nvPr/>
          </p:nvSpPr>
          <p:spPr>
            <a:xfrm>
              <a:off x="5163158" y="33935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3" name="pt26373"/>
            <p:cNvSpPr/>
            <p:nvPr/>
          </p:nvSpPr>
          <p:spPr>
            <a:xfrm>
              <a:off x="5297928" y="341085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74" name="pt26374"/>
            <p:cNvSpPr/>
            <p:nvPr/>
          </p:nvSpPr>
          <p:spPr>
            <a:xfrm>
              <a:off x="5142509" y="33673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5" name="pt26375"/>
            <p:cNvSpPr/>
            <p:nvPr/>
          </p:nvSpPr>
          <p:spPr>
            <a:xfrm>
              <a:off x="5188531" y="3483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6" name="pt26376"/>
            <p:cNvSpPr/>
            <p:nvPr/>
          </p:nvSpPr>
          <p:spPr>
            <a:xfrm>
              <a:off x="4787977" y="36845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7" name="pt26377"/>
            <p:cNvSpPr/>
            <p:nvPr/>
          </p:nvSpPr>
          <p:spPr>
            <a:xfrm>
              <a:off x="5123667" y="3533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8" name="pt26378"/>
            <p:cNvSpPr/>
            <p:nvPr/>
          </p:nvSpPr>
          <p:spPr>
            <a:xfrm>
              <a:off x="5192071" y="33733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79" name="pt26379"/>
            <p:cNvSpPr/>
            <p:nvPr/>
          </p:nvSpPr>
          <p:spPr>
            <a:xfrm>
              <a:off x="5201389" y="34493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0" name="pt26380"/>
            <p:cNvSpPr/>
            <p:nvPr/>
          </p:nvSpPr>
          <p:spPr>
            <a:xfrm>
              <a:off x="5161609" y="3624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1" name="pt26381"/>
            <p:cNvSpPr/>
            <p:nvPr/>
          </p:nvSpPr>
          <p:spPr>
            <a:xfrm>
              <a:off x="5127741" y="36202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2" name="pt26382"/>
            <p:cNvSpPr/>
            <p:nvPr/>
          </p:nvSpPr>
          <p:spPr>
            <a:xfrm>
              <a:off x="5096338" y="3376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3" name="pt26383"/>
            <p:cNvSpPr/>
            <p:nvPr/>
          </p:nvSpPr>
          <p:spPr>
            <a:xfrm>
              <a:off x="5179970" y="35176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4" name="pt26384"/>
            <p:cNvSpPr/>
            <p:nvPr/>
          </p:nvSpPr>
          <p:spPr>
            <a:xfrm>
              <a:off x="5154882" y="34225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5" name="pt26385"/>
            <p:cNvSpPr/>
            <p:nvPr/>
          </p:nvSpPr>
          <p:spPr>
            <a:xfrm>
              <a:off x="5155863" y="3579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6" name="pt26386"/>
            <p:cNvSpPr/>
            <p:nvPr/>
          </p:nvSpPr>
          <p:spPr>
            <a:xfrm>
              <a:off x="5141041" y="35746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7" name="pt26387"/>
            <p:cNvSpPr/>
            <p:nvPr/>
          </p:nvSpPr>
          <p:spPr>
            <a:xfrm>
              <a:off x="5149625" y="3635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8" name="pt26388"/>
            <p:cNvSpPr/>
            <p:nvPr/>
          </p:nvSpPr>
          <p:spPr>
            <a:xfrm>
              <a:off x="5119110" y="3318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89" name="pt26389"/>
            <p:cNvSpPr/>
            <p:nvPr/>
          </p:nvSpPr>
          <p:spPr>
            <a:xfrm>
              <a:off x="5154673" y="3743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0" name="pt26390"/>
            <p:cNvSpPr/>
            <p:nvPr/>
          </p:nvSpPr>
          <p:spPr>
            <a:xfrm>
              <a:off x="5144002" y="3659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1" name="pt26391"/>
            <p:cNvSpPr/>
            <p:nvPr/>
          </p:nvSpPr>
          <p:spPr>
            <a:xfrm>
              <a:off x="5142690" y="3358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2" name="pt26392"/>
            <p:cNvSpPr/>
            <p:nvPr/>
          </p:nvSpPr>
          <p:spPr>
            <a:xfrm>
              <a:off x="5198858" y="3611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3" name="pt26393"/>
            <p:cNvSpPr/>
            <p:nvPr/>
          </p:nvSpPr>
          <p:spPr>
            <a:xfrm>
              <a:off x="5146763" y="34327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4" name="pt26394"/>
            <p:cNvSpPr/>
            <p:nvPr/>
          </p:nvSpPr>
          <p:spPr>
            <a:xfrm>
              <a:off x="5142562" y="35626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5" name="pt26395"/>
            <p:cNvSpPr/>
            <p:nvPr/>
          </p:nvSpPr>
          <p:spPr>
            <a:xfrm>
              <a:off x="5156578" y="3608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6" name="pt26396"/>
            <p:cNvSpPr/>
            <p:nvPr/>
          </p:nvSpPr>
          <p:spPr>
            <a:xfrm>
              <a:off x="5141189" y="3572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7" name="pt26397"/>
            <p:cNvSpPr/>
            <p:nvPr/>
          </p:nvSpPr>
          <p:spPr>
            <a:xfrm>
              <a:off x="5132947" y="3289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8" name="pt26398"/>
            <p:cNvSpPr/>
            <p:nvPr/>
          </p:nvSpPr>
          <p:spPr>
            <a:xfrm>
              <a:off x="5119096" y="3381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399" name="pt26399"/>
            <p:cNvSpPr/>
            <p:nvPr/>
          </p:nvSpPr>
          <p:spPr>
            <a:xfrm>
              <a:off x="5163086" y="34685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0" name="pt26400"/>
            <p:cNvSpPr/>
            <p:nvPr/>
          </p:nvSpPr>
          <p:spPr>
            <a:xfrm>
              <a:off x="5175650" y="37746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1" name="pt26401"/>
            <p:cNvSpPr/>
            <p:nvPr/>
          </p:nvSpPr>
          <p:spPr>
            <a:xfrm>
              <a:off x="5173453" y="3477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2" name="pt26402"/>
            <p:cNvSpPr/>
            <p:nvPr/>
          </p:nvSpPr>
          <p:spPr>
            <a:xfrm>
              <a:off x="5125169" y="3498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3" name="pt26403"/>
            <p:cNvSpPr/>
            <p:nvPr/>
          </p:nvSpPr>
          <p:spPr>
            <a:xfrm>
              <a:off x="5128095" y="38817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4" name="pt26404"/>
            <p:cNvSpPr/>
            <p:nvPr/>
          </p:nvSpPr>
          <p:spPr>
            <a:xfrm>
              <a:off x="5153267" y="35071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5" name="pt26405"/>
            <p:cNvSpPr/>
            <p:nvPr/>
          </p:nvSpPr>
          <p:spPr>
            <a:xfrm>
              <a:off x="5165426" y="3687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6" name="pt26406"/>
            <p:cNvSpPr/>
            <p:nvPr/>
          </p:nvSpPr>
          <p:spPr>
            <a:xfrm>
              <a:off x="5115978" y="33895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7" name="pt26407"/>
            <p:cNvSpPr/>
            <p:nvPr/>
          </p:nvSpPr>
          <p:spPr>
            <a:xfrm>
              <a:off x="5142460" y="34005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8" name="pt26408"/>
            <p:cNvSpPr/>
            <p:nvPr/>
          </p:nvSpPr>
          <p:spPr>
            <a:xfrm>
              <a:off x="5154364" y="37371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09" name="pt26409"/>
            <p:cNvSpPr/>
            <p:nvPr/>
          </p:nvSpPr>
          <p:spPr>
            <a:xfrm>
              <a:off x="5142744" y="35114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0" name="pt26410"/>
            <p:cNvSpPr/>
            <p:nvPr/>
          </p:nvSpPr>
          <p:spPr>
            <a:xfrm>
              <a:off x="5148535" y="36224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1" name="pt26411"/>
            <p:cNvSpPr/>
            <p:nvPr/>
          </p:nvSpPr>
          <p:spPr>
            <a:xfrm>
              <a:off x="5131467" y="3658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2" name="pt26412"/>
            <p:cNvSpPr/>
            <p:nvPr/>
          </p:nvSpPr>
          <p:spPr>
            <a:xfrm>
              <a:off x="5130774" y="3365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3" name="pt26413"/>
            <p:cNvSpPr/>
            <p:nvPr/>
          </p:nvSpPr>
          <p:spPr>
            <a:xfrm>
              <a:off x="5399986" y="328526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14" name="pt26414"/>
            <p:cNvSpPr/>
            <p:nvPr/>
          </p:nvSpPr>
          <p:spPr>
            <a:xfrm>
              <a:off x="5155582" y="34281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5" name="pt26415"/>
            <p:cNvSpPr/>
            <p:nvPr/>
          </p:nvSpPr>
          <p:spPr>
            <a:xfrm>
              <a:off x="5143373" y="3447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6" name="pt26416"/>
            <p:cNvSpPr/>
            <p:nvPr/>
          </p:nvSpPr>
          <p:spPr>
            <a:xfrm>
              <a:off x="5127474" y="34516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7" name="pt26417"/>
            <p:cNvSpPr/>
            <p:nvPr/>
          </p:nvSpPr>
          <p:spPr>
            <a:xfrm>
              <a:off x="5134216" y="37605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8" name="pt26418"/>
            <p:cNvSpPr/>
            <p:nvPr/>
          </p:nvSpPr>
          <p:spPr>
            <a:xfrm>
              <a:off x="5175840" y="3911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19" name="pt26419"/>
            <p:cNvSpPr/>
            <p:nvPr/>
          </p:nvSpPr>
          <p:spPr>
            <a:xfrm>
              <a:off x="5108363" y="36267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0" name="pt26420"/>
            <p:cNvSpPr/>
            <p:nvPr/>
          </p:nvSpPr>
          <p:spPr>
            <a:xfrm>
              <a:off x="5110822" y="36736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1" name="pt26421"/>
            <p:cNvSpPr/>
            <p:nvPr/>
          </p:nvSpPr>
          <p:spPr>
            <a:xfrm>
              <a:off x="5116500" y="3315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2" name="pt26422"/>
            <p:cNvSpPr/>
            <p:nvPr/>
          </p:nvSpPr>
          <p:spPr>
            <a:xfrm>
              <a:off x="5181594" y="3377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3" name="pt26423"/>
            <p:cNvSpPr/>
            <p:nvPr/>
          </p:nvSpPr>
          <p:spPr>
            <a:xfrm>
              <a:off x="5158683" y="34499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4" name="pt26424"/>
            <p:cNvSpPr/>
            <p:nvPr/>
          </p:nvSpPr>
          <p:spPr>
            <a:xfrm>
              <a:off x="5143436" y="3383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5" name="pt26425"/>
            <p:cNvSpPr/>
            <p:nvPr/>
          </p:nvSpPr>
          <p:spPr>
            <a:xfrm>
              <a:off x="5133672" y="34690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6" name="pt26426"/>
            <p:cNvSpPr/>
            <p:nvPr/>
          </p:nvSpPr>
          <p:spPr>
            <a:xfrm>
              <a:off x="5180300" y="3609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7" name="pt26427"/>
            <p:cNvSpPr/>
            <p:nvPr/>
          </p:nvSpPr>
          <p:spPr>
            <a:xfrm>
              <a:off x="5142140" y="3564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8" name="pt26428"/>
            <p:cNvSpPr/>
            <p:nvPr/>
          </p:nvSpPr>
          <p:spPr>
            <a:xfrm>
              <a:off x="5106480" y="33395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29" name="pt26429"/>
            <p:cNvSpPr/>
            <p:nvPr/>
          </p:nvSpPr>
          <p:spPr>
            <a:xfrm>
              <a:off x="5148380" y="35587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0" name="pt26430"/>
            <p:cNvSpPr/>
            <p:nvPr/>
          </p:nvSpPr>
          <p:spPr>
            <a:xfrm>
              <a:off x="5174004" y="3435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1" name="pt26431"/>
            <p:cNvSpPr/>
            <p:nvPr/>
          </p:nvSpPr>
          <p:spPr>
            <a:xfrm>
              <a:off x="5137378" y="3521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2" name="pt26432"/>
            <p:cNvSpPr/>
            <p:nvPr/>
          </p:nvSpPr>
          <p:spPr>
            <a:xfrm>
              <a:off x="5134452" y="34209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3" name="pt26433"/>
            <p:cNvSpPr/>
            <p:nvPr/>
          </p:nvSpPr>
          <p:spPr>
            <a:xfrm>
              <a:off x="5165939" y="3482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4" name="pt26434"/>
            <p:cNvSpPr/>
            <p:nvPr/>
          </p:nvSpPr>
          <p:spPr>
            <a:xfrm>
              <a:off x="5206142" y="3679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5" name="pt26435"/>
            <p:cNvSpPr/>
            <p:nvPr/>
          </p:nvSpPr>
          <p:spPr>
            <a:xfrm>
              <a:off x="5160101" y="34628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6" name="pt26436"/>
            <p:cNvSpPr/>
            <p:nvPr/>
          </p:nvSpPr>
          <p:spPr>
            <a:xfrm>
              <a:off x="5148847" y="3388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7" name="pt26437"/>
            <p:cNvSpPr/>
            <p:nvPr/>
          </p:nvSpPr>
          <p:spPr>
            <a:xfrm>
              <a:off x="5181780" y="36699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8" name="pt26438"/>
            <p:cNvSpPr/>
            <p:nvPr/>
          </p:nvSpPr>
          <p:spPr>
            <a:xfrm>
              <a:off x="5223614" y="39497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39" name="pt26439"/>
            <p:cNvSpPr/>
            <p:nvPr/>
          </p:nvSpPr>
          <p:spPr>
            <a:xfrm>
              <a:off x="5043967" y="38278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0" name="pt26440"/>
            <p:cNvSpPr/>
            <p:nvPr/>
          </p:nvSpPr>
          <p:spPr>
            <a:xfrm>
              <a:off x="5170086" y="37591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1" name="pt26441"/>
            <p:cNvSpPr/>
            <p:nvPr/>
          </p:nvSpPr>
          <p:spPr>
            <a:xfrm>
              <a:off x="5161194" y="3543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2" name="pt26442"/>
            <p:cNvSpPr/>
            <p:nvPr/>
          </p:nvSpPr>
          <p:spPr>
            <a:xfrm>
              <a:off x="5150978" y="35004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3" name="pt26443"/>
            <p:cNvSpPr/>
            <p:nvPr/>
          </p:nvSpPr>
          <p:spPr>
            <a:xfrm>
              <a:off x="5114914" y="35837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4" name="pt26444"/>
            <p:cNvSpPr/>
            <p:nvPr/>
          </p:nvSpPr>
          <p:spPr>
            <a:xfrm>
              <a:off x="5144592" y="33191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5" name="pt26445"/>
            <p:cNvSpPr/>
            <p:nvPr/>
          </p:nvSpPr>
          <p:spPr>
            <a:xfrm>
              <a:off x="5103998" y="3698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6" name="pt26446"/>
            <p:cNvSpPr/>
            <p:nvPr/>
          </p:nvSpPr>
          <p:spPr>
            <a:xfrm>
              <a:off x="5117474" y="3463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7" name="pt26447"/>
            <p:cNvSpPr/>
            <p:nvPr/>
          </p:nvSpPr>
          <p:spPr>
            <a:xfrm>
              <a:off x="5152823" y="3376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8" name="pt26448"/>
            <p:cNvSpPr/>
            <p:nvPr/>
          </p:nvSpPr>
          <p:spPr>
            <a:xfrm>
              <a:off x="5150074" y="32876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49" name="pt26449"/>
            <p:cNvSpPr/>
            <p:nvPr/>
          </p:nvSpPr>
          <p:spPr>
            <a:xfrm>
              <a:off x="5148014" y="3360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0" name="pt26450"/>
            <p:cNvSpPr/>
            <p:nvPr/>
          </p:nvSpPr>
          <p:spPr>
            <a:xfrm>
              <a:off x="5161173" y="35124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1" name="pt26451"/>
            <p:cNvSpPr/>
            <p:nvPr/>
          </p:nvSpPr>
          <p:spPr>
            <a:xfrm>
              <a:off x="5131590" y="3309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2" name="pt26452"/>
            <p:cNvSpPr/>
            <p:nvPr/>
          </p:nvSpPr>
          <p:spPr>
            <a:xfrm>
              <a:off x="5126086" y="3434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3" name="pt26453"/>
            <p:cNvSpPr/>
            <p:nvPr/>
          </p:nvSpPr>
          <p:spPr>
            <a:xfrm>
              <a:off x="5149565" y="3546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4" name="pt26454"/>
            <p:cNvSpPr/>
            <p:nvPr/>
          </p:nvSpPr>
          <p:spPr>
            <a:xfrm>
              <a:off x="5131307" y="36849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5" name="pt26455"/>
            <p:cNvSpPr/>
            <p:nvPr/>
          </p:nvSpPr>
          <p:spPr>
            <a:xfrm>
              <a:off x="5135388" y="34389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6" name="pt26456"/>
            <p:cNvSpPr/>
            <p:nvPr/>
          </p:nvSpPr>
          <p:spPr>
            <a:xfrm>
              <a:off x="5205845" y="37791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7" name="pt26457"/>
            <p:cNvSpPr/>
            <p:nvPr/>
          </p:nvSpPr>
          <p:spPr>
            <a:xfrm>
              <a:off x="5138500" y="3293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8" name="pt26458"/>
            <p:cNvSpPr/>
            <p:nvPr/>
          </p:nvSpPr>
          <p:spPr>
            <a:xfrm>
              <a:off x="5141154" y="3313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59" name="pt26459"/>
            <p:cNvSpPr/>
            <p:nvPr/>
          </p:nvSpPr>
          <p:spPr>
            <a:xfrm>
              <a:off x="5409778" y="3542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0" name="pt26460"/>
            <p:cNvSpPr/>
            <p:nvPr/>
          </p:nvSpPr>
          <p:spPr>
            <a:xfrm>
              <a:off x="5090232" y="35684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1" name="pt26461"/>
            <p:cNvSpPr/>
            <p:nvPr/>
          </p:nvSpPr>
          <p:spPr>
            <a:xfrm>
              <a:off x="5120824" y="34978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2" name="pt26462"/>
            <p:cNvSpPr/>
            <p:nvPr/>
          </p:nvSpPr>
          <p:spPr>
            <a:xfrm>
              <a:off x="5136784" y="30527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3" name="pt26463"/>
            <p:cNvSpPr/>
            <p:nvPr/>
          </p:nvSpPr>
          <p:spPr>
            <a:xfrm>
              <a:off x="5153648" y="35852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4" name="pt26464"/>
            <p:cNvSpPr/>
            <p:nvPr/>
          </p:nvSpPr>
          <p:spPr>
            <a:xfrm>
              <a:off x="5139270" y="3511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5" name="pt26465"/>
            <p:cNvSpPr/>
            <p:nvPr/>
          </p:nvSpPr>
          <p:spPr>
            <a:xfrm>
              <a:off x="5173025" y="3818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6" name="pt26466"/>
            <p:cNvSpPr/>
            <p:nvPr/>
          </p:nvSpPr>
          <p:spPr>
            <a:xfrm>
              <a:off x="5156327" y="3634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7" name="pt26467"/>
            <p:cNvSpPr/>
            <p:nvPr/>
          </p:nvSpPr>
          <p:spPr>
            <a:xfrm>
              <a:off x="5129282" y="3289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8" name="pt26468"/>
            <p:cNvSpPr/>
            <p:nvPr/>
          </p:nvSpPr>
          <p:spPr>
            <a:xfrm>
              <a:off x="5139174" y="34202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69" name="pt26469"/>
            <p:cNvSpPr/>
            <p:nvPr/>
          </p:nvSpPr>
          <p:spPr>
            <a:xfrm>
              <a:off x="5090001" y="36238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0" name="pt26470"/>
            <p:cNvSpPr/>
            <p:nvPr/>
          </p:nvSpPr>
          <p:spPr>
            <a:xfrm>
              <a:off x="5130198" y="3432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1" name="pt26471"/>
            <p:cNvSpPr/>
            <p:nvPr/>
          </p:nvSpPr>
          <p:spPr>
            <a:xfrm>
              <a:off x="5135232" y="3578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2" name="pt26472"/>
            <p:cNvSpPr/>
            <p:nvPr/>
          </p:nvSpPr>
          <p:spPr>
            <a:xfrm>
              <a:off x="5101539" y="3453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3" name="pt26473"/>
            <p:cNvSpPr/>
            <p:nvPr/>
          </p:nvSpPr>
          <p:spPr>
            <a:xfrm>
              <a:off x="5102630" y="3595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4" name="pt26474"/>
            <p:cNvSpPr/>
            <p:nvPr/>
          </p:nvSpPr>
          <p:spPr>
            <a:xfrm>
              <a:off x="5305748" y="3733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5" name="pt26475"/>
            <p:cNvSpPr/>
            <p:nvPr/>
          </p:nvSpPr>
          <p:spPr>
            <a:xfrm>
              <a:off x="5147803" y="35610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6" name="pt26476"/>
            <p:cNvSpPr/>
            <p:nvPr/>
          </p:nvSpPr>
          <p:spPr>
            <a:xfrm>
              <a:off x="5328230" y="37707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7" name="pt26477"/>
            <p:cNvSpPr/>
            <p:nvPr/>
          </p:nvSpPr>
          <p:spPr>
            <a:xfrm>
              <a:off x="5216468" y="35616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8" name="pt26478"/>
            <p:cNvSpPr/>
            <p:nvPr/>
          </p:nvSpPr>
          <p:spPr>
            <a:xfrm>
              <a:off x="5127336" y="3500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79" name="pt26479"/>
            <p:cNvSpPr/>
            <p:nvPr/>
          </p:nvSpPr>
          <p:spPr>
            <a:xfrm>
              <a:off x="5163936" y="34259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0" name="pt26480"/>
            <p:cNvSpPr/>
            <p:nvPr/>
          </p:nvSpPr>
          <p:spPr>
            <a:xfrm>
              <a:off x="5121744" y="3585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1" name="pt26481"/>
            <p:cNvSpPr/>
            <p:nvPr/>
          </p:nvSpPr>
          <p:spPr>
            <a:xfrm>
              <a:off x="5140758" y="3576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2" name="pt26482"/>
            <p:cNvSpPr/>
            <p:nvPr/>
          </p:nvSpPr>
          <p:spPr>
            <a:xfrm>
              <a:off x="5170808" y="3478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3" name="pt26483"/>
            <p:cNvSpPr/>
            <p:nvPr/>
          </p:nvSpPr>
          <p:spPr>
            <a:xfrm>
              <a:off x="5123705" y="33191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4" name="pt26484"/>
            <p:cNvSpPr/>
            <p:nvPr/>
          </p:nvSpPr>
          <p:spPr>
            <a:xfrm>
              <a:off x="5160648" y="35453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5" name="pt26485"/>
            <p:cNvSpPr/>
            <p:nvPr/>
          </p:nvSpPr>
          <p:spPr>
            <a:xfrm>
              <a:off x="5114702" y="3423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6" name="pt26486"/>
            <p:cNvSpPr/>
            <p:nvPr/>
          </p:nvSpPr>
          <p:spPr>
            <a:xfrm>
              <a:off x="5135975" y="32303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7" name="pt26487"/>
            <p:cNvSpPr/>
            <p:nvPr/>
          </p:nvSpPr>
          <p:spPr>
            <a:xfrm>
              <a:off x="5135030" y="37735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8" name="pt26488"/>
            <p:cNvSpPr/>
            <p:nvPr/>
          </p:nvSpPr>
          <p:spPr>
            <a:xfrm>
              <a:off x="5141730" y="35494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89" name="pt26489"/>
            <p:cNvSpPr/>
            <p:nvPr/>
          </p:nvSpPr>
          <p:spPr>
            <a:xfrm>
              <a:off x="5142102" y="3682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0" name="pt26490"/>
            <p:cNvSpPr/>
            <p:nvPr/>
          </p:nvSpPr>
          <p:spPr>
            <a:xfrm>
              <a:off x="5203105" y="3451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1" name="pt26491"/>
            <p:cNvSpPr/>
            <p:nvPr/>
          </p:nvSpPr>
          <p:spPr>
            <a:xfrm>
              <a:off x="5152781" y="3704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2" name="pt26492"/>
            <p:cNvSpPr/>
            <p:nvPr/>
          </p:nvSpPr>
          <p:spPr>
            <a:xfrm>
              <a:off x="5216501" y="37114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3" name="pt26493"/>
            <p:cNvSpPr/>
            <p:nvPr/>
          </p:nvSpPr>
          <p:spPr>
            <a:xfrm>
              <a:off x="5187373" y="3879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4" name="pt26494"/>
            <p:cNvSpPr/>
            <p:nvPr/>
          </p:nvSpPr>
          <p:spPr>
            <a:xfrm>
              <a:off x="5507926" y="37206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5" name="pt26495"/>
            <p:cNvSpPr/>
            <p:nvPr/>
          </p:nvSpPr>
          <p:spPr>
            <a:xfrm>
              <a:off x="5146826" y="3398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6" name="pt26496"/>
            <p:cNvSpPr/>
            <p:nvPr/>
          </p:nvSpPr>
          <p:spPr>
            <a:xfrm>
              <a:off x="5173141" y="3396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7" name="pt26497"/>
            <p:cNvSpPr/>
            <p:nvPr/>
          </p:nvSpPr>
          <p:spPr>
            <a:xfrm>
              <a:off x="5157016" y="33860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8" name="pt26498"/>
            <p:cNvSpPr/>
            <p:nvPr/>
          </p:nvSpPr>
          <p:spPr>
            <a:xfrm>
              <a:off x="5102803" y="34711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499" name="pt26499"/>
            <p:cNvSpPr/>
            <p:nvPr/>
          </p:nvSpPr>
          <p:spPr>
            <a:xfrm>
              <a:off x="5425025" y="379534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00" name="pt26500"/>
            <p:cNvSpPr/>
            <p:nvPr/>
          </p:nvSpPr>
          <p:spPr>
            <a:xfrm>
              <a:off x="5189917" y="37479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1" name="pt26501"/>
            <p:cNvSpPr/>
            <p:nvPr/>
          </p:nvSpPr>
          <p:spPr>
            <a:xfrm>
              <a:off x="5121170" y="3427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2" name="pt26502"/>
            <p:cNvSpPr/>
            <p:nvPr/>
          </p:nvSpPr>
          <p:spPr>
            <a:xfrm>
              <a:off x="5159099" y="3383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3" name="pt26503"/>
            <p:cNvSpPr/>
            <p:nvPr/>
          </p:nvSpPr>
          <p:spPr>
            <a:xfrm>
              <a:off x="5164365" y="37243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4" name="pt26504"/>
            <p:cNvSpPr/>
            <p:nvPr/>
          </p:nvSpPr>
          <p:spPr>
            <a:xfrm>
              <a:off x="5130613" y="33734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5" name="pt26505"/>
            <p:cNvSpPr/>
            <p:nvPr/>
          </p:nvSpPr>
          <p:spPr>
            <a:xfrm>
              <a:off x="5192665" y="3431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6" name="pt26506"/>
            <p:cNvSpPr/>
            <p:nvPr/>
          </p:nvSpPr>
          <p:spPr>
            <a:xfrm>
              <a:off x="5152474" y="35217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7" name="pt26507"/>
            <p:cNvSpPr/>
            <p:nvPr/>
          </p:nvSpPr>
          <p:spPr>
            <a:xfrm>
              <a:off x="5141964" y="33670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8" name="pt26508"/>
            <p:cNvSpPr/>
            <p:nvPr/>
          </p:nvSpPr>
          <p:spPr>
            <a:xfrm>
              <a:off x="5114955" y="35137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09" name="pt26509"/>
            <p:cNvSpPr/>
            <p:nvPr/>
          </p:nvSpPr>
          <p:spPr>
            <a:xfrm>
              <a:off x="5128022" y="34784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0" name="pt26510"/>
            <p:cNvSpPr/>
            <p:nvPr/>
          </p:nvSpPr>
          <p:spPr>
            <a:xfrm>
              <a:off x="5131748" y="3550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1" name="pt26511"/>
            <p:cNvSpPr/>
            <p:nvPr/>
          </p:nvSpPr>
          <p:spPr>
            <a:xfrm>
              <a:off x="5163211" y="3681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2" name="pt26512"/>
            <p:cNvSpPr/>
            <p:nvPr/>
          </p:nvSpPr>
          <p:spPr>
            <a:xfrm>
              <a:off x="5179687" y="35709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3" name="pt26513"/>
            <p:cNvSpPr/>
            <p:nvPr/>
          </p:nvSpPr>
          <p:spPr>
            <a:xfrm>
              <a:off x="5156648" y="33356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4" name="pt26514"/>
            <p:cNvSpPr/>
            <p:nvPr/>
          </p:nvSpPr>
          <p:spPr>
            <a:xfrm>
              <a:off x="5156605" y="37466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5" name="pt26515"/>
            <p:cNvSpPr/>
            <p:nvPr/>
          </p:nvSpPr>
          <p:spPr>
            <a:xfrm>
              <a:off x="5211247" y="37210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6" name="pt26516"/>
            <p:cNvSpPr/>
            <p:nvPr/>
          </p:nvSpPr>
          <p:spPr>
            <a:xfrm>
              <a:off x="5156906" y="35232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7" name="pt26517"/>
            <p:cNvSpPr/>
            <p:nvPr/>
          </p:nvSpPr>
          <p:spPr>
            <a:xfrm>
              <a:off x="5111871" y="33469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8" name="pt26518"/>
            <p:cNvSpPr/>
            <p:nvPr/>
          </p:nvSpPr>
          <p:spPr>
            <a:xfrm>
              <a:off x="5108940" y="34327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19" name="pt26519"/>
            <p:cNvSpPr/>
            <p:nvPr/>
          </p:nvSpPr>
          <p:spPr>
            <a:xfrm>
              <a:off x="5165923" y="34101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0" name="pt26520"/>
            <p:cNvSpPr/>
            <p:nvPr/>
          </p:nvSpPr>
          <p:spPr>
            <a:xfrm>
              <a:off x="5164700" y="32141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1" name="pt26521"/>
            <p:cNvSpPr/>
            <p:nvPr/>
          </p:nvSpPr>
          <p:spPr>
            <a:xfrm>
              <a:off x="5152764" y="30960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2" name="pt26522"/>
            <p:cNvSpPr/>
            <p:nvPr/>
          </p:nvSpPr>
          <p:spPr>
            <a:xfrm>
              <a:off x="5090806" y="33642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3" name="pt26523"/>
            <p:cNvSpPr/>
            <p:nvPr/>
          </p:nvSpPr>
          <p:spPr>
            <a:xfrm>
              <a:off x="5207881" y="3666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4" name="pt26524"/>
            <p:cNvSpPr/>
            <p:nvPr/>
          </p:nvSpPr>
          <p:spPr>
            <a:xfrm>
              <a:off x="5126991" y="33934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5" name="pt26525"/>
            <p:cNvSpPr/>
            <p:nvPr/>
          </p:nvSpPr>
          <p:spPr>
            <a:xfrm>
              <a:off x="5145835" y="35662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6" name="pt26526"/>
            <p:cNvSpPr/>
            <p:nvPr/>
          </p:nvSpPr>
          <p:spPr>
            <a:xfrm>
              <a:off x="5132349" y="34479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7" name="pt26527"/>
            <p:cNvSpPr/>
            <p:nvPr/>
          </p:nvSpPr>
          <p:spPr>
            <a:xfrm>
              <a:off x="5094855" y="32436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8" name="pt26528"/>
            <p:cNvSpPr/>
            <p:nvPr/>
          </p:nvSpPr>
          <p:spPr>
            <a:xfrm>
              <a:off x="6202217" y="35458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29" name="pt26529"/>
            <p:cNvSpPr/>
            <p:nvPr/>
          </p:nvSpPr>
          <p:spPr>
            <a:xfrm>
              <a:off x="5119476" y="3492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0" name="pt26530"/>
            <p:cNvSpPr/>
            <p:nvPr/>
          </p:nvSpPr>
          <p:spPr>
            <a:xfrm>
              <a:off x="5163875" y="3557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1" name="pt26531"/>
            <p:cNvSpPr/>
            <p:nvPr/>
          </p:nvSpPr>
          <p:spPr>
            <a:xfrm>
              <a:off x="5138525" y="3744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2" name="pt26532"/>
            <p:cNvSpPr/>
            <p:nvPr/>
          </p:nvSpPr>
          <p:spPr>
            <a:xfrm>
              <a:off x="5179384" y="33103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3" name="pt26533"/>
            <p:cNvSpPr/>
            <p:nvPr/>
          </p:nvSpPr>
          <p:spPr>
            <a:xfrm>
              <a:off x="5108010" y="3576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4" name="pt26534"/>
            <p:cNvSpPr/>
            <p:nvPr/>
          </p:nvSpPr>
          <p:spPr>
            <a:xfrm>
              <a:off x="5150539" y="3672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5" name="pt26535"/>
            <p:cNvSpPr/>
            <p:nvPr/>
          </p:nvSpPr>
          <p:spPr>
            <a:xfrm>
              <a:off x="5177888" y="3546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6" name="pt26536"/>
            <p:cNvSpPr/>
            <p:nvPr/>
          </p:nvSpPr>
          <p:spPr>
            <a:xfrm>
              <a:off x="5146288" y="34606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7" name="pt26537"/>
            <p:cNvSpPr/>
            <p:nvPr/>
          </p:nvSpPr>
          <p:spPr>
            <a:xfrm>
              <a:off x="5143497" y="3445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8" name="pt26538"/>
            <p:cNvSpPr/>
            <p:nvPr/>
          </p:nvSpPr>
          <p:spPr>
            <a:xfrm>
              <a:off x="5158918" y="3763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39" name="pt26539"/>
            <p:cNvSpPr/>
            <p:nvPr/>
          </p:nvSpPr>
          <p:spPr>
            <a:xfrm>
              <a:off x="5157925" y="38192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0" name="pt26540"/>
            <p:cNvSpPr/>
            <p:nvPr/>
          </p:nvSpPr>
          <p:spPr>
            <a:xfrm>
              <a:off x="5161315" y="38032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1" name="pt26541"/>
            <p:cNvSpPr/>
            <p:nvPr/>
          </p:nvSpPr>
          <p:spPr>
            <a:xfrm>
              <a:off x="5135867" y="33779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2" name="pt26542"/>
            <p:cNvSpPr/>
            <p:nvPr/>
          </p:nvSpPr>
          <p:spPr>
            <a:xfrm>
              <a:off x="5146699" y="34332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3" name="pt26543"/>
            <p:cNvSpPr/>
            <p:nvPr/>
          </p:nvSpPr>
          <p:spPr>
            <a:xfrm>
              <a:off x="5072878" y="36780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4" name="pt26544"/>
            <p:cNvSpPr/>
            <p:nvPr/>
          </p:nvSpPr>
          <p:spPr>
            <a:xfrm>
              <a:off x="5134769" y="3386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5" name="pt26545"/>
            <p:cNvSpPr/>
            <p:nvPr/>
          </p:nvSpPr>
          <p:spPr>
            <a:xfrm>
              <a:off x="5235710" y="38325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6" name="pt26546"/>
            <p:cNvSpPr/>
            <p:nvPr/>
          </p:nvSpPr>
          <p:spPr>
            <a:xfrm>
              <a:off x="5106668" y="3333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7" name="pt26547"/>
            <p:cNvSpPr/>
            <p:nvPr/>
          </p:nvSpPr>
          <p:spPr>
            <a:xfrm>
              <a:off x="5097356" y="34268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8" name="pt26548"/>
            <p:cNvSpPr/>
            <p:nvPr/>
          </p:nvSpPr>
          <p:spPr>
            <a:xfrm>
              <a:off x="5153931" y="37308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49" name="pt26549"/>
            <p:cNvSpPr/>
            <p:nvPr/>
          </p:nvSpPr>
          <p:spPr>
            <a:xfrm>
              <a:off x="5118923" y="3485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0" name="pt26550"/>
            <p:cNvSpPr/>
            <p:nvPr/>
          </p:nvSpPr>
          <p:spPr>
            <a:xfrm>
              <a:off x="5211635" y="35652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1" name="pt26551"/>
            <p:cNvSpPr/>
            <p:nvPr/>
          </p:nvSpPr>
          <p:spPr>
            <a:xfrm>
              <a:off x="5141507" y="3344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2" name="pt26552"/>
            <p:cNvSpPr/>
            <p:nvPr/>
          </p:nvSpPr>
          <p:spPr>
            <a:xfrm>
              <a:off x="5186770" y="3471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3" name="pt26553"/>
            <p:cNvSpPr/>
            <p:nvPr/>
          </p:nvSpPr>
          <p:spPr>
            <a:xfrm>
              <a:off x="5142592" y="34201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4" name="pt26554"/>
            <p:cNvSpPr/>
            <p:nvPr/>
          </p:nvSpPr>
          <p:spPr>
            <a:xfrm>
              <a:off x="5109266" y="3385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5" name="pt26555"/>
            <p:cNvSpPr/>
            <p:nvPr/>
          </p:nvSpPr>
          <p:spPr>
            <a:xfrm>
              <a:off x="5152732" y="35786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6" name="pt26556"/>
            <p:cNvSpPr/>
            <p:nvPr/>
          </p:nvSpPr>
          <p:spPr>
            <a:xfrm>
              <a:off x="5168892" y="33965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7" name="pt26557"/>
            <p:cNvSpPr/>
            <p:nvPr/>
          </p:nvSpPr>
          <p:spPr>
            <a:xfrm>
              <a:off x="5136062" y="36340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8" name="pt26558"/>
            <p:cNvSpPr/>
            <p:nvPr/>
          </p:nvSpPr>
          <p:spPr>
            <a:xfrm>
              <a:off x="5168028" y="35181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59" name="pt26559"/>
            <p:cNvSpPr/>
            <p:nvPr/>
          </p:nvSpPr>
          <p:spPr>
            <a:xfrm>
              <a:off x="5201416" y="34589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0" name="pt26560"/>
            <p:cNvSpPr/>
            <p:nvPr/>
          </p:nvSpPr>
          <p:spPr>
            <a:xfrm>
              <a:off x="5143196" y="36286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1" name="pt26561"/>
            <p:cNvSpPr/>
            <p:nvPr/>
          </p:nvSpPr>
          <p:spPr>
            <a:xfrm>
              <a:off x="5131332" y="3476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2" name="pt26562"/>
            <p:cNvSpPr/>
            <p:nvPr/>
          </p:nvSpPr>
          <p:spPr>
            <a:xfrm>
              <a:off x="5109753" y="3555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3" name="pt26563"/>
            <p:cNvSpPr/>
            <p:nvPr/>
          </p:nvSpPr>
          <p:spPr>
            <a:xfrm>
              <a:off x="5018644" y="3623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4" name="pt26564"/>
            <p:cNvSpPr/>
            <p:nvPr/>
          </p:nvSpPr>
          <p:spPr>
            <a:xfrm>
              <a:off x="5098524" y="33663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5" name="pt26565"/>
            <p:cNvSpPr/>
            <p:nvPr/>
          </p:nvSpPr>
          <p:spPr>
            <a:xfrm>
              <a:off x="5127465" y="34864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6" name="pt26566"/>
            <p:cNvSpPr/>
            <p:nvPr/>
          </p:nvSpPr>
          <p:spPr>
            <a:xfrm>
              <a:off x="5084773" y="3475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7" name="pt26567"/>
            <p:cNvSpPr/>
            <p:nvPr/>
          </p:nvSpPr>
          <p:spPr>
            <a:xfrm>
              <a:off x="5120248" y="34386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8" name="pt26568"/>
            <p:cNvSpPr/>
            <p:nvPr/>
          </p:nvSpPr>
          <p:spPr>
            <a:xfrm>
              <a:off x="5142148" y="34575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69" name="pt26569"/>
            <p:cNvSpPr/>
            <p:nvPr/>
          </p:nvSpPr>
          <p:spPr>
            <a:xfrm>
              <a:off x="5158731" y="3485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0" name="pt26570"/>
            <p:cNvSpPr/>
            <p:nvPr/>
          </p:nvSpPr>
          <p:spPr>
            <a:xfrm>
              <a:off x="5108069" y="35124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1" name="pt26571"/>
            <p:cNvSpPr/>
            <p:nvPr/>
          </p:nvSpPr>
          <p:spPr>
            <a:xfrm>
              <a:off x="5674832" y="378058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72" name="pt26572"/>
            <p:cNvSpPr/>
            <p:nvPr/>
          </p:nvSpPr>
          <p:spPr>
            <a:xfrm>
              <a:off x="5178239" y="36416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3" name="pt26573"/>
            <p:cNvSpPr/>
            <p:nvPr/>
          </p:nvSpPr>
          <p:spPr>
            <a:xfrm>
              <a:off x="5152362" y="3402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4" name="pt26574"/>
            <p:cNvSpPr/>
            <p:nvPr/>
          </p:nvSpPr>
          <p:spPr>
            <a:xfrm>
              <a:off x="5146751" y="36631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5" name="pt26575"/>
            <p:cNvSpPr/>
            <p:nvPr/>
          </p:nvSpPr>
          <p:spPr>
            <a:xfrm>
              <a:off x="5114927" y="3520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6" name="pt26576"/>
            <p:cNvSpPr/>
            <p:nvPr/>
          </p:nvSpPr>
          <p:spPr>
            <a:xfrm>
              <a:off x="5055431" y="34726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7" name="pt26577"/>
            <p:cNvSpPr/>
            <p:nvPr/>
          </p:nvSpPr>
          <p:spPr>
            <a:xfrm>
              <a:off x="5232418" y="34711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8" name="pt26578"/>
            <p:cNvSpPr/>
            <p:nvPr/>
          </p:nvSpPr>
          <p:spPr>
            <a:xfrm>
              <a:off x="5054571" y="3811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79" name="pt26579"/>
            <p:cNvSpPr/>
            <p:nvPr/>
          </p:nvSpPr>
          <p:spPr>
            <a:xfrm>
              <a:off x="5143848" y="34307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0" name="pt26580"/>
            <p:cNvSpPr/>
            <p:nvPr/>
          </p:nvSpPr>
          <p:spPr>
            <a:xfrm>
              <a:off x="5176052" y="3748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1" name="pt26581"/>
            <p:cNvSpPr/>
            <p:nvPr/>
          </p:nvSpPr>
          <p:spPr>
            <a:xfrm>
              <a:off x="5159202" y="34677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2" name="pt26582"/>
            <p:cNvSpPr/>
            <p:nvPr/>
          </p:nvSpPr>
          <p:spPr>
            <a:xfrm>
              <a:off x="5137412" y="3372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3" name="pt26583"/>
            <p:cNvSpPr/>
            <p:nvPr/>
          </p:nvSpPr>
          <p:spPr>
            <a:xfrm>
              <a:off x="5133769" y="3414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4" name="pt26584"/>
            <p:cNvSpPr/>
            <p:nvPr/>
          </p:nvSpPr>
          <p:spPr>
            <a:xfrm>
              <a:off x="4709329" y="36719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5" name="pt26585"/>
            <p:cNvSpPr/>
            <p:nvPr/>
          </p:nvSpPr>
          <p:spPr>
            <a:xfrm>
              <a:off x="5107935" y="34680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6" name="pt26586"/>
            <p:cNvSpPr/>
            <p:nvPr/>
          </p:nvSpPr>
          <p:spPr>
            <a:xfrm>
              <a:off x="5114894" y="34125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7" name="pt26587"/>
            <p:cNvSpPr/>
            <p:nvPr/>
          </p:nvSpPr>
          <p:spPr>
            <a:xfrm>
              <a:off x="5167288" y="3724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8" name="pt26588"/>
            <p:cNvSpPr/>
            <p:nvPr/>
          </p:nvSpPr>
          <p:spPr>
            <a:xfrm>
              <a:off x="5110933" y="35376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89" name="pt26589"/>
            <p:cNvSpPr/>
            <p:nvPr/>
          </p:nvSpPr>
          <p:spPr>
            <a:xfrm>
              <a:off x="5132233" y="33929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0" name="pt26590"/>
            <p:cNvSpPr/>
            <p:nvPr/>
          </p:nvSpPr>
          <p:spPr>
            <a:xfrm>
              <a:off x="5126875" y="34495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1" name="pt26591"/>
            <p:cNvSpPr/>
            <p:nvPr/>
          </p:nvSpPr>
          <p:spPr>
            <a:xfrm>
              <a:off x="5141220" y="34239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2" name="pt26592"/>
            <p:cNvSpPr/>
            <p:nvPr/>
          </p:nvSpPr>
          <p:spPr>
            <a:xfrm>
              <a:off x="5136017" y="3509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3" name="pt26593"/>
            <p:cNvSpPr/>
            <p:nvPr/>
          </p:nvSpPr>
          <p:spPr>
            <a:xfrm>
              <a:off x="5131592" y="36120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4" name="pt26594"/>
            <p:cNvSpPr/>
            <p:nvPr/>
          </p:nvSpPr>
          <p:spPr>
            <a:xfrm>
              <a:off x="5173194" y="34335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5" name="pt26595"/>
            <p:cNvSpPr/>
            <p:nvPr/>
          </p:nvSpPr>
          <p:spPr>
            <a:xfrm>
              <a:off x="5155842" y="38974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6" name="pt26596"/>
            <p:cNvSpPr/>
            <p:nvPr/>
          </p:nvSpPr>
          <p:spPr>
            <a:xfrm>
              <a:off x="5161514" y="35664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7" name="pt26597"/>
            <p:cNvSpPr/>
            <p:nvPr/>
          </p:nvSpPr>
          <p:spPr>
            <a:xfrm>
              <a:off x="5081327" y="32933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8" name="pt26598"/>
            <p:cNvSpPr/>
            <p:nvPr/>
          </p:nvSpPr>
          <p:spPr>
            <a:xfrm>
              <a:off x="5150727" y="38455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599" name="pt26599"/>
            <p:cNvSpPr/>
            <p:nvPr/>
          </p:nvSpPr>
          <p:spPr>
            <a:xfrm>
              <a:off x="5051441" y="3716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0" name="pt26600"/>
            <p:cNvSpPr/>
            <p:nvPr/>
          </p:nvSpPr>
          <p:spPr>
            <a:xfrm>
              <a:off x="5224180" y="39225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1" name="pt26601"/>
            <p:cNvSpPr/>
            <p:nvPr/>
          </p:nvSpPr>
          <p:spPr>
            <a:xfrm>
              <a:off x="5154127" y="34748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2" name="pt26602"/>
            <p:cNvSpPr/>
            <p:nvPr/>
          </p:nvSpPr>
          <p:spPr>
            <a:xfrm>
              <a:off x="5104768" y="3472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3" name="pt26603"/>
            <p:cNvSpPr/>
            <p:nvPr/>
          </p:nvSpPr>
          <p:spPr>
            <a:xfrm>
              <a:off x="5150959" y="3505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4" name="pt26604"/>
            <p:cNvSpPr/>
            <p:nvPr/>
          </p:nvSpPr>
          <p:spPr>
            <a:xfrm>
              <a:off x="5144875" y="3377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5" name="pt26605"/>
            <p:cNvSpPr/>
            <p:nvPr/>
          </p:nvSpPr>
          <p:spPr>
            <a:xfrm>
              <a:off x="5119216" y="3380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6" name="pt26606"/>
            <p:cNvSpPr/>
            <p:nvPr/>
          </p:nvSpPr>
          <p:spPr>
            <a:xfrm>
              <a:off x="5086703" y="3438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7" name="pt26607"/>
            <p:cNvSpPr/>
            <p:nvPr/>
          </p:nvSpPr>
          <p:spPr>
            <a:xfrm>
              <a:off x="5152110" y="3715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8" name="pt26608"/>
            <p:cNvSpPr/>
            <p:nvPr/>
          </p:nvSpPr>
          <p:spPr>
            <a:xfrm>
              <a:off x="5149363" y="33447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09" name="pt26609"/>
            <p:cNvSpPr/>
            <p:nvPr/>
          </p:nvSpPr>
          <p:spPr>
            <a:xfrm>
              <a:off x="5189461" y="3511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0" name="pt26610"/>
            <p:cNvSpPr/>
            <p:nvPr/>
          </p:nvSpPr>
          <p:spPr>
            <a:xfrm>
              <a:off x="5153413" y="35647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1" name="pt26611"/>
            <p:cNvSpPr/>
            <p:nvPr/>
          </p:nvSpPr>
          <p:spPr>
            <a:xfrm>
              <a:off x="5106523" y="33751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2" name="pt26612"/>
            <p:cNvSpPr/>
            <p:nvPr/>
          </p:nvSpPr>
          <p:spPr>
            <a:xfrm>
              <a:off x="5165680" y="38088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3" name="pt26613"/>
            <p:cNvSpPr/>
            <p:nvPr/>
          </p:nvSpPr>
          <p:spPr>
            <a:xfrm>
              <a:off x="5143487" y="33257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4" name="pt26614"/>
            <p:cNvSpPr/>
            <p:nvPr/>
          </p:nvSpPr>
          <p:spPr>
            <a:xfrm>
              <a:off x="5176843" y="3429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5" name="pt26615"/>
            <p:cNvSpPr/>
            <p:nvPr/>
          </p:nvSpPr>
          <p:spPr>
            <a:xfrm>
              <a:off x="5149974" y="34602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6" name="pt26616"/>
            <p:cNvSpPr/>
            <p:nvPr/>
          </p:nvSpPr>
          <p:spPr>
            <a:xfrm>
              <a:off x="5071098" y="3667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7" name="pt26617"/>
            <p:cNvSpPr/>
            <p:nvPr/>
          </p:nvSpPr>
          <p:spPr>
            <a:xfrm>
              <a:off x="5150960" y="36737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8" name="pt26618"/>
            <p:cNvSpPr/>
            <p:nvPr/>
          </p:nvSpPr>
          <p:spPr>
            <a:xfrm>
              <a:off x="5138391" y="34797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19" name="pt26619"/>
            <p:cNvSpPr/>
            <p:nvPr/>
          </p:nvSpPr>
          <p:spPr>
            <a:xfrm>
              <a:off x="5141138" y="3554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0" name="pt26620"/>
            <p:cNvSpPr/>
            <p:nvPr/>
          </p:nvSpPr>
          <p:spPr>
            <a:xfrm>
              <a:off x="5176817" y="3381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1" name="pt26621"/>
            <p:cNvSpPr/>
            <p:nvPr/>
          </p:nvSpPr>
          <p:spPr>
            <a:xfrm>
              <a:off x="5195191" y="34149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2" name="pt26622"/>
            <p:cNvSpPr/>
            <p:nvPr/>
          </p:nvSpPr>
          <p:spPr>
            <a:xfrm>
              <a:off x="5193338" y="37156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3" name="pt26623"/>
            <p:cNvSpPr/>
            <p:nvPr/>
          </p:nvSpPr>
          <p:spPr>
            <a:xfrm>
              <a:off x="5119337" y="34555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4" name="pt26624"/>
            <p:cNvSpPr/>
            <p:nvPr/>
          </p:nvSpPr>
          <p:spPr>
            <a:xfrm>
              <a:off x="5167203" y="37207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5" name="pt26625"/>
            <p:cNvSpPr/>
            <p:nvPr/>
          </p:nvSpPr>
          <p:spPr>
            <a:xfrm>
              <a:off x="5130618" y="33254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6" name="pt26626"/>
            <p:cNvSpPr/>
            <p:nvPr/>
          </p:nvSpPr>
          <p:spPr>
            <a:xfrm>
              <a:off x="5122979" y="36288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7" name="pt26627"/>
            <p:cNvSpPr/>
            <p:nvPr/>
          </p:nvSpPr>
          <p:spPr>
            <a:xfrm>
              <a:off x="5166689" y="3742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8" name="pt26628"/>
            <p:cNvSpPr/>
            <p:nvPr/>
          </p:nvSpPr>
          <p:spPr>
            <a:xfrm>
              <a:off x="5177251" y="36547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29" name="pt26629"/>
            <p:cNvSpPr/>
            <p:nvPr/>
          </p:nvSpPr>
          <p:spPr>
            <a:xfrm>
              <a:off x="5137037" y="36294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0" name="pt26630"/>
            <p:cNvSpPr/>
            <p:nvPr/>
          </p:nvSpPr>
          <p:spPr>
            <a:xfrm>
              <a:off x="5091650" y="3459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1" name="pt26631"/>
            <p:cNvSpPr/>
            <p:nvPr/>
          </p:nvSpPr>
          <p:spPr>
            <a:xfrm>
              <a:off x="5149045" y="33522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2" name="pt26632"/>
            <p:cNvSpPr/>
            <p:nvPr/>
          </p:nvSpPr>
          <p:spPr>
            <a:xfrm>
              <a:off x="5320913" y="341590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33" name="pt26633"/>
            <p:cNvSpPr/>
            <p:nvPr/>
          </p:nvSpPr>
          <p:spPr>
            <a:xfrm>
              <a:off x="5171075" y="34399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4" name="pt26634"/>
            <p:cNvSpPr/>
            <p:nvPr/>
          </p:nvSpPr>
          <p:spPr>
            <a:xfrm>
              <a:off x="5160571" y="36179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5" name="pt26635"/>
            <p:cNvSpPr/>
            <p:nvPr/>
          </p:nvSpPr>
          <p:spPr>
            <a:xfrm>
              <a:off x="5163515" y="33667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6" name="pt26636"/>
            <p:cNvSpPr/>
            <p:nvPr/>
          </p:nvSpPr>
          <p:spPr>
            <a:xfrm>
              <a:off x="5134341" y="36064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7" name="pt26637"/>
            <p:cNvSpPr/>
            <p:nvPr/>
          </p:nvSpPr>
          <p:spPr>
            <a:xfrm>
              <a:off x="5154484" y="3526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8" name="pt26638"/>
            <p:cNvSpPr/>
            <p:nvPr/>
          </p:nvSpPr>
          <p:spPr>
            <a:xfrm>
              <a:off x="5150944" y="34361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39" name="pt26639"/>
            <p:cNvSpPr/>
            <p:nvPr/>
          </p:nvSpPr>
          <p:spPr>
            <a:xfrm>
              <a:off x="5113149" y="33929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0" name="pt26640"/>
            <p:cNvSpPr/>
            <p:nvPr/>
          </p:nvSpPr>
          <p:spPr>
            <a:xfrm>
              <a:off x="5195996" y="37205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1" name="pt26641"/>
            <p:cNvSpPr/>
            <p:nvPr/>
          </p:nvSpPr>
          <p:spPr>
            <a:xfrm>
              <a:off x="5149927" y="3444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2" name="pt26642"/>
            <p:cNvSpPr/>
            <p:nvPr/>
          </p:nvSpPr>
          <p:spPr>
            <a:xfrm>
              <a:off x="5121540" y="3637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3" name="pt26643"/>
            <p:cNvSpPr/>
            <p:nvPr/>
          </p:nvSpPr>
          <p:spPr>
            <a:xfrm>
              <a:off x="5124935" y="36726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4" name="pt26644"/>
            <p:cNvSpPr/>
            <p:nvPr/>
          </p:nvSpPr>
          <p:spPr>
            <a:xfrm>
              <a:off x="5122407" y="3373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5" name="pt26645"/>
            <p:cNvSpPr/>
            <p:nvPr/>
          </p:nvSpPr>
          <p:spPr>
            <a:xfrm>
              <a:off x="5137202" y="33241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6" name="pt26646"/>
            <p:cNvSpPr/>
            <p:nvPr/>
          </p:nvSpPr>
          <p:spPr>
            <a:xfrm>
              <a:off x="5146894" y="34187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7" name="pt26647"/>
            <p:cNvSpPr/>
            <p:nvPr/>
          </p:nvSpPr>
          <p:spPr>
            <a:xfrm>
              <a:off x="5156022" y="32977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8" name="pt26648"/>
            <p:cNvSpPr/>
            <p:nvPr/>
          </p:nvSpPr>
          <p:spPr>
            <a:xfrm>
              <a:off x="5071588" y="33742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49" name="pt26649"/>
            <p:cNvSpPr/>
            <p:nvPr/>
          </p:nvSpPr>
          <p:spPr>
            <a:xfrm>
              <a:off x="5131063" y="35030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0" name="pt26650"/>
            <p:cNvSpPr/>
            <p:nvPr/>
          </p:nvSpPr>
          <p:spPr>
            <a:xfrm>
              <a:off x="5154866" y="32048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1" name="pt26651"/>
            <p:cNvSpPr/>
            <p:nvPr/>
          </p:nvSpPr>
          <p:spPr>
            <a:xfrm>
              <a:off x="5125361" y="34635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2" name="pt26652"/>
            <p:cNvSpPr/>
            <p:nvPr/>
          </p:nvSpPr>
          <p:spPr>
            <a:xfrm>
              <a:off x="5192621" y="3581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3" name="pt26653"/>
            <p:cNvSpPr/>
            <p:nvPr/>
          </p:nvSpPr>
          <p:spPr>
            <a:xfrm>
              <a:off x="5303974" y="342201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54" name="pt26654"/>
            <p:cNvSpPr/>
            <p:nvPr/>
          </p:nvSpPr>
          <p:spPr>
            <a:xfrm>
              <a:off x="5128795" y="3726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5" name="pt26655"/>
            <p:cNvSpPr/>
            <p:nvPr/>
          </p:nvSpPr>
          <p:spPr>
            <a:xfrm>
              <a:off x="5162172" y="35448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6" name="pt26656"/>
            <p:cNvSpPr/>
            <p:nvPr/>
          </p:nvSpPr>
          <p:spPr>
            <a:xfrm>
              <a:off x="5129661" y="36144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7" name="pt26657"/>
            <p:cNvSpPr/>
            <p:nvPr/>
          </p:nvSpPr>
          <p:spPr>
            <a:xfrm>
              <a:off x="5169721" y="3294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8" name="pt26658"/>
            <p:cNvSpPr/>
            <p:nvPr/>
          </p:nvSpPr>
          <p:spPr>
            <a:xfrm>
              <a:off x="5112395" y="34216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59" name="pt26659"/>
            <p:cNvSpPr/>
            <p:nvPr/>
          </p:nvSpPr>
          <p:spPr>
            <a:xfrm>
              <a:off x="5138545" y="33389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0" name="pt26660"/>
            <p:cNvSpPr/>
            <p:nvPr/>
          </p:nvSpPr>
          <p:spPr>
            <a:xfrm>
              <a:off x="5143120" y="34336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1" name="pt26661"/>
            <p:cNvSpPr/>
            <p:nvPr/>
          </p:nvSpPr>
          <p:spPr>
            <a:xfrm>
              <a:off x="5124209" y="3435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2" name="pt26662"/>
            <p:cNvSpPr/>
            <p:nvPr/>
          </p:nvSpPr>
          <p:spPr>
            <a:xfrm>
              <a:off x="5166971" y="3361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3" name="pt26663"/>
            <p:cNvSpPr/>
            <p:nvPr/>
          </p:nvSpPr>
          <p:spPr>
            <a:xfrm>
              <a:off x="5167857" y="3667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4" name="pt26664"/>
            <p:cNvSpPr/>
            <p:nvPr/>
          </p:nvSpPr>
          <p:spPr>
            <a:xfrm>
              <a:off x="5152894" y="3567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5" name="pt26665"/>
            <p:cNvSpPr/>
            <p:nvPr/>
          </p:nvSpPr>
          <p:spPr>
            <a:xfrm>
              <a:off x="5112953" y="35026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6" name="pt26666"/>
            <p:cNvSpPr/>
            <p:nvPr/>
          </p:nvSpPr>
          <p:spPr>
            <a:xfrm>
              <a:off x="5148691" y="34308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7" name="pt26667"/>
            <p:cNvSpPr/>
            <p:nvPr/>
          </p:nvSpPr>
          <p:spPr>
            <a:xfrm>
              <a:off x="5225611" y="3574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8" name="pt26668"/>
            <p:cNvSpPr/>
            <p:nvPr/>
          </p:nvSpPr>
          <p:spPr>
            <a:xfrm>
              <a:off x="5175190" y="3651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69" name="pt26669"/>
            <p:cNvSpPr/>
            <p:nvPr/>
          </p:nvSpPr>
          <p:spPr>
            <a:xfrm>
              <a:off x="5166306" y="37181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0" name="pt26670"/>
            <p:cNvSpPr/>
            <p:nvPr/>
          </p:nvSpPr>
          <p:spPr>
            <a:xfrm>
              <a:off x="5132619" y="34024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1" name="pt26671"/>
            <p:cNvSpPr/>
            <p:nvPr/>
          </p:nvSpPr>
          <p:spPr>
            <a:xfrm>
              <a:off x="5170643" y="36701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2" name="pt26672"/>
            <p:cNvSpPr/>
            <p:nvPr/>
          </p:nvSpPr>
          <p:spPr>
            <a:xfrm>
              <a:off x="5092278" y="33595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3" name="pt26673"/>
            <p:cNvSpPr/>
            <p:nvPr/>
          </p:nvSpPr>
          <p:spPr>
            <a:xfrm>
              <a:off x="5195911" y="3370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4" name="pt26674"/>
            <p:cNvSpPr/>
            <p:nvPr/>
          </p:nvSpPr>
          <p:spPr>
            <a:xfrm>
              <a:off x="5213502" y="37455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5" name="pt26675"/>
            <p:cNvSpPr/>
            <p:nvPr/>
          </p:nvSpPr>
          <p:spPr>
            <a:xfrm>
              <a:off x="5141412" y="3495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6" name="pt26676"/>
            <p:cNvSpPr/>
            <p:nvPr/>
          </p:nvSpPr>
          <p:spPr>
            <a:xfrm>
              <a:off x="5153060" y="3432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7" name="pt26677"/>
            <p:cNvSpPr/>
            <p:nvPr/>
          </p:nvSpPr>
          <p:spPr>
            <a:xfrm>
              <a:off x="5116482" y="34950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8" name="pt26678"/>
            <p:cNvSpPr/>
            <p:nvPr/>
          </p:nvSpPr>
          <p:spPr>
            <a:xfrm>
              <a:off x="5156220" y="32318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79" name="pt26679"/>
            <p:cNvSpPr/>
            <p:nvPr/>
          </p:nvSpPr>
          <p:spPr>
            <a:xfrm>
              <a:off x="5210425" y="3472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0" name="pt26680"/>
            <p:cNvSpPr/>
            <p:nvPr/>
          </p:nvSpPr>
          <p:spPr>
            <a:xfrm>
              <a:off x="5144796" y="36993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1" name="pt26681"/>
            <p:cNvSpPr/>
            <p:nvPr/>
          </p:nvSpPr>
          <p:spPr>
            <a:xfrm>
              <a:off x="5116304" y="34403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2" name="pt26682"/>
            <p:cNvSpPr/>
            <p:nvPr/>
          </p:nvSpPr>
          <p:spPr>
            <a:xfrm>
              <a:off x="5189830" y="33384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3" name="pt26683"/>
            <p:cNvSpPr/>
            <p:nvPr/>
          </p:nvSpPr>
          <p:spPr>
            <a:xfrm>
              <a:off x="5098057" y="3379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4" name="pt26684"/>
            <p:cNvSpPr/>
            <p:nvPr/>
          </p:nvSpPr>
          <p:spPr>
            <a:xfrm>
              <a:off x="5150629" y="38008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5" name="pt26685"/>
            <p:cNvSpPr/>
            <p:nvPr/>
          </p:nvSpPr>
          <p:spPr>
            <a:xfrm>
              <a:off x="5132945" y="3452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6" name="pt26686"/>
            <p:cNvSpPr/>
            <p:nvPr/>
          </p:nvSpPr>
          <p:spPr>
            <a:xfrm>
              <a:off x="5191672" y="34577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7" name="pt26687"/>
            <p:cNvSpPr/>
            <p:nvPr/>
          </p:nvSpPr>
          <p:spPr>
            <a:xfrm>
              <a:off x="5124873" y="32021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8" name="pt26688"/>
            <p:cNvSpPr/>
            <p:nvPr/>
          </p:nvSpPr>
          <p:spPr>
            <a:xfrm>
              <a:off x="5085260" y="3552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89" name="pt26689"/>
            <p:cNvSpPr/>
            <p:nvPr/>
          </p:nvSpPr>
          <p:spPr>
            <a:xfrm>
              <a:off x="5176437" y="37899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0" name="pt26690"/>
            <p:cNvSpPr/>
            <p:nvPr/>
          </p:nvSpPr>
          <p:spPr>
            <a:xfrm>
              <a:off x="5139847" y="34619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1" name="pt26691"/>
            <p:cNvSpPr/>
            <p:nvPr/>
          </p:nvSpPr>
          <p:spPr>
            <a:xfrm>
              <a:off x="5173901" y="3513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2" name="pt26692"/>
            <p:cNvSpPr/>
            <p:nvPr/>
          </p:nvSpPr>
          <p:spPr>
            <a:xfrm>
              <a:off x="5130187" y="33723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3" name="pt26693"/>
            <p:cNvSpPr/>
            <p:nvPr/>
          </p:nvSpPr>
          <p:spPr>
            <a:xfrm>
              <a:off x="5134564" y="3551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4" name="pt26694"/>
            <p:cNvSpPr/>
            <p:nvPr/>
          </p:nvSpPr>
          <p:spPr>
            <a:xfrm>
              <a:off x="5086920" y="34807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5" name="pt26695"/>
            <p:cNvSpPr/>
            <p:nvPr/>
          </p:nvSpPr>
          <p:spPr>
            <a:xfrm>
              <a:off x="5158992" y="35800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6" name="pt26696"/>
            <p:cNvSpPr/>
            <p:nvPr/>
          </p:nvSpPr>
          <p:spPr>
            <a:xfrm>
              <a:off x="5144799" y="33995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7" name="pt26697"/>
            <p:cNvSpPr/>
            <p:nvPr/>
          </p:nvSpPr>
          <p:spPr>
            <a:xfrm>
              <a:off x="5135437" y="3322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8" name="pt26698"/>
            <p:cNvSpPr/>
            <p:nvPr/>
          </p:nvSpPr>
          <p:spPr>
            <a:xfrm>
              <a:off x="5169211" y="39055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699" name="pt26699"/>
            <p:cNvSpPr/>
            <p:nvPr/>
          </p:nvSpPr>
          <p:spPr>
            <a:xfrm>
              <a:off x="5156536" y="38502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0" name="pt26700"/>
            <p:cNvSpPr/>
            <p:nvPr/>
          </p:nvSpPr>
          <p:spPr>
            <a:xfrm>
              <a:off x="5168288" y="34718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1" name="pt26701"/>
            <p:cNvSpPr/>
            <p:nvPr/>
          </p:nvSpPr>
          <p:spPr>
            <a:xfrm>
              <a:off x="5173401" y="4146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2" name="pt26702"/>
            <p:cNvSpPr/>
            <p:nvPr/>
          </p:nvSpPr>
          <p:spPr>
            <a:xfrm>
              <a:off x="5191413" y="39455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3" name="pt26703"/>
            <p:cNvSpPr/>
            <p:nvPr/>
          </p:nvSpPr>
          <p:spPr>
            <a:xfrm>
              <a:off x="5053831" y="3265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4" name="pt26704"/>
            <p:cNvSpPr/>
            <p:nvPr/>
          </p:nvSpPr>
          <p:spPr>
            <a:xfrm>
              <a:off x="5149684" y="33726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5" name="pt26705"/>
            <p:cNvSpPr/>
            <p:nvPr/>
          </p:nvSpPr>
          <p:spPr>
            <a:xfrm>
              <a:off x="5158351" y="3886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6" name="pt26706"/>
            <p:cNvSpPr/>
            <p:nvPr/>
          </p:nvSpPr>
          <p:spPr>
            <a:xfrm>
              <a:off x="5122767" y="34102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7" name="pt26707"/>
            <p:cNvSpPr/>
            <p:nvPr/>
          </p:nvSpPr>
          <p:spPr>
            <a:xfrm>
              <a:off x="5100084" y="36625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8" name="pt26708"/>
            <p:cNvSpPr/>
            <p:nvPr/>
          </p:nvSpPr>
          <p:spPr>
            <a:xfrm>
              <a:off x="5092142" y="34128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09" name="pt26709"/>
            <p:cNvSpPr/>
            <p:nvPr/>
          </p:nvSpPr>
          <p:spPr>
            <a:xfrm>
              <a:off x="5169158" y="40852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0" name="pt26710"/>
            <p:cNvSpPr/>
            <p:nvPr/>
          </p:nvSpPr>
          <p:spPr>
            <a:xfrm>
              <a:off x="5123467" y="36604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1" name="pt26711"/>
            <p:cNvSpPr/>
            <p:nvPr/>
          </p:nvSpPr>
          <p:spPr>
            <a:xfrm>
              <a:off x="5144153" y="3406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2" name="pt26712"/>
            <p:cNvSpPr/>
            <p:nvPr/>
          </p:nvSpPr>
          <p:spPr>
            <a:xfrm>
              <a:off x="5160967" y="35410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3" name="pt26713"/>
            <p:cNvSpPr/>
            <p:nvPr/>
          </p:nvSpPr>
          <p:spPr>
            <a:xfrm>
              <a:off x="5150851" y="3457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4" name="pt26714"/>
            <p:cNvSpPr/>
            <p:nvPr/>
          </p:nvSpPr>
          <p:spPr>
            <a:xfrm>
              <a:off x="5171570" y="31541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5" name="pt26715"/>
            <p:cNvSpPr/>
            <p:nvPr/>
          </p:nvSpPr>
          <p:spPr>
            <a:xfrm>
              <a:off x="5204596" y="34400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6" name="pt26716"/>
            <p:cNvSpPr/>
            <p:nvPr/>
          </p:nvSpPr>
          <p:spPr>
            <a:xfrm>
              <a:off x="5119561" y="3596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7" name="pt26717"/>
            <p:cNvSpPr/>
            <p:nvPr/>
          </p:nvSpPr>
          <p:spPr>
            <a:xfrm>
              <a:off x="5146256" y="3328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8" name="pt26718"/>
            <p:cNvSpPr/>
            <p:nvPr/>
          </p:nvSpPr>
          <p:spPr>
            <a:xfrm>
              <a:off x="5184801" y="3532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19" name="pt26719"/>
            <p:cNvSpPr/>
            <p:nvPr/>
          </p:nvSpPr>
          <p:spPr>
            <a:xfrm>
              <a:off x="5111963" y="3649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0" name="pt26720"/>
            <p:cNvSpPr/>
            <p:nvPr/>
          </p:nvSpPr>
          <p:spPr>
            <a:xfrm>
              <a:off x="5114767" y="3317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1" name="pt26721"/>
            <p:cNvSpPr/>
            <p:nvPr/>
          </p:nvSpPr>
          <p:spPr>
            <a:xfrm>
              <a:off x="5152571" y="34275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2" name="pt26722"/>
            <p:cNvSpPr/>
            <p:nvPr/>
          </p:nvSpPr>
          <p:spPr>
            <a:xfrm>
              <a:off x="5169333" y="37688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3" name="pt26723"/>
            <p:cNvSpPr/>
            <p:nvPr/>
          </p:nvSpPr>
          <p:spPr>
            <a:xfrm>
              <a:off x="5168746" y="36823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4" name="pt26724"/>
            <p:cNvSpPr/>
            <p:nvPr/>
          </p:nvSpPr>
          <p:spPr>
            <a:xfrm>
              <a:off x="5153567" y="34072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5" name="pt26725"/>
            <p:cNvSpPr/>
            <p:nvPr/>
          </p:nvSpPr>
          <p:spPr>
            <a:xfrm>
              <a:off x="5141634" y="32206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6" name="pt26726"/>
            <p:cNvSpPr/>
            <p:nvPr/>
          </p:nvSpPr>
          <p:spPr>
            <a:xfrm>
              <a:off x="5157174" y="34069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7" name="pt26727"/>
            <p:cNvSpPr/>
            <p:nvPr/>
          </p:nvSpPr>
          <p:spPr>
            <a:xfrm>
              <a:off x="5101115" y="33578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8" name="pt26728"/>
            <p:cNvSpPr/>
            <p:nvPr/>
          </p:nvSpPr>
          <p:spPr>
            <a:xfrm>
              <a:off x="5121161" y="33624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29" name="pt26729"/>
            <p:cNvSpPr/>
            <p:nvPr/>
          </p:nvSpPr>
          <p:spPr>
            <a:xfrm>
              <a:off x="5151352" y="3437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0" name="pt26730"/>
            <p:cNvSpPr/>
            <p:nvPr/>
          </p:nvSpPr>
          <p:spPr>
            <a:xfrm>
              <a:off x="5122500" y="33419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1" name="pt26731"/>
            <p:cNvSpPr/>
            <p:nvPr/>
          </p:nvSpPr>
          <p:spPr>
            <a:xfrm>
              <a:off x="5197521" y="3334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2" name="pt26732"/>
            <p:cNvSpPr/>
            <p:nvPr/>
          </p:nvSpPr>
          <p:spPr>
            <a:xfrm>
              <a:off x="5157542" y="3762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3" name="pt26733"/>
            <p:cNvSpPr/>
            <p:nvPr/>
          </p:nvSpPr>
          <p:spPr>
            <a:xfrm>
              <a:off x="5138758" y="3474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4" name="pt26734"/>
            <p:cNvSpPr/>
            <p:nvPr/>
          </p:nvSpPr>
          <p:spPr>
            <a:xfrm>
              <a:off x="5167701" y="33359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5" name="pt26735"/>
            <p:cNvSpPr/>
            <p:nvPr/>
          </p:nvSpPr>
          <p:spPr>
            <a:xfrm>
              <a:off x="5119420" y="33910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6" name="pt26736"/>
            <p:cNvSpPr/>
            <p:nvPr/>
          </p:nvSpPr>
          <p:spPr>
            <a:xfrm>
              <a:off x="5218507" y="3367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7" name="pt26737"/>
            <p:cNvSpPr/>
            <p:nvPr/>
          </p:nvSpPr>
          <p:spPr>
            <a:xfrm>
              <a:off x="5147633" y="32675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8" name="pt26738"/>
            <p:cNvSpPr/>
            <p:nvPr/>
          </p:nvSpPr>
          <p:spPr>
            <a:xfrm>
              <a:off x="5086666" y="3620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39" name="pt26739"/>
            <p:cNvSpPr/>
            <p:nvPr/>
          </p:nvSpPr>
          <p:spPr>
            <a:xfrm>
              <a:off x="5135057" y="36685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0" name="pt26740"/>
            <p:cNvSpPr/>
            <p:nvPr/>
          </p:nvSpPr>
          <p:spPr>
            <a:xfrm>
              <a:off x="5150921" y="3313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1" name="pt26741"/>
            <p:cNvSpPr/>
            <p:nvPr/>
          </p:nvSpPr>
          <p:spPr>
            <a:xfrm>
              <a:off x="5148130" y="35300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2" name="pt26742"/>
            <p:cNvSpPr/>
            <p:nvPr/>
          </p:nvSpPr>
          <p:spPr>
            <a:xfrm>
              <a:off x="5141728" y="35614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3" name="pt26743"/>
            <p:cNvSpPr/>
            <p:nvPr/>
          </p:nvSpPr>
          <p:spPr>
            <a:xfrm>
              <a:off x="5191039" y="33900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4" name="pt26744"/>
            <p:cNvSpPr/>
            <p:nvPr/>
          </p:nvSpPr>
          <p:spPr>
            <a:xfrm>
              <a:off x="5170694" y="36917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5" name="pt26745"/>
            <p:cNvSpPr/>
            <p:nvPr/>
          </p:nvSpPr>
          <p:spPr>
            <a:xfrm>
              <a:off x="5206463" y="33686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6" name="pt26746"/>
            <p:cNvSpPr/>
            <p:nvPr/>
          </p:nvSpPr>
          <p:spPr>
            <a:xfrm>
              <a:off x="5191243" y="38168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7" name="pt26747"/>
            <p:cNvSpPr/>
            <p:nvPr/>
          </p:nvSpPr>
          <p:spPr>
            <a:xfrm>
              <a:off x="5162937" y="3427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8" name="pt26748"/>
            <p:cNvSpPr/>
            <p:nvPr/>
          </p:nvSpPr>
          <p:spPr>
            <a:xfrm>
              <a:off x="5131133" y="33888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49" name="pt26749"/>
            <p:cNvSpPr/>
            <p:nvPr/>
          </p:nvSpPr>
          <p:spPr>
            <a:xfrm>
              <a:off x="5095766" y="3445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0" name="pt26750"/>
            <p:cNvSpPr/>
            <p:nvPr/>
          </p:nvSpPr>
          <p:spPr>
            <a:xfrm>
              <a:off x="5161207" y="37288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1" name="pt26751"/>
            <p:cNvSpPr/>
            <p:nvPr/>
          </p:nvSpPr>
          <p:spPr>
            <a:xfrm>
              <a:off x="5137702" y="36315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2" name="pt26752"/>
            <p:cNvSpPr/>
            <p:nvPr/>
          </p:nvSpPr>
          <p:spPr>
            <a:xfrm>
              <a:off x="5180596" y="3718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3" name="pt26753"/>
            <p:cNvSpPr/>
            <p:nvPr/>
          </p:nvSpPr>
          <p:spPr>
            <a:xfrm>
              <a:off x="5161822" y="36214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4" name="pt26754"/>
            <p:cNvSpPr/>
            <p:nvPr/>
          </p:nvSpPr>
          <p:spPr>
            <a:xfrm>
              <a:off x="5145588" y="3634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5" name="pt26755"/>
            <p:cNvSpPr/>
            <p:nvPr/>
          </p:nvSpPr>
          <p:spPr>
            <a:xfrm>
              <a:off x="5182409" y="3868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6" name="pt26756"/>
            <p:cNvSpPr/>
            <p:nvPr/>
          </p:nvSpPr>
          <p:spPr>
            <a:xfrm>
              <a:off x="5235690" y="38116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7" name="pt26757"/>
            <p:cNvSpPr/>
            <p:nvPr/>
          </p:nvSpPr>
          <p:spPr>
            <a:xfrm>
              <a:off x="5085980" y="33917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8" name="pt26758"/>
            <p:cNvSpPr/>
            <p:nvPr/>
          </p:nvSpPr>
          <p:spPr>
            <a:xfrm>
              <a:off x="5117676" y="3485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59" name="pt26759"/>
            <p:cNvSpPr/>
            <p:nvPr/>
          </p:nvSpPr>
          <p:spPr>
            <a:xfrm>
              <a:off x="5135968" y="36589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0" name="pt26760"/>
            <p:cNvSpPr/>
            <p:nvPr/>
          </p:nvSpPr>
          <p:spPr>
            <a:xfrm>
              <a:off x="5096750" y="3416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1" name="pt26761"/>
            <p:cNvSpPr/>
            <p:nvPr/>
          </p:nvSpPr>
          <p:spPr>
            <a:xfrm>
              <a:off x="5134613" y="33700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2" name="pt26762"/>
            <p:cNvSpPr/>
            <p:nvPr/>
          </p:nvSpPr>
          <p:spPr>
            <a:xfrm>
              <a:off x="5109865" y="3432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3" name="pt26763"/>
            <p:cNvSpPr/>
            <p:nvPr/>
          </p:nvSpPr>
          <p:spPr>
            <a:xfrm>
              <a:off x="5141561" y="34956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4" name="pt26764"/>
            <p:cNvSpPr/>
            <p:nvPr/>
          </p:nvSpPr>
          <p:spPr>
            <a:xfrm>
              <a:off x="5071074" y="34101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5" name="pt26765"/>
            <p:cNvSpPr/>
            <p:nvPr/>
          </p:nvSpPr>
          <p:spPr>
            <a:xfrm>
              <a:off x="5214800" y="3789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6" name="pt26766"/>
            <p:cNvSpPr/>
            <p:nvPr/>
          </p:nvSpPr>
          <p:spPr>
            <a:xfrm>
              <a:off x="5124537" y="34108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7" name="pt26767"/>
            <p:cNvSpPr/>
            <p:nvPr/>
          </p:nvSpPr>
          <p:spPr>
            <a:xfrm>
              <a:off x="5137228" y="3398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8" name="pt26768"/>
            <p:cNvSpPr/>
            <p:nvPr/>
          </p:nvSpPr>
          <p:spPr>
            <a:xfrm>
              <a:off x="5149270" y="3596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69" name="pt26769"/>
            <p:cNvSpPr/>
            <p:nvPr/>
          </p:nvSpPr>
          <p:spPr>
            <a:xfrm>
              <a:off x="5138165" y="36359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0" name="pt26770"/>
            <p:cNvSpPr/>
            <p:nvPr/>
          </p:nvSpPr>
          <p:spPr>
            <a:xfrm>
              <a:off x="5086109" y="3419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1" name="pt26771"/>
            <p:cNvSpPr/>
            <p:nvPr/>
          </p:nvSpPr>
          <p:spPr>
            <a:xfrm>
              <a:off x="5139698" y="43320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2" name="pt26772"/>
            <p:cNvSpPr/>
            <p:nvPr/>
          </p:nvSpPr>
          <p:spPr>
            <a:xfrm>
              <a:off x="5030805" y="35292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3" name="pt26773"/>
            <p:cNvSpPr/>
            <p:nvPr/>
          </p:nvSpPr>
          <p:spPr>
            <a:xfrm>
              <a:off x="5138006" y="3718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4" name="pt26774"/>
            <p:cNvSpPr/>
            <p:nvPr/>
          </p:nvSpPr>
          <p:spPr>
            <a:xfrm>
              <a:off x="5128891" y="34157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5" name="pt26775"/>
            <p:cNvSpPr/>
            <p:nvPr/>
          </p:nvSpPr>
          <p:spPr>
            <a:xfrm>
              <a:off x="5127619" y="3530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6" name="pt26776"/>
            <p:cNvSpPr/>
            <p:nvPr/>
          </p:nvSpPr>
          <p:spPr>
            <a:xfrm>
              <a:off x="5193143" y="3784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7" name="pt26777"/>
            <p:cNvSpPr/>
            <p:nvPr/>
          </p:nvSpPr>
          <p:spPr>
            <a:xfrm>
              <a:off x="5168429" y="3448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8" name="pt26778"/>
            <p:cNvSpPr/>
            <p:nvPr/>
          </p:nvSpPr>
          <p:spPr>
            <a:xfrm>
              <a:off x="5131843" y="3312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79" name="pt26779"/>
            <p:cNvSpPr/>
            <p:nvPr/>
          </p:nvSpPr>
          <p:spPr>
            <a:xfrm>
              <a:off x="5106341" y="3482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0" name="pt26780"/>
            <p:cNvSpPr/>
            <p:nvPr/>
          </p:nvSpPr>
          <p:spPr>
            <a:xfrm>
              <a:off x="5126742" y="35581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1" name="pt26781"/>
            <p:cNvSpPr/>
            <p:nvPr/>
          </p:nvSpPr>
          <p:spPr>
            <a:xfrm>
              <a:off x="5173436" y="36944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2" name="pt26782"/>
            <p:cNvSpPr/>
            <p:nvPr/>
          </p:nvSpPr>
          <p:spPr>
            <a:xfrm>
              <a:off x="5122590" y="31887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3" name="pt26783"/>
            <p:cNvSpPr/>
            <p:nvPr/>
          </p:nvSpPr>
          <p:spPr>
            <a:xfrm>
              <a:off x="5159968" y="34564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4" name="pt26784"/>
            <p:cNvSpPr/>
            <p:nvPr/>
          </p:nvSpPr>
          <p:spPr>
            <a:xfrm>
              <a:off x="5152345" y="37368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5" name="pt26785"/>
            <p:cNvSpPr/>
            <p:nvPr/>
          </p:nvSpPr>
          <p:spPr>
            <a:xfrm>
              <a:off x="5165740" y="3722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6" name="pt26786"/>
            <p:cNvSpPr/>
            <p:nvPr/>
          </p:nvSpPr>
          <p:spPr>
            <a:xfrm>
              <a:off x="5112556" y="34184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7" name="pt26787"/>
            <p:cNvSpPr/>
            <p:nvPr/>
          </p:nvSpPr>
          <p:spPr>
            <a:xfrm>
              <a:off x="5167621" y="3925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8" name="pt26788"/>
            <p:cNvSpPr/>
            <p:nvPr/>
          </p:nvSpPr>
          <p:spPr>
            <a:xfrm>
              <a:off x="5144320" y="34908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89" name="pt26789"/>
            <p:cNvSpPr/>
            <p:nvPr/>
          </p:nvSpPr>
          <p:spPr>
            <a:xfrm>
              <a:off x="5185779" y="35680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0" name="pt26790"/>
            <p:cNvSpPr/>
            <p:nvPr/>
          </p:nvSpPr>
          <p:spPr>
            <a:xfrm>
              <a:off x="5153060" y="35085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1" name="pt26791"/>
            <p:cNvSpPr/>
            <p:nvPr/>
          </p:nvSpPr>
          <p:spPr>
            <a:xfrm>
              <a:off x="5154972" y="34789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2" name="pt26792"/>
            <p:cNvSpPr/>
            <p:nvPr/>
          </p:nvSpPr>
          <p:spPr>
            <a:xfrm>
              <a:off x="5130287" y="3409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3" name="pt26793"/>
            <p:cNvSpPr/>
            <p:nvPr/>
          </p:nvSpPr>
          <p:spPr>
            <a:xfrm>
              <a:off x="5517990" y="375822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94" name="pt26794"/>
            <p:cNvSpPr/>
            <p:nvPr/>
          </p:nvSpPr>
          <p:spPr>
            <a:xfrm>
              <a:off x="5123740" y="37360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5" name="pt26795"/>
            <p:cNvSpPr/>
            <p:nvPr/>
          </p:nvSpPr>
          <p:spPr>
            <a:xfrm>
              <a:off x="5133655" y="33214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6" name="pt26796"/>
            <p:cNvSpPr/>
            <p:nvPr/>
          </p:nvSpPr>
          <p:spPr>
            <a:xfrm>
              <a:off x="3977344" y="37148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7" name="pt26797"/>
            <p:cNvSpPr/>
            <p:nvPr/>
          </p:nvSpPr>
          <p:spPr>
            <a:xfrm>
              <a:off x="5079220" y="37425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8" name="pt26798"/>
            <p:cNvSpPr/>
            <p:nvPr/>
          </p:nvSpPr>
          <p:spPr>
            <a:xfrm>
              <a:off x="5134166" y="3420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799" name="pt26799"/>
            <p:cNvSpPr/>
            <p:nvPr/>
          </p:nvSpPr>
          <p:spPr>
            <a:xfrm>
              <a:off x="5170191" y="33995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0" name="pt26800"/>
            <p:cNvSpPr/>
            <p:nvPr/>
          </p:nvSpPr>
          <p:spPr>
            <a:xfrm>
              <a:off x="5139846" y="35650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1" name="pt26801"/>
            <p:cNvSpPr/>
            <p:nvPr/>
          </p:nvSpPr>
          <p:spPr>
            <a:xfrm>
              <a:off x="5148308" y="34055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2" name="pt26802"/>
            <p:cNvSpPr/>
            <p:nvPr/>
          </p:nvSpPr>
          <p:spPr>
            <a:xfrm>
              <a:off x="5099784" y="34679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3" name="pt26803"/>
            <p:cNvSpPr/>
            <p:nvPr/>
          </p:nvSpPr>
          <p:spPr>
            <a:xfrm>
              <a:off x="5131216" y="33656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4" name="pt26804"/>
            <p:cNvSpPr/>
            <p:nvPr/>
          </p:nvSpPr>
          <p:spPr>
            <a:xfrm>
              <a:off x="5128733" y="3771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5" name="pt26805"/>
            <p:cNvSpPr/>
            <p:nvPr/>
          </p:nvSpPr>
          <p:spPr>
            <a:xfrm>
              <a:off x="5114338" y="35108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6" name="pt26806"/>
            <p:cNvSpPr/>
            <p:nvPr/>
          </p:nvSpPr>
          <p:spPr>
            <a:xfrm>
              <a:off x="5153860" y="36706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7" name="pt26807"/>
            <p:cNvSpPr/>
            <p:nvPr/>
          </p:nvSpPr>
          <p:spPr>
            <a:xfrm>
              <a:off x="5132254" y="3691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8" name="pt26808"/>
            <p:cNvSpPr/>
            <p:nvPr/>
          </p:nvSpPr>
          <p:spPr>
            <a:xfrm>
              <a:off x="5181414" y="35819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09" name="pt26809"/>
            <p:cNvSpPr/>
            <p:nvPr/>
          </p:nvSpPr>
          <p:spPr>
            <a:xfrm>
              <a:off x="5140751" y="34161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0" name="pt26810"/>
            <p:cNvSpPr/>
            <p:nvPr/>
          </p:nvSpPr>
          <p:spPr>
            <a:xfrm>
              <a:off x="5098919" y="35502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1" name="pt26811"/>
            <p:cNvSpPr/>
            <p:nvPr/>
          </p:nvSpPr>
          <p:spPr>
            <a:xfrm>
              <a:off x="5122591" y="34304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2" name="pt26812"/>
            <p:cNvSpPr/>
            <p:nvPr/>
          </p:nvSpPr>
          <p:spPr>
            <a:xfrm>
              <a:off x="5079381" y="34792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3" name="pt26813"/>
            <p:cNvSpPr/>
            <p:nvPr/>
          </p:nvSpPr>
          <p:spPr>
            <a:xfrm>
              <a:off x="5147912" y="33877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4" name="pt26814"/>
            <p:cNvSpPr/>
            <p:nvPr/>
          </p:nvSpPr>
          <p:spPr>
            <a:xfrm>
              <a:off x="4675071" y="35478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5" name="pt26815"/>
            <p:cNvSpPr/>
            <p:nvPr/>
          </p:nvSpPr>
          <p:spPr>
            <a:xfrm>
              <a:off x="5123960" y="33972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6" name="pt26816"/>
            <p:cNvSpPr/>
            <p:nvPr/>
          </p:nvSpPr>
          <p:spPr>
            <a:xfrm>
              <a:off x="5162537" y="3724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7" name="pt26817"/>
            <p:cNvSpPr/>
            <p:nvPr/>
          </p:nvSpPr>
          <p:spPr>
            <a:xfrm>
              <a:off x="5212277" y="35269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8" name="pt26818"/>
            <p:cNvSpPr/>
            <p:nvPr/>
          </p:nvSpPr>
          <p:spPr>
            <a:xfrm>
              <a:off x="5137557" y="3612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19" name="pt26819"/>
            <p:cNvSpPr/>
            <p:nvPr/>
          </p:nvSpPr>
          <p:spPr>
            <a:xfrm>
              <a:off x="5158451" y="36405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0" name="pt26820"/>
            <p:cNvSpPr/>
            <p:nvPr/>
          </p:nvSpPr>
          <p:spPr>
            <a:xfrm>
              <a:off x="5108111" y="35447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1" name="pt26821"/>
            <p:cNvSpPr/>
            <p:nvPr/>
          </p:nvSpPr>
          <p:spPr>
            <a:xfrm>
              <a:off x="5157047" y="3518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2" name="pt26822"/>
            <p:cNvSpPr/>
            <p:nvPr/>
          </p:nvSpPr>
          <p:spPr>
            <a:xfrm>
              <a:off x="5117220" y="34373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3" name="pt26823"/>
            <p:cNvSpPr/>
            <p:nvPr/>
          </p:nvSpPr>
          <p:spPr>
            <a:xfrm>
              <a:off x="5144966" y="35753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4" name="pt26824"/>
            <p:cNvSpPr/>
            <p:nvPr/>
          </p:nvSpPr>
          <p:spPr>
            <a:xfrm>
              <a:off x="5109300" y="37074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5" name="pt26825"/>
            <p:cNvSpPr/>
            <p:nvPr/>
          </p:nvSpPr>
          <p:spPr>
            <a:xfrm>
              <a:off x="5118734" y="35764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6" name="pt26826"/>
            <p:cNvSpPr/>
            <p:nvPr/>
          </p:nvSpPr>
          <p:spPr>
            <a:xfrm>
              <a:off x="5141528" y="35239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7" name="pt26827"/>
            <p:cNvSpPr/>
            <p:nvPr/>
          </p:nvSpPr>
          <p:spPr>
            <a:xfrm>
              <a:off x="5174804" y="3732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8" name="pt26828"/>
            <p:cNvSpPr/>
            <p:nvPr/>
          </p:nvSpPr>
          <p:spPr>
            <a:xfrm>
              <a:off x="5146182" y="33858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29" name="pt26829"/>
            <p:cNvSpPr/>
            <p:nvPr/>
          </p:nvSpPr>
          <p:spPr>
            <a:xfrm>
              <a:off x="5187441" y="3681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0" name="pt26830"/>
            <p:cNvSpPr/>
            <p:nvPr/>
          </p:nvSpPr>
          <p:spPr>
            <a:xfrm>
              <a:off x="5138063" y="35357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1" name="pt26831"/>
            <p:cNvSpPr/>
            <p:nvPr/>
          </p:nvSpPr>
          <p:spPr>
            <a:xfrm>
              <a:off x="5020099" y="334949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32" name="pt26832"/>
            <p:cNvSpPr/>
            <p:nvPr/>
          </p:nvSpPr>
          <p:spPr>
            <a:xfrm>
              <a:off x="5144926" y="33579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3" name="pt26833"/>
            <p:cNvSpPr/>
            <p:nvPr/>
          </p:nvSpPr>
          <p:spPr>
            <a:xfrm>
              <a:off x="5146556" y="3384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4" name="pt26834"/>
            <p:cNvSpPr/>
            <p:nvPr/>
          </p:nvSpPr>
          <p:spPr>
            <a:xfrm>
              <a:off x="5095611" y="3506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5" name="pt26835"/>
            <p:cNvSpPr/>
            <p:nvPr/>
          </p:nvSpPr>
          <p:spPr>
            <a:xfrm>
              <a:off x="5139977" y="3227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6" name="pt26836"/>
            <p:cNvSpPr/>
            <p:nvPr/>
          </p:nvSpPr>
          <p:spPr>
            <a:xfrm>
              <a:off x="5144659" y="35833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7" name="pt26837"/>
            <p:cNvSpPr/>
            <p:nvPr/>
          </p:nvSpPr>
          <p:spPr>
            <a:xfrm>
              <a:off x="5146453" y="33946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8" name="pt26838"/>
            <p:cNvSpPr/>
            <p:nvPr/>
          </p:nvSpPr>
          <p:spPr>
            <a:xfrm>
              <a:off x="5179035" y="36586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39" name="pt26839"/>
            <p:cNvSpPr/>
            <p:nvPr/>
          </p:nvSpPr>
          <p:spPr>
            <a:xfrm>
              <a:off x="5123361" y="3580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0" name="pt26840"/>
            <p:cNvSpPr/>
            <p:nvPr/>
          </p:nvSpPr>
          <p:spPr>
            <a:xfrm>
              <a:off x="4694720" y="339600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41" name="pt26841"/>
            <p:cNvSpPr/>
            <p:nvPr/>
          </p:nvSpPr>
          <p:spPr>
            <a:xfrm>
              <a:off x="5170911" y="3553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2" name="pt26842"/>
            <p:cNvSpPr/>
            <p:nvPr/>
          </p:nvSpPr>
          <p:spPr>
            <a:xfrm>
              <a:off x="5135696" y="3407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3" name="pt26843"/>
            <p:cNvSpPr/>
            <p:nvPr/>
          </p:nvSpPr>
          <p:spPr>
            <a:xfrm>
              <a:off x="5017511" y="34384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4" name="pt26844"/>
            <p:cNvSpPr/>
            <p:nvPr/>
          </p:nvSpPr>
          <p:spPr>
            <a:xfrm>
              <a:off x="5212340" y="40414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5" name="pt26845"/>
            <p:cNvSpPr/>
            <p:nvPr/>
          </p:nvSpPr>
          <p:spPr>
            <a:xfrm>
              <a:off x="5172432" y="3409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6" name="pt26846"/>
            <p:cNvSpPr/>
            <p:nvPr/>
          </p:nvSpPr>
          <p:spPr>
            <a:xfrm>
              <a:off x="5153167" y="3605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7" name="pt26847"/>
            <p:cNvSpPr/>
            <p:nvPr/>
          </p:nvSpPr>
          <p:spPr>
            <a:xfrm>
              <a:off x="5096821" y="3587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8" name="pt26848"/>
            <p:cNvSpPr/>
            <p:nvPr/>
          </p:nvSpPr>
          <p:spPr>
            <a:xfrm>
              <a:off x="5131448" y="33646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49" name="pt26849"/>
            <p:cNvSpPr/>
            <p:nvPr/>
          </p:nvSpPr>
          <p:spPr>
            <a:xfrm>
              <a:off x="5105427" y="33459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0" name="pt26850"/>
            <p:cNvSpPr/>
            <p:nvPr/>
          </p:nvSpPr>
          <p:spPr>
            <a:xfrm>
              <a:off x="5103444" y="31088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1" name="pt26851"/>
            <p:cNvSpPr/>
            <p:nvPr/>
          </p:nvSpPr>
          <p:spPr>
            <a:xfrm>
              <a:off x="5116920" y="4481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2" name="pt26852"/>
            <p:cNvSpPr/>
            <p:nvPr/>
          </p:nvSpPr>
          <p:spPr>
            <a:xfrm>
              <a:off x="5113829" y="3436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3" name="pt26853"/>
            <p:cNvSpPr/>
            <p:nvPr/>
          </p:nvSpPr>
          <p:spPr>
            <a:xfrm>
              <a:off x="5135808" y="3395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4" name="pt26854"/>
            <p:cNvSpPr/>
            <p:nvPr/>
          </p:nvSpPr>
          <p:spPr>
            <a:xfrm>
              <a:off x="5132336" y="34245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5" name="pt26855"/>
            <p:cNvSpPr/>
            <p:nvPr/>
          </p:nvSpPr>
          <p:spPr>
            <a:xfrm>
              <a:off x="5167815" y="35975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6" name="pt26856"/>
            <p:cNvSpPr/>
            <p:nvPr/>
          </p:nvSpPr>
          <p:spPr>
            <a:xfrm>
              <a:off x="5166693" y="38659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7" name="pt26857"/>
            <p:cNvSpPr/>
            <p:nvPr/>
          </p:nvSpPr>
          <p:spPr>
            <a:xfrm>
              <a:off x="5150835" y="3727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8" name="pt26858"/>
            <p:cNvSpPr/>
            <p:nvPr/>
          </p:nvSpPr>
          <p:spPr>
            <a:xfrm>
              <a:off x="5135678" y="34482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59" name="pt26859"/>
            <p:cNvSpPr/>
            <p:nvPr/>
          </p:nvSpPr>
          <p:spPr>
            <a:xfrm>
              <a:off x="5180661" y="34067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0" name="pt26860"/>
            <p:cNvSpPr/>
            <p:nvPr/>
          </p:nvSpPr>
          <p:spPr>
            <a:xfrm>
              <a:off x="5164091" y="3700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1" name="pt26861"/>
            <p:cNvSpPr/>
            <p:nvPr/>
          </p:nvSpPr>
          <p:spPr>
            <a:xfrm>
              <a:off x="5192493" y="36171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2" name="pt26862"/>
            <p:cNvSpPr/>
            <p:nvPr/>
          </p:nvSpPr>
          <p:spPr>
            <a:xfrm>
              <a:off x="5169583" y="35720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3" name="pt26863"/>
            <p:cNvSpPr/>
            <p:nvPr/>
          </p:nvSpPr>
          <p:spPr>
            <a:xfrm>
              <a:off x="5192430" y="37494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4" name="pt26864"/>
            <p:cNvSpPr/>
            <p:nvPr/>
          </p:nvSpPr>
          <p:spPr>
            <a:xfrm>
              <a:off x="5120578" y="35536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5" name="pt26865"/>
            <p:cNvSpPr/>
            <p:nvPr/>
          </p:nvSpPr>
          <p:spPr>
            <a:xfrm>
              <a:off x="5142707" y="33143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6" name="pt26866"/>
            <p:cNvSpPr/>
            <p:nvPr/>
          </p:nvSpPr>
          <p:spPr>
            <a:xfrm>
              <a:off x="5147598" y="34485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7" name="pt26867"/>
            <p:cNvSpPr/>
            <p:nvPr/>
          </p:nvSpPr>
          <p:spPr>
            <a:xfrm>
              <a:off x="5105029" y="35057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8" name="pt26868"/>
            <p:cNvSpPr/>
            <p:nvPr/>
          </p:nvSpPr>
          <p:spPr>
            <a:xfrm>
              <a:off x="5193072" y="3598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69" name="pt26869"/>
            <p:cNvSpPr/>
            <p:nvPr/>
          </p:nvSpPr>
          <p:spPr>
            <a:xfrm>
              <a:off x="5125561" y="33638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0" name="pt26870"/>
            <p:cNvSpPr/>
            <p:nvPr/>
          </p:nvSpPr>
          <p:spPr>
            <a:xfrm>
              <a:off x="5203450" y="3414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1" name="pt26871"/>
            <p:cNvSpPr/>
            <p:nvPr/>
          </p:nvSpPr>
          <p:spPr>
            <a:xfrm>
              <a:off x="5119262" y="34292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2" name="pt26872"/>
            <p:cNvSpPr/>
            <p:nvPr/>
          </p:nvSpPr>
          <p:spPr>
            <a:xfrm>
              <a:off x="5160763" y="37229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3" name="pt26873"/>
            <p:cNvSpPr/>
            <p:nvPr/>
          </p:nvSpPr>
          <p:spPr>
            <a:xfrm>
              <a:off x="5116398" y="35527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4" name="pt26874"/>
            <p:cNvSpPr/>
            <p:nvPr/>
          </p:nvSpPr>
          <p:spPr>
            <a:xfrm>
              <a:off x="5140930" y="33171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5" name="pt26875"/>
            <p:cNvSpPr/>
            <p:nvPr/>
          </p:nvSpPr>
          <p:spPr>
            <a:xfrm>
              <a:off x="5138430" y="3393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6" name="pt26876"/>
            <p:cNvSpPr/>
            <p:nvPr/>
          </p:nvSpPr>
          <p:spPr>
            <a:xfrm>
              <a:off x="5141682" y="3460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7" name="pt26877"/>
            <p:cNvSpPr/>
            <p:nvPr/>
          </p:nvSpPr>
          <p:spPr>
            <a:xfrm>
              <a:off x="5140243" y="32378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8" name="pt26878"/>
            <p:cNvSpPr/>
            <p:nvPr/>
          </p:nvSpPr>
          <p:spPr>
            <a:xfrm>
              <a:off x="5145849" y="33193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79" name="pt26879"/>
            <p:cNvSpPr/>
            <p:nvPr/>
          </p:nvSpPr>
          <p:spPr>
            <a:xfrm>
              <a:off x="5167263" y="3434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0" name="pt26880"/>
            <p:cNvSpPr/>
            <p:nvPr/>
          </p:nvSpPr>
          <p:spPr>
            <a:xfrm>
              <a:off x="5148604" y="36229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1" name="pt26881"/>
            <p:cNvSpPr/>
            <p:nvPr/>
          </p:nvSpPr>
          <p:spPr>
            <a:xfrm>
              <a:off x="5111059" y="36567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2" name="pt26882"/>
            <p:cNvSpPr/>
            <p:nvPr/>
          </p:nvSpPr>
          <p:spPr>
            <a:xfrm>
              <a:off x="5147239" y="3535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3" name="pt26883"/>
            <p:cNvSpPr/>
            <p:nvPr/>
          </p:nvSpPr>
          <p:spPr>
            <a:xfrm>
              <a:off x="5203834" y="36166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4" name="pt26884"/>
            <p:cNvSpPr/>
            <p:nvPr/>
          </p:nvSpPr>
          <p:spPr>
            <a:xfrm>
              <a:off x="5218261" y="3324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5" name="pt26885"/>
            <p:cNvSpPr/>
            <p:nvPr/>
          </p:nvSpPr>
          <p:spPr>
            <a:xfrm>
              <a:off x="5239516" y="37591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6" name="pt26886"/>
            <p:cNvSpPr/>
            <p:nvPr/>
          </p:nvSpPr>
          <p:spPr>
            <a:xfrm>
              <a:off x="5125554" y="34501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7" name="pt26887"/>
            <p:cNvSpPr/>
            <p:nvPr/>
          </p:nvSpPr>
          <p:spPr>
            <a:xfrm>
              <a:off x="5171994" y="35677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8" name="pt26888"/>
            <p:cNvSpPr/>
            <p:nvPr/>
          </p:nvSpPr>
          <p:spPr>
            <a:xfrm>
              <a:off x="5154089" y="37320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89" name="pt26889"/>
            <p:cNvSpPr/>
            <p:nvPr/>
          </p:nvSpPr>
          <p:spPr>
            <a:xfrm>
              <a:off x="5173397" y="38071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0" name="pt26890"/>
            <p:cNvSpPr/>
            <p:nvPr/>
          </p:nvSpPr>
          <p:spPr>
            <a:xfrm>
              <a:off x="5149399" y="35624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1" name="pt26891"/>
            <p:cNvSpPr/>
            <p:nvPr/>
          </p:nvSpPr>
          <p:spPr>
            <a:xfrm>
              <a:off x="5119029" y="33626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2" name="pt26892"/>
            <p:cNvSpPr/>
            <p:nvPr/>
          </p:nvSpPr>
          <p:spPr>
            <a:xfrm>
              <a:off x="5231186" y="34471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3" name="pt26893"/>
            <p:cNvSpPr/>
            <p:nvPr/>
          </p:nvSpPr>
          <p:spPr>
            <a:xfrm>
              <a:off x="5147247" y="3437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4" name="pt26894"/>
            <p:cNvSpPr/>
            <p:nvPr/>
          </p:nvSpPr>
          <p:spPr>
            <a:xfrm>
              <a:off x="5155019" y="3669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5" name="pt26895"/>
            <p:cNvSpPr/>
            <p:nvPr/>
          </p:nvSpPr>
          <p:spPr>
            <a:xfrm>
              <a:off x="5150628" y="3444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6" name="pt26896"/>
            <p:cNvSpPr/>
            <p:nvPr/>
          </p:nvSpPr>
          <p:spPr>
            <a:xfrm>
              <a:off x="5147448" y="33963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7" name="pt26897"/>
            <p:cNvSpPr/>
            <p:nvPr/>
          </p:nvSpPr>
          <p:spPr>
            <a:xfrm>
              <a:off x="5095209" y="34293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8" name="pt26898"/>
            <p:cNvSpPr/>
            <p:nvPr/>
          </p:nvSpPr>
          <p:spPr>
            <a:xfrm>
              <a:off x="5161537" y="35864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899" name="pt26899"/>
            <p:cNvSpPr/>
            <p:nvPr/>
          </p:nvSpPr>
          <p:spPr>
            <a:xfrm>
              <a:off x="5117632" y="36721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0" name="pt26900"/>
            <p:cNvSpPr/>
            <p:nvPr/>
          </p:nvSpPr>
          <p:spPr>
            <a:xfrm>
              <a:off x="5111216" y="33855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1" name="pt26901"/>
            <p:cNvSpPr/>
            <p:nvPr/>
          </p:nvSpPr>
          <p:spPr>
            <a:xfrm>
              <a:off x="5192494" y="37880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2" name="pt26902"/>
            <p:cNvSpPr/>
            <p:nvPr/>
          </p:nvSpPr>
          <p:spPr>
            <a:xfrm>
              <a:off x="5486033" y="385740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03" name="pt26903"/>
            <p:cNvSpPr/>
            <p:nvPr/>
          </p:nvSpPr>
          <p:spPr>
            <a:xfrm>
              <a:off x="5130807" y="33278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4" name="pt26904"/>
            <p:cNvSpPr/>
            <p:nvPr/>
          </p:nvSpPr>
          <p:spPr>
            <a:xfrm>
              <a:off x="5865099" y="35689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5" name="pt26905"/>
            <p:cNvSpPr/>
            <p:nvPr/>
          </p:nvSpPr>
          <p:spPr>
            <a:xfrm>
              <a:off x="5199957" y="37491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6" name="pt26906"/>
            <p:cNvSpPr/>
            <p:nvPr/>
          </p:nvSpPr>
          <p:spPr>
            <a:xfrm>
              <a:off x="5081122" y="34100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7" name="pt26907"/>
            <p:cNvSpPr/>
            <p:nvPr/>
          </p:nvSpPr>
          <p:spPr>
            <a:xfrm>
              <a:off x="5120059" y="3300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8" name="pt26908"/>
            <p:cNvSpPr/>
            <p:nvPr/>
          </p:nvSpPr>
          <p:spPr>
            <a:xfrm>
              <a:off x="5139471" y="33659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09" name="pt26909"/>
            <p:cNvSpPr/>
            <p:nvPr/>
          </p:nvSpPr>
          <p:spPr>
            <a:xfrm>
              <a:off x="5118539" y="33078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0" name="pt26910"/>
            <p:cNvSpPr/>
            <p:nvPr/>
          </p:nvSpPr>
          <p:spPr>
            <a:xfrm>
              <a:off x="5179290" y="3342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1" name="pt26911"/>
            <p:cNvSpPr/>
            <p:nvPr/>
          </p:nvSpPr>
          <p:spPr>
            <a:xfrm>
              <a:off x="5125879" y="3256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2" name="pt26912"/>
            <p:cNvSpPr/>
            <p:nvPr/>
          </p:nvSpPr>
          <p:spPr>
            <a:xfrm>
              <a:off x="5119647" y="35865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3" name="pt26913"/>
            <p:cNvSpPr/>
            <p:nvPr/>
          </p:nvSpPr>
          <p:spPr>
            <a:xfrm>
              <a:off x="5124445" y="36002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4" name="pt26914"/>
            <p:cNvSpPr/>
            <p:nvPr/>
          </p:nvSpPr>
          <p:spPr>
            <a:xfrm>
              <a:off x="5194986" y="35523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5" name="pt26915"/>
            <p:cNvSpPr/>
            <p:nvPr/>
          </p:nvSpPr>
          <p:spPr>
            <a:xfrm>
              <a:off x="5121090" y="33406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6" name="pt26916"/>
            <p:cNvSpPr/>
            <p:nvPr/>
          </p:nvSpPr>
          <p:spPr>
            <a:xfrm>
              <a:off x="5149454" y="38623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7" name="pt26917"/>
            <p:cNvSpPr/>
            <p:nvPr/>
          </p:nvSpPr>
          <p:spPr>
            <a:xfrm>
              <a:off x="5066206" y="339345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18" name="pt26918"/>
            <p:cNvSpPr/>
            <p:nvPr/>
          </p:nvSpPr>
          <p:spPr>
            <a:xfrm>
              <a:off x="5143309" y="3619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19" name="pt26919"/>
            <p:cNvSpPr/>
            <p:nvPr/>
          </p:nvSpPr>
          <p:spPr>
            <a:xfrm>
              <a:off x="5159074" y="34042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0" name="pt26920"/>
            <p:cNvSpPr/>
            <p:nvPr/>
          </p:nvSpPr>
          <p:spPr>
            <a:xfrm>
              <a:off x="5104164" y="34278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1" name="pt26921"/>
            <p:cNvSpPr/>
            <p:nvPr/>
          </p:nvSpPr>
          <p:spPr>
            <a:xfrm>
              <a:off x="5125540" y="33417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2" name="pt26922"/>
            <p:cNvSpPr/>
            <p:nvPr/>
          </p:nvSpPr>
          <p:spPr>
            <a:xfrm>
              <a:off x="5141284" y="3362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3" name="pt26923"/>
            <p:cNvSpPr/>
            <p:nvPr/>
          </p:nvSpPr>
          <p:spPr>
            <a:xfrm>
              <a:off x="5128705" y="33831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4" name="pt26924"/>
            <p:cNvSpPr/>
            <p:nvPr/>
          </p:nvSpPr>
          <p:spPr>
            <a:xfrm>
              <a:off x="5129253" y="36896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5" name="pt26925"/>
            <p:cNvSpPr/>
            <p:nvPr/>
          </p:nvSpPr>
          <p:spPr>
            <a:xfrm>
              <a:off x="5133836" y="35330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6" name="pt26926"/>
            <p:cNvSpPr/>
            <p:nvPr/>
          </p:nvSpPr>
          <p:spPr>
            <a:xfrm>
              <a:off x="5019625" y="342995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27" name="pt26927"/>
            <p:cNvSpPr/>
            <p:nvPr/>
          </p:nvSpPr>
          <p:spPr>
            <a:xfrm>
              <a:off x="5166390" y="36486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8" name="pt26928"/>
            <p:cNvSpPr/>
            <p:nvPr/>
          </p:nvSpPr>
          <p:spPr>
            <a:xfrm>
              <a:off x="5153579" y="3770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29" name="pt26929"/>
            <p:cNvSpPr/>
            <p:nvPr/>
          </p:nvSpPr>
          <p:spPr>
            <a:xfrm>
              <a:off x="5146474" y="33371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0" name="pt26930"/>
            <p:cNvSpPr/>
            <p:nvPr/>
          </p:nvSpPr>
          <p:spPr>
            <a:xfrm>
              <a:off x="5163421" y="3484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1" name="pt26931"/>
            <p:cNvSpPr/>
            <p:nvPr/>
          </p:nvSpPr>
          <p:spPr>
            <a:xfrm>
              <a:off x="5166134" y="3307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2" name="pt26932"/>
            <p:cNvSpPr/>
            <p:nvPr/>
          </p:nvSpPr>
          <p:spPr>
            <a:xfrm>
              <a:off x="5131486" y="33688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3" name="pt26933"/>
            <p:cNvSpPr/>
            <p:nvPr/>
          </p:nvSpPr>
          <p:spPr>
            <a:xfrm>
              <a:off x="5202224" y="36325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4" name="pt26934"/>
            <p:cNvSpPr/>
            <p:nvPr/>
          </p:nvSpPr>
          <p:spPr>
            <a:xfrm>
              <a:off x="5127969" y="34185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5" name="pt26935"/>
            <p:cNvSpPr/>
            <p:nvPr/>
          </p:nvSpPr>
          <p:spPr>
            <a:xfrm>
              <a:off x="5144582" y="3542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6" name="pt26936"/>
            <p:cNvSpPr/>
            <p:nvPr/>
          </p:nvSpPr>
          <p:spPr>
            <a:xfrm>
              <a:off x="5166045" y="3697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7" name="pt26937"/>
            <p:cNvSpPr/>
            <p:nvPr/>
          </p:nvSpPr>
          <p:spPr>
            <a:xfrm>
              <a:off x="5116052" y="3355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8" name="pt26938"/>
            <p:cNvSpPr/>
            <p:nvPr/>
          </p:nvSpPr>
          <p:spPr>
            <a:xfrm>
              <a:off x="5142002" y="34465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39" name="pt26939"/>
            <p:cNvSpPr/>
            <p:nvPr/>
          </p:nvSpPr>
          <p:spPr>
            <a:xfrm>
              <a:off x="5583768" y="3571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0" name="pt26940"/>
            <p:cNvSpPr/>
            <p:nvPr/>
          </p:nvSpPr>
          <p:spPr>
            <a:xfrm>
              <a:off x="5159312" y="34056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1" name="pt26941"/>
            <p:cNvSpPr/>
            <p:nvPr/>
          </p:nvSpPr>
          <p:spPr>
            <a:xfrm>
              <a:off x="5105599" y="34589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2" name="pt26942"/>
            <p:cNvSpPr/>
            <p:nvPr/>
          </p:nvSpPr>
          <p:spPr>
            <a:xfrm>
              <a:off x="5140256" y="36707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3" name="pt26943"/>
            <p:cNvSpPr/>
            <p:nvPr/>
          </p:nvSpPr>
          <p:spPr>
            <a:xfrm>
              <a:off x="5141605" y="35613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4" name="pt26944"/>
            <p:cNvSpPr/>
            <p:nvPr/>
          </p:nvSpPr>
          <p:spPr>
            <a:xfrm>
              <a:off x="5130935" y="3461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5" name="pt26945"/>
            <p:cNvSpPr/>
            <p:nvPr/>
          </p:nvSpPr>
          <p:spPr>
            <a:xfrm>
              <a:off x="5194233" y="34085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6" name="pt26946"/>
            <p:cNvSpPr/>
            <p:nvPr/>
          </p:nvSpPr>
          <p:spPr>
            <a:xfrm>
              <a:off x="5132078" y="3763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7" name="pt26947"/>
            <p:cNvSpPr/>
            <p:nvPr/>
          </p:nvSpPr>
          <p:spPr>
            <a:xfrm>
              <a:off x="5124461" y="3445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8" name="pt26948"/>
            <p:cNvSpPr/>
            <p:nvPr/>
          </p:nvSpPr>
          <p:spPr>
            <a:xfrm>
              <a:off x="5138832" y="34620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49" name="pt26949"/>
            <p:cNvSpPr/>
            <p:nvPr/>
          </p:nvSpPr>
          <p:spPr>
            <a:xfrm>
              <a:off x="5115555" y="33397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0" name="pt26950"/>
            <p:cNvSpPr/>
            <p:nvPr/>
          </p:nvSpPr>
          <p:spPr>
            <a:xfrm>
              <a:off x="5147063" y="3409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1" name="pt26951"/>
            <p:cNvSpPr/>
            <p:nvPr/>
          </p:nvSpPr>
          <p:spPr>
            <a:xfrm>
              <a:off x="5138731" y="33514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2" name="pt26952"/>
            <p:cNvSpPr/>
            <p:nvPr/>
          </p:nvSpPr>
          <p:spPr>
            <a:xfrm>
              <a:off x="5956762" y="34808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3" name="pt26953"/>
            <p:cNvSpPr/>
            <p:nvPr/>
          </p:nvSpPr>
          <p:spPr>
            <a:xfrm>
              <a:off x="5135685" y="3306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4" name="pt26954"/>
            <p:cNvSpPr/>
            <p:nvPr/>
          </p:nvSpPr>
          <p:spPr>
            <a:xfrm>
              <a:off x="5143668" y="33944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5" name="pt26955"/>
            <p:cNvSpPr/>
            <p:nvPr/>
          </p:nvSpPr>
          <p:spPr>
            <a:xfrm>
              <a:off x="5154498" y="33743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6" name="pt26956"/>
            <p:cNvSpPr/>
            <p:nvPr/>
          </p:nvSpPr>
          <p:spPr>
            <a:xfrm>
              <a:off x="5101575" y="33950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7" name="pt26957"/>
            <p:cNvSpPr/>
            <p:nvPr/>
          </p:nvSpPr>
          <p:spPr>
            <a:xfrm>
              <a:off x="5167161" y="3685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8" name="pt26958"/>
            <p:cNvSpPr/>
            <p:nvPr/>
          </p:nvSpPr>
          <p:spPr>
            <a:xfrm>
              <a:off x="5183152" y="35528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59" name="pt26959"/>
            <p:cNvSpPr/>
            <p:nvPr/>
          </p:nvSpPr>
          <p:spPr>
            <a:xfrm>
              <a:off x="4897637" y="3512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0" name="pt26960"/>
            <p:cNvSpPr/>
            <p:nvPr/>
          </p:nvSpPr>
          <p:spPr>
            <a:xfrm>
              <a:off x="5147140" y="32678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1" name="pt26961"/>
            <p:cNvSpPr/>
            <p:nvPr/>
          </p:nvSpPr>
          <p:spPr>
            <a:xfrm>
              <a:off x="5156173" y="3378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2" name="pt26962"/>
            <p:cNvSpPr/>
            <p:nvPr/>
          </p:nvSpPr>
          <p:spPr>
            <a:xfrm>
              <a:off x="5127551" y="3477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3" name="pt26963"/>
            <p:cNvSpPr/>
            <p:nvPr/>
          </p:nvSpPr>
          <p:spPr>
            <a:xfrm>
              <a:off x="5186647" y="34355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4" name="pt26964"/>
            <p:cNvSpPr/>
            <p:nvPr/>
          </p:nvSpPr>
          <p:spPr>
            <a:xfrm>
              <a:off x="5099064" y="39094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5" name="pt26965"/>
            <p:cNvSpPr/>
            <p:nvPr/>
          </p:nvSpPr>
          <p:spPr>
            <a:xfrm>
              <a:off x="5027980" y="339778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66" name="pt26966"/>
            <p:cNvSpPr/>
            <p:nvPr/>
          </p:nvSpPr>
          <p:spPr>
            <a:xfrm>
              <a:off x="5128207" y="33807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7" name="pt26967"/>
            <p:cNvSpPr/>
            <p:nvPr/>
          </p:nvSpPr>
          <p:spPr>
            <a:xfrm>
              <a:off x="5102725" y="3473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8" name="pt26968"/>
            <p:cNvSpPr/>
            <p:nvPr/>
          </p:nvSpPr>
          <p:spPr>
            <a:xfrm>
              <a:off x="5123045" y="3456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69" name="pt26969"/>
            <p:cNvSpPr/>
            <p:nvPr/>
          </p:nvSpPr>
          <p:spPr>
            <a:xfrm>
              <a:off x="5129421" y="34146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0" name="pt26970"/>
            <p:cNvSpPr/>
            <p:nvPr/>
          </p:nvSpPr>
          <p:spPr>
            <a:xfrm>
              <a:off x="5567629" y="35565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1" name="pt26971"/>
            <p:cNvSpPr/>
            <p:nvPr/>
          </p:nvSpPr>
          <p:spPr>
            <a:xfrm>
              <a:off x="5160275" y="33661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2" name="pt26972"/>
            <p:cNvSpPr/>
            <p:nvPr/>
          </p:nvSpPr>
          <p:spPr>
            <a:xfrm>
              <a:off x="5154364" y="34686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3" name="pt26973"/>
            <p:cNvSpPr/>
            <p:nvPr/>
          </p:nvSpPr>
          <p:spPr>
            <a:xfrm>
              <a:off x="5110786" y="3367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4" name="pt26974"/>
            <p:cNvSpPr/>
            <p:nvPr/>
          </p:nvSpPr>
          <p:spPr>
            <a:xfrm>
              <a:off x="5134707" y="34517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5" name="pt26975"/>
            <p:cNvSpPr/>
            <p:nvPr/>
          </p:nvSpPr>
          <p:spPr>
            <a:xfrm>
              <a:off x="5129345" y="34538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6" name="pt26976"/>
            <p:cNvSpPr/>
            <p:nvPr/>
          </p:nvSpPr>
          <p:spPr>
            <a:xfrm>
              <a:off x="5133076" y="36329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7" name="pt26977"/>
            <p:cNvSpPr/>
            <p:nvPr/>
          </p:nvSpPr>
          <p:spPr>
            <a:xfrm>
              <a:off x="5150637" y="3683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8" name="pt26978"/>
            <p:cNvSpPr/>
            <p:nvPr/>
          </p:nvSpPr>
          <p:spPr>
            <a:xfrm>
              <a:off x="5190824" y="37249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79" name="pt26979"/>
            <p:cNvSpPr/>
            <p:nvPr/>
          </p:nvSpPr>
          <p:spPr>
            <a:xfrm>
              <a:off x="5064582" y="343065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80" name="pt26980"/>
            <p:cNvSpPr/>
            <p:nvPr/>
          </p:nvSpPr>
          <p:spPr>
            <a:xfrm>
              <a:off x="5253539" y="36754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1" name="pt26981"/>
            <p:cNvSpPr/>
            <p:nvPr/>
          </p:nvSpPr>
          <p:spPr>
            <a:xfrm>
              <a:off x="5141533" y="33678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2" name="pt26982"/>
            <p:cNvSpPr/>
            <p:nvPr/>
          </p:nvSpPr>
          <p:spPr>
            <a:xfrm>
              <a:off x="5128586" y="37790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3" name="pt26983"/>
            <p:cNvSpPr/>
            <p:nvPr/>
          </p:nvSpPr>
          <p:spPr>
            <a:xfrm>
              <a:off x="5178133" y="3805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4" name="pt26984"/>
            <p:cNvSpPr/>
            <p:nvPr/>
          </p:nvSpPr>
          <p:spPr>
            <a:xfrm>
              <a:off x="5128854" y="36605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5" name="pt26985"/>
            <p:cNvSpPr/>
            <p:nvPr/>
          </p:nvSpPr>
          <p:spPr>
            <a:xfrm>
              <a:off x="5123516" y="3616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6" name="pt26986"/>
            <p:cNvSpPr/>
            <p:nvPr/>
          </p:nvSpPr>
          <p:spPr>
            <a:xfrm>
              <a:off x="5133278" y="32644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7" name="pt26987"/>
            <p:cNvSpPr/>
            <p:nvPr/>
          </p:nvSpPr>
          <p:spPr>
            <a:xfrm>
              <a:off x="5143206" y="3519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8" name="pt26988"/>
            <p:cNvSpPr/>
            <p:nvPr/>
          </p:nvSpPr>
          <p:spPr>
            <a:xfrm>
              <a:off x="5162330" y="33011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89" name="pt26989"/>
            <p:cNvSpPr/>
            <p:nvPr/>
          </p:nvSpPr>
          <p:spPr>
            <a:xfrm>
              <a:off x="5148438" y="37001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0" name="pt26990"/>
            <p:cNvSpPr/>
            <p:nvPr/>
          </p:nvSpPr>
          <p:spPr>
            <a:xfrm>
              <a:off x="5132517" y="3432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1" name="pt26991"/>
            <p:cNvSpPr/>
            <p:nvPr/>
          </p:nvSpPr>
          <p:spPr>
            <a:xfrm>
              <a:off x="5175517" y="34650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2" name="pt26992"/>
            <p:cNvSpPr/>
            <p:nvPr/>
          </p:nvSpPr>
          <p:spPr>
            <a:xfrm>
              <a:off x="5094635" y="35147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3" name="pt26993"/>
            <p:cNvSpPr/>
            <p:nvPr/>
          </p:nvSpPr>
          <p:spPr>
            <a:xfrm>
              <a:off x="5112590" y="34177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4" name="pt26994"/>
            <p:cNvSpPr/>
            <p:nvPr/>
          </p:nvSpPr>
          <p:spPr>
            <a:xfrm>
              <a:off x="5161784" y="34577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5" name="pt26995"/>
            <p:cNvSpPr/>
            <p:nvPr/>
          </p:nvSpPr>
          <p:spPr>
            <a:xfrm>
              <a:off x="5116661" y="3424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6" name="pt26996"/>
            <p:cNvSpPr/>
            <p:nvPr/>
          </p:nvSpPr>
          <p:spPr>
            <a:xfrm>
              <a:off x="5168820" y="38433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7" name="pt26997"/>
            <p:cNvSpPr/>
            <p:nvPr/>
          </p:nvSpPr>
          <p:spPr>
            <a:xfrm>
              <a:off x="5151596" y="33139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8" name="pt26998"/>
            <p:cNvSpPr/>
            <p:nvPr/>
          </p:nvSpPr>
          <p:spPr>
            <a:xfrm>
              <a:off x="5075743" y="34867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6999" name="pt26999"/>
            <p:cNvSpPr/>
            <p:nvPr/>
          </p:nvSpPr>
          <p:spPr>
            <a:xfrm>
              <a:off x="5150935" y="34558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0" name="pt27000"/>
            <p:cNvSpPr/>
            <p:nvPr/>
          </p:nvSpPr>
          <p:spPr>
            <a:xfrm>
              <a:off x="5153710" y="36290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1" name="pt27001"/>
            <p:cNvSpPr/>
            <p:nvPr/>
          </p:nvSpPr>
          <p:spPr>
            <a:xfrm>
              <a:off x="5111535" y="33732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2" name="pt27002"/>
            <p:cNvSpPr/>
            <p:nvPr/>
          </p:nvSpPr>
          <p:spPr>
            <a:xfrm>
              <a:off x="5270910" y="34699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3" name="pt27003"/>
            <p:cNvSpPr/>
            <p:nvPr/>
          </p:nvSpPr>
          <p:spPr>
            <a:xfrm>
              <a:off x="5111494" y="34556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4" name="pt27004"/>
            <p:cNvSpPr/>
            <p:nvPr/>
          </p:nvSpPr>
          <p:spPr>
            <a:xfrm>
              <a:off x="5149748" y="34127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5" name="pt27005"/>
            <p:cNvSpPr/>
            <p:nvPr/>
          </p:nvSpPr>
          <p:spPr>
            <a:xfrm>
              <a:off x="5158368" y="3706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6" name="pt27006"/>
            <p:cNvSpPr/>
            <p:nvPr/>
          </p:nvSpPr>
          <p:spPr>
            <a:xfrm>
              <a:off x="5146796" y="35727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7" name="pt27007"/>
            <p:cNvSpPr/>
            <p:nvPr/>
          </p:nvSpPr>
          <p:spPr>
            <a:xfrm>
              <a:off x="5120554" y="3468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8" name="pt27008"/>
            <p:cNvSpPr/>
            <p:nvPr/>
          </p:nvSpPr>
          <p:spPr>
            <a:xfrm>
              <a:off x="5088020" y="3520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09" name="pt27009"/>
            <p:cNvSpPr/>
            <p:nvPr/>
          </p:nvSpPr>
          <p:spPr>
            <a:xfrm>
              <a:off x="5136126" y="34148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0" name="pt27010"/>
            <p:cNvSpPr/>
            <p:nvPr/>
          </p:nvSpPr>
          <p:spPr>
            <a:xfrm>
              <a:off x="5144449" y="36611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1" name="pt27011"/>
            <p:cNvSpPr/>
            <p:nvPr/>
          </p:nvSpPr>
          <p:spPr>
            <a:xfrm>
              <a:off x="5128037" y="33564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2" name="pt27012"/>
            <p:cNvSpPr/>
            <p:nvPr/>
          </p:nvSpPr>
          <p:spPr>
            <a:xfrm>
              <a:off x="5111451" y="33795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3" name="pt27013"/>
            <p:cNvSpPr/>
            <p:nvPr/>
          </p:nvSpPr>
          <p:spPr>
            <a:xfrm>
              <a:off x="5177967" y="3361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4" name="pt27014"/>
            <p:cNvSpPr/>
            <p:nvPr/>
          </p:nvSpPr>
          <p:spPr>
            <a:xfrm>
              <a:off x="5123081" y="34897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5" name="pt27015"/>
            <p:cNvSpPr/>
            <p:nvPr/>
          </p:nvSpPr>
          <p:spPr>
            <a:xfrm>
              <a:off x="5113582" y="3426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6" name="pt27016"/>
            <p:cNvSpPr/>
            <p:nvPr/>
          </p:nvSpPr>
          <p:spPr>
            <a:xfrm>
              <a:off x="5135672" y="35501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7" name="pt27017"/>
            <p:cNvSpPr/>
            <p:nvPr/>
          </p:nvSpPr>
          <p:spPr>
            <a:xfrm>
              <a:off x="5099916" y="33664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8" name="pt27018"/>
            <p:cNvSpPr/>
            <p:nvPr/>
          </p:nvSpPr>
          <p:spPr>
            <a:xfrm>
              <a:off x="5167638" y="33656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19" name="pt27019"/>
            <p:cNvSpPr/>
            <p:nvPr/>
          </p:nvSpPr>
          <p:spPr>
            <a:xfrm>
              <a:off x="5194593" y="37521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0" name="pt27020"/>
            <p:cNvSpPr/>
            <p:nvPr/>
          </p:nvSpPr>
          <p:spPr>
            <a:xfrm>
              <a:off x="5098404" y="34283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1" name="pt27021"/>
            <p:cNvSpPr/>
            <p:nvPr/>
          </p:nvSpPr>
          <p:spPr>
            <a:xfrm>
              <a:off x="5210938" y="3490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2" name="pt27022"/>
            <p:cNvSpPr/>
            <p:nvPr/>
          </p:nvSpPr>
          <p:spPr>
            <a:xfrm>
              <a:off x="5147034" y="3655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3" name="pt27023"/>
            <p:cNvSpPr/>
            <p:nvPr/>
          </p:nvSpPr>
          <p:spPr>
            <a:xfrm>
              <a:off x="5158167" y="3742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4" name="pt27024"/>
            <p:cNvSpPr/>
            <p:nvPr/>
          </p:nvSpPr>
          <p:spPr>
            <a:xfrm>
              <a:off x="5161757" y="37892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5" name="pt27025"/>
            <p:cNvSpPr/>
            <p:nvPr/>
          </p:nvSpPr>
          <p:spPr>
            <a:xfrm>
              <a:off x="5102447" y="3394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6" name="pt27026"/>
            <p:cNvSpPr/>
            <p:nvPr/>
          </p:nvSpPr>
          <p:spPr>
            <a:xfrm>
              <a:off x="5135405" y="3604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7" name="pt27027"/>
            <p:cNvSpPr/>
            <p:nvPr/>
          </p:nvSpPr>
          <p:spPr>
            <a:xfrm>
              <a:off x="5092547" y="3684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8" name="pt27028"/>
            <p:cNvSpPr/>
            <p:nvPr/>
          </p:nvSpPr>
          <p:spPr>
            <a:xfrm>
              <a:off x="5149713" y="34356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29" name="pt27029"/>
            <p:cNvSpPr/>
            <p:nvPr/>
          </p:nvSpPr>
          <p:spPr>
            <a:xfrm>
              <a:off x="5138687" y="34297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0" name="pt27030"/>
            <p:cNvSpPr/>
            <p:nvPr/>
          </p:nvSpPr>
          <p:spPr>
            <a:xfrm>
              <a:off x="5146530" y="33859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1" name="pt27031"/>
            <p:cNvSpPr/>
            <p:nvPr/>
          </p:nvSpPr>
          <p:spPr>
            <a:xfrm>
              <a:off x="5375640" y="334058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32" name="pt27032"/>
            <p:cNvSpPr/>
            <p:nvPr/>
          </p:nvSpPr>
          <p:spPr>
            <a:xfrm>
              <a:off x="5177213" y="36244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3" name="pt27033"/>
            <p:cNvSpPr/>
            <p:nvPr/>
          </p:nvSpPr>
          <p:spPr>
            <a:xfrm>
              <a:off x="5125683" y="33180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4" name="pt27034"/>
            <p:cNvSpPr/>
            <p:nvPr/>
          </p:nvSpPr>
          <p:spPr>
            <a:xfrm>
              <a:off x="5137909" y="33386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5" name="pt27035"/>
            <p:cNvSpPr/>
            <p:nvPr/>
          </p:nvSpPr>
          <p:spPr>
            <a:xfrm>
              <a:off x="5131463" y="34061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6" name="pt27036"/>
            <p:cNvSpPr/>
            <p:nvPr/>
          </p:nvSpPr>
          <p:spPr>
            <a:xfrm>
              <a:off x="5161852" y="37879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7" name="pt27037"/>
            <p:cNvSpPr/>
            <p:nvPr/>
          </p:nvSpPr>
          <p:spPr>
            <a:xfrm>
              <a:off x="5166057" y="36171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8" name="pt27038"/>
            <p:cNvSpPr/>
            <p:nvPr/>
          </p:nvSpPr>
          <p:spPr>
            <a:xfrm>
              <a:off x="5133608" y="36369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39" name="pt27039"/>
            <p:cNvSpPr/>
            <p:nvPr/>
          </p:nvSpPr>
          <p:spPr>
            <a:xfrm>
              <a:off x="5145199" y="34742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0" name="pt27040"/>
            <p:cNvSpPr/>
            <p:nvPr/>
          </p:nvSpPr>
          <p:spPr>
            <a:xfrm>
              <a:off x="5141706" y="34599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1" name="pt27041"/>
            <p:cNvSpPr/>
            <p:nvPr/>
          </p:nvSpPr>
          <p:spPr>
            <a:xfrm>
              <a:off x="5145375" y="34425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2" name="pt27042"/>
            <p:cNvSpPr/>
            <p:nvPr/>
          </p:nvSpPr>
          <p:spPr>
            <a:xfrm>
              <a:off x="5099887" y="34913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3" name="pt27043"/>
            <p:cNvSpPr/>
            <p:nvPr/>
          </p:nvSpPr>
          <p:spPr>
            <a:xfrm>
              <a:off x="5251696" y="340457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44" name="pt27044"/>
            <p:cNvSpPr/>
            <p:nvPr/>
          </p:nvSpPr>
          <p:spPr>
            <a:xfrm>
              <a:off x="5133815" y="3334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5" name="pt27045"/>
            <p:cNvSpPr/>
            <p:nvPr/>
          </p:nvSpPr>
          <p:spPr>
            <a:xfrm>
              <a:off x="5150954" y="34125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6" name="pt27046"/>
            <p:cNvSpPr/>
            <p:nvPr/>
          </p:nvSpPr>
          <p:spPr>
            <a:xfrm>
              <a:off x="5120055" y="34109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7" name="pt27047"/>
            <p:cNvSpPr/>
            <p:nvPr/>
          </p:nvSpPr>
          <p:spPr>
            <a:xfrm>
              <a:off x="5163827" y="3418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8" name="pt27048"/>
            <p:cNvSpPr/>
            <p:nvPr/>
          </p:nvSpPr>
          <p:spPr>
            <a:xfrm>
              <a:off x="5140607" y="35928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49" name="pt27049"/>
            <p:cNvSpPr/>
            <p:nvPr/>
          </p:nvSpPr>
          <p:spPr>
            <a:xfrm>
              <a:off x="5122981" y="35980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0" name="pt27050"/>
            <p:cNvSpPr/>
            <p:nvPr/>
          </p:nvSpPr>
          <p:spPr>
            <a:xfrm>
              <a:off x="5107702" y="34618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1" name="pt27051"/>
            <p:cNvSpPr/>
            <p:nvPr/>
          </p:nvSpPr>
          <p:spPr>
            <a:xfrm>
              <a:off x="5179209" y="3380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2" name="pt27052"/>
            <p:cNvSpPr/>
            <p:nvPr/>
          </p:nvSpPr>
          <p:spPr>
            <a:xfrm>
              <a:off x="5101888" y="33295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3" name="pt27053"/>
            <p:cNvSpPr/>
            <p:nvPr/>
          </p:nvSpPr>
          <p:spPr>
            <a:xfrm>
              <a:off x="5115653" y="34048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4" name="pt27054"/>
            <p:cNvSpPr/>
            <p:nvPr/>
          </p:nvSpPr>
          <p:spPr>
            <a:xfrm>
              <a:off x="5132116" y="3763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5" name="pt27055"/>
            <p:cNvSpPr/>
            <p:nvPr/>
          </p:nvSpPr>
          <p:spPr>
            <a:xfrm>
              <a:off x="5123000" y="35911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6" name="pt27056"/>
            <p:cNvSpPr/>
            <p:nvPr/>
          </p:nvSpPr>
          <p:spPr>
            <a:xfrm>
              <a:off x="5153516" y="33015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7" name="pt27057"/>
            <p:cNvSpPr/>
            <p:nvPr/>
          </p:nvSpPr>
          <p:spPr>
            <a:xfrm>
              <a:off x="5150883" y="3463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8" name="pt27058"/>
            <p:cNvSpPr/>
            <p:nvPr/>
          </p:nvSpPr>
          <p:spPr>
            <a:xfrm>
              <a:off x="5190038" y="34833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59" name="pt27059"/>
            <p:cNvSpPr/>
            <p:nvPr/>
          </p:nvSpPr>
          <p:spPr>
            <a:xfrm>
              <a:off x="5117806" y="33688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0" name="pt27060"/>
            <p:cNvSpPr/>
            <p:nvPr/>
          </p:nvSpPr>
          <p:spPr>
            <a:xfrm>
              <a:off x="5097829" y="34678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1" name="pt27061"/>
            <p:cNvSpPr/>
            <p:nvPr/>
          </p:nvSpPr>
          <p:spPr>
            <a:xfrm>
              <a:off x="5193514" y="3344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2" name="pt27062"/>
            <p:cNvSpPr/>
            <p:nvPr/>
          </p:nvSpPr>
          <p:spPr>
            <a:xfrm>
              <a:off x="5188918" y="34553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3" name="pt27063"/>
            <p:cNvSpPr/>
            <p:nvPr/>
          </p:nvSpPr>
          <p:spPr>
            <a:xfrm>
              <a:off x="5131618" y="35357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4" name="pt27064"/>
            <p:cNvSpPr/>
            <p:nvPr/>
          </p:nvSpPr>
          <p:spPr>
            <a:xfrm>
              <a:off x="5092680" y="33834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5" name="pt27065"/>
            <p:cNvSpPr/>
            <p:nvPr/>
          </p:nvSpPr>
          <p:spPr>
            <a:xfrm>
              <a:off x="5097218" y="34317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6" name="pt27066"/>
            <p:cNvSpPr/>
            <p:nvPr/>
          </p:nvSpPr>
          <p:spPr>
            <a:xfrm>
              <a:off x="5072450" y="3323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7" name="pt27067"/>
            <p:cNvSpPr/>
            <p:nvPr/>
          </p:nvSpPr>
          <p:spPr>
            <a:xfrm>
              <a:off x="5150741" y="3383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8" name="pt27068"/>
            <p:cNvSpPr/>
            <p:nvPr/>
          </p:nvSpPr>
          <p:spPr>
            <a:xfrm>
              <a:off x="5102636" y="33609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69" name="pt27069"/>
            <p:cNvSpPr/>
            <p:nvPr/>
          </p:nvSpPr>
          <p:spPr>
            <a:xfrm>
              <a:off x="5160164" y="3457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0" name="pt27070"/>
            <p:cNvSpPr/>
            <p:nvPr/>
          </p:nvSpPr>
          <p:spPr>
            <a:xfrm>
              <a:off x="5166973" y="34034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1" name="pt27071"/>
            <p:cNvSpPr/>
            <p:nvPr/>
          </p:nvSpPr>
          <p:spPr>
            <a:xfrm>
              <a:off x="5163086" y="33815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2" name="pt27072"/>
            <p:cNvSpPr/>
            <p:nvPr/>
          </p:nvSpPr>
          <p:spPr>
            <a:xfrm>
              <a:off x="5164190" y="35687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3" name="pt27073"/>
            <p:cNvSpPr/>
            <p:nvPr/>
          </p:nvSpPr>
          <p:spPr>
            <a:xfrm>
              <a:off x="5120418" y="33660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4" name="pt27074"/>
            <p:cNvSpPr/>
            <p:nvPr/>
          </p:nvSpPr>
          <p:spPr>
            <a:xfrm>
              <a:off x="5202734" y="3739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5" name="pt27075"/>
            <p:cNvSpPr/>
            <p:nvPr/>
          </p:nvSpPr>
          <p:spPr>
            <a:xfrm>
              <a:off x="5115057" y="34314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6" name="pt27076"/>
            <p:cNvSpPr/>
            <p:nvPr/>
          </p:nvSpPr>
          <p:spPr>
            <a:xfrm>
              <a:off x="5146908" y="3331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7" name="pt27077"/>
            <p:cNvSpPr/>
            <p:nvPr/>
          </p:nvSpPr>
          <p:spPr>
            <a:xfrm>
              <a:off x="5138882" y="3292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8" name="pt27078"/>
            <p:cNvSpPr/>
            <p:nvPr/>
          </p:nvSpPr>
          <p:spPr>
            <a:xfrm>
              <a:off x="5113187" y="35287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79" name="pt27079"/>
            <p:cNvSpPr/>
            <p:nvPr/>
          </p:nvSpPr>
          <p:spPr>
            <a:xfrm>
              <a:off x="5155331" y="34088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0" name="pt27080"/>
            <p:cNvSpPr/>
            <p:nvPr/>
          </p:nvSpPr>
          <p:spPr>
            <a:xfrm>
              <a:off x="5150391" y="35725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1" name="pt27081"/>
            <p:cNvSpPr/>
            <p:nvPr/>
          </p:nvSpPr>
          <p:spPr>
            <a:xfrm>
              <a:off x="5103577" y="33897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2" name="pt27082"/>
            <p:cNvSpPr/>
            <p:nvPr/>
          </p:nvSpPr>
          <p:spPr>
            <a:xfrm>
              <a:off x="5130228" y="34391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3" name="pt27083"/>
            <p:cNvSpPr/>
            <p:nvPr/>
          </p:nvSpPr>
          <p:spPr>
            <a:xfrm>
              <a:off x="5126541" y="33843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4" name="pt27084"/>
            <p:cNvSpPr/>
            <p:nvPr/>
          </p:nvSpPr>
          <p:spPr>
            <a:xfrm>
              <a:off x="5167736" y="32444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5" name="pt27085"/>
            <p:cNvSpPr/>
            <p:nvPr/>
          </p:nvSpPr>
          <p:spPr>
            <a:xfrm>
              <a:off x="5079942" y="34902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6" name="pt27086"/>
            <p:cNvSpPr/>
            <p:nvPr/>
          </p:nvSpPr>
          <p:spPr>
            <a:xfrm>
              <a:off x="5124366" y="34461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7" name="pt27087"/>
            <p:cNvSpPr/>
            <p:nvPr/>
          </p:nvSpPr>
          <p:spPr>
            <a:xfrm>
              <a:off x="5672533" y="34345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8" name="pt27088"/>
            <p:cNvSpPr/>
            <p:nvPr/>
          </p:nvSpPr>
          <p:spPr>
            <a:xfrm>
              <a:off x="5267518" y="3438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89" name="pt27089"/>
            <p:cNvSpPr/>
            <p:nvPr/>
          </p:nvSpPr>
          <p:spPr>
            <a:xfrm>
              <a:off x="5161401" y="34337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0" name="pt27090"/>
            <p:cNvSpPr/>
            <p:nvPr/>
          </p:nvSpPr>
          <p:spPr>
            <a:xfrm>
              <a:off x="5121576" y="35676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1" name="pt27091"/>
            <p:cNvSpPr/>
            <p:nvPr/>
          </p:nvSpPr>
          <p:spPr>
            <a:xfrm>
              <a:off x="5138949" y="34640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2" name="pt27092"/>
            <p:cNvSpPr/>
            <p:nvPr/>
          </p:nvSpPr>
          <p:spPr>
            <a:xfrm>
              <a:off x="5128668" y="34798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3" name="pt27093"/>
            <p:cNvSpPr/>
            <p:nvPr/>
          </p:nvSpPr>
          <p:spPr>
            <a:xfrm>
              <a:off x="5120287" y="36770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4" name="pt27094"/>
            <p:cNvSpPr/>
            <p:nvPr/>
          </p:nvSpPr>
          <p:spPr>
            <a:xfrm>
              <a:off x="5146791" y="37282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5" name="pt27095"/>
            <p:cNvSpPr/>
            <p:nvPr/>
          </p:nvSpPr>
          <p:spPr>
            <a:xfrm>
              <a:off x="5171942" y="37687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6" name="pt27096"/>
            <p:cNvSpPr/>
            <p:nvPr/>
          </p:nvSpPr>
          <p:spPr>
            <a:xfrm>
              <a:off x="5174213" y="36801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7" name="pt27097"/>
            <p:cNvSpPr/>
            <p:nvPr/>
          </p:nvSpPr>
          <p:spPr>
            <a:xfrm>
              <a:off x="5165405" y="34946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8" name="pt27098"/>
            <p:cNvSpPr/>
            <p:nvPr/>
          </p:nvSpPr>
          <p:spPr>
            <a:xfrm>
              <a:off x="5162428" y="37025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099" name="pt27099"/>
            <p:cNvSpPr/>
            <p:nvPr/>
          </p:nvSpPr>
          <p:spPr>
            <a:xfrm>
              <a:off x="5135321" y="35064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0" name="pt27100"/>
            <p:cNvSpPr/>
            <p:nvPr/>
          </p:nvSpPr>
          <p:spPr>
            <a:xfrm>
              <a:off x="5190819" y="34051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1" name="pt27101"/>
            <p:cNvSpPr/>
            <p:nvPr/>
          </p:nvSpPr>
          <p:spPr>
            <a:xfrm>
              <a:off x="5107460" y="3545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2" name="pt27102"/>
            <p:cNvSpPr/>
            <p:nvPr/>
          </p:nvSpPr>
          <p:spPr>
            <a:xfrm>
              <a:off x="5120765" y="36283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3" name="pt27103"/>
            <p:cNvSpPr/>
            <p:nvPr/>
          </p:nvSpPr>
          <p:spPr>
            <a:xfrm>
              <a:off x="5139645" y="3555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4" name="pt27104"/>
            <p:cNvSpPr/>
            <p:nvPr/>
          </p:nvSpPr>
          <p:spPr>
            <a:xfrm>
              <a:off x="5220282" y="3639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5" name="pt27105"/>
            <p:cNvSpPr/>
            <p:nvPr/>
          </p:nvSpPr>
          <p:spPr>
            <a:xfrm>
              <a:off x="5140886" y="3592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6" name="pt27106"/>
            <p:cNvSpPr/>
            <p:nvPr/>
          </p:nvSpPr>
          <p:spPr>
            <a:xfrm>
              <a:off x="5144307" y="3393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7" name="pt27107"/>
            <p:cNvSpPr/>
            <p:nvPr/>
          </p:nvSpPr>
          <p:spPr>
            <a:xfrm>
              <a:off x="5170159" y="38741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8" name="pt27108"/>
            <p:cNvSpPr/>
            <p:nvPr/>
          </p:nvSpPr>
          <p:spPr>
            <a:xfrm>
              <a:off x="5119258" y="33003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09" name="pt27109"/>
            <p:cNvSpPr/>
            <p:nvPr/>
          </p:nvSpPr>
          <p:spPr>
            <a:xfrm>
              <a:off x="5145273" y="33622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0" name="pt27110"/>
            <p:cNvSpPr/>
            <p:nvPr/>
          </p:nvSpPr>
          <p:spPr>
            <a:xfrm>
              <a:off x="5214099" y="38630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1" name="pt27111"/>
            <p:cNvSpPr/>
            <p:nvPr/>
          </p:nvSpPr>
          <p:spPr>
            <a:xfrm>
              <a:off x="5146590" y="3395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2" name="pt27112"/>
            <p:cNvSpPr/>
            <p:nvPr/>
          </p:nvSpPr>
          <p:spPr>
            <a:xfrm>
              <a:off x="5149190" y="34401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3" name="pt27113"/>
            <p:cNvSpPr/>
            <p:nvPr/>
          </p:nvSpPr>
          <p:spPr>
            <a:xfrm>
              <a:off x="5128980" y="33484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4" name="pt27114"/>
            <p:cNvSpPr/>
            <p:nvPr/>
          </p:nvSpPr>
          <p:spPr>
            <a:xfrm>
              <a:off x="5164617" y="3619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5" name="pt27115"/>
            <p:cNvSpPr/>
            <p:nvPr/>
          </p:nvSpPr>
          <p:spPr>
            <a:xfrm>
              <a:off x="5130850" y="36598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6" name="pt27116"/>
            <p:cNvSpPr/>
            <p:nvPr/>
          </p:nvSpPr>
          <p:spPr>
            <a:xfrm>
              <a:off x="5125330" y="3490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7" name="pt27117"/>
            <p:cNvSpPr/>
            <p:nvPr/>
          </p:nvSpPr>
          <p:spPr>
            <a:xfrm>
              <a:off x="5179089" y="40143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8" name="pt27118"/>
            <p:cNvSpPr/>
            <p:nvPr/>
          </p:nvSpPr>
          <p:spPr>
            <a:xfrm>
              <a:off x="5144067" y="34917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19" name="pt27119"/>
            <p:cNvSpPr/>
            <p:nvPr/>
          </p:nvSpPr>
          <p:spPr>
            <a:xfrm>
              <a:off x="5126582" y="3378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0" name="pt27120"/>
            <p:cNvSpPr/>
            <p:nvPr/>
          </p:nvSpPr>
          <p:spPr>
            <a:xfrm>
              <a:off x="5077223" y="31340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1" name="pt27121"/>
            <p:cNvSpPr/>
            <p:nvPr/>
          </p:nvSpPr>
          <p:spPr>
            <a:xfrm>
              <a:off x="5106156" y="3887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2" name="pt27122"/>
            <p:cNvSpPr/>
            <p:nvPr/>
          </p:nvSpPr>
          <p:spPr>
            <a:xfrm>
              <a:off x="5168520" y="37075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3" name="pt27123"/>
            <p:cNvSpPr/>
            <p:nvPr/>
          </p:nvSpPr>
          <p:spPr>
            <a:xfrm>
              <a:off x="5155839" y="38501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4" name="pt27124"/>
            <p:cNvSpPr/>
            <p:nvPr/>
          </p:nvSpPr>
          <p:spPr>
            <a:xfrm>
              <a:off x="5169421" y="33975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5" name="pt27125"/>
            <p:cNvSpPr/>
            <p:nvPr/>
          </p:nvSpPr>
          <p:spPr>
            <a:xfrm>
              <a:off x="5116661" y="3474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6" name="pt27126"/>
            <p:cNvSpPr/>
            <p:nvPr/>
          </p:nvSpPr>
          <p:spPr>
            <a:xfrm>
              <a:off x="5125127" y="34116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7" name="pt27127"/>
            <p:cNvSpPr/>
            <p:nvPr/>
          </p:nvSpPr>
          <p:spPr>
            <a:xfrm>
              <a:off x="5143840" y="34453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8" name="pt27128"/>
            <p:cNvSpPr/>
            <p:nvPr/>
          </p:nvSpPr>
          <p:spPr>
            <a:xfrm>
              <a:off x="5205726" y="3610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29" name="pt27129"/>
            <p:cNvSpPr/>
            <p:nvPr/>
          </p:nvSpPr>
          <p:spPr>
            <a:xfrm>
              <a:off x="5152945" y="3275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0" name="pt27130"/>
            <p:cNvSpPr/>
            <p:nvPr/>
          </p:nvSpPr>
          <p:spPr>
            <a:xfrm>
              <a:off x="5198111" y="35475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1" name="pt27131"/>
            <p:cNvSpPr/>
            <p:nvPr/>
          </p:nvSpPr>
          <p:spPr>
            <a:xfrm>
              <a:off x="5141977" y="34351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2" name="pt27132"/>
            <p:cNvSpPr/>
            <p:nvPr/>
          </p:nvSpPr>
          <p:spPr>
            <a:xfrm>
              <a:off x="5166978" y="35998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3" name="pt27133"/>
            <p:cNvSpPr/>
            <p:nvPr/>
          </p:nvSpPr>
          <p:spPr>
            <a:xfrm>
              <a:off x="5165458" y="33972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4" name="pt27134"/>
            <p:cNvSpPr/>
            <p:nvPr/>
          </p:nvSpPr>
          <p:spPr>
            <a:xfrm>
              <a:off x="5154967" y="3375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5" name="pt27135"/>
            <p:cNvSpPr/>
            <p:nvPr/>
          </p:nvSpPr>
          <p:spPr>
            <a:xfrm>
              <a:off x="5095390" y="35612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6" name="pt27136"/>
            <p:cNvSpPr/>
            <p:nvPr/>
          </p:nvSpPr>
          <p:spPr>
            <a:xfrm>
              <a:off x="5168031" y="29294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7" name="pt27137"/>
            <p:cNvSpPr/>
            <p:nvPr/>
          </p:nvSpPr>
          <p:spPr>
            <a:xfrm>
              <a:off x="5190567" y="32487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8" name="pt27138"/>
            <p:cNvSpPr/>
            <p:nvPr/>
          </p:nvSpPr>
          <p:spPr>
            <a:xfrm>
              <a:off x="5138732" y="35776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39" name="pt27139"/>
            <p:cNvSpPr/>
            <p:nvPr/>
          </p:nvSpPr>
          <p:spPr>
            <a:xfrm>
              <a:off x="5122718" y="3427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0" name="pt27140"/>
            <p:cNvSpPr/>
            <p:nvPr/>
          </p:nvSpPr>
          <p:spPr>
            <a:xfrm>
              <a:off x="5145176" y="34604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1" name="pt27141"/>
            <p:cNvSpPr/>
            <p:nvPr/>
          </p:nvSpPr>
          <p:spPr>
            <a:xfrm>
              <a:off x="5149980" y="34551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2" name="pt27142"/>
            <p:cNvSpPr/>
            <p:nvPr/>
          </p:nvSpPr>
          <p:spPr>
            <a:xfrm>
              <a:off x="5132689" y="3633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3" name="pt27143"/>
            <p:cNvSpPr/>
            <p:nvPr/>
          </p:nvSpPr>
          <p:spPr>
            <a:xfrm>
              <a:off x="5129891" y="31905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4" name="pt27144"/>
            <p:cNvSpPr/>
            <p:nvPr/>
          </p:nvSpPr>
          <p:spPr>
            <a:xfrm>
              <a:off x="5143962" y="34338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5" name="pt27145"/>
            <p:cNvSpPr/>
            <p:nvPr/>
          </p:nvSpPr>
          <p:spPr>
            <a:xfrm>
              <a:off x="5151875" y="3375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6" name="pt27146"/>
            <p:cNvSpPr/>
            <p:nvPr/>
          </p:nvSpPr>
          <p:spPr>
            <a:xfrm>
              <a:off x="4811787" y="35591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7" name="pt27147"/>
            <p:cNvSpPr/>
            <p:nvPr/>
          </p:nvSpPr>
          <p:spPr>
            <a:xfrm>
              <a:off x="5153971" y="34615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48" name="pt27148"/>
            <p:cNvSpPr/>
            <p:nvPr/>
          </p:nvSpPr>
          <p:spPr>
            <a:xfrm>
              <a:off x="5732049" y="323201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49" name="pt27149"/>
            <p:cNvSpPr/>
            <p:nvPr/>
          </p:nvSpPr>
          <p:spPr>
            <a:xfrm>
              <a:off x="5122035" y="3577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0" name="pt27150"/>
            <p:cNvSpPr/>
            <p:nvPr/>
          </p:nvSpPr>
          <p:spPr>
            <a:xfrm>
              <a:off x="5158020" y="39119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1" name="pt27151"/>
            <p:cNvSpPr/>
            <p:nvPr/>
          </p:nvSpPr>
          <p:spPr>
            <a:xfrm>
              <a:off x="5139074" y="3641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2" name="pt27152"/>
            <p:cNvSpPr/>
            <p:nvPr/>
          </p:nvSpPr>
          <p:spPr>
            <a:xfrm>
              <a:off x="5124101" y="3639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3" name="pt27153"/>
            <p:cNvSpPr/>
            <p:nvPr/>
          </p:nvSpPr>
          <p:spPr>
            <a:xfrm>
              <a:off x="5148977" y="34769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4" name="pt27154"/>
            <p:cNvSpPr/>
            <p:nvPr/>
          </p:nvSpPr>
          <p:spPr>
            <a:xfrm>
              <a:off x="5158253" y="3597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5" name="pt27155"/>
            <p:cNvSpPr/>
            <p:nvPr/>
          </p:nvSpPr>
          <p:spPr>
            <a:xfrm>
              <a:off x="5144659" y="3593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6" name="pt27156"/>
            <p:cNvSpPr/>
            <p:nvPr/>
          </p:nvSpPr>
          <p:spPr>
            <a:xfrm>
              <a:off x="5169765" y="35483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7" name="pt27157"/>
            <p:cNvSpPr/>
            <p:nvPr/>
          </p:nvSpPr>
          <p:spPr>
            <a:xfrm>
              <a:off x="5152069" y="38198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8" name="pt27158"/>
            <p:cNvSpPr/>
            <p:nvPr/>
          </p:nvSpPr>
          <p:spPr>
            <a:xfrm>
              <a:off x="5153396" y="37894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59" name="pt27159"/>
            <p:cNvSpPr/>
            <p:nvPr/>
          </p:nvSpPr>
          <p:spPr>
            <a:xfrm>
              <a:off x="5141665" y="34921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0" name="pt27160"/>
            <p:cNvSpPr/>
            <p:nvPr/>
          </p:nvSpPr>
          <p:spPr>
            <a:xfrm>
              <a:off x="5111305" y="35140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1" name="pt27161"/>
            <p:cNvSpPr/>
            <p:nvPr/>
          </p:nvSpPr>
          <p:spPr>
            <a:xfrm>
              <a:off x="5149128" y="37482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2" name="pt27162"/>
            <p:cNvSpPr/>
            <p:nvPr/>
          </p:nvSpPr>
          <p:spPr>
            <a:xfrm>
              <a:off x="5010894" y="37577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3" name="pt27163"/>
            <p:cNvSpPr/>
            <p:nvPr/>
          </p:nvSpPr>
          <p:spPr>
            <a:xfrm>
              <a:off x="5169210" y="33895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4" name="pt27164"/>
            <p:cNvSpPr/>
            <p:nvPr/>
          </p:nvSpPr>
          <p:spPr>
            <a:xfrm>
              <a:off x="5141275" y="3627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5" name="pt27165"/>
            <p:cNvSpPr/>
            <p:nvPr/>
          </p:nvSpPr>
          <p:spPr>
            <a:xfrm>
              <a:off x="5139898" y="34666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6" name="pt27166"/>
            <p:cNvSpPr/>
            <p:nvPr/>
          </p:nvSpPr>
          <p:spPr>
            <a:xfrm>
              <a:off x="5318481" y="36831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7" name="pt27167"/>
            <p:cNvSpPr/>
            <p:nvPr/>
          </p:nvSpPr>
          <p:spPr>
            <a:xfrm>
              <a:off x="5121472" y="33680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8" name="pt27168"/>
            <p:cNvSpPr/>
            <p:nvPr/>
          </p:nvSpPr>
          <p:spPr>
            <a:xfrm>
              <a:off x="5141185" y="3440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69" name="pt27169"/>
            <p:cNvSpPr/>
            <p:nvPr/>
          </p:nvSpPr>
          <p:spPr>
            <a:xfrm>
              <a:off x="5376415" y="386490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70" name="pt27170"/>
            <p:cNvSpPr/>
            <p:nvPr/>
          </p:nvSpPr>
          <p:spPr>
            <a:xfrm>
              <a:off x="5144795" y="3707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1" name="pt27171"/>
            <p:cNvSpPr/>
            <p:nvPr/>
          </p:nvSpPr>
          <p:spPr>
            <a:xfrm>
              <a:off x="5157155" y="3472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2" name="pt27172"/>
            <p:cNvSpPr/>
            <p:nvPr/>
          </p:nvSpPr>
          <p:spPr>
            <a:xfrm>
              <a:off x="5182266" y="34009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3" name="pt27173"/>
            <p:cNvSpPr/>
            <p:nvPr/>
          </p:nvSpPr>
          <p:spPr>
            <a:xfrm>
              <a:off x="5194027" y="3490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4" name="pt27174"/>
            <p:cNvSpPr/>
            <p:nvPr/>
          </p:nvSpPr>
          <p:spPr>
            <a:xfrm>
              <a:off x="5117825" y="33111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5" name="pt27175"/>
            <p:cNvSpPr/>
            <p:nvPr/>
          </p:nvSpPr>
          <p:spPr>
            <a:xfrm>
              <a:off x="5190857" y="33471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6" name="pt27176"/>
            <p:cNvSpPr/>
            <p:nvPr/>
          </p:nvSpPr>
          <p:spPr>
            <a:xfrm>
              <a:off x="5099831" y="34242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7" name="pt27177"/>
            <p:cNvSpPr/>
            <p:nvPr/>
          </p:nvSpPr>
          <p:spPr>
            <a:xfrm>
              <a:off x="5132360" y="33956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8" name="pt27178"/>
            <p:cNvSpPr/>
            <p:nvPr/>
          </p:nvSpPr>
          <p:spPr>
            <a:xfrm>
              <a:off x="5064962" y="33928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79" name="pt27179"/>
            <p:cNvSpPr/>
            <p:nvPr/>
          </p:nvSpPr>
          <p:spPr>
            <a:xfrm>
              <a:off x="5141659" y="34676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0" name="pt27180"/>
            <p:cNvSpPr/>
            <p:nvPr/>
          </p:nvSpPr>
          <p:spPr>
            <a:xfrm>
              <a:off x="5083417" y="3511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1" name="pt27181"/>
            <p:cNvSpPr/>
            <p:nvPr/>
          </p:nvSpPr>
          <p:spPr>
            <a:xfrm>
              <a:off x="5146716" y="36852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2" name="pt27182"/>
            <p:cNvSpPr/>
            <p:nvPr/>
          </p:nvSpPr>
          <p:spPr>
            <a:xfrm>
              <a:off x="5136246" y="3434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3" name="pt27183"/>
            <p:cNvSpPr/>
            <p:nvPr/>
          </p:nvSpPr>
          <p:spPr>
            <a:xfrm>
              <a:off x="5151527" y="3373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4" name="pt27184"/>
            <p:cNvSpPr/>
            <p:nvPr/>
          </p:nvSpPr>
          <p:spPr>
            <a:xfrm>
              <a:off x="5138552" y="33216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5" name="pt27185"/>
            <p:cNvSpPr/>
            <p:nvPr/>
          </p:nvSpPr>
          <p:spPr>
            <a:xfrm>
              <a:off x="5117516" y="34223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6" name="pt27186"/>
            <p:cNvSpPr/>
            <p:nvPr/>
          </p:nvSpPr>
          <p:spPr>
            <a:xfrm>
              <a:off x="5142002" y="3328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7" name="pt27187"/>
            <p:cNvSpPr/>
            <p:nvPr/>
          </p:nvSpPr>
          <p:spPr>
            <a:xfrm>
              <a:off x="5136322" y="33899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8" name="pt27188"/>
            <p:cNvSpPr/>
            <p:nvPr/>
          </p:nvSpPr>
          <p:spPr>
            <a:xfrm>
              <a:off x="5152145" y="34381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89" name="pt27189"/>
            <p:cNvSpPr/>
            <p:nvPr/>
          </p:nvSpPr>
          <p:spPr>
            <a:xfrm>
              <a:off x="5171486" y="34165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0" name="pt27190"/>
            <p:cNvSpPr/>
            <p:nvPr/>
          </p:nvSpPr>
          <p:spPr>
            <a:xfrm>
              <a:off x="5122960" y="3579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1" name="pt27191"/>
            <p:cNvSpPr/>
            <p:nvPr/>
          </p:nvSpPr>
          <p:spPr>
            <a:xfrm>
              <a:off x="5129939" y="34004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2" name="pt27192"/>
            <p:cNvSpPr/>
            <p:nvPr/>
          </p:nvSpPr>
          <p:spPr>
            <a:xfrm>
              <a:off x="5076191" y="34618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3" name="pt27193"/>
            <p:cNvSpPr/>
            <p:nvPr/>
          </p:nvSpPr>
          <p:spPr>
            <a:xfrm>
              <a:off x="5128122" y="33932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4" name="pt27194"/>
            <p:cNvSpPr/>
            <p:nvPr/>
          </p:nvSpPr>
          <p:spPr>
            <a:xfrm>
              <a:off x="5144835" y="3323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5" name="pt27195"/>
            <p:cNvSpPr/>
            <p:nvPr/>
          </p:nvSpPr>
          <p:spPr>
            <a:xfrm>
              <a:off x="5151289" y="34447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6" name="pt27196"/>
            <p:cNvSpPr/>
            <p:nvPr/>
          </p:nvSpPr>
          <p:spPr>
            <a:xfrm>
              <a:off x="5114683" y="34090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7" name="pt27197"/>
            <p:cNvSpPr/>
            <p:nvPr/>
          </p:nvSpPr>
          <p:spPr>
            <a:xfrm>
              <a:off x="5135650" y="36769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8" name="pt27198"/>
            <p:cNvSpPr/>
            <p:nvPr/>
          </p:nvSpPr>
          <p:spPr>
            <a:xfrm>
              <a:off x="5104479" y="3293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199" name="pt27199"/>
            <p:cNvSpPr/>
            <p:nvPr/>
          </p:nvSpPr>
          <p:spPr>
            <a:xfrm>
              <a:off x="5135405" y="33849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0" name="pt27200"/>
            <p:cNvSpPr/>
            <p:nvPr/>
          </p:nvSpPr>
          <p:spPr>
            <a:xfrm>
              <a:off x="5137672" y="35044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1" name="pt27201"/>
            <p:cNvSpPr/>
            <p:nvPr/>
          </p:nvSpPr>
          <p:spPr>
            <a:xfrm>
              <a:off x="5156844" y="34838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2" name="pt27202"/>
            <p:cNvSpPr/>
            <p:nvPr/>
          </p:nvSpPr>
          <p:spPr>
            <a:xfrm>
              <a:off x="5141740" y="34337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3" name="pt27203"/>
            <p:cNvSpPr/>
            <p:nvPr/>
          </p:nvSpPr>
          <p:spPr>
            <a:xfrm>
              <a:off x="5119436" y="35837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4" name="pt27204"/>
            <p:cNvSpPr/>
            <p:nvPr/>
          </p:nvSpPr>
          <p:spPr>
            <a:xfrm>
              <a:off x="5120045" y="33816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5" name="pt27205"/>
            <p:cNvSpPr/>
            <p:nvPr/>
          </p:nvSpPr>
          <p:spPr>
            <a:xfrm>
              <a:off x="5813526" y="35168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6" name="pt27206"/>
            <p:cNvSpPr/>
            <p:nvPr/>
          </p:nvSpPr>
          <p:spPr>
            <a:xfrm>
              <a:off x="5131350" y="33125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7" name="pt27207"/>
            <p:cNvSpPr/>
            <p:nvPr/>
          </p:nvSpPr>
          <p:spPr>
            <a:xfrm>
              <a:off x="5160576" y="36986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8" name="pt27208"/>
            <p:cNvSpPr/>
            <p:nvPr/>
          </p:nvSpPr>
          <p:spPr>
            <a:xfrm>
              <a:off x="5142042" y="36693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09" name="pt27209"/>
            <p:cNvSpPr/>
            <p:nvPr/>
          </p:nvSpPr>
          <p:spPr>
            <a:xfrm>
              <a:off x="5144479" y="33755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0" name="pt27210"/>
            <p:cNvSpPr/>
            <p:nvPr/>
          </p:nvSpPr>
          <p:spPr>
            <a:xfrm>
              <a:off x="5141364" y="34075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1" name="pt27211"/>
            <p:cNvSpPr/>
            <p:nvPr/>
          </p:nvSpPr>
          <p:spPr>
            <a:xfrm>
              <a:off x="5130215" y="34390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2" name="pt27212"/>
            <p:cNvSpPr/>
            <p:nvPr/>
          </p:nvSpPr>
          <p:spPr>
            <a:xfrm>
              <a:off x="5154580" y="3724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3" name="pt27213"/>
            <p:cNvSpPr/>
            <p:nvPr/>
          </p:nvSpPr>
          <p:spPr>
            <a:xfrm>
              <a:off x="5226031" y="37351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4" name="pt27214"/>
            <p:cNvSpPr/>
            <p:nvPr/>
          </p:nvSpPr>
          <p:spPr>
            <a:xfrm>
              <a:off x="5138726" y="33707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5" name="pt27215"/>
            <p:cNvSpPr/>
            <p:nvPr/>
          </p:nvSpPr>
          <p:spPr>
            <a:xfrm>
              <a:off x="5094596" y="34009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6" name="pt27216"/>
            <p:cNvSpPr/>
            <p:nvPr/>
          </p:nvSpPr>
          <p:spPr>
            <a:xfrm>
              <a:off x="5145442" y="3530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7" name="pt27217"/>
            <p:cNvSpPr/>
            <p:nvPr/>
          </p:nvSpPr>
          <p:spPr>
            <a:xfrm>
              <a:off x="5156607" y="31843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8" name="pt27218"/>
            <p:cNvSpPr/>
            <p:nvPr/>
          </p:nvSpPr>
          <p:spPr>
            <a:xfrm>
              <a:off x="5142234" y="37585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19" name="pt27219"/>
            <p:cNvSpPr/>
            <p:nvPr/>
          </p:nvSpPr>
          <p:spPr>
            <a:xfrm>
              <a:off x="5178077" y="33982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0" name="pt27220"/>
            <p:cNvSpPr/>
            <p:nvPr/>
          </p:nvSpPr>
          <p:spPr>
            <a:xfrm>
              <a:off x="5156971" y="37368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1" name="pt27221"/>
            <p:cNvSpPr/>
            <p:nvPr/>
          </p:nvSpPr>
          <p:spPr>
            <a:xfrm>
              <a:off x="5121526" y="32360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2" name="pt27222"/>
            <p:cNvSpPr/>
            <p:nvPr/>
          </p:nvSpPr>
          <p:spPr>
            <a:xfrm>
              <a:off x="5159481" y="3442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3" name="pt27223"/>
            <p:cNvSpPr/>
            <p:nvPr/>
          </p:nvSpPr>
          <p:spPr>
            <a:xfrm>
              <a:off x="5153715" y="34392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4" name="pt27224"/>
            <p:cNvSpPr/>
            <p:nvPr/>
          </p:nvSpPr>
          <p:spPr>
            <a:xfrm>
              <a:off x="5099344" y="3426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5" name="pt27225"/>
            <p:cNvSpPr/>
            <p:nvPr/>
          </p:nvSpPr>
          <p:spPr>
            <a:xfrm>
              <a:off x="5116159" y="35746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6" name="pt27226"/>
            <p:cNvSpPr/>
            <p:nvPr/>
          </p:nvSpPr>
          <p:spPr>
            <a:xfrm>
              <a:off x="5145203" y="33648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7" name="pt27227"/>
            <p:cNvSpPr/>
            <p:nvPr/>
          </p:nvSpPr>
          <p:spPr>
            <a:xfrm>
              <a:off x="5126944" y="3384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8" name="pt27228"/>
            <p:cNvSpPr/>
            <p:nvPr/>
          </p:nvSpPr>
          <p:spPr>
            <a:xfrm>
              <a:off x="5150762" y="35089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29" name="pt27229"/>
            <p:cNvSpPr/>
            <p:nvPr/>
          </p:nvSpPr>
          <p:spPr>
            <a:xfrm>
              <a:off x="4130284" y="37600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0" name="pt27230"/>
            <p:cNvSpPr/>
            <p:nvPr/>
          </p:nvSpPr>
          <p:spPr>
            <a:xfrm>
              <a:off x="5129076" y="36975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1" name="pt27231"/>
            <p:cNvSpPr/>
            <p:nvPr/>
          </p:nvSpPr>
          <p:spPr>
            <a:xfrm>
              <a:off x="5169788" y="3314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2" name="pt27232"/>
            <p:cNvSpPr/>
            <p:nvPr/>
          </p:nvSpPr>
          <p:spPr>
            <a:xfrm>
              <a:off x="5129173" y="33382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3" name="pt27233"/>
            <p:cNvSpPr/>
            <p:nvPr/>
          </p:nvSpPr>
          <p:spPr>
            <a:xfrm>
              <a:off x="5138690" y="32827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4" name="pt27234"/>
            <p:cNvSpPr/>
            <p:nvPr/>
          </p:nvSpPr>
          <p:spPr>
            <a:xfrm>
              <a:off x="5152276" y="37774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5" name="pt27235"/>
            <p:cNvSpPr/>
            <p:nvPr/>
          </p:nvSpPr>
          <p:spPr>
            <a:xfrm>
              <a:off x="5131173" y="33518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6" name="pt27236"/>
            <p:cNvSpPr/>
            <p:nvPr/>
          </p:nvSpPr>
          <p:spPr>
            <a:xfrm>
              <a:off x="5172862" y="3857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7" name="pt27237"/>
            <p:cNvSpPr/>
            <p:nvPr/>
          </p:nvSpPr>
          <p:spPr>
            <a:xfrm>
              <a:off x="5081143" y="3662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8" name="pt27238"/>
            <p:cNvSpPr/>
            <p:nvPr/>
          </p:nvSpPr>
          <p:spPr>
            <a:xfrm>
              <a:off x="5169118" y="3377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39" name="pt27239"/>
            <p:cNvSpPr/>
            <p:nvPr/>
          </p:nvSpPr>
          <p:spPr>
            <a:xfrm>
              <a:off x="5153070" y="3563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0" name="pt27240"/>
            <p:cNvSpPr/>
            <p:nvPr/>
          </p:nvSpPr>
          <p:spPr>
            <a:xfrm>
              <a:off x="5197438" y="34075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1" name="pt27241"/>
            <p:cNvSpPr/>
            <p:nvPr/>
          </p:nvSpPr>
          <p:spPr>
            <a:xfrm>
              <a:off x="5044915" y="35285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2" name="pt27242"/>
            <p:cNvSpPr/>
            <p:nvPr/>
          </p:nvSpPr>
          <p:spPr>
            <a:xfrm>
              <a:off x="5177566" y="36036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3" name="pt27243"/>
            <p:cNvSpPr/>
            <p:nvPr/>
          </p:nvSpPr>
          <p:spPr>
            <a:xfrm>
              <a:off x="4884434" y="35419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4" name="pt27244"/>
            <p:cNvSpPr/>
            <p:nvPr/>
          </p:nvSpPr>
          <p:spPr>
            <a:xfrm>
              <a:off x="5068514" y="4839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5" name="pt27245"/>
            <p:cNvSpPr/>
            <p:nvPr/>
          </p:nvSpPr>
          <p:spPr>
            <a:xfrm>
              <a:off x="5162459" y="3843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6" name="pt27246"/>
            <p:cNvSpPr/>
            <p:nvPr/>
          </p:nvSpPr>
          <p:spPr>
            <a:xfrm>
              <a:off x="5283153" y="3445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7" name="pt27247"/>
            <p:cNvSpPr/>
            <p:nvPr/>
          </p:nvSpPr>
          <p:spPr>
            <a:xfrm>
              <a:off x="5148885" y="34412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48" name="pt27248"/>
            <p:cNvSpPr/>
            <p:nvPr/>
          </p:nvSpPr>
          <p:spPr>
            <a:xfrm>
              <a:off x="6045752" y="332051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49" name="pt27249"/>
            <p:cNvSpPr/>
            <p:nvPr/>
          </p:nvSpPr>
          <p:spPr>
            <a:xfrm>
              <a:off x="5142694" y="34352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0" name="pt27250"/>
            <p:cNvSpPr/>
            <p:nvPr/>
          </p:nvSpPr>
          <p:spPr>
            <a:xfrm>
              <a:off x="5153423" y="35663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1" name="pt27251"/>
            <p:cNvSpPr/>
            <p:nvPr/>
          </p:nvSpPr>
          <p:spPr>
            <a:xfrm>
              <a:off x="5120846" y="34328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2" name="pt27252"/>
            <p:cNvSpPr/>
            <p:nvPr/>
          </p:nvSpPr>
          <p:spPr>
            <a:xfrm>
              <a:off x="5075797" y="34159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3" name="pt27253"/>
            <p:cNvSpPr/>
            <p:nvPr/>
          </p:nvSpPr>
          <p:spPr>
            <a:xfrm>
              <a:off x="5131870" y="34254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4" name="pt27254"/>
            <p:cNvSpPr/>
            <p:nvPr/>
          </p:nvSpPr>
          <p:spPr>
            <a:xfrm>
              <a:off x="5145707" y="33128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5" name="pt27255"/>
            <p:cNvSpPr/>
            <p:nvPr/>
          </p:nvSpPr>
          <p:spPr>
            <a:xfrm>
              <a:off x="5119008" y="37540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6" name="pt27256"/>
            <p:cNvSpPr/>
            <p:nvPr/>
          </p:nvSpPr>
          <p:spPr>
            <a:xfrm>
              <a:off x="5119763" y="39231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7" name="pt27257"/>
            <p:cNvSpPr/>
            <p:nvPr/>
          </p:nvSpPr>
          <p:spPr>
            <a:xfrm>
              <a:off x="5146151" y="3704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8" name="pt27258"/>
            <p:cNvSpPr/>
            <p:nvPr/>
          </p:nvSpPr>
          <p:spPr>
            <a:xfrm>
              <a:off x="5125673" y="3414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59" name="pt27259"/>
            <p:cNvSpPr/>
            <p:nvPr/>
          </p:nvSpPr>
          <p:spPr>
            <a:xfrm>
              <a:off x="5173197" y="35293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0" name="pt27260"/>
            <p:cNvSpPr/>
            <p:nvPr/>
          </p:nvSpPr>
          <p:spPr>
            <a:xfrm>
              <a:off x="5107936" y="35862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1" name="pt27261"/>
            <p:cNvSpPr/>
            <p:nvPr/>
          </p:nvSpPr>
          <p:spPr>
            <a:xfrm>
              <a:off x="5153402" y="37409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2" name="pt27262"/>
            <p:cNvSpPr/>
            <p:nvPr/>
          </p:nvSpPr>
          <p:spPr>
            <a:xfrm>
              <a:off x="4074174" y="3565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3" name="pt27263"/>
            <p:cNvSpPr/>
            <p:nvPr/>
          </p:nvSpPr>
          <p:spPr>
            <a:xfrm>
              <a:off x="6089895" y="35866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4" name="pt27264"/>
            <p:cNvSpPr/>
            <p:nvPr/>
          </p:nvSpPr>
          <p:spPr>
            <a:xfrm>
              <a:off x="5145922" y="36474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5" name="pt27265"/>
            <p:cNvSpPr/>
            <p:nvPr/>
          </p:nvSpPr>
          <p:spPr>
            <a:xfrm>
              <a:off x="5096735" y="36380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6" name="pt27266"/>
            <p:cNvSpPr/>
            <p:nvPr/>
          </p:nvSpPr>
          <p:spPr>
            <a:xfrm>
              <a:off x="5145829" y="3409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7" name="pt27267"/>
            <p:cNvSpPr/>
            <p:nvPr/>
          </p:nvSpPr>
          <p:spPr>
            <a:xfrm>
              <a:off x="5135524" y="34922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8" name="pt27268"/>
            <p:cNvSpPr/>
            <p:nvPr/>
          </p:nvSpPr>
          <p:spPr>
            <a:xfrm>
              <a:off x="5031750" y="36284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69" name="pt27269"/>
            <p:cNvSpPr/>
            <p:nvPr/>
          </p:nvSpPr>
          <p:spPr>
            <a:xfrm>
              <a:off x="5129785" y="34107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0" name="pt27270"/>
            <p:cNvSpPr/>
            <p:nvPr/>
          </p:nvSpPr>
          <p:spPr>
            <a:xfrm>
              <a:off x="5130161" y="3373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1" name="pt27271"/>
            <p:cNvSpPr/>
            <p:nvPr/>
          </p:nvSpPr>
          <p:spPr>
            <a:xfrm>
              <a:off x="5156463" y="33883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2" name="pt27272"/>
            <p:cNvSpPr/>
            <p:nvPr/>
          </p:nvSpPr>
          <p:spPr>
            <a:xfrm>
              <a:off x="5166999" y="34029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3" name="pt27273"/>
            <p:cNvSpPr/>
            <p:nvPr/>
          </p:nvSpPr>
          <p:spPr>
            <a:xfrm>
              <a:off x="5155616" y="34673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4" name="pt27274"/>
            <p:cNvSpPr/>
            <p:nvPr/>
          </p:nvSpPr>
          <p:spPr>
            <a:xfrm>
              <a:off x="5146882" y="34303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5" name="pt27275"/>
            <p:cNvSpPr/>
            <p:nvPr/>
          </p:nvSpPr>
          <p:spPr>
            <a:xfrm>
              <a:off x="5128791" y="34142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6" name="pt27276"/>
            <p:cNvSpPr/>
            <p:nvPr/>
          </p:nvSpPr>
          <p:spPr>
            <a:xfrm>
              <a:off x="5138817" y="33641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7" name="pt27277"/>
            <p:cNvSpPr/>
            <p:nvPr/>
          </p:nvSpPr>
          <p:spPr>
            <a:xfrm>
              <a:off x="5160226" y="31902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8" name="pt27278"/>
            <p:cNvSpPr/>
            <p:nvPr/>
          </p:nvSpPr>
          <p:spPr>
            <a:xfrm>
              <a:off x="5341553" y="3925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79" name="pt27279"/>
            <p:cNvSpPr/>
            <p:nvPr/>
          </p:nvSpPr>
          <p:spPr>
            <a:xfrm>
              <a:off x="5174649" y="3461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0" name="pt27280"/>
            <p:cNvSpPr/>
            <p:nvPr/>
          </p:nvSpPr>
          <p:spPr>
            <a:xfrm>
              <a:off x="5143635" y="34243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1" name="pt27281"/>
            <p:cNvSpPr/>
            <p:nvPr/>
          </p:nvSpPr>
          <p:spPr>
            <a:xfrm>
              <a:off x="5141762" y="34135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2" name="pt27282"/>
            <p:cNvSpPr/>
            <p:nvPr/>
          </p:nvSpPr>
          <p:spPr>
            <a:xfrm>
              <a:off x="5150811" y="3304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3" name="pt27283"/>
            <p:cNvSpPr/>
            <p:nvPr/>
          </p:nvSpPr>
          <p:spPr>
            <a:xfrm>
              <a:off x="5133328" y="3343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4" name="pt27284"/>
            <p:cNvSpPr/>
            <p:nvPr/>
          </p:nvSpPr>
          <p:spPr>
            <a:xfrm>
              <a:off x="5149904" y="33943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5" name="pt27285"/>
            <p:cNvSpPr/>
            <p:nvPr/>
          </p:nvSpPr>
          <p:spPr>
            <a:xfrm>
              <a:off x="5148213" y="3443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6" name="pt27286"/>
            <p:cNvSpPr/>
            <p:nvPr/>
          </p:nvSpPr>
          <p:spPr>
            <a:xfrm>
              <a:off x="5174682" y="35422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7" name="pt27287"/>
            <p:cNvSpPr/>
            <p:nvPr/>
          </p:nvSpPr>
          <p:spPr>
            <a:xfrm>
              <a:off x="5137614" y="3583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8" name="pt27288"/>
            <p:cNvSpPr/>
            <p:nvPr/>
          </p:nvSpPr>
          <p:spPr>
            <a:xfrm>
              <a:off x="5160029" y="35886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89" name="pt27289"/>
            <p:cNvSpPr/>
            <p:nvPr/>
          </p:nvSpPr>
          <p:spPr>
            <a:xfrm>
              <a:off x="5140078" y="3421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0" name="pt27290"/>
            <p:cNvSpPr/>
            <p:nvPr/>
          </p:nvSpPr>
          <p:spPr>
            <a:xfrm>
              <a:off x="5145339" y="33813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1" name="pt27291"/>
            <p:cNvSpPr/>
            <p:nvPr/>
          </p:nvSpPr>
          <p:spPr>
            <a:xfrm>
              <a:off x="5164542" y="3470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2" name="pt27292"/>
            <p:cNvSpPr/>
            <p:nvPr/>
          </p:nvSpPr>
          <p:spPr>
            <a:xfrm>
              <a:off x="5120302" y="35115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3" name="pt27293"/>
            <p:cNvSpPr/>
            <p:nvPr/>
          </p:nvSpPr>
          <p:spPr>
            <a:xfrm>
              <a:off x="5148672" y="34248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4" name="pt27294"/>
            <p:cNvSpPr/>
            <p:nvPr/>
          </p:nvSpPr>
          <p:spPr>
            <a:xfrm>
              <a:off x="5149993" y="3388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5" name="pt27295"/>
            <p:cNvSpPr/>
            <p:nvPr/>
          </p:nvSpPr>
          <p:spPr>
            <a:xfrm>
              <a:off x="5175465" y="33891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6" name="pt27296"/>
            <p:cNvSpPr/>
            <p:nvPr/>
          </p:nvSpPr>
          <p:spPr>
            <a:xfrm>
              <a:off x="5129043" y="33799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7" name="pt27297"/>
            <p:cNvSpPr/>
            <p:nvPr/>
          </p:nvSpPr>
          <p:spPr>
            <a:xfrm>
              <a:off x="5173875" y="3711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8" name="pt27298"/>
            <p:cNvSpPr/>
            <p:nvPr/>
          </p:nvSpPr>
          <p:spPr>
            <a:xfrm>
              <a:off x="5182048" y="33237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299" name="pt27299"/>
            <p:cNvSpPr/>
            <p:nvPr/>
          </p:nvSpPr>
          <p:spPr>
            <a:xfrm>
              <a:off x="5123323" y="34172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0" name="pt27300"/>
            <p:cNvSpPr/>
            <p:nvPr/>
          </p:nvSpPr>
          <p:spPr>
            <a:xfrm>
              <a:off x="5121931" y="33474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1" name="pt27301"/>
            <p:cNvSpPr/>
            <p:nvPr/>
          </p:nvSpPr>
          <p:spPr>
            <a:xfrm>
              <a:off x="5102188" y="37048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2" name="pt27302"/>
            <p:cNvSpPr/>
            <p:nvPr/>
          </p:nvSpPr>
          <p:spPr>
            <a:xfrm>
              <a:off x="5128240" y="33901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3" name="pt27303"/>
            <p:cNvSpPr/>
            <p:nvPr/>
          </p:nvSpPr>
          <p:spPr>
            <a:xfrm>
              <a:off x="5211122" y="34474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4" name="pt27304"/>
            <p:cNvSpPr/>
            <p:nvPr/>
          </p:nvSpPr>
          <p:spPr>
            <a:xfrm>
              <a:off x="5130093" y="33944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5" name="pt27305"/>
            <p:cNvSpPr/>
            <p:nvPr/>
          </p:nvSpPr>
          <p:spPr>
            <a:xfrm>
              <a:off x="5158689" y="33271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6" name="pt27306"/>
            <p:cNvSpPr/>
            <p:nvPr/>
          </p:nvSpPr>
          <p:spPr>
            <a:xfrm>
              <a:off x="5129498" y="34088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7" name="pt27307"/>
            <p:cNvSpPr/>
            <p:nvPr/>
          </p:nvSpPr>
          <p:spPr>
            <a:xfrm>
              <a:off x="5139742" y="35949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8" name="pt27308"/>
            <p:cNvSpPr/>
            <p:nvPr/>
          </p:nvSpPr>
          <p:spPr>
            <a:xfrm>
              <a:off x="5128809" y="34286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09" name="pt27309"/>
            <p:cNvSpPr/>
            <p:nvPr/>
          </p:nvSpPr>
          <p:spPr>
            <a:xfrm>
              <a:off x="5171916" y="3589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0" name="pt27310"/>
            <p:cNvSpPr/>
            <p:nvPr/>
          </p:nvSpPr>
          <p:spPr>
            <a:xfrm>
              <a:off x="5138277" y="3778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1" name="pt27311"/>
            <p:cNvSpPr/>
            <p:nvPr/>
          </p:nvSpPr>
          <p:spPr>
            <a:xfrm>
              <a:off x="5146423" y="3389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2" name="pt27312"/>
            <p:cNvSpPr/>
            <p:nvPr/>
          </p:nvSpPr>
          <p:spPr>
            <a:xfrm>
              <a:off x="5143148" y="33988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3" name="pt27313"/>
            <p:cNvSpPr/>
            <p:nvPr/>
          </p:nvSpPr>
          <p:spPr>
            <a:xfrm>
              <a:off x="5130075" y="37466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4" name="pt27314"/>
            <p:cNvSpPr/>
            <p:nvPr/>
          </p:nvSpPr>
          <p:spPr>
            <a:xfrm>
              <a:off x="5118298" y="36345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5" name="pt27315"/>
            <p:cNvSpPr/>
            <p:nvPr/>
          </p:nvSpPr>
          <p:spPr>
            <a:xfrm>
              <a:off x="5136910" y="3437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6" name="pt27316"/>
            <p:cNvSpPr/>
            <p:nvPr/>
          </p:nvSpPr>
          <p:spPr>
            <a:xfrm>
              <a:off x="5101575" y="34842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7" name="pt27317"/>
            <p:cNvSpPr/>
            <p:nvPr/>
          </p:nvSpPr>
          <p:spPr>
            <a:xfrm>
              <a:off x="5129746" y="34599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8" name="pt27318"/>
            <p:cNvSpPr/>
            <p:nvPr/>
          </p:nvSpPr>
          <p:spPr>
            <a:xfrm>
              <a:off x="5139918" y="34782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19" name="pt27319"/>
            <p:cNvSpPr/>
            <p:nvPr/>
          </p:nvSpPr>
          <p:spPr>
            <a:xfrm>
              <a:off x="5141918" y="34966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0" name="pt27320"/>
            <p:cNvSpPr/>
            <p:nvPr/>
          </p:nvSpPr>
          <p:spPr>
            <a:xfrm>
              <a:off x="5155185" y="37460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1" name="pt27321"/>
            <p:cNvSpPr/>
            <p:nvPr/>
          </p:nvSpPr>
          <p:spPr>
            <a:xfrm>
              <a:off x="5125609" y="31425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2" name="pt27322"/>
            <p:cNvSpPr/>
            <p:nvPr/>
          </p:nvSpPr>
          <p:spPr>
            <a:xfrm>
              <a:off x="5129474" y="3616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3" name="pt27323"/>
            <p:cNvSpPr/>
            <p:nvPr/>
          </p:nvSpPr>
          <p:spPr>
            <a:xfrm>
              <a:off x="5173696" y="37446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4" name="pt27324"/>
            <p:cNvSpPr/>
            <p:nvPr/>
          </p:nvSpPr>
          <p:spPr>
            <a:xfrm>
              <a:off x="5158583" y="34049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5" name="pt27325"/>
            <p:cNvSpPr/>
            <p:nvPr/>
          </p:nvSpPr>
          <p:spPr>
            <a:xfrm>
              <a:off x="5078032" y="3503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6" name="pt27326"/>
            <p:cNvSpPr/>
            <p:nvPr/>
          </p:nvSpPr>
          <p:spPr>
            <a:xfrm>
              <a:off x="5138809" y="35342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7" name="pt27327"/>
            <p:cNvSpPr/>
            <p:nvPr/>
          </p:nvSpPr>
          <p:spPr>
            <a:xfrm>
              <a:off x="5149317" y="35101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8" name="pt27328"/>
            <p:cNvSpPr/>
            <p:nvPr/>
          </p:nvSpPr>
          <p:spPr>
            <a:xfrm>
              <a:off x="5136948" y="32890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29" name="pt27329"/>
            <p:cNvSpPr/>
            <p:nvPr/>
          </p:nvSpPr>
          <p:spPr>
            <a:xfrm>
              <a:off x="5131546" y="34556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0" name="pt27330"/>
            <p:cNvSpPr/>
            <p:nvPr/>
          </p:nvSpPr>
          <p:spPr>
            <a:xfrm>
              <a:off x="5345470" y="37519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1" name="pt27331"/>
            <p:cNvSpPr/>
            <p:nvPr/>
          </p:nvSpPr>
          <p:spPr>
            <a:xfrm>
              <a:off x="5140923" y="39705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2" name="pt27332"/>
            <p:cNvSpPr/>
            <p:nvPr/>
          </p:nvSpPr>
          <p:spPr>
            <a:xfrm>
              <a:off x="5145847" y="34574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3" name="pt27333"/>
            <p:cNvSpPr/>
            <p:nvPr/>
          </p:nvSpPr>
          <p:spPr>
            <a:xfrm>
              <a:off x="5118598" y="34551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4" name="pt27334"/>
            <p:cNvSpPr/>
            <p:nvPr/>
          </p:nvSpPr>
          <p:spPr>
            <a:xfrm>
              <a:off x="5152820" y="33292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5" name="pt27335"/>
            <p:cNvSpPr/>
            <p:nvPr/>
          </p:nvSpPr>
          <p:spPr>
            <a:xfrm>
              <a:off x="5185835" y="3442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6" name="pt27336"/>
            <p:cNvSpPr/>
            <p:nvPr/>
          </p:nvSpPr>
          <p:spPr>
            <a:xfrm>
              <a:off x="5174644" y="37364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7" name="pt27337"/>
            <p:cNvSpPr/>
            <p:nvPr/>
          </p:nvSpPr>
          <p:spPr>
            <a:xfrm>
              <a:off x="5133683" y="34191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8" name="pt27338"/>
            <p:cNvSpPr/>
            <p:nvPr/>
          </p:nvSpPr>
          <p:spPr>
            <a:xfrm>
              <a:off x="5128965" y="33488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39" name="pt27339"/>
            <p:cNvSpPr/>
            <p:nvPr/>
          </p:nvSpPr>
          <p:spPr>
            <a:xfrm>
              <a:off x="5181026" y="35792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0" name="pt27340"/>
            <p:cNvSpPr/>
            <p:nvPr/>
          </p:nvSpPr>
          <p:spPr>
            <a:xfrm>
              <a:off x="5173011" y="3737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1" name="pt27341"/>
            <p:cNvSpPr/>
            <p:nvPr/>
          </p:nvSpPr>
          <p:spPr>
            <a:xfrm>
              <a:off x="5154661" y="34860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2" name="pt27342"/>
            <p:cNvSpPr/>
            <p:nvPr/>
          </p:nvSpPr>
          <p:spPr>
            <a:xfrm>
              <a:off x="5153658" y="3484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3" name="pt27343"/>
            <p:cNvSpPr/>
            <p:nvPr/>
          </p:nvSpPr>
          <p:spPr>
            <a:xfrm>
              <a:off x="5143494" y="34721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4" name="pt27344"/>
            <p:cNvSpPr/>
            <p:nvPr/>
          </p:nvSpPr>
          <p:spPr>
            <a:xfrm>
              <a:off x="5084178" y="3592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5" name="pt27345"/>
            <p:cNvSpPr/>
            <p:nvPr/>
          </p:nvSpPr>
          <p:spPr>
            <a:xfrm>
              <a:off x="5143228" y="3410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6" name="pt27346"/>
            <p:cNvSpPr/>
            <p:nvPr/>
          </p:nvSpPr>
          <p:spPr>
            <a:xfrm>
              <a:off x="5518114" y="384807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47" name="pt27347"/>
            <p:cNvSpPr/>
            <p:nvPr/>
          </p:nvSpPr>
          <p:spPr>
            <a:xfrm>
              <a:off x="5101204" y="34811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8" name="pt27348"/>
            <p:cNvSpPr/>
            <p:nvPr/>
          </p:nvSpPr>
          <p:spPr>
            <a:xfrm>
              <a:off x="5160781" y="36710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49" name="pt27349"/>
            <p:cNvSpPr/>
            <p:nvPr/>
          </p:nvSpPr>
          <p:spPr>
            <a:xfrm>
              <a:off x="5148935" y="32952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0" name="pt27350"/>
            <p:cNvSpPr/>
            <p:nvPr/>
          </p:nvSpPr>
          <p:spPr>
            <a:xfrm>
              <a:off x="5092279" y="35678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1" name="pt27351"/>
            <p:cNvSpPr/>
            <p:nvPr/>
          </p:nvSpPr>
          <p:spPr>
            <a:xfrm>
              <a:off x="5134426" y="35667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2" name="pt27352"/>
            <p:cNvSpPr/>
            <p:nvPr/>
          </p:nvSpPr>
          <p:spPr>
            <a:xfrm>
              <a:off x="5025028" y="34628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3" name="pt27353"/>
            <p:cNvSpPr/>
            <p:nvPr/>
          </p:nvSpPr>
          <p:spPr>
            <a:xfrm>
              <a:off x="5143666" y="34266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4" name="pt27354"/>
            <p:cNvSpPr/>
            <p:nvPr/>
          </p:nvSpPr>
          <p:spPr>
            <a:xfrm>
              <a:off x="5157686" y="35398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5" name="pt27355"/>
            <p:cNvSpPr/>
            <p:nvPr/>
          </p:nvSpPr>
          <p:spPr>
            <a:xfrm>
              <a:off x="5136875" y="32500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6" name="pt27356"/>
            <p:cNvSpPr/>
            <p:nvPr/>
          </p:nvSpPr>
          <p:spPr>
            <a:xfrm>
              <a:off x="5168262" y="33328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7" name="pt27357"/>
            <p:cNvSpPr/>
            <p:nvPr/>
          </p:nvSpPr>
          <p:spPr>
            <a:xfrm>
              <a:off x="5142599" y="37155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8" name="pt27358"/>
            <p:cNvSpPr/>
            <p:nvPr/>
          </p:nvSpPr>
          <p:spPr>
            <a:xfrm>
              <a:off x="5123889" y="34097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59" name="pt27359"/>
            <p:cNvSpPr/>
            <p:nvPr/>
          </p:nvSpPr>
          <p:spPr>
            <a:xfrm>
              <a:off x="5124648" y="35043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0" name="pt27360"/>
            <p:cNvSpPr/>
            <p:nvPr/>
          </p:nvSpPr>
          <p:spPr>
            <a:xfrm>
              <a:off x="5160397" y="3351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1" name="pt27361"/>
            <p:cNvSpPr/>
            <p:nvPr/>
          </p:nvSpPr>
          <p:spPr>
            <a:xfrm>
              <a:off x="5145128" y="35409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2" name="pt27362"/>
            <p:cNvSpPr/>
            <p:nvPr/>
          </p:nvSpPr>
          <p:spPr>
            <a:xfrm>
              <a:off x="5157967" y="3560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3" name="pt27363"/>
            <p:cNvSpPr/>
            <p:nvPr/>
          </p:nvSpPr>
          <p:spPr>
            <a:xfrm>
              <a:off x="5157222" y="34299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4" name="pt27364"/>
            <p:cNvSpPr/>
            <p:nvPr/>
          </p:nvSpPr>
          <p:spPr>
            <a:xfrm>
              <a:off x="5154874" y="33752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5" name="pt27365"/>
            <p:cNvSpPr/>
            <p:nvPr/>
          </p:nvSpPr>
          <p:spPr>
            <a:xfrm>
              <a:off x="5142990" y="35193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6" name="pt27366"/>
            <p:cNvSpPr/>
            <p:nvPr/>
          </p:nvSpPr>
          <p:spPr>
            <a:xfrm>
              <a:off x="5158806" y="3396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7" name="pt27367"/>
            <p:cNvSpPr/>
            <p:nvPr/>
          </p:nvSpPr>
          <p:spPr>
            <a:xfrm>
              <a:off x="5137571" y="34202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8" name="pt27368"/>
            <p:cNvSpPr/>
            <p:nvPr/>
          </p:nvSpPr>
          <p:spPr>
            <a:xfrm>
              <a:off x="5156679" y="39700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69" name="pt27369"/>
            <p:cNvSpPr/>
            <p:nvPr/>
          </p:nvSpPr>
          <p:spPr>
            <a:xfrm>
              <a:off x="5113096" y="34512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0" name="pt27370"/>
            <p:cNvSpPr/>
            <p:nvPr/>
          </p:nvSpPr>
          <p:spPr>
            <a:xfrm>
              <a:off x="5145815" y="35471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1" name="pt27371"/>
            <p:cNvSpPr/>
            <p:nvPr/>
          </p:nvSpPr>
          <p:spPr>
            <a:xfrm>
              <a:off x="5142676" y="34316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2" name="pt27372"/>
            <p:cNvSpPr/>
            <p:nvPr/>
          </p:nvSpPr>
          <p:spPr>
            <a:xfrm>
              <a:off x="5098219" y="3388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3" name="pt27373"/>
            <p:cNvSpPr/>
            <p:nvPr/>
          </p:nvSpPr>
          <p:spPr>
            <a:xfrm>
              <a:off x="5120813" y="3411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4" name="pt27374"/>
            <p:cNvSpPr/>
            <p:nvPr/>
          </p:nvSpPr>
          <p:spPr>
            <a:xfrm>
              <a:off x="5102527" y="33732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5" name="pt27375"/>
            <p:cNvSpPr/>
            <p:nvPr/>
          </p:nvSpPr>
          <p:spPr>
            <a:xfrm>
              <a:off x="5144231" y="34914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6" name="pt27376"/>
            <p:cNvSpPr/>
            <p:nvPr/>
          </p:nvSpPr>
          <p:spPr>
            <a:xfrm>
              <a:off x="5166694" y="38681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7" name="pt27377"/>
            <p:cNvSpPr/>
            <p:nvPr/>
          </p:nvSpPr>
          <p:spPr>
            <a:xfrm>
              <a:off x="5140563" y="33941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8" name="pt27378"/>
            <p:cNvSpPr/>
            <p:nvPr/>
          </p:nvSpPr>
          <p:spPr>
            <a:xfrm>
              <a:off x="5095419" y="33698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79" name="pt27379"/>
            <p:cNvSpPr/>
            <p:nvPr/>
          </p:nvSpPr>
          <p:spPr>
            <a:xfrm>
              <a:off x="5130522" y="3288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0" name="pt27380"/>
            <p:cNvSpPr/>
            <p:nvPr/>
          </p:nvSpPr>
          <p:spPr>
            <a:xfrm>
              <a:off x="5156192" y="35499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1" name="pt27381"/>
            <p:cNvSpPr/>
            <p:nvPr/>
          </p:nvSpPr>
          <p:spPr>
            <a:xfrm>
              <a:off x="5156567" y="3363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2" name="pt27382"/>
            <p:cNvSpPr/>
            <p:nvPr/>
          </p:nvSpPr>
          <p:spPr>
            <a:xfrm>
              <a:off x="5159891" y="38772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3" name="pt27383"/>
            <p:cNvSpPr/>
            <p:nvPr/>
          </p:nvSpPr>
          <p:spPr>
            <a:xfrm>
              <a:off x="5055757" y="330706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84" name="pt27384"/>
            <p:cNvSpPr/>
            <p:nvPr/>
          </p:nvSpPr>
          <p:spPr>
            <a:xfrm>
              <a:off x="5190132" y="34371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5" name="pt27385"/>
            <p:cNvSpPr/>
            <p:nvPr/>
          </p:nvSpPr>
          <p:spPr>
            <a:xfrm>
              <a:off x="5153623" y="3402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6" name="pt27386"/>
            <p:cNvSpPr/>
            <p:nvPr/>
          </p:nvSpPr>
          <p:spPr>
            <a:xfrm>
              <a:off x="5136424" y="33757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7" name="pt27387"/>
            <p:cNvSpPr/>
            <p:nvPr/>
          </p:nvSpPr>
          <p:spPr>
            <a:xfrm>
              <a:off x="5184966" y="34352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8" name="pt27388"/>
            <p:cNvSpPr/>
            <p:nvPr/>
          </p:nvSpPr>
          <p:spPr>
            <a:xfrm>
              <a:off x="5130727" y="33727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89" name="pt27389"/>
            <p:cNvSpPr/>
            <p:nvPr/>
          </p:nvSpPr>
          <p:spPr>
            <a:xfrm>
              <a:off x="5193471" y="36791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0" name="pt27390"/>
            <p:cNvSpPr/>
            <p:nvPr/>
          </p:nvSpPr>
          <p:spPr>
            <a:xfrm>
              <a:off x="5145775" y="34724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1" name="pt27391"/>
            <p:cNvSpPr/>
            <p:nvPr/>
          </p:nvSpPr>
          <p:spPr>
            <a:xfrm>
              <a:off x="5216642" y="3440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2" name="pt27392"/>
            <p:cNvSpPr/>
            <p:nvPr/>
          </p:nvSpPr>
          <p:spPr>
            <a:xfrm>
              <a:off x="5116988" y="34506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3" name="pt27393"/>
            <p:cNvSpPr/>
            <p:nvPr/>
          </p:nvSpPr>
          <p:spPr>
            <a:xfrm>
              <a:off x="4963386" y="3605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4" name="pt27394"/>
            <p:cNvSpPr/>
            <p:nvPr/>
          </p:nvSpPr>
          <p:spPr>
            <a:xfrm>
              <a:off x="5156534" y="36500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5" name="pt27395"/>
            <p:cNvSpPr/>
            <p:nvPr/>
          </p:nvSpPr>
          <p:spPr>
            <a:xfrm>
              <a:off x="5137501" y="33324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6" name="pt27396"/>
            <p:cNvSpPr/>
            <p:nvPr/>
          </p:nvSpPr>
          <p:spPr>
            <a:xfrm>
              <a:off x="5133400" y="38043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7" name="pt27397"/>
            <p:cNvSpPr/>
            <p:nvPr/>
          </p:nvSpPr>
          <p:spPr>
            <a:xfrm>
              <a:off x="5170324" y="3587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8" name="pt27398"/>
            <p:cNvSpPr/>
            <p:nvPr/>
          </p:nvSpPr>
          <p:spPr>
            <a:xfrm>
              <a:off x="5193170" y="34170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399" name="pt27399"/>
            <p:cNvSpPr/>
            <p:nvPr/>
          </p:nvSpPr>
          <p:spPr>
            <a:xfrm>
              <a:off x="5062242" y="39685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0" name="pt27400"/>
            <p:cNvSpPr/>
            <p:nvPr/>
          </p:nvSpPr>
          <p:spPr>
            <a:xfrm>
              <a:off x="5135790" y="34079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1" name="pt27401"/>
            <p:cNvSpPr/>
            <p:nvPr/>
          </p:nvSpPr>
          <p:spPr>
            <a:xfrm>
              <a:off x="5111165" y="39290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2" name="pt27402"/>
            <p:cNvSpPr/>
            <p:nvPr/>
          </p:nvSpPr>
          <p:spPr>
            <a:xfrm>
              <a:off x="5204775" y="26475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3" name="pt27403"/>
            <p:cNvSpPr/>
            <p:nvPr/>
          </p:nvSpPr>
          <p:spPr>
            <a:xfrm>
              <a:off x="5169046" y="33299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4" name="pt27404"/>
            <p:cNvSpPr/>
            <p:nvPr/>
          </p:nvSpPr>
          <p:spPr>
            <a:xfrm>
              <a:off x="5158983" y="33275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5" name="pt27405"/>
            <p:cNvSpPr/>
            <p:nvPr/>
          </p:nvSpPr>
          <p:spPr>
            <a:xfrm>
              <a:off x="5141342" y="35990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6" name="pt27406"/>
            <p:cNvSpPr/>
            <p:nvPr/>
          </p:nvSpPr>
          <p:spPr>
            <a:xfrm>
              <a:off x="4715225" y="3658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7" name="pt27407"/>
            <p:cNvSpPr/>
            <p:nvPr/>
          </p:nvSpPr>
          <p:spPr>
            <a:xfrm>
              <a:off x="5120392" y="34462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8" name="pt27408"/>
            <p:cNvSpPr/>
            <p:nvPr/>
          </p:nvSpPr>
          <p:spPr>
            <a:xfrm>
              <a:off x="5170734" y="32992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09" name="pt27409"/>
            <p:cNvSpPr/>
            <p:nvPr/>
          </p:nvSpPr>
          <p:spPr>
            <a:xfrm>
              <a:off x="5134722" y="34362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0" name="pt27410"/>
            <p:cNvSpPr/>
            <p:nvPr/>
          </p:nvSpPr>
          <p:spPr>
            <a:xfrm>
              <a:off x="5143454" y="3479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1" name="pt27411"/>
            <p:cNvSpPr/>
            <p:nvPr/>
          </p:nvSpPr>
          <p:spPr>
            <a:xfrm>
              <a:off x="5121341" y="3525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2" name="pt27412"/>
            <p:cNvSpPr/>
            <p:nvPr/>
          </p:nvSpPr>
          <p:spPr>
            <a:xfrm>
              <a:off x="5136157" y="3410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3" name="pt27413"/>
            <p:cNvSpPr/>
            <p:nvPr/>
          </p:nvSpPr>
          <p:spPr>
            <a:xfrm>
              <a:off x="5474716" y="380042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14" name="pt27414"/>
            <p:cNvSpPr/>
            <p:nvPr/>
          </p:nvSpPr>
          <p:spPr>
            <a:xfrm>
              <a:off x="5149041" y="35409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5" name="pt27415"/>
            <p:cNvSpPr/>
            <p:nvPr/>
          </p:nvSpPr>
          <p:spPr>
            <a:xfrm>
              <a:off x="5116345" y="3622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6" name="pt27416"/>
            <p:cNvSpPr/>
            <p:nvPr/>
          </p:nvSpPr>
          <p:spPr>
            <a:xfrm>
              <a:off x="5184261" y="37055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7" name="pt27417"/>
            <p:cNvSpPr/>
            <p:nvPr/>
          </p:nvSpPr>
          <p:spPr>
            <a:xfrm>
              <a:off x="5153034" y="35838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8" name="pt27418"/>
            <p:cNvSpPr/>
            <p:nvPr/>
          </p:nvSpPr>
          <p:spPr>
            <a:xfrm>
              <a:off x="5216659" y="36182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19" name="pt27419"/>
            <p:cNvSpPr/>
            <p:nvPr/>
          </p:nvSpPr>
          <p:spPr>
            <a:xfrm>
              <a:off x="5162058" y="37711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0" name="pt27420"/>
            <p:cNvSpPr/>
            <p:nvPr/>
          </p:nvSpPr>
          <p:spPr>
            <a:xfrm>
              <a:off x="5342056" y="35895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1" name="pt27421"/>
            <p:cNvSpPr/>
            <p:nvPr/>
          </p:nvSpPr>
          <p:spPr>
            <a:xfrm>
              <a:off x="5159002" y="35526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2" name="pt27422"/>
            <p:cNvSpPr/>
            <p:nvPr/>
          </p:nvSpPr>
          <p:spPr>
            <a:xfrm>
              <a:off x="5090773" y="34282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3" name="pt27423"/>
            <p:cNvSpPr/>
            <p:nvPr/>
          </p:nvSpPr>
          <p:spPr>
            <a:xfrm>
              <a:off x="5145691" y="33863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4" name="pt27424"/>
            <p:cNvSpPr/>
            <p:nvPr/>
          </p:nvSpPr>
          <p:spPr>
            <a:xfrm>
              <a:off x="5285414" y="374775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25" name="pt27425"/>
            <p:cNvSpPr/>
            <p:nvPr/>
          </p:nvSpPr>
          <p:spPr>
            <a:xfrm>
              <a:off x="5128749" y="37801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6" name="pt27426"/>
            <p:cNvSpPr/>
            <p:nvPr/>
          </p:nvSpPr>
          <p:spPr>
            <a:xfrm>
              <a:off x="5123561" y="35185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7" name="pt27427"/>
            <p:cNvSpPr/>
            <p:nvPr/>
          </p:nvSpPr>
          <p:spPr>
            <a:xfrm>
              <a:off x="5152739" y="35299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8" name="pt27428"/>
            <p:cNvSpPr/>
            <p:nvPr/>
          </p:nvSpPr>
          <p:spPr>
            <a:xfrm>
              <a:off x="5131187" y="3392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29" name="pt27429"/>
            <p:cNvSpPr/>
            <p:nvPr/>
          </p:nvSpPr>
          <p:spPr>
            <a:xfrm>
              <a:off x="5366978" y="35824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0" name="pt27430"/>
            <p:cNvSpPr/>
            <p:nvPr/>
          </p:nvSpPr>
          <p:spPr>
            <a:xfrm>
              <a:off x="5168548" y="39734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1" name="pt27431"/>
            <p:cNvSpPr/>
            <p:nvPr/>
          </p:nvSpPr>
          <p:spPr>
            <a:xfrm>
              <a:off x="5128526" y="35984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2" name="pt27432"/>
            <p:cNvSpPr/>
            <p:nvPr/>
          </p:nvSpPr>
          <p:spPr>
            <a:xfrm>
              <a:off x="5128535" y="34798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3" name="pt27433"/>
            <p:cNvSpPr/>
            <p:nvPr/>
          </p:nvSpPr>
          <p:spPr>
            <a:xfrm>
              <a:off x="4913055" y="3544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4" name="pt27434"/>
            <p:cNvSpPr/>
            <p:nvPr/>
          </p:nvSpPr>
          <p:spPr>
            <a:xfrm>
              <a:off x="5131494" y="33073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5" name="pt27435"/>
            <p:cNvSpPr/>
            <p:nvPr/>
          </p:nvSpPr>
          <p:spPr>
            <a:xfrm>
              <a:off x="5136150" y="33716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6" name="pt27436"/>
            <p:cNvSpPr/>
            <p:nvPr/>
          </p:nvSpPr>
          <p:spPr>
            <a:xfrm>
              <a:off x="5137775" y="36023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7" name="pt27437"/>
            <p:cNvSpPr/>
            <p:nvPr/>
          </p:nvSpPr>
          <p:spPr>
            <a:xfrm>
              <a:off x="5133493" y="35749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8" name="pt27438"/>
            <p:cNvSpPr/>
            <p:nvPr/>
          </p:nvSpPr>
          <p:spPr>
            <a:xfrm>
              <a:off x="5147810" y="37146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39" name="pt27439"/>
            <p:cNvSpPr/>
            <p:nvPr/>
          </p:nvSpPr>
          <p:spPr>
            <a:xfrm>
              <a:off x="5113617" y="34921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0" name="pt27440"/>
            <p:cNvSpPr/>
            <p:nvPr/>
          </p:nvSpPr>
          <p:spPr>
            <a:xfrm>
              <a:off x="5119768" y="33681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1" name="pt27441"/>
            <p:cNvSpPr/>
            <p:nvPr/>
          </p:nvSpPr>
          <p:spPr>
            <a:xfrm>
              <a:off x="5150473" y="34068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2" name="pt27442"/>
            <p:cNvSpPr/>
            <p:nvPr/>
          </p:nvSpPr>
          <p:spPr>
            <a:xfrm>
              <a:off x="5070266" y="3423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3" name="pt27443"/>
            <p:cNvSpPr/>
            <p:nvPr/>
          </p:nvSpPr>
          <p:spPr>
            <a:xfrm>
              <a:off x="5169047" y="34039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4" name="pt27444"/>
            <p:cNvSpPr/>
            <p:nvPr/>
          </p:nvSpPr>
          <p:spPr>
            <a:xfrm>
              <a:off x="5138074" y="35713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5" name="pt27445"/>
            <p:cNvSpPr/>
            <p:nvPr/>
          </p:nvSpPr>
          <p:spPr>
            <a:xfrm>
              <a:off x="5137260" y="3466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6" name="pt27446"/>
            <p:cNvSpPr/>
            <p:nvPr/>
          </p:nvSpPr>
          <p:spPr>
            <a:xfrm>
              <a:off x="5101542" y="36044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7" name="pt27447"/>
            <p:cNvSpPr/>
            <p:nvPr/>
          </p:nvSpPr>
          <p:spPr>
            <a:xfrm>
              <a:off x="5156267" y="35872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8" name="pt27448"/>
            <p:cNvSpPr/>
            <p:nvPr/>
          </p:nvSpPr>
          <p:spPr>
            <a:xfrm>
              <a:off x="5197663" y="36677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49" name="pt27449"/>
            <p:cNvSpPr/>
            <p:nvPr/>
          </p:nvSpPr>
          <p:spPr>
            <a:xfrm>
              <a:off x="5180483" y="3907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0" name="pt27450"/>
            <p:cNvSpPr/>
            <p:nvPr/>
          </p:nvSpPr>
          <p:spPr>
            <a:xfrm>
              <a:off x="5116500" y="34143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1" name="pt27451"/>
            <p:cNvSpPr/>
            <p:nvPr/>
          </p:nvSpPr>
          <p:spPr>
            <a:xfrm>
              <a:off x="5137114" y="33301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2" name="pt27452"/>
            <p:cNvSpPr/>
            <p:nvPr/>
          </p:nvSpPr>
          <p:spPr>
            <a:xfrm>
              <a:off x="5150589" y="36831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3" name="pt27453"/>
            <p:cNvSpPr/>
            <p:nvPr/>
          </p:nvSpPr>
          <p:spPr>
            <a:xfrm>
              <a:off x="5114937" y="33725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4" name="pt27454"/>
            <p:cNvSpPr/>
            <p:nvPr/>
          </p:nvSpPr>
          <p:spPr>
            <a:xfrm>
              <a:off x="5050632" y="346533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55" name="pt27455"/>
            <p:cNvSpPr/>
            <p:nvPr/>
          </p:nvSpPr>
          <p:spPr>
            <a:xfrm>
              <a:off x="5150332" y="34732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6" name="pt27456"/>
            <p:cNvSpPr/>
            <p:nvPr/>
          </p:nvSpPr>
          <p:spPr>
            <a:xfrm>
              <a:off x="5143352" y="34360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7" name="pt27457"/>
            <p:cNvSpPr/>
            <p:nvPr/>
          </p:nvSpPr>
          <p:spPr>
            <a:xfrm>
              <a:off x="5152636" y="38541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8" name="pt27458"/>
            <p:cNvSpPr/>
            <p:nvPr/>
          </p:nvSpPr>
          <p:spPr>
            <a:xfrm>
              <a:off x="5168920" y="36765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59" name="pt27459"/>
            <p:cNvSpPr/>
            <p:nvPr/>
          </p:nvSpPr>
          <p:spPr>
            <a:xfrm>
              <a:off x="5126244" y="33327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0" name="pt27460"/>
            <p:cNvSpPr/>
            <p:nvPr/>
          </p:nvSpPr>
          <p:spPr>
            <a:xfrm>
              <a:off x="5166206" y="34506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1" name="pt27461"/>
            <p:cNvSpPr/>
            <p:nvPr/>
          </p:nvSpPr>
          <p:spPr>
            <a:xfrm>
              <a:off x="5149025" y="33373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2" name="pt27462"/>
            <p:cNvSpPr/>
            <p:nvPr/>
          </p:nvSpPr>
          <p:spPr>
            <a:xfrm>
              <a:off x="5194087" y="38535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3" name="pt27463"/>
            <p:cNvSpPr/>
            <p:nvPr/>
          </p:nvSpPr>
          <p:spPr>
            <a:xfrm>
              <a:off x="5131319" y="33687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4" name="pt27464"/>
            <p:cNvSpPr/>
            <p:nvPr/>
          </p:nvSpPr>
          <p:spPr>
            <a:xfrm>
              <a:off x="5125293" y="3702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5" name="pt27465"/>
            <p:cNvSpPr/>
            <p:nvPr/>
          </p:nvSpPr>
          <p:spPr>
            <a:xfrm>
              <a:off x="5164353" y="35785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6" name="pt27466"/>
            <p:cNvSpPr/>
            <p:nvPr/>
          </p:nvSpPr>
          <p:spPr>
            <a:xfrm>
              <a:off x="5166128" y="33814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7" name="pt27467"/>
            <p:cNvSpPr/>
            <p:nvPr/>
          </p:nvSpPr>
          <p:spPr>
            <a:xfrm>
              <a:off x="5092280" y="36160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8" name="pt27468"/>
            <p:cNvSpPr/>
            <p:nvPr/>
          </p:nvSpPr>
          <p:spPr>
            <a:xfrm>
              <a:off x="5166320" y="3442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69" name="pt27469"/>
            <p:cNvSpPr/>
            <p:nvPr/>
          </p:nvSpPr>
          <p:spPr>
            <a:xfrm>
              <a:off x="5128645" y="34531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0" name="pt27470"/>
            <p:cNvSpPr/>
            <p:nvPr/>
          </p:nvSpPr>
          <p:spPr>
            <a:xfrm>
              <a:off x="4535031" y="391166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71" name="pt27471"/>
            <p:cNvSpPr/>
            <p:nvPr/>
          </p:nvSpPr>
          <p:spPr>
            <a:xfrm>
              <a:off x="5258850" y="370310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72" name="pt27472"/>
            <p:cNvSpPr/>
            <p:nvPr/>
          </p:nvSpPr>
          <p:spPr>
            <a:xfrm>
              <a:off x="5160085" y="37316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3" name="pt27473"/>
            <p:cNvSpPr/>
            <p:nvPr/>
          </p:nvSpPr>
          <p:spPr>
            <a:xfrm>
              <a:off x="5219939" y="36930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4" name="pt27474"/>
            <p:cNvSpPr/>
            <p:nvPr/>
          </p:nvSpPr>
          <p:spPr>
            <a:xfrm>
              <a:off x="5165412" y="34154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5" name="pt27475"/>
            <p:cNvSpPr/>
            <p:nvPr/>
          </p:nvSpPr>
          <p:spPr>
            <a:xfrm>
              <a:off x="5141309" y="38277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6" name="pt27476"/>
            <p:cNvSpPr/>
            <p:nvPr/>
          </p:nvSpPr>
          <p:spPr>
            <a:xfrm>
              <a:off x="5128164" y="3402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7" name="pt27477"/>
            <p:cNvSpPr/>
            <p:nvPr/>
          </p:nvSpPr>
          <p:spPr>
            <a:xfrm>
              <a:off x="5123939" y="33957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8" name="pt27478"/>
            <p:cNvSpPr/>
            <p:nvPr/>
          </p:nvSpPr>
          <p:spPr>
            <a:xfrm>
              <a:off x="5121818" y="3760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79" name="pt27479"/>
            <p:cNvSpPr/>
            <p:nvPr/>
          </p:nvSpPr>
          <p:spPr>
            <a:xfrm>
              <a:off x="5163107" y="33978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0" name="pt27480"/>
            <p:cNvSpPr/>
            <p:nvPr/>
          </p:nvSpPr>
          <p:spPr>
            <a:xfrm>
              <a:off x="5116243" y="34288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1" name="pt27481"/>
            <p:cNvSpPr/>
            <p:nvPr/>
          </p:nvSpPr>
          <p:spPr>
            <a:xfrm>
              <a:off x="5173202" y="37744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2" name="pt27482"/>
            <p:cNvSpPr/>
            <p:nvPr/>
          </p:nvSpPr>
          <p:spPr>
            <a:xfrm>
              <a:off x="5197508" y="35239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3" name="pt27483"/>
            <p:cNvSpPr/>
            <p:nvPr/>
          </p:nvSpPr>
          <p:spPr>
            <a:xfrm>
              <a:off x="5154959" y="33777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4" name="pt27484"/>
            <p:cNvSpPr/>
            <p:nvPr/>
          </p:nvSpPr>
          <p:spPr>
            <a:xfrm>
              <a:off x="5128174" y="35063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5" name="pt27485"/>
            <p:cNvSpPr/>
            <p:nvPr/>
          </p:nvSpPr>
          <p:spPr>
            <a:xfrm>
              <a:off x="5264243" y="35562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6" name="pt27486"/>
            <p:cNvSpPr/>
            <p:nvPr/>
          </p:nvSpPr>
          <p:spPr>
            <a:xfrm>
              <a:off x="5162406" y="34053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7" name="pt27487"/>
            <p:cNvSpPr/>
            <p:nvPr/>
          </p:nvSpPr>
          <p:spPr>
            <a:xfrm>
              <a:off x="5123771" y="3375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8" name="pt27488"/>
            <p:cNvSpPr/>
            <p:nvPr/>
          </p:nvSpPr>
          <p:spPr>
            <a:xfrm>
              <a:off x="5124298" y="33864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89" name="pt27489"/>
            <p:cNvSpPr/>
            <p:nvPr/>
          </p:nvSpPr>
          <p:spPr>
            <a:xfrm>
              <a:off x="5102411" y="34972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0" name="pt27490"/>
            <p:cNvSpPr/>
            <p:nvPr/>
          </p:nvSpPr>
          <p:spPr>
            <a:xfrm>
              <a:off x="5136495" y="33635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1" name="pt27491"/>
            <p:cNvSpPr/>
            <p:nvPr/>
          </p:nvSpPr>
          <p:spPr>
            <a:xfrm>
              <a:off x="5126385" y="36335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2" name="pt27492"/>
            <p:cNvSpPr/>
            <p:nvPr/>
          </p:nvSpPr>
          <p:spPr>
            <a:xfrm>
              <a:off x="5126843" y="35298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3" name="pt27493"/>
            <p:cNvSpPr/>
            <p:nvPr/>
          </p:nvSpPr>
          <p:spPr>
            <a:xfrm>
              <a:off x="5178390" y="35966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4" name="pt27494"/>
            <p:cNvSpPr/>
            <p:nvPr/>
          </p:nvSpPr>
          <p:spPr>
            <a:xfrm>
              <a:off x="3862597" y="35164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5" name="pt27495"/>
            <p:cNvSpPr/>
            <p:nvPr/>
          </p:nvSpPr>
          <p:spPr>
            <a:xfrm>
              <a:off x="5096146" y="3392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6" name="pt27496"/>
            <p:cNvSpPr/>
            <p:nvPr/>
          </p:nvSpPr>
          <p:spPr>
            <a:xfrm>
              <a:off x="5132759" y="3388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7" name="pt27497"/>
            <p:cNvSpPr/>
            <p:nvPr/>
          </p:nvSpPr>
          <p:spPr>
            <a:xfrm>
              <a:off x="5138102" y="3450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8" name="pt27498"/>
            <p:cNvSpPr/>
            <p:nvPr/>
          </p:nvSpPr>
          <p:spPr>
            <a:xfrm>
              <a:off x="5136471" y="3441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499" name="pt27499"/>
            <p:cNvSpPr/>
            <p:nvPr/>
          </p:nvSpPr>
          <p:spPr>
            <a:xfrm>
              <a:off x="5147663" y="3645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0" name="pt27500"/>
            <p:cNvSpPr/>
            <p:nvPr/>
          </p:nvSpPr>
          <p:spPr>
            <a:xfrm>
              <a:off x="5121072" y="33948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1" name="pt27501"/>
            <p:cNvSpPr/>
            <p:nvPr/>
          </p:nvSpPr>
          <p:spPr>
            <a:xfrm>
              <a:off x="5127259" y="33621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2" name="pt27502"/>
            <p:cNvSpPr/>
            <p:nvPr/>
          </p:nvSpPr>
          <p:spPr>
            <a:xfrm>
              <a:off x="5146378" y="3411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3" name="pt27503"/>
            <p:cNvSpPr/>
            <p:nvPr/>
          </p:nvSpPr>
          <p:spPr>
            <a:xfrm>
              <a:off x="5140596" y="33855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4" name="pt27504"/>
            <p:cNvSpPr/>
            <p:nvPr/>
          </p:nvSpPr>
          <p:spPr>
            <a:xfrm>
              <a:off x="5150545" y="33635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5" name="pt27505"/>
            <p:cNvSpPr/>
            <p:nvPr/>
          </p:nvSpPr>
          <p:spPr>
            <a:xfrm>
              <a:off x="5150801" y="33904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6" name="pt27506"/>
            <p:cNvSpPr/>
            <p:nvPr/>
          </p:nvSpPr>
          <p:spPr>
            <a:xfrm>
              <a:off x="5196631" y="35407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7" name="pt27507"/>
            <p:cNvSpPr/>
            <p:nvPr/>
          </p:nvSpPr>
          <p:spPr>
            <a:xfrm>
              <a:off x="5087034" y="3566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8" name="pt27508"/>
            <p:cNvSpPr/>
            <p:nvPr/>
          </p:nvSpPr>
          <p:spPr>
            <a:xfrm>
              <a:off x="5144218" y="34132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09" name="pt27509"/>
            <p:cNvSpPr/>
            <p:nvPr/>
          </p:nvSpPr>
          <p:spPr>
            <a:xfrm>
              <a:off x="5132513" y="33687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0" name="pt27510"/>
            <p:cNvSpPr/>
            <p:nvPr/>
          </p:nvSpPr>
          <p:spPr>
            <a:xfrm>
              <a:off x="5095363" y="33676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1" name="pt27511"/>
            <p:cNvSpPr/>
            <p:nvPr/>
          </p:nvSpPr>
          <p:spPr>
            <a:xfrm>
              <a:off x="5118233" y="3541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2" name="pt27512"/>
            <p:cNvSpPr/>
            <p:nvPr/>
          </p:nvSpPr>
          <p:spPr>
            <a:xfrm>
              <a:off x="5136816" y="33396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3" name="pt27513"/>
            <p:cNvSpPr/>
            <p:nvPr/>
          </p:nvSpPr>
          <p:spPr>
            <a:xfrm>
              <a:off x="5128761" y="3451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4" name="pt27514"/>
            <p:cNvSpPr/>
            <p:nvPr/>
          </p:nvSpPr>
          <p:spPr>
            <a:xfrm>
              <a:off x="5143073" y="3428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5" name="pt27515"/>
            <p:cNvSpPr/>
            <p:nvPr/>
          </p:nvSpPr>
          <p:spPr>
            <a:xfrm>
              <a:off x="5167889" y="36595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6" name="pt27516"/>
            <p:cNvSpPr/>
            <p:nvPr/>
          </p:nvSpPr>
          <p:spPr>
            <a:xfrm>
              <a:off x="5150898" y="32970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7" name="pt27517"/>
            <p:cNvSpPr/>
            <p:nvPr/>
          </p:nvSpPr>
          <p:spPr>
            <a:xfrm>
              <a:off x="5163656" y="33869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8" name="pt27518"/>
            <p:cNvSpPr/>
            <p:nvPr/>
          </p:nvSpPr>
          <p:spPr>
            <a:xfrm>
              <a:off x="5163594" y="36370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19" name="pt27519"/>
            <p:cNvSpPr/>
            <p:nvPr/>
          </p:nvSpPr>
          <p:spPr>
            <a:xfrm>
              <a:off x="5235304" y="36594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0" name="pt27520"/>
            <p:cNvSpPr/>
            <p:nvPr/>
          </p:nvSpPr>
          <p:spPr>
            <a:xfrm>
              <a:off x="5135996" y="34981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1" name="pt27521"/>
            <p:cNvSpPr/>
            <p:nvPr/>
          </p:nvSpPr>
          <p:spPr>
            <a:xfrm>
              <a:off x="5136219" y="37274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2" name="pt27522"/>
            <p:cNvSpPr/>
            <p:nvPr/>
          </p:nvSpPr>
          <p:spPr>
            <a:xfrm>
              <a:off x="5167902" y="3474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3" name="pt27523"/>
            <p:cNvSpPr/>
            <p:nvPr/>
          </p:nvSpPr>
          <p:spPr>
            <a:xfrm>
              <a:off x="5149370" y="37860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4" name="pt27524"/>
            <p:cNvSpPr/>
            <p:nvPr/>
          </p:nvSpPr>
          <p:spPr>
            <a:xfrm>
              <a:off x="5125494" y="34091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5" name="pt27525"/>
            <p:cNvSpPr/>
            <p:nvPr/>
          </p:nvSpPr>
          <p:spPr>
            <a:xfrm>
              <a:off x="5156480" y="34848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6" name="pt27526"/>
            <p:cNvSpPr/>
            <p:nvPr/>
          </p:nvSpPr>
          <p:spPr>
            <a:xfrm>
              <a:off x="5047509" y="3524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7" name="pt27527"/>
            <p:cNvSpPr/>
            <p:nvPr/>
          </p:nvSpPr>
          <p:spPr>
            <a:xfrm>
              <a:off x="5177455" y="34397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8" name="pt27528"/>
            <p:cNvSpPr/>
            <p:nvPr/>
          </p:nvSpPr>
          <p:spPr>
            <a:xfrm>
              <a:off x="5135554" y="33744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29" name="pt27529"/>
            <p:cNvSpPr/>
            <p:nvPr/>
          </p:nvSpPr>
          <p:spPr>
            <a:xfrm>
              <a:off x="5157236" y="33885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0" name="pt27530"/>
            <p:cNvSpPr/>
            <p:nvPr/>
          </p:nvSpPr>
          <p:spPr>
            <a:xfrm>
              <a:off x="5136487" y="34501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1" name="pt27531"/>
            <p:cNvSpPr/>
            <p:nvPr/>
          </p:nvSpPr>
          <p:spPr>
            <a:xfrm>
              <a:off x="5139545" y="36479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2" name="pt27532"/>
            <p:cNvSpPr/>
            <p:nvPr/>
          </p:nvSpPr>
          <p:spPr>
            <a:xfrm>
              <a:off x="5178998" y="36307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3" name="pt27533"/>
            <p:cNvSpPr/>
            <p:nvPr/>
          </p:nvSpPr>
          <p:spPr>
            <a:xfrm>
              <a:off x="5117144" y="34991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4" name="pt27534"/>
            <p:cNvSpPr/>
            <p:nvPr/>
          </p:nvSpPr>
          <p:spPr>
            <a:xfrm>
              <a:off x="5141212" y="33315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5" name="pt27535"/>
            <p:cNvSpPr/>
            <p:nvPr/>
          </p:nvSpPr>
          <p:spPr>
            <a:xfrm>
              <a:off x="5148777" y="35421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6" name="pt27536"/>
            <p:cNvSpPr/>
            <p:nvPr/>
          </p:nvSpPr>
          <p:spPr>
            <a:xfrm>
              <a:off x="5177362" y="35771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7" name="pt27537"/>
            <p:cNvSpPr/>
            <p:nvPr/>
          </p:nvSpPr>
          <p:spPr>
            <a:xfrm>
              <a:off x="5144056" y="34571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8" name="pt27538"/>
            <p:cNvSpPr/>
            <p:nvPr/>
          </p:nvSpPr>
          <p:spPr>
            <a:xfrm>
              <a:off x="5151631" y="34136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39" name="pt27539"/>
            <p:cNvSpPr/>
            <p:nvPr/>
          </p:nvSpPr>
          <p:spPr>
            <a:xfrm>
              <a:off x="5156953" y="3779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0" name="pt27540"/>
            <p:cNvSpPr/>
            <p:nvPr/>
          </p:nvSpPr>
          <p:spPr>
            <a:xfrm>
              <a:off x="5123683" y="32231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1" name="pt27541"/>
            <p:cNvSpPr/>
            <p:nvPr/>
          </p:nvSpPr>
          <p:spPr>
            <a:xfrm>
              <a:off x="5125595" y="34595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2" name="pt27542"/>
            <p:cNvSpPr/>
            <p:nvPr/>
          </p:nvSpPr>
          <p:spPr>
            <a:xfrm>
              <a:off x="5184815" y="37550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3" name="pt27543"/>
            <p:cNvSpPr/>
            <p:nvPr/>
          </p:nvSpPr>
          <p:spPr>
            <a:xfrm>
              <a:off x="5159365" y="31704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4" name="pt27544"/>
            <p:cNvSpPr/>
            <p:nvPr/>
          </p:nvSpPr>
          <p:spPr>
            <a:xfrm>
              <a:off x="4973547" y="34951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5" name="pt27545"/>
            <p:cNvSpPr/>
            <p:nvPr/>
          </p:nvSpPr>
          <p:spPr>
            <a:xfrm>
              <a:off x="5130594" y="3560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6" name="pt27546"/>
            <p:cNvSpPr/>
            <p:nvPr/>
          </p:nvSpPr>
          <p:spPr>
            <a:xfrm>
              <a:off x="5188854" y="36325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7" name="pt27547"/>
            <p:cNvSpPr/>
            <p:nvPr/>
          </p:nvSpPr>
          <p:spPr>
            <a:xfrm>
              <a:off x="5130439" y="34281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8" name="pt27548"/>
            <p:cNvSpPr/>
            <p:nvPr/>
          </p:nvSpPr>
          <p:spPr>
            <a:xfrm>
              <a:off x="5142280" y="33331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49" name="pt27549"/>
            <p:cNvSpPr/>
            <p:nvPr/>
          </p:nvSpPr>
          <p:spPr>
            <a:xfrm>
              <a:off x="5184798" y="3331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0" name="pt27550"/>
            <p:cNvSpPr/>
            <p:nvPr/>
          </p:nvSpPr>
          <p:spPr>
            <a:xfrm>
              <a:off x="5144249" y="3354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1" name="pt27551"/>
            <p:cNvSpPr/>
            <p:nvPr/>
          </p:nvSpPr>
          <p:spPr>
            <a:xfrm>
              <a:off x="5049993" y="37537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2" name="pt27552"/>
            <p:cNvSpPr/>
            <p:nvPr/>
          </p:nvSpPr>
          <p:spPr>
            <a:xfrm>
              <a:off x="5104392" y="22950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3" name="pt27553"/>
            <p:cNvSpPr/>
            <p:nvPr/>
          </p:nvSpPr>
          <p:spPr>
            <a:xfrm>
              <a:off x="5151733" y="3569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4" name="pt27554"/>
            <p:cNvSpPr/>
            <p:nvPr/>
          </p:nvSpPr>
          <p:spPr>
            <a:xfrm>
              <a:off x="5192804" y="3702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5" name="pt27555"/>
            <p:cNvSpPr/>
            <p:nvPr/>
          </p:nvSpPr>
          <p:spPr>
            <a:xfrm>
              <a:off x="5135469" y="34558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6" name="pt27556"/>
            <p:cNvSpPr/>
            <p:nvPr/>
          </p:nvSpPr>
          <p:spPr>
            <a:xfrm>
              <a:off x="5228035" y="3697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7" name="pt27557"/>
            <p:cNvSpPr/>
            <p:nvPr/>
          </p:nvSpPr>
          <p:spPr>
            <a:xfrm>
              <a:off x="5140396" y="34202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8" name="pt27558"/>
            <p:cNvSpPr/>
            <p:nvPr/>
          </p:nvSpPr>
          <p:spPr>
            <a:xfrm>
              <a:off x="5159665" y="34546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59" name="pt27559"/>
            <p:cNvSpPr/>
            <p:nvPr/>
          </p:nvSpPr>
          <p:spPr>
            <a:xfrm>
              <a:off x="5164574" y="339726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0" name="pt27560"/>
            <p:cNvSpPr/>
            <p:nvPr/>
          </p:nvSpPr>
          <p:spPr>
            <a:xfrm>
              <a:off x="5141288" y="34853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1" name="pt27561"/>
            <p:cNvSpPr/>
            <p:nvPr/>
          </p:nvSpPr>
          <p:spPr>
            <a:xfrm>
              <a:off x="5132178" y="35478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2" name="pt27562"/>
            <p:cNvSpPr/>
            <p:nvPr/>
          </p:nvSpPr>
          <p:spPr>
            <a:xfrm>
              <a:off x="5128145" y="3362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3" name="pt27563"/>
            <p:cNvSpPr/>
            <p:nvPr/>
          </p:nvSpPr>
          <p:spPr>
            <a:xfrm>
              <a:off x="5156658" y="35356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4" name="pt27564"/>
            <p:cNvSpPr/>
            <p:nvPr/>
          </p:nvSpPr>
          <p:spPr>
            <a:xfrm>
              <a:off x="5112836" y="34237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5" name="pt27565"/>
            <p:cNvSpPr/>
            <p:nvPr/>
          </p:nvSpPr>
          <p:spPr>
            <a:xfrm>
              <a:off x="5145304" y="33091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6" name="pt27566"/>
            <p:cNvSpPr/>
            <p:nvPr/>
          </p:nvSpPr>
          <p:spPr>
            <a:xfrm>
              <a:off x="5123600" y="35992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7" name="pt27567"/>
            <p:cNvSpPr/>
            <p:nvPr/>
          </p:nvSpPr>
          <p:spPr>
            <a:xfrm>
              <a:off x="5155986" y="34230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8" name="pt27568"/>
            <p:cNvSpPr/>
            <p:nvPr/>
          </p:nvSpPr>
          <p:spPr>
            <a:xfrm>
              <a:off x="5103582" y="34390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69" name="pt27569"/>
            <p:cNvSpPr/>
            <p:nvPr/>
          </p:nvSpPr>
          <p:spPr>
            <a:xfrm>
              <a:off x="5102567" y="34415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0" name="pt27570"/>
            <p:cNvSpPr/>
            <p:nvPr/>
          </p:nvSpPr>
          <p:spPr>
            <a:xfrm>
              <a:off x="5108937" y="35254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1" name="pt27571"/>
            <p:cNvSpPr/>
            <p:nvPr/>
          </p:nvSpPr>
          <p:spPr>
            <a:xfrm>
              <a:off x="5151593" y="34240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2" name="pt27572"/>
            <p:cNvSpPr/>
            <p:nvPr/>
          </p:nvSpPr>
          <p:spPr>
            <a:xfrm>
              <a:off x="5165119" y="33541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3" name="pt27573"/>
            <p:cNvSpPr/>
            <p:nvPr/>
          </p:nvSpPr>
          <p:spPr>
            <a:xfrm>
              <a:off x="4676390" y="3647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4" name="pt27574"/>
            <p:cNvSpPr/>
            <p:nvPr/>
          </p:nvSpPr>
          <p:spPr>
            <a:xfrm>
              <a:off x="5180032" y="36393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5" name="pt27575"/>
            <p:cNvSpPr/>
            <p:nvPr/>
          </p:nvSpPr>
          <p:spPr>
            <a:xfrm>
              <a:off x="5150875" y="34208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6" name="pt27576"/>
            <p:cNvSpPr/>
            <p:nvPr/>
          </p:nvSpPr>
          <p:spPr>
            <a:xfrm>
              <a:off x="5185377" y="34166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7" name="pt27577"/>
            <p:cNvSpPr/>
            <p:nvPr/>
          </p:nvSpPr>
          <p:spPr>
            <a:xfrm>
              <a:off x="5151550" y="3782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8" name="pt27578"/>
            <p:cNvSpPr/>
            <p:nvPr/>
          </p:nvSpPr>
          <p:spPr>
            <a:xfrm>
              <a:off x="5165984" y="34682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79" name="pt27579"/>
            <p:cNvSpPr/>
            <p:nvPr/>
          </p:nvSpPr>
          <p:spPr>
            <a:xfrm>
              <a:off x="5149672" y="3412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0" name="pt27580"/>
            <p:cNvSpPr/>
            <p:nvPr/>
          </p:nvSpPr>
          <p:spPr>
            <a:xfrm>
              <a:off x="4847473" y="321990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81" name="pt27581"/>
            <p:cNvSpPr/>
            <p:nvPr/>
          </p:nvSpPr>
          <p:spPr>
            <a:xfrm>
              <a:off x="5139788" y="38254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2" name="pt27582"/>
            <p:cNvSpPr/>
            <p:nvPr/>
          </p:nvSpPr>
          <p:spPr>
            <a:xfrm>
              <a:off x="5147361" y="3356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3" name="pt27583"/>
            <p:cNvSpPr/>
            <p:nvPr/>
          </p:nvSpPr>
          <p:spPr>
            <a:xfrm>
              <a:off x="5222084" y="35538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4" name="pt27584"/>
            <p:cNvSpPr/>
            <p:nvPr/>
          </p:nvSpPr>
          <p:spPr>
            <a:xfrm>
              <a:off x="5156137" y="35317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5" name="pt27585"/>
            <p:cNvSpPr/>
            <p:nvPr/>
          </p:nvSpPr>
          <p:spPr>
            <a:xfrm>
              <a:off x="5083487" y="34676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6" name="pt27586"/>
            <p:cNvSpPr/>
            <p:nvPr/>
          </p:nvSpPr>
          <p:spPr>
            <a:xfrm>
              <a:off x="5129730" y="3637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7" name="pt27587"/>
            <p:cNvSpPr/>
            <p:nvPr/>
          </p:nvSpPr>
          <p:spPr>
            <a:xfrm>
              <a:off x="5159224" y="34586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8" name="pt27588"/>
            <p:cNvSpPr/>
            <p:nvPr/>
          </p:nvSpPr>
          <p:spPr>
            <a:xfrm>
              <a:off x="5138344" y="33972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89" name="pt27589"/>
            <p:cNvSpPr/>
            <p:nvPr/>
          </p:nvSpPr>
          <p:spPr>
            <a:xfrm>
              <a:off x="5152703" y="3519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0" name="pt27590"/>
            <p:cNvSpPr/>
            <p:nvPr/>
          </p:nvSpPr>
          <p:spPr>
            <a:xfrm>
              <a:off x="5156804" y="34176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1" name="pt27591"/>
            <p:cNvSpPr/>
            <p:nvPr/>
          </p:nvSpPr>
          <p:spPr>
            <a:xfrm>
              <a:off x="5147031" y="34393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2" name="pt27592"/>
            <p:cNvSpPr/>
            <p:nvPr/>
          </p:nvSpPr>
          <p:spPr>
            <a:xfrm>
              <a:off x="5147818" y="33763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3" name="pt27593"/>
            <p:cNvSpPr/>
            <p:nvPr/>
          </p:nvSpPr>
          <p:spPr>
            <a:xfrm>
              <a:off x="5384063" y="3586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4" name="pt27594"/>
            <p:cNvSpPr/>
            <p:nvPr/>
          </p:nvSpPr>
          <p:spPr>
            <a:xfrm>
              <a:off x="5150137" y="32014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5" name="pt27595"/>
            <p:cNvSpPr/>
            <p:nvPr/>
          </p:nvSpPr>
          <p:spPr>
            <a:xfrm>
              <a:off x="5139900" y="34040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6" name="pt27596"/>
            <p:cNvSpPr/>
            <p:nvPr/>
          </p:nvSpPr>
          <p:spPr>
            <a:xfrm>
              <a:off x="5129645" y="334875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7" name="pt27597"/>
            <p:cNvSpPr/>
            <p:nvPr/>
          </p:nvSpPr>
          <p:spPr>
            <a:xfrm>
              <a:off x="5187560" y="34896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8" name="pt27598"/>
            <p:cNvSpPr/>
            <p:nvPr/>
          </p:nvSpPr>
          <p:spPr>
            <a:xfrm>
              <a:off x="5125360" y="34585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599" name="pt27599"/>
            <p:cNvSpPr/>
            <p:nvPr/>
          </p:nvSpPr>
          <p:spPr>
            <a:xfrm>
              <a:off x="5136814" y="33298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0" name="pt27600"/>
            <p:cNvSpPr/>
            <p:nvPr/>
          </p:nvSpPr>
          <p:spPr>
            <a:xfrm>
              <a:off x="4857412" y="36016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1" name="pt27601"/>
            <p:cNvSpPr/>
            <p:nvPr/>
          </p:nvSpPr>
          <p:spPr>
            <a:xfrm>
              <a:off x="5102269" y="38029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2" name="pt27602"/>
            <p:cNvSpPr/>
            <p:nvPr/>
          </p:nvSpPr>
          <p:spPr>
            <a:xfrm>
              <a:off x="5110840" y="34557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3" name="pt27603"/>
            <p:cNvSpPr/>
            <p:nvPr/>
          </p:nvSpPr>
          <p:spPr>
            <a:xfrm>
              <a:off x="4953443" y="3443097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04" name="pt27604"/>
            <p:cNvSpPr/>
            <p:nvPr/>
          </p:nvSpPr>
          <p:spPr>
            <a:xfrm>
              <a:off x="5195991" y="35390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5" name="pt27605"/>
            <p:cNvSpPr/>
            <p:nvPr/>
          </p:nvSpPr>
          <p:spPr>
            <a:xfrm>
              <a:off x="5152977" y="33551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6" name="pt27606"/>
            <p:cNvSpPr/>
            <p:nvPr/>
          </p:nvSpPr>
          <p:spPr>
            <a:xfrm>
              <a:off x="5907194" y="3876971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07" name="pt27607"/>
            <p:cNvSpPr/>
            <p:nvPr/>
          </p:nvSpPr>
          <p:spPr>
            <a:xfrm>
              <a:off x="4995667" y="3319868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08" name="pt27608"/>
            <p:cNvSpPr/>
            <p:nvPr/>
          </p:nvSpPr>
          <p:spPr>
            <a:xfrm>
              <a:off x="5151812" y="3384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09" name="pt27609"/>
            <p:cNvSpPr/>
            <p:nvPr/>
          </p:nvSpPr>
          <p:spPr>
            <a:xfrm>
              <a:off x="5133715" y="338532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0" name="pt27610"/>
            <p:cNvSpPr/>
            <p:nvPr/>
          </p:nvSpPr>
          <p:spPr>
            <a:xfrm>
              <a:off x="5135375" y="3431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1" name="pt27611"/>
            <p:cNvSpPr/>
            <p:nvPr/>
          </p:nvSpPr>
          <p:spPr>
            <a:xfrm>
              <a:off x="4310889" y="497891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12" name="pt27612"/>
            <p:cNvSpPr/>
            <p:nvPr/>
          </p:nvSpPr>
          <p:spPr>
            <a:xfrm>
              <a:off x="5138506" y="3444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3" name="pt27613"/>
            <p:cNvSpPr/>
            <p:nvPr/>
          </p:nvSpPr>
          <p:spPr>
            <a:xfrm>
              <a:off x="5150781" y="31562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4" name="pt27614"/>
            <p:cNvSpPr/>
            <p:nvPr/>
          </p:nvSpPr>
          <p:spPr>
            <a:xfrm>
              <a:off x="5130395" y="33840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5" name="pt27615"/>
            <p:cNvSpPr/>
            <p:nvPr/>
          </p:nvSpPr>
          <p:spPr>
            <a:xfrm>
              <a:off x="5129633" y="33866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6" name="pt27616"/>
            <p:cNvSpPr/>
            <p:nvPr/>
          </p:nvSpPr>
          <p:spPr>
            <a:xfrm>
              <a:off x="5047404" y="38619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7" name="pt27617"/>
            <p:cNvSpPr/>
            <p:nvPr/>
          </p:nvSpPr>
          <p:spPr>
            <a:xfrm>
              <a:off x="5142167" y="33197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8" name="pt27618"/>
            <p:cNvSpPr/>
            <p:nvPr/>
          </p:nvSpPr>
          <p:spPr>
            <a:xfrm>
              <a:off x="5157854" y="34901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19" name="pt27619"/>
            <p:cNvSpPr/>
            <p:nvPr/>
          </p:nvSpPr>
          <p:spPr>
            <a:xfrm>
              <a:off x="5139561" y="33043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0" name="pt27620"/>
            <p:cNvSpPr/>
            <p:nvPr/>
          </p:nvSpPr>
          <p:spPr>
            <a:xfrm>
              <a:off x="5105925" y="33582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1" name="pt27621"/>
            <p:cNvSpPr/>
            <p:nvPr/>
          </p:nvSpPr>
          <p:spPr>
            <a:xfrm>
              <a:off x="5123548" y="33567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2" name="pt27622"/>
            <p:cNvSpPr/>
            <p:nvPr/>
          </p:nvSpPr>
          <p:spPr>
            <a:xfrm>
              <a:off x="5107463" y="3568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3" name="pt27623"/>
            <p:cNvSpPr/>
            <p:nvPr/>
          </p:nvSpPr>
          <p:spPr>
            <a:xfrm>
              <a:off x="5137447" y="3506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4" name="pt27624"/>
            <p:cNvSpPr/>
            <p:nvPr/>
          </p:nvSpPr>
          <p:spPr>
            <a:xfrm>
              <a:off x="5135386" y="35140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5" name="pt27625"/>
            <p:cNvSpPr/>
            <p:nvPr/>
          </p:nvSpPr>
          <p:spPr>
            <a:xfrm>
              <a:off x="5151991" y="34719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6" name="pt27626"/>
            <p:cNvSpPr/>
            <p:nvPr/>
          </p:nvSpPr>
          <p:spPr>
            <a:xfrm>
              <a:off x="5146672" y="3414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7" name="pt27627"/>
            <p:cNvSpPr/>
            <p:nvPr/>
          </p:nvSpPr>
          <p:spPr>
            <a:xfrm>
              <a:off x="5157402" y="33812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8" name="pt27628"/>
            <p:cNvSpPr/>
            <p:nvPr/>
          </p:nvSpPr>
          <p:spPr>
            <a:xfrm>
              <a:off x="5117292" y="33529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29" name="pt27629"/>
            <p:cNvSpPr/>
            <p:nvPr/>
          </p:nvSpPr>
          <p:spPr>
            <a:xfrm>
              <a:off x="5299958" y="334246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30" name="pt27630"/>
            <p:cNvSpPr/>
            <p:nvPr/>
          </p:nvSpPr>
          <p:spPr>
            <a:xfrm>
              <a:off x="5151146" y="33358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1" name="pt27631"/>
            <p:cNvSpPr/>
            <p:nvPr/>
          </p:nvSpPr>
          <p:spPr>
            <a:xfrm>
              <a:off x="5220766" y="36823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2" name="pt27632"/>
            <p:cNvSpPr/>
            <p:nvPr/>
          </p:nvSpPr>
          <p:spPr>
            <a:xfrm>
              <a:off x="5137509" y="3491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3" name="pt27633"/>
            <p:cNvSpPr/>
            <p:nvPr/>
          </p:nvSpPr>
          <p:spPr>
            <a:xfrm>
              <a:off x="5146164" y="35085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4" name="pt27634"/>
            <p:cNvSpPr/>
            <p:nvPr/>
          </p:nvSpPr>
          <p:spPr>
            <a:xfrm>
              <a:off x="5150252" y="35586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5" name="pt27635"/>
            <p:cNvSpPr/>
            <p:nvPr/>
          </p:nvSpPr>
          <p:spPr>
            <a:xfrm>
              <a:off x="5145953" y="39388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6" name="pt27636"/>
            <p:cNvSpPr/>
            <p:nvPr/>
          </p:nvSpPr>
          <p:spPr>
            <a:xfrm>
              <a:off x="5143863" y="34759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7" name="pt27637"/>
            <p:cNvSpPr/>
            <p:nvPr/>
          </p:nvSpPr>
          <p:spPr>
            <a:xfrm>
              <a:off x="5160113" y="3546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8" name="pt27638"/>
            <p:cNvSpPr/>
            <p:nvPr/>
          </p:nvSpPr>
          <p:spPr>
            <a:xfrm>
              <a:off x="5139353" y="36221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39" name="pt27639"/>
            <p:cNvSpPr/>
            <p:nvPr/>
          </p:nvSpPr>
          <p:spPr>
            <a:xfrm>
              <a:off x="5353623" y="384777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40" name="pt27640"/>
            <p:cNvSpPr/>
            <p:nvPr/>
          </p:nvSpPr>
          <p:spPr>
            <a:xfrm>
              <a:off x="5103346" y="34952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1" name="pt27641"/>
            <p:cNvSpPr/>
            <p:nvPr/>
          </p:nvSpPr>
          <p:spPr>
            <a:xfrm>
              <a:off x="5170099" y="37692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2" name="pt27642"/>
            <p:cNvSpPr/>
            <p:nvPr/>
          </p:nvSpPr>
          <p:spPr>
            <a:xfrm>
              <a:off x="5125738" y="35179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3" name="pt27643"/>
            <p:cNvSpPr/>
            <p:nvPr/>
          </p:nvSpPr>
          <p:spPr>
            <a:xfrm>
              <a:off x="5128781" y="33246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4" name="pt27644"/>
            <p:cNvSpPr/>
            <p:nvPr/>
          </p:nvSpPr>
          <p:spPr>
            <a:xfrm>
              <a:off x="5129873" y="34989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5" name="pt27645"/>
            <p:cNvSpPr/>
            <p:nvPr/>
          </p:nvSpPr>
          <p:spPr>
            <a:xfrm>
              <a:off x="5135026" y="34937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6" name="pt27646"/>
            <p:cNvSpPr/>
            <p:nvPr/>
          </p:nvSpPr>
          <p:spPr>
            <a:xfrm>
              <a:off x="5110405" y="32448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7" name="pt27647"/>
            <p:cNvSpPr/>
            <p:nvPr/>
          </p:nvSpPr>
          <p:spPr>
            <a:xfrm>
              <a:off x="5123190" y="32964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8" name="pt27648"/>
            <p:cNvSpPr/>
            <p:nvPr/>
          </p:nvSpPr>
          <p:spPr>
            <a:xfrm>
              <a:off x="5175397" y="33593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49" name="pt27649"/>
            <p:cNvSpPr/>
            <p:nvPr/>
          </p:nvSpPr>
          <p:spPr>
            <a:xfrm>
              <a:off x="5166540" y="35136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0" name="pt27650"/>
            <p:cNvSpPr/>
            <p:nvPr/>
          </p:nvSpPr>
          <p:spPr>
            <a:xfrm>
              <a:off x="5063803" y="3417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1" name="pt27651"/>
            <p:cNvSpPr/>
            <p:nvPr/>
          </p:nvSpPr>
          <p:spPr>
            <a:xfrm>
              <a:off x="5130288" y="37979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2" name="pt27652"/>
            <p:cNvSpPr/>
            <p:nvPr/>
          </p:nvSpPr>
          <p:spPr>
            <a:xfrm>
              <a:off x="5149491" y="32850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3" name="pt27653"/>
            <p:cNvSpPr/>
            <p:nvPr/>
          </p:nvSpPr>
          <p:spPr>
            <a:xfrm>
              <a:off x="5157858" y="33543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4" name="pt27654"/>
            <p:cNvSpPr/>
            <p:nvPr/>
          </p:nvSpPr>
          <p:spPr>
            <a:xfrm>
              <a:off x="5156830" y="34730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5" name="pt27655"/>
            <p:cNvSpPr/>
            <p:nvPr/>
          </p:nvSpPr>
          <p:spPr>
            <a:xfrm>
              <a:off x="5122990" y="3383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6" name="pt27656"/>
            <p:cNvSpPr/>
            <p:nvPr/>
          </p:nvSpPr>
          <p:spPr>
            <a:xfrm>
              <a:off x="5155415" y="33541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7" name="pt27657"/>
            <p:cNvSpPr/>
            <p:nvPr/>
          </p:nvSpPr>
          <p:spPr>
            <a:xfrm>
              <a:off x="5111369" y="35900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8" name="pt27658"/>
            <p:cNvSpPr/>
            <p:nvPr/>
          </p:nvSpPr>
          <p:spPr>
            <a:xfrm>
              <a:off x="5175294" y="33531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59" name="pt27659"/>
            <p:cNvSpPr/>
            <p:nvPr/>
          </p:nvSpPr>
          <p:spPr>
            <a:xfrm>
              <a:off x="5143755" y="3384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0" name="pt27660"/>
            <p:cNvSpPr/>
            <p:nvPr/>
          </p:nvSpPr>
          <p:spPr>
            <a:xfrm>
              <a:off x="5051859" y="33940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1" name="pt27661"/>
            <p:cNvSpPr/>
            <p:nvPr/>
          </p:nvSpPr>
          <p:spPr>
            <a:xfrm>
              <a:off x="5156067" y="32262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2" name="pt27662"/>
            <p:cNvSpPr/>
            <p:nvPr/>
          </p:nvSpPr>
          <p:spPr>
            <a:xfrm>
              <a:off x="5140142" y="33237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3" name="pt27663"/>
            <p:cNvSpPr/>
            <p:nvPr/>
          </p:nvSpPr>
          <p:spPr>
            <a:xfrm>
              <a:off x="5120564" y="37895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4" name="pt27664"/>
            <p:cNvSpPr/>
            <p:nvPr/>
          </p:nvSpPr>
          <p:spPr>
            <a:xfrm>
              <a:off x="5172100" y="3445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5" name="pt27665"/>
            <p:cNvSpPr/>
            <p:nvPr/>
          </p:nvSpPr>
          <p:spPr>
            <a:xfrm>
              <a:off x="5137772" y="35472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6" name="pt27666"/>
            <p:cNvSpPr/>
            <p:nvPr/>
          </p:nvSpPr>
          <p:spPr>
            <a:xfrm>
              <a:off x="4197981" y="35192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7" name="pt27667"/>
            <p:cNvSpPr/>
            <p:nvPr/>
          </p:nvSpPr>
          <p:spPr>
            <a:xfrm>
              <a:off x="5127747" y="34617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8" name="pt27668"/>
            <p:cNvSpPr/>
            <p:nvPr/>
          </p:nvSpPr>
          <p:spPr>
            <a:xfrm>
              <a:off x="5129998" y="32190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69" name="pt27669"/>
            <p:cNvSpPr/>
            <p:nvPr/>
          </p:nvSpPr>
          <p:spPr>
            <a:xfrm>
              <a:off x="5100708" y="34463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0" name="pt27670"/>
            <p:cNvSpPr/>
            <p:nvPr/>
          </p:nvSpPr>
          <p:spPr>
            <a:xfrm>
              <a:off x="5261861" y="3513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1" name="pt27671"/>
            <p:cNvSpPr/>
            <p:nvPr/>
          </p:nvSpPr>
          <p:spPr>
            <a:xfrm>
              <a:off x="5081265" y="38250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2" name="pt27672"/>
            <p:cNvSpPr/>
            <p:nvPr/>
          </p:nvSpPr>
          <p:spPr>
            <a:xfrm>
              <a:off x="5157027" y="33218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3" name="pt27673"/>
            <p:cNvSpPr/>
            <p:nvPr/>
          </p:nvSpPr>
          <p:spPr>
            <a:xfrm>
              <a:off x="5153475" y="33231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4" name="pt27674"/>
            <p:cNvSpPr/>
            <p:nvPr/>
          </p:nvSpPr>
          <p:spPr>
            <a:xfrm>
              <a:off x="5117345" y="33622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5" name="pt27675"/>
            <p:cNvSpPr/>
            <p:nvPr/>
          </p:nvSpPr>
          <p:spPr>
            <a:xfrm>
              <a:off x="5137334" y="37448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6" name="pt27676"/>
            <p:cNvSpPr/>
            <p:nvPr/>
          </p:nvSpPr>
          <p:spPr>
            <a:xfrm>
              <a:off x="5127228" y="33395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7" name="pt27677"/>
            <p:cNvSpPr/>
            <p:nvPr/>
          </p:nvSpPr>
          <p:spPr>
            <a:xfrm>
              <a:off x="5111140" y="34975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8" name="pt27678"/>
            <p:cNvSpPr/>
            <p:nvPr/>
          </p:nvSpPr>
          <p:spPr>
            <a:xfrm>
              <a:off x="5114226" y="34948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79" name="pt27679"/>
            <p:cNvSpPr/>
            <p:nvPr/>
          </p:nvSpPr>
          <p:spPr>
            <a:xfrm>
              <a:off x="5129956" y="33812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0" name="pt27680"/>
            <p:cNvSpPr/>
            <p:nvPr/>
          </p:nvSpPr>
          <p:spPr>
            <a:xfrm>
              <a:off x="5139219" y="3841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1" name="pt27681"/>
            <p:cNvSpPr/>
            <p:nvPr/>
          </p:nvSpPr>
          <p:spPr>
            <a:xfrm>
              <a:off x="5229891" y="32689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2" name="pt27682"/>
            <p:cNvSpPr/>
            <p:nvPr/>
          </p:nvSpPr>
          <p:spPr>
            <a:xfrm>
              <a:off x="5251008" y="35666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3" name="pt27683"/>
            <p:cNvSpPr/>
            <p:nvPr/>
          </p:nvSpPr>
          <p:spPr>
            <a:xfrm>
              <a:off x="5125726" y="33862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4" name="pt27684"/>
            <p:cNvSpPr/>
            <p:nvPr/>
          </p:nvSpPr>
          <p:spPr>
            <a:xfrm>
              <a:off x="5160409" y="33504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5" name="pt27685"/>
            <p:cNvSpPr/>
            <p:nvPr/>
          </p:nvSpPr>
          <p:spPr>
            <a:xfrm>
              <a:off x="5169304" y="356879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6" name="pt27686"/>
            <p:cNvSpPr/>
            <p:nvPr/>
          </p:nvSpPr>
          <p:spPr>
            <a:xfrm>
              <a:off x="5192580" y="3402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7" name="pt27687"/>
            <p:cNvSpPr/>
            <p:nvPr/>
          </p:nvSpPr>
          <p:spPr>
            <a:xfrm>
              <a:off x="5143887" y="34975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8" name="pt27688"/>
            <p:cNvSpPr/>
            <p:nvPr/>
          </p:nvSpPr>
          <p:spPr>
            <a:xfrm>
              <a:off x="5142411" y="33698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89" name="pt27689"/>
            <p:cNvSpPr/>
            <p:nvPr/>
          </p:nvSpPr>
          <p:spPr>
            <a:xfrm>
              <a:off x="5132242" y="34694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0" name="pt27690"/>
            <p:cNvSpPr/>
            <p:nvPr/>
          </p:nvSpPr>
          <p:spPr>
            <a:xfrm>
              <a:off x="5116521" y="33136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1" name="pt27691"/>
            <p:cNvSpPr/>
            <p:nvPr/>
          </p:nvSpPr>
          <p:spPr>
            <a:xfrm>
              <a:off x="5142089" y="34727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2" name="pt27692"/>
            <p:cNvSpPr/>
            <p:nvPr/>
          </p:nvSpPr>
          <p:spPr>
            <a:xfrm>
              <a:off x="4657727" y="34718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3" name="pt27693"/>
            <p:cNvSpPr/>
            <p:nvPr/>
          </p:nvSpPr>
          <p:spPr>
            <a:xfrm>
              <a:off x="5113328" y="36460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4" name="pt27694"/>
            <p:cNvSpPr/>
            <p:nvPr/>
          </p:nvSpPr>
          <p:spPr>
            <a:xfrm>
              <a:off x="5109665" y="33703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5" name="pt27695"/>
            <p:cNvSpPr/>
            <p:nvPr/>
          </p:nvSpPr>
          <p:spPr>
            <a:xfrm>
              <a:off x="5134087" y="35323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6" name="pt27696"/>
            <p:cNvSpPr/>
            <p:nvPr/>
          </p:nvSpPr>
          <p:spPr>
            <a:xfrm>
              <a:off x="5170372" y="336475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7" name="pt27697"/>
            <p:cNvSpPr/>
            <p:nvPr/>
          </p:nvSpPr>
          <p:spPr>
            <a:xfrm>
              <a:off x="5138593" y="33316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8" name="pt27698"/>
            <p:cNvSpPr/>
            <p:nvPr/>
          </p:nvSpPr>
          <p:spPr>
            <a:xfrm>
              <a:off x="5144217" y="32806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699" name="pt27699"/>
            <p:cNvSpPr/>
            <p:nvPr/>
          </p:nvSpPr>
          <p:spPr>
            <a:xfrm>
              <a:off x="5136599" y="33036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0" name="pt27700"/>
            <p:cNvSpPr/>
            <p:nvPr/>
          </p:nvSpPr>
          <p:spPr>
            <a:xfrm>
              <a:off x="5130696" y="34007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1" name="pt27701"/>
            <p:cNvSpPr/>
            <p:nvPr/>
          </p:nvSpPr>
          <p:spPr>
            <a:xfrm>
              <a:off x="5162803" y="36223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2" name="pt27702"/>
            <p:cNvSpPr/>
            <p:nvPr/>
          </p:nvSpPr>
          <p:spPr>
            <a:xfrm>
              <a:off x="5143712" y="33397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3" name="pt27703"/>
            <p:cNvSpPr/>
            <p:nvPr/>
          </p:nvSpPr>
          <p:spPr>
            <a:xfrm>
              <a:off x="5245739" y="346120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04" name="pt27704"/>
            <p:cNvSpPr/>
            <p:nvPr/>
          </p:nvSpPr>
          <p:spPr>
            <a:xfrm>
              <a:off x="5153186" y="3331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5" name="pt27705"/>
            <p:cNvSpPr/>
            <p:nvPr/>
          </p:nvSpPr>
          <p:spPr>
            <a:xfrm>
              <a:off x="5065619" y="34401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6" name="pt27706"/>
            <p:cNvSpPr/>
            <p:nvPr/>
          </p:nvSpPr>
          <p:spPr>
            <a:xfrm>
              <a:off x="5128046" y="34417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7" name="pt27707"/>
            <p:cNvSpPr/>
            <p:nvPr/>
          </p:nvSpPr>
          <p:spPr>
            <a:xfrm>
              <a:off x="5145841" y="33454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8" name="pt27708"/>
            <p:cNvSpPr/>
            <p:nvPr/>
          </p:nvSpPr>
          <p:spPr>
            <a:xfrm>
              <a:off x="5157213" y="34420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09" name="pt27709"/>
            <p:cNvSpPr/>
            <p:nvPr/>
          </p:nvSpPr>
          <p:spPr>
            <a:xfrm>
              <a:off x="5155213" y="36243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0" name="pt27710"/>
            <p:cNvSpPr/>
            <p:nvPr/>
          </p:nvSpPr>
          <p:spPr>
            <a:xfrm>
              <a:off x="5124682" y="34145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1" name="pt27711"/>
            <p:cNvSpPr/>
            <p:nvPr/>
          </p:nvSpPr>
          <p:spPr>
            <a:xfrm>
              <a:off x="5166258" y="33896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2" name="pt27712"/>
            <p:cNvSpPr/>
            <p:nvPr/>
          </p:nvSpPr>
          <p:spPr>
            <a:xfrm>
              <a:off x="5164832" y="33026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3" name="pt27713"/>
            <p:cNvSpPr/>
            <p:nvPr/>
          </p:nvSpPr>
          <p:spPr>
            <a:xfrm>
              <a:off x="5154520" y="3344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4" name="pt27714"/>
            <p:cNvSpPr/>
            <p:nvPr/>
          </p:nvSpPr>
          <p:spPr>
            <a:xfrm>
              <a:off x="5159532" y="32619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5" name="pt27715"/>
            <p:cNvSpPr/>
            <p:nvPr/>
          </p:nvSpPr>
          <p:spPr>
            <a:xfrm>
              <a:off x="5127038" y="3700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6" name="pt27716"/>
            <p:cNvSpPr/>
            <p:nvPr/>
          </p:nvSpPr>
          <p:spPr>
            <a:xfrm>
              <a:off x="5136991" y="33671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7" name="pt27717"/>
            <p:cNvSpPr/>
            <p:nvPr/>
          </p:nvSpPr>
          <p:spPr>
            <a:xfrm>
              <a:off x="5163383" y="34566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8" name="pt27718"/>
            <p:cNvSpPr/>
            <p:nvPr/>
          </p:nvSpPr>
          <p:spPr>
            <a:xfrm>
              <a:off x="5190328" y="3651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19" name="pt27719"/>
            <p:cNvSpPr/>
            <p:nvPr/>
          </p:nvSpPr>
          <p:spPr>
            <a:xfrm>
              <a:off x="5190293" y="33864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0" name="pt27720"/>
            <p:cNvSpPr/>
            <p:nvPr/>
          </p:nvSpPr>
          <p:spPr>
            <a:xfrm>
              <a:off x="5141464" y="3398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1" name="pt27721"/>
            <p:cNvSpPr/>
            <p:nvPr/>
          </p:nvSpPr>
          <p:spPr>
            <a:xfrm>
              <a:off x="5168344" y="37101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2" name="pt27722"/>
            <p:cNvSpPr/>
            <p:nvPr/>
          </p:nvSpPr>
          <p:spPr>
            <a:xfrm>
              <a:off x="5143923" y="33861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3" name="pt27723"/>
            <p:cNvSpPr/>
            <p:nvPr/>
          </p:nvSpPr>
          <p:spPr>
            <a:xfrm>
              <a:off x="5203453" y="32627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4" name="pt27724"/>
            <p:cNvSpPr/>
            <p:nvPr/>
          </p:nvSpPr>
          <p:spPr>
            <a:xfrm>
              <a:off x="5134211" y="32597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5" name="pt27725"/>
            <p:cNvSpPr/>
            <p:nvPr/>
          </p:nvSpPr>
          <p:spPr>
            <a:xfrm>
              <a:off x="5129681" y="34489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6" name="pt27726"/>
            <p:cNvSpPr/>
            <p:nvPr/>
          </p:nvSpPr>
          <p:spPr>
            <a:xfrm>
              <a:off x="5145065" y="34035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7" name="pt27727"/>
            <p:cNvSpPr/>
            <p:nvPr/>
          </p:nvSpPr>
          <p:spPr>
            <a:xfrm>
              <a:off x="3833685" y="35096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8" name="pt27728"/>
            <p:cNvSpPr/>
            <p:nvPr/>
          </p:nvSpPr>
          <p:spPr>
            <a:xfrm>
              <a:off x="5170641" y="36757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29" name="pt27729"/>
            <p:cNvSpPr/>
            <p:nvPr/>
          </p:nvSpPr>
          <p:spPr>
            <a:xfrm>
              <a:off x="5145439" y="33970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0" name="pt27730"/>
            <p:cNvSpPr/>
            <p:nvPr/>
          </p:nvSpPr>
          <p:spPr>
            <a:xfrm>
              <a:off x="5122950" y="33198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1" name="pt27731"/>
            <p:cNvSpPr/>
            <p:nvPr/>
          </p:nvSpPr>
          <p:spPr>
            <a:xfrm>
              <a:off x="5128014" y="33775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2" name="pt27732"/>
            <p:cNvSpPr/>
            <p:nvPr/>
          </p:nvSpPr>
          <p:spPr>
            <a:xfrm>
              <a:off x="5151310" y="33040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3" name="pt27733"/>
            <p:cNvSpPr/>
            <p:nvPr/>
          </p:nvSpPr>
          <p:spPr>
            <a:xfrm>
              <a:off x="5082518" y="33785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4" name="pt27734"/>
            <p:cNvSpPr/>
            <p:nvPr/>
          </p:nvSpPr>
          <p:spPr>
            <a:xfrm>
              <a:off x="5162386" y="37682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5" name="pt27735"/>
            <p:cNvSpPr/>
            <p:nvPr/>
          </p:nvSpPr>
          <p:spPr>
            <a:xfrm>
              <a:off x="5140083" y="33549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6" name="pt27736"/>
            <p:cNvSpPr/>
            <p:nvPr/>
          </p:nvSpPr>
          <p:spPr>
            <a:xfrm>
              <a:off x="5167409" y="34952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7" name="pt27737"/>
            <p:cNvSpPr/>
            <p:nvPr/>
          </p:nvSpPr>
          <p:spPr>
            <a:xfrm>
              <a:off x="5179950" y="35888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8" name="pt27738"/>
            <p:cNvSpPr/>
            <p:nvPr/>
          </p:nvSpPr>
          <p:spPr>
            <a:xfrm>
              <a:off x="5122992" y="32449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39" name="pt27739"/>
            <p:cNvSpPr/>
            <p:nvPr/>
          </p:nvSpPr>
          <p:spPr>
            <a:xfrm>
              <a:off x="5137520" y="34631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0" name="pt27740"/>
            <p:cNvSpPr/>
            <p:nvPr/>
          </p:nvSpPr>
          <p:spPr>
            <a:xfrm>
              <a:off x="5099697" y="34294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1" name="pt27741"/>
            <p:cNvSpPr/>
            <p:nvPr/>
          </p:nvSpPr>
          <p:spPr>
            <a:xfrm>
              <a:off x="5122903" y="36876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2" name="pt27742"/>
            <p:cNvSpPr/>
            <p:nvPr/>
          </p:nvSpPr>
          <p:spPr>
            <a:xfrm>
              <a:off x="5124879" y="35135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3" name="pt27743"/>
            <p:cNvSpPr/>
            <p:nvPr/>
          </p:nvSpPr>
          <p:spPr>
            <a:xfrm>
              <a:off x="3547598" y="35876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4" name="pt27744"/>
            <p:cNvSpPr/>
            <p:nvPr/>
          </p:nvSpPr>
          <p:spPr>
            <a:xfrm>
              <a:off x="5153520" y="35287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5" name="pt27745"/>
            <p:cNvSpPr/>
            <p:nvPr/>
          </p:nvSpPr>
          <p:spPr>
            <a:xfrm>
              <a:off x="5142201" y="3642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6" name="pt27746"/>
            <p:cNvSpPr/>
            <p:nvPr/>
          </p:nvSpPr>
          <p:spPr>
            <a:xfrm>
              <a:off x="5171316" y="33599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7" name="pt27747"/>
            <p:cNvSpPr/>
            <p:nvPr/>
          </p:nvSpPr>
          <p:spPr>
            <a:xfrm>
              <a:off x="5135250" y="34769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8" name="pt27748"/>
            <p:cNvSpPr/>
            <p:nvPr/>
          </p:nvSpPr>
          <p:spPr>
            <a:xfrm>
              <a:off x="5145990" y="33349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49" name="pt27749"/>
            <p:cNvSpPr/>
            <p:nvPr/>
          </p:nvSpPr>
          <p:spPr>
            <a:xfrm>
              <a:off x="4997631" y="338854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50" name="pt27750"/>
            <p:cNvSpPr/>
            <p:nvPr/>
          </p:nvSpPr>
          <p:spPr>
            <a:xfrm>
              <a:off x="5130041" y="33878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1" name="pt27751"/>
            <p:cNvSpPr/>
            <p:nvPr/>
          </p:nvSpPr>
          <p:spPr>
            <a:xfrm>
              <a:off x="5188401" y="3708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2" name="pt27752"/>
            <p:cNvSpPr/>
            <p:nvPr/>
          </p:nvSpPr>
          <p:spPr>
            <a:xfrm>
              <a:off x="5134550" y="34978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3" name="pt27753"/>
            <p:cNvSpPr/>
            <p:nvPr/>
          </p:nvSpPr>
          <p:spPr>
            <a:xfrm>
              <a:off x="5124184" y="35306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4" name="pt27754"/>
            <p:cNvSpPr/>
            <p:nvPr/>
          </p:nvSpPr>
          <p:spPr>
            <a:xfrm>
              <a:off x="5178578" y="34377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5" name="pt27755"/>
            <p:cNvSpPr/>
            <p:nvPr/>
          </p:nvSpPr>
          <p:spPr>
            <a:xfrm>
              <a:off x="5244222" y="33883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6" name="pt27756"/>
            <p:cNvSpPr/>
            <p:nvPr/>
          </p:nvSpPr>
          <p:spPr>
            <a:xfrm>
              <a:off x="5126710" y="31764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7" name="pt27757"/>
            <p:cNvSpPr/>
            <p:nvPr/>
          </p:nvSpPr>
          <p:spPr>
            <a:xfrm>
              <a:off x="5108133" y="34165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8" name="pt27758"/>
            <p:cNvSpPr/>
            <p:nvPr/>
          </p:nvSpPr>
          <p:spPr>
            <a:xfrm>
              <a:off x="4990800" y="38346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59" name="pt27759"/>
            <p:cNvSpPr/>
            <p:nvPr/>
          </p:nvSpPr>
          <p:spPr>
            <a:xfrm>
              <a:off x="5113551" y="35317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0" name="pt27760"/>
            <p:cNvSpPr/>
            <p:nvPr/>
          </p:nvSpPr>
          <p:spPr>
            <a:xfrm>
              <a:off x="5148420" y="338234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1" name="pt27761"/>
            <p:cNvSpPr/>
            <p:nvPr/>
          </p:nvSpPr>
          <p:spPr>
            <a:xfrm>
              <a:off x="5131506" y="3388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2" name="pt27762"/>
            <p:cNvSpPr/>
            <p:nvPr/>
          </p:nvSpPr>
          <p:spPr>
            <a:xfrm>
              <a:off x="5153531" y="34668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3" name="pt27763"/>
            <p:cNvSpPr/>
            <p:nvPr/>
          </p:nvSpPr>
          <p:spPr>
            <a:xfrm>
              <a:off x="5148725" y="34082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4" name="pt27764"/>
            <p:cNvSpPr/>
            <p:nvPr/>
          </p:nvSpPr>
          <p:spPr>
            <a:xfrm>
              <a:off x="5160709" y="4767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5" name="pt27765"/>
            <p:cNvSpPr/>
            <p:nvPr/>
          </p:nvSpPr>
          <p:spPr>
            <a:xfrm>
              <a:off x="4943322" y="35919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6" name="pt27766"/>
            <p:cNvSpPr/>
            <p:nvPr/>
          </p:nvSpPr>
          <p:spPr>
            <a:xfrm>
              <a:off x="3793045" y="36680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7" name="pt27767"/>
            <p:cNvSpPr/>
            <p:nvPr/>
          </p:nvSpPr>
          <p:spPr>
            <a:xfrm>
              <a:off x="4603129" y="3938539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68" name="pt27768"/>
            <p:cNvSpPr/>
            <p:nvPr/>
          </p:nvSpPr>
          <p:spPr>
            <a:xfrm>
              <a:off x="5136989" y="34379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69" name="pt27769"/>
            <p:cNvSpPr/>
            <p:nvPr/>
          </p:nvSpPr>
          <p:spPr>
            <a:xfrm>
              <a:off x="5150542" y="33514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0" name="pt27770"/>
            <p:cNvSpPr/>
            <p:nvPr/>
          </p:nvSpPr>
          <p:spPr>
            <a:xfrm>
              <a:off x="4668914" y="380394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71" name="pt27771"/>
            <p:cNvSpPr/>
            <p:nvPr/>
          </p:nvSpPr>
          <p:spPr>
            <a:xfrm>
              <a:off x="5111175" y="35584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2" name="pt27772"/>
            <p:cNvSpPr/>
            <p:nvPr/>
          </p:nvSpPr>
          <p:spPr>
            <a:xfrm>
              <a:off x="5157328" y="38196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3" name="pt27773"/>
            <p:cNvSpPr/>
            <p:nvPr/>
          </p:nvSpPr>
          <p:spPr>
            <a:xfrm>
              <a:off x="5148035" y="33276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4" name="pt27774"/>
            <p:cNvSpPr/>
            <p:nvPr/>
          </p:nvSpPr>
          <p:spPr>
            <a:xfrm>
              <a:off x="5161077" y="33693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5" name="pt27775"/>
            <p:cNvSpPr/>
            <p:nvPr/>
          </p:nvSpPr>
          <p:spPr>
            <a:xfrm>
              <a:off x="5103981" y="33525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6" name="pt27776"/>
            <p:cNvSpPr/>
            <p:nvPr/>
          </p:nvSpPr>
          <p:spPr>
            <a:xfrm>
              <a:off x="5106113" y="33641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7" name="pt27777"/>
            <p:cNvSpPr/>
            <p:nvPr/>
          </p:nvSpPr>
          <p:spPr>
            <a:xfrm>
              <a:off x="5127424" y="33456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8" name="pt27778"/>
            <p:cNvSpPr/>
            <p:nvPr/>
          </p:nvSpPr>
          <p:spPr>
            <a:xfrm>
              <a:off x="5159450" y="35662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79" name="pt27779"/>
            <p:cNvSpPr/>
            <p:nvPr/>
          </p:nvSpPr>
          <p:spPr>
            <a:xfrm>
              <a:off x="5130596" y="32655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0" name="pt27780"/>
            <p:cNvSpPr/>
            <p:nvPr/>
          </p:nvSpPr>
          <p:spPr>
            <a:xfrm>
              <a:off x="4460698" y="37628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1" name="pt27781"/>
            <p:cNvSpPr/>
            <p:nvPr/>
          </p:nvSpPr>
          <p:spPr>
            <a:xfrm>
              <a:off x="5140817" y="3535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2" name="pt27782"/>
            <p:cNvSpPr/>
            <p:nvPr/>
          </p:nvSpPr>
          <p:spPr>
            <a:xfrm>
              <a:off x="5128164" y="34864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3" name="pt27783"/>
            <p:cNvSpPr/>
            <p:nvPr/>
          </p:nvSpPr>
          <p:spPr>
            <a:xfrm>
              <a:off x="5143929" y="33794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4" name="pt27784"/>
            <p:cNvSpPr/>
            <p:nvPr/>
          </p:nvSpPr>
          <p:spPr>
            <a:xfrm>
              <a:off x="5138327" y="35148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5" name="pt27785"/>
            <p:cNvSpPr/>
            <p:nvPr/>
          </p:nvSpPr>
          <p:spPr>
            <a:xfrm>
              <a:off x="5176417" y="35620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6" name="pt27786"/>
            <p:cNvSpPr/>
            <p:nvPr/>
          </p:nvSpPr>
          <p:spPr>
            <a:xfrm>
              <a:off x="5136215" y="31638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7" name="pt27787"/>
            <p:cNvSpPr/>
            <p:nvPr/>
          </p:nvSpPr>
          <p:spPr>
            <a:xfrm>
              <a:off x="5073054" y="34044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8" name="pt27788"/>
            <p:cNvSpPr/>
            <p:nvPr/>
          </p:nvSpPr>
          <p:spPr>
            <a:xfrm>
              <a:off x="5158762" y="33497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89" name="pt27789"/>
            <p:cNvSpPr/>
            <p:nvPr/>
          </p:nvSpPr>
          <p:spPr>
            <a:xfrm>
              <a:off x="5142897" y="35210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0" name="pt27790"/>
            <p:cNvSpPr/>
            <p:nvPr/>
          </p:nvSpPr>
          <p:spPr>
            <a:xfrm>
              <a:off x="5125017" y="33303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1" name="pt27791"/>
            <p:cNvSpPr/>
            <p:nvPr/>
          </p:nvSpPr>
          <p:spPr>
            <a:xfrm>
              <a:off x="5114012" y="31975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2" name="pt27792"/>
            <p:cNvSpPr/>
            <p:nvPr/>
          </p:nvSpPr>
          <p:spPr>
            <a:xfrm>
              <a:off x="5149598" y="34733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3" name="pt27793"/>
            <p:cNvSpPr/>
            <p:nvPr/>
          </p:nvSpPr>
          <p:spPr>
            <a:xfrm>
              <a:off x="5132081" y="33699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4" name="pt27794"/>
            <p:cNvSpPr/>
            <p:nvPr/>
          </p:nvSpPr>
          <p:spPr>
            <a:xfrm>
              <a:off x="5130218" y="49206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5" name="pt27795"/>
            <p:cNvSpPr/>
            <p:nvPr/>
          </p:nvSpPr>
          <p:spPr>
            <a:xfrm>
              <a:off x="5082897" y="3177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6" name="pt27796"/>
            <p:cNvSpPr/>
            <p:nvPr/>
          </p:nvSpPr>
          <p:spPr>
            <a:xfrm>
              <a:off x="5166071" y="367355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7" name="pt27797"/>
            <p:cNvSpPr/>
            <p:nvPr/>
          </p:nvSpPr>
          <p:spPr>
            <a:xfrm>
              <a:off x="5185421" y="337655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8" name="pt27798"/>
            <p:cNvSpPr/>
            <p:nvPr/>
          </p:nvSpPr>
          <p:spPr>
            <a:xfrm>
              <a:off x="5134546" y="32577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799" name="pt27799"/>
            <p:cNvSpPr/>
            <p:nvPr/>
          </p:nvSpPr>
          <p:spPr>
            <a:xfrm>
              <a:off x="5217261" y="35769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0" name="pt27800"/>
            <p:cNvSpPr/>
            <p:nvPr/>
          </p:nvSpPr>
          <p:spPr>
            <a:xfrm>
              <a:off x="5196125" y="3399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1" name="pt27801"/>
            <p:cNvSpPr/>
            <p:nvPr/>
          </p:nvSpPr>
          <p:spPr>
            <a:xfrm>
              <a:off x="5158077" y="35481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2" name="pt27802"/>
            <p:cNvSpPr/>
            <p:nvPr/>
          </p:nvSpPr>
          <p:spPr>
            <a:xfrm>
              <a:off x="5139485" y="33155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3" name="pt27803"/>
            <p:cNvSpPr/>
            <p:nvPr/>
          </p:nvSpPr>
          <p:spPr>
            <a:xfrm>
              <a:off x="5128570" y="33093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4" name="pt27804"/>
            <p:cNvSpPr/>
            <p:nvPr/>
          </p:nvSpPr>
          <p:spPr>
            <a:xfrm>
              <a:off x="5128696" y="3399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5" name="pt27805"/>
            <p:cNvSpPr/>
            <p:nvPr/>
          </p:nvSpPr>
          <p:spPr>
            <a:xfrm>
              <a:off x="5189451" y="3805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6" name="pt27806"/>
            <p:cNvSpPr/>
            <p:nvPr/>
          </p:nvSpPr>
          <p:spPr>
            <a:xfrm>
              <a:off x="5171179" y="37837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7" name="pt27807"/>
            <p:cNvSpPr/>
            <p:nvPr/>
          </p:nvSpPr>
          <p:spPr>
            <a:xfrm>
              <a:off x="5158939" y="33320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8" name="pt27808"/>
            <p:cNvSpPr/>
            <p:nvPr/>
          </p:nvSpPr>
          <p:spPr>
            <a:xfrm>
              <a:off x="5117245" y="29891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09" name="pt27809"/>
            <p:cNvSpPr/>
            <p:nvPr/>
          </p:nvSpPr>
          <p:spPr>
            <a:xfrm>
              <a:off x="5148763" y="38253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0" name="pt27810"/>
            <p:cNvSpPr/>
            <p:nvPr/>
          </p:nvSpPr>
          <p:spPr>
            <a:xfrm>
              <a:off x="5110697" y="38105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1" name="pt27811"/>
            <p:cNvSpPr/>
            <p:nvPr/>
          </p:nvSpPr>
          <p:spPr>
            <a:xfrm>
              <a:off x="5123350" y="33980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2" name="pt27812"/>
            <p:cNvSpPr/>
            <p:nvPr/>
          </p:nvSpPr>
          <p:spPr>
            <a:xfrm>
              <a:off x="5142045" y="33148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3" name="pt27813"/>
            <p:cNvSpPr/>
            <p:nvPr/>
          </p:nvSpPr>
          <p:spPr>
            <a:xfrm>
              <a:off x="5858900" y="357269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4" name="pt27814"/>
            <p:cNvSpPr/>
            <p:nvPr/>
          </p:nvSpPr>
          <p:spPr>
            <a:xfrm>
              <a:off x="5134207" y="34823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5" name="pt27815"/>
            <p:cNvSpPr/>
            <p:nvPr/>
          </p:nvSpPr>
          <p:spPr>
            <a:xfrm>
              <a:off x="5137545" y="347245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6" name="pt27816"/>
            <p:cNvSpPr/>
            <p:nvPr/>
          </p:nvSpPr>
          <p:spPr>
            <a:xfrm>
              <a:off x="5163203" y="34270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7" name="pt27817"/>
            <p:cNvSpPr/>
            <p:nvPr/>
          </p:nvSpPr>
          <p:spPr>
            <a:xfrm>
              <a:off x="5158614" y="341941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8" name="pt27818"/>
            <p:cNvSpPr/>
            <p:nvPr/>
          </p:nvSpPr>
          <p:spPr>
            <a:xfrm>
              <a:off x="5102467" y="346935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19" name="pt27819"/>
            <p:cNvSpPr/>
            <p:nvPr/>
          </p:nvSpPr>
          <p:spPr>
            <a:xfrm>
              <a:off x="5157569" y="33770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0" name="pt27820"/>
            <p:cNvSpPr/>
            <p:nvPr/>
          </p:nvSpPr>
          <p:spPr>
            <a:xfrm>
              <a:off x="5166358" y="37365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1" name="pt27821"/>
            <p:cNvSpPr/>
            <p:nvPr/>
          </p:nvSpPr>
          <p:spPr>
            <a:xfrm>
              <a:off x="5156105" y="36610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2" name="pt27822"/>
            <p:cNvSpPr/>
            <p:nvPr/>
          </p:nvSpPr>
          <p:spPr>
            <a:xfrm>
              <a:off x="5183992" y="36462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3" name="pt27823"/>
            <p:cNvSpPr/>
            <p:nvPr/>
          </p:nvSpPr>
          <p:spPr>
            <a:xfrm>
              <a:off x="5133803" y="36130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4" name="pt27824"/>
            <p:cNvSpPr/>
            <p:nvPr/>
          </p:nvSpPr>
          <p:spPr>
            <a:xfrm>
              <a:off x="5130371" y="3355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5" name="pt27825"/>
            <p:cNvSpPr/>
            <p:nvPr/>
          </p:nvSpPr>
          <p:spPr>
            <a:xfrm>
              <a:off x="5132195" y="32922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6" name="pt27826"/>
            <p:cNvSpPr/>
            <p:nvPr/>
          </p:nvSpPr>
          <p:spPr>
            <a:xfrm>
              <a:off x="5152317" y="34940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7" name="pt27827"/>
            <p:cNvSpPr/>
            <p:nvPr/>
          </p:nvSpPr>
          <p:spPr>
            <a:xfrm>
              <a:off x="5098633" y="30928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8" name="pt27828"/>
            <p:cNvSpPr/>
            <p:nvPr/>
          </p:nvSpPr>
          <p:spPr>
            <a:xfrm>
              <a:off x="5102999" y="385404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29" name="pt27829"/>
            <p:cNvSpPr/>
            <p:nvPr/>
          </p:nvSpPr>
          <p:spPr>
            <a:xfrm>
              <a:off x="5085534" y="38848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0" name="pt27830"/>
            <p:cNvSpPr/>
            <p:nvPr/>
          </p:nvSpPr>
          <p:spPr>
            <a:xfrm>
              <a:off x="5135793" y="333996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1" name="pt27831"/>
            <p:cNvSpPr/>
            <p:nvPr/>
          </p:nvSpPr>
          <p:spPr>
            <a:xfrm>
              <a:off x="5153956" y="34833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2" name="pt27832"/>
            <p:cNvSpPr/>
            <p:nvPr/>
          </p:nvSpPr>
          <p:spPr>
            <a:xfrm>
              <a:off x="5144659" y="35213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3" name="pt27833"/>
            <p:cNvSpPr/>
            <p:nvPr/>
          </p:nvSpPr>
          <p:spPr>
            <a:xfrm>
              <a:off x="5109426" y="349724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4" name="pt27834"/>
            <p:cNvSpPr/>
            <p:nvPr/>
          </p:nvSpPr>
          <p:spPr>
            <a:xfrm>
              <a:off x="5139949" y="3295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5" name="pt27835"/>
            <p:cNvSpPr/>
            <p:nvPr/>
          </p:nvSpPr>
          <p:spPr>
            <a:xfrm>
              <a:off x="5166652" y="31691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6" name="pt27836"/>
            <p:cNvSpPr/>
            <p:nvPr/>
          </p:nvSpPr>
          <p:spPr>
            <a:xfrm>
              <a:off x="3904282" y="419044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37" name="pt27837"/>
            <p:cNvSpPr/>
            <p:nvPr/>
          </p:nvSpPr>
          <p:spPr>
            <a:xfrm>
              <a:off x="5146090" y="36988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8" name="pt27838"/>
            <p:cNvSpPr/>
            <p:nvPr/>
          </p:nvSpPr>
          <p:spPr>
            <a:xfrm>
              <a:off x="5138128" y="34094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39" name="pt27839"/>
            <p:cNvSpPr/>
            <p:nvPr/>
          </p:nvSpPr>
          <p:spPr>
            <a:xfrm>
              <a:off x="5143704" y="34075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0" name="pt27840"/>
            <p:cNvSpPr/>
            <p:nvPr/>
          </p:nvSpPr>
          <p:spPr>
            <a:xfrm>
              <a:off x="5132507" y="38369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1" name="pt27841"/>
            <p:cNvSpPr/>
            <p:nvPr/>
          </p:nvSpPr>
          <p:spPr>
            <a:xfrm>
              <a:off x="5156882" y="34891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2" name="pt27842"/>
            <p:cNvSpPr/>
            <p:nvPr/>
          </p:nvSpPr>
          <p:spPr>
            <a:xfrm>
              <a:off x="5119453" y="332414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3" name="pt27843"/>
            <p:cNvSpPr/>
            <p:nvPr/>
          </p:nvSpPr>
          <p:spPr>
            <a:xfrm>
              <a:off x="5028252" y="490931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4" name="pt27844"/>
            <p:cNvSpPr/>
            <p:nvPr/>
          </p:nvSpPr>
          <p:spPr>
            <a:xfrm>
              <a:off x="5120706" y="34857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5" name="pt27845"/>
            <p:cNvSpPr/>
            <p:nvPr/>
          </p:nvSpPr>
          <p:spPr>
            <a:xfrm>
              <a:off x="5145258" y="34849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6" name="pt27846"/>
            <p:cNvSpPr/>
            <p:nvPr/>
          </p:nvSpPr>
          <p:spPr>
            <a:xfrm>
              <a:off x="5180948" y="34076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7" name="pt27847"/>
            <p:cNvSpPr/>
            <p:nvPr/>
          </p:nvSpPr>
          <p:spPr>
            <a:xfrm>
              <a:off x="4650253" y="352123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8" name="pt27848"/>
            <p:cNvSpPr/>
            <p:nvPr/>
          </p:nvSpPr>
          <p:spPr>
            <a:xfrm>
              <a:off x="5149937" y="2963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49" name="pt27849"/>
            <p:cNvSpPr/>
            <p:nvPr/>
          </p:nvSpPr>
          <p:spPr>
            <a:xfrm>
              <a:off x="5159860" y="37774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0" name="pt27850"/>
            <p:cNvSpPr/>
            <p:nvPr/>
          </p:nvSpPr>
          <p:spPr>
            <a:xfrm>
              <a:off x="5129439" y="33513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1" name="pt27851"/>
            <p:cNvSpPr/>
            <p:nvPr/>
          </p:nvSpPr>
          <p:spPr>
            <a:xfrm>
              <a:off x="5110015" y="38046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2" name="pt27852"/>
            <p:cNvSpPr/>
            <p:nvPr/>
          </p:nvSpPr>
          <p:spPr>
            <a:xfrm>
              <a:off x="5162278" y="38025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3" name="pt27853"/>
            <p:cNvSpPr/>
            <p:nvPr/>
          </p:nvSpPr>
          <p:spPr>
            <a:xfrm>
              <a:off x="5137280" y="33891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4" name="pt27854"/>
            <p:cNvSpPr/>
            <p:nvPr/>
          </p:nvSpPr>
          <p:spPr>
            <a:xfrm>
              <a:off x="5189655" y="35439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5" name="pt27855"/>
            <p:cNvSpPr/>
            <p:nvPr/>
          </p:nvSpPr>
          <p:spPr>
            <a:xfrm>
              <a:off x="5130935" y="328471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6" name="pt27856"/>
            <p:cNvSpPr/>
            <p:nvPr/>
          </p:nvSpPr>
          <p:spPr>
            <a:xfrm>
              <a:off x="5134908" y="35917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7" name="pt27857"/>
            <p:cNvSpPr/>
            <p:nvPr/>
          </p:nvSpPr>
          <p:spPr>
            <a:xfrm>
              <a:off x="5160548" y="33071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8" name="pt27858"/>
            <p:cNvSpPr/>
            <p:nvPr/>
          </p:nvSpPr>
          <p:spPr>
            <a:xfrm>
              <a:off x="5115805" y="372320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59" name="pt27859"/>
            <p:cNvSpPr/>
            <p:nvPr/>
          </p:nvSpPr>
          <p:spPr>
            <a:xfrm>
              <a:off x="5185585" y="38194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0" name="pt27860"/>
            <p:cNvSpPr/>
            <p:nvPr/>
          </p:nvSpPr>
          <p:spPr>
            <a:xfrm>
              <a:off x="5113802" y="377108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1" name="pt27861"/>
            <p:cNvSpPr/>
            <p:nvPr/>
          </p:nvSpPr>
          <p:spPr>
            <a:xfrm>
              <a:off x="5146560" y="33074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2" name="pt27862"/>
            <p:cNvSpPr/>
            <p:nvPr/>
          </p:nvSpPr>
          <p:spPr>
            <a:xfrm>
              <a:off x="5167097" y="36693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3" name="pt27863"/>
            <p:cNvSpPr/>
            <p:nvPr/>
          </p:nvSpPr>
          <p:spPr>
            <a:xfrm>
              <a:off x="4632974" y="261571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64" name="pt27864"/>
            <p:cNvSpPr/>
            <p:nvPr/>
          </p:nvSpPr>
          <p:spPr>
            <a:xfrm>
              <a:off x="5127500" y="32375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5" name="pt27865"/>
            <p:cNvSpPr/>
            <p:nvPr/>
          </p:nvSpPr>
          <p:spPr>
            <a:xfrm>
              <a:off x="5157832" y="37053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6" name="pt27866"/>
            <p:cNvSpPr/>
            <p:nvPr/>
          </p:nvSpPr>
          <p:spPr>
            <a:xfrm>
              <a:off x="5119959" y="356087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7" name="pt27867"/>
            <p:cNvSpPr/>
            <p:nvPr/>
          </p:nvSpPr>
          <p:spPr>
            <a:xfrm>
              <a:off x="5158290" y="33223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8" name="pt27868"/>
            <p:cNvSpPr/>
            <p:nvPr/>
          </p:nvSpPr>
          <p:spPr>
            <a:xfrm>
              <a:off x="5129048" y="34684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69" name="pt27869"/>
            <p:cNvSpPr/>
            <p:nvPr/>
          </p:nvSpPr>
          <p:spPr>
            <a:xfrm>
              <a:off x="5142400" y="33157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0" name="pt27870"/>
            <p:cNvSpPr/>
            <p:nvPr/>
          </p:nvSpPr>
          <p:spPr>
            <a:xfrm>
              <a:off x="5164613" y="32578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1" name="pt27871"/>
            <p:cNvSpPr/>
            <p:nvPr/>
          </p:nvSpPr>
          <p:spPr>
            <a:xfrm>
              <a:off x="5077301" y="34195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2" name="pt27872"/>
            <p:cNvSpPr/>
            <p:nvPr/>
          </p:nvSpPr>
          <p:spPr>
            <a:xfrm>
              <a:off x="5145088" y="33048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3" name="pt27873"/>
            <p:cNvSpPr/>
            <p:nvPr/>
          </p:nvSpPr>
          <p:spPr>
            <a:xfrm>
              <a:off x="5155754" y="354638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4" name="pt27874"/>
            <p:cNvSpPr/>
            <p:nvPr/>
          </p:nvSpPr>
          <p:spPr>
            <a:xfrm>
              <a:off x="4635041" y="3675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5" name="pt27875"/>
            <p:cNvSpPr/>
            <p:nvPr/>
          </p:nvSpPr>
          <p:spPr>
            <a:xfrm>
              <a:off x="5146959" y="33820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6" name="pt27876"/>
            <p:cNvSpPr/>
            <p:nvPr/>
          </p:nvSpPr>
          <p:spPr>
            <a:xfrm>
              <a:off x="5126357" y="357907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7" name="pt27877"/>
            <p:cNvSpPr/>
            <p:nvPr/>
          </p:nvSpPr>
          <p:spPr>
            <a:xfrm>
              <a:off x="5158254" y="29918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8" name="pt27878"/>
            <p:cNvSpPr/>
            <p:nvPr/>
          </p:nvSpPr>
          <p:spPr>
            <a:xfrm>
              <a:off x="5148757" y="344610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79" name="pt27879"/>
            <p:cNvSpPr/>
            <p:nvPr/>
          </p:nvSpPr>
          <p:spPr>
            <a:xfrm>
              <a:off x="5148289" y="34129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0" name="pt27880"/>
            <p:cNvSpPr/>
            <p:nvPr/>
          </p:nvSpPr>
          <p:spPr>
            <a:xfrm>
              <a:off x="5136308" y="328977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1" name="pt27881"/>
            <p:cNvSpPr/>
            <p:nvPr/>
          </p:nvSpPr>
          <p:spPr>
            <a:xfrm>
              <a:off x="5036760" y="380144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2" name="pt27882"/>
            <p:cNvSpPr/>
            <p:nvPr/>
          </p:nvSpPr>
          <p:spPr>
            <a:xfrm>
              <a:off x="5200457" y="354956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3" name="pt27883"/>
            <p:cNvSpPr/>
            <p:nvPr/>
          </p:nvSpPr>
          <p:spPr>
            <a:xfrm>
              <a:off x="5156389" y="340929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4" name="pt27884"/>
            <p:cNvSpPr/>
            <p:nvPr/>
          </p:nvSpPr>
          <p:spPr>
            <a:xfrm>
              <a:off x="5143610" y="33928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5" name="pt27885"/>
            <p:cNvSpPr/>
            <p:nvPr/>
          </p:nvSpPr>
          <p:spPr>
            <a:xfrm>
              <a:off x="5099470" y="34043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6" name="pt27886"/>
            <p:cNvSpPr/>
            <p:nvPr/>
          </p:nvSpPr>
          <p:spPr>
            <a:xfrm>
              <a:off x="5139523" y="36324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7" name="pt27887"/>
            <p:cNvSpPr/>
            <p:nvPr/>
          </p:nvSpPr>
          <p:spPr>
            <a:xfrm>
              <a:off x="5090424" y="343508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8" name="pt27888"/>
            <p:cNvSpPr/>
            <p:nvPr/>
          </p:nvSpPr>
          <p:spPr>
            <a:xfrm>
              <a:off x="5144992" y="330479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89" name="pt27889"/>
            <p:cNvSpPr/>
            <p:nvPr/>
          </p:nvSpPr>
          <p:spPr>
            <a:xfrm>
              <a:off x="5136848" y="33940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0" name="pt27890"/>
            <p:cNvSpPr/>
            <p:nvPr/>
          </p:nvSpPr>
          <p:spPr>
            <a:xfrm>
              <a:off x="5128860" y="34891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1" name="pt27891"/>
            <p:cNvSpPr/>
            <p:nvPr/>
          </p:nvSpPr>
          <p:spPr>
            <a:xfrm>
              <a:off x="5132146" y="44192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2" name="pt27892"/>
            <p:cNvSpPr/>
            <p:nvPr/>
          </p:nvSpPr>
          <p:spPr>
            <a:xfrm>
              <a:off x="5161595" y="34403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3" name="pt27893"/>
            <p:cNvSpPr/>
            <p:nvPr/>
          </p:nvSpPr>
          <p:spPr>
            <a:xfrm>
              <a:off x="5135004" y="336535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4" name="pt27894"/>
            <p:cNvSpPr/>
            <p:nvPr/>
          </p:nvSpPr>
          <p:spPr>
            <a:xfrm>
              <a:off x="5134326" y="33592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5" name="pt27895"/>
            <p:cNvSpPr/>
            <p:nvPr/>
          </p:nvSpPr>
          <p:spPr>
            <a:xfrm>
              <a:off x="3993167" y="34680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6" name="pt27896"/>
            <p:cNvSpPr/>
            <p:nvPr/>
          </p:nvSpPr>
          <p:spPr>
            <a:xfrm>
              <a:off x="5179442" y="327681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7" name="pt27897"/>
            <p:cNvSpPr/>
            <p:nvPr/>
          </p:nvSpPr>
          <p:spPr>
            <a:xfrm>
              <a:off x="5099167" y="339585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8" name="pt27898"/>
            <p:cNvSpPr/>
            <p:nvPr/>
          </p:nvSpPr>
          <p:spPr>
            <a:xfrm>
              <a:off x="5147756" y="37090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899" name="pt27899"/>
            <p:cNvSpPr/>
            <p:nvPr/>
          </p:nvSpPr>
          <p:spPr>
            <a:xfrm>
              <a:off x="5145371" y="340431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0" name="pt27900"/>
            <p:cNvSpPr/>
            <p:nvPr/>
          </p:nvSpPr>
          <p:spPr>
            <a:xfrm>
              <a:off x="5144647" y="35162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1" name="pt27901"/>
            <p:cNvSpPr/>
            <p:nvPr/>
          </p:nvSpPr>
          <p:spPr>
            <a:xfrm>
              <a:off x="5253599" y="35584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2" name="pt27902"/>
            <p:cNvSpPr/>
            <p:nvPr/>
          </p:nvSpPr>
          <p:spPr>
            <a:xfrm>
              <a:off x="5030901" y="31820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3" name="pt27903"/>
            <p:cNvSpPr/>
            <p:nvPr/>
          </p:nvSpPr>
          <p:spPr>
            <a:xfrm>
              <a:off x="5143079" y="364174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4" name="pt27904"/>
            <p:cNvSpPr/>
            <p:nvPr/>
          </p:nvSpPr>
          <p:spPr>
            <a:xfrm>
              <a:off x="4989714" y="345931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5" name="pt27905"/>
            <p:cNvSpPr/>
            <p:nvPr/>
          </p:nvSpPr>
          <p:spPr>
            <a:xfrm>
              <a:off x="4965729" y="3382306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06" name="pt27906"/>
            <p:cNvSpPr/>
            <p:nvPr/>
          </p:nvSpPr>
          <p:spPr>
            <a:xfrm>
              <a:off x="5136522" y="34816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7" name="pt27907"/>
            <p:cNvSpPr/>
            <p:nvPr/>
          </p:nvSpPr>
          <p:spPr>
            <a:xfrm>
              <a:off x="5022743" y="35572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8" name="pt27908"/>
            <p:cNvSpPr/>
            <p:nvPr/>
          </p:nvSpPr>
          <p:spPr>
            <a:xfrm>
              <a:off x="5137958" y="342122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09" name="pt27909"/>
            <p:cNvSpPr/>
            <p:nvPr/>
          </p:nvSpPr>
          <p:spPr>
            <a:xfrm>
              <a:off x="5092558" y="309404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0" name="pt27910"/>
            <p:cNvSpPr/>
            <p:nvPr/>
          </p:nvSpPr>
          <p:spPr>
            <a:xfrm>
              <a:off x="5154436" y="34983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1" name="pt27911"/>
            <p:cNvSpPr/>
            <p:nvPr/>
          </p:nvSpPr>
          <p:spPr>
            <a:xfrm>
              <a:off x="5146730" y="329400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2" name="pt27912"/>
            <p:cNvSpPr/>
            <p:nvPr/>
          </p:nvSpPr>
          <p:spPr>
            <a:xfrm>
              <a:off x="5094123" y="34510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3" name="pt27913"/>
            <p:cNvSpPr/>
            <p:nvPr/>
          </p:nvSpPr>
          <p:spPr>
            <a:xfrm>
              <a:off x="5167228" y="347529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4" name="pt27914"/>
            <p:cNvSpPr/>
            <p:nvPr/>
          </p:nvSpPr>
          <p:spPr>
            <a:xfrm>
              <a:off x="5030425" y="355228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5" name="pt27915"/>
            <p:cNvSpPr/>
            <p:nvPr/>
          </p:nvSpPr>
          <p:spPr>
            <a:xfrm>
              <a:off x="4998387" y="331041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16" name="pt27916"/>
            <p:cNvSpPr/>
            <p:nvPr/>
          </p:nvSpPr>
          <p:spPr>
            <a:xfrm>
              <a:off x="4605571" y="4857825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17" name="pt27917"/>
            <p:cNvSpPr/>
            <p:nvPr/>
          </p:nvSpPr>
          <p:spPr>
            <a:xfrm>
              <a:off x="5136606" y="3507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8" name="pt27918"/>
            <p:cNvSpPr/>
            <p:nvPr/>
          </p:nvSpPr>
          <p:spPr>
            <a:xfrm>
              <a:off x="5101206" y="34081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19" name="pt27919"/>
            <p:cNvSpPr/>
            <p:nvPr/>
          </p:nvSpPr>
          <p:spPr>
            <a:xfrm>
              <a:off x="5134712" y="347588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0" name="pt27920"/>
            <p:cNvSpPr/>
            <p:nvPr/>
          </p:nvSpPr>
          <p:spPr>
            <a:xfrm>
              <a:off x="5142937" y="33700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1" name="pt27921"/>
            <p:cNvSpPr/>
            <p:nvPr/>
          </p:nvSpPr>
          <p:spPr>
            <a:xfrm>
              <a:off x="5078502" y="380041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2" name="pt27922"/>
            <p:cNvSpPr/>
            <p:nvPr/>
          </p:nvSpPr>
          <p:spPr>
            <a:xfrm>
              <a:off x="5153852" y="33396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3" name="pt27923"/>
            <p:cNvSpPr/>
            <p:nvPr/>
          </p:nvSpPr>
          <p:spPr>
            <a:xfrm>
              <a:off x="4093540" y="34050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4" name="pt27924"/>
            <p:cNvSpPr/>
            <p:nvPr/>
          </p:nvSpPr>
          <p:spPr>
            <a:xfrm>
              <a:off x="5172228" y="371546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5" name="pt27925"/>
            <p:cNvSpPr/>
            <p:nvPr/>
          </p:nvSpPr>
          <p:spPr>
            <a:xfrm>
              <a:off x="5168885" y="4205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6" name="pt27926"/>
            <p:cNvSpPr/>
            <p:nvPr/>
          </p:nvSpPr>
          <p:spPr>
            <a:xfrm>
              <a:off x="5170011" y="336469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7" name="pt27927"/>
            <p:cNvSpPr/>
            <p:nvPr/>
          </p:nvSpPr>
          <p:spPr>
            <a:xfrm>
              <a:off x="5137578" y="354460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8" name="pt27928"/>
            <p:cNvSpPr/>
            <p:nvPr/>
          </p:nvSpPr>
          <p:spPr>
            <a:xfrm>
              <a:off x="5145607" y="334767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29" name="pt27929"/>
            <p:cNvSpPr/>
            <p:nvPr/>
          </p:nvSpPr>
          <p:spPr>
            <a:xfrm>
              <a:off x="4803253" y="402181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30" name="pt27930"/>
            <p:cNvSpPr/>
            <p:nvPr/>
          </p:nvSpPr>
          <p:spPr>
            <a:xfrm>
              <a:off x="5136759" y="35227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1" name="pt27931"/>
            <p:cNvSpPr/>
            <p:nvPr/>
          </p:nvSpPr>
          <p:spPr>
            <a:xfrm>
              <a:off x="5130687" y="3419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2" name="pt27932"/>
            <p:cNvSpPr/>
            <p:nvPr/>
          </p:nvSpPr>
          <p:spPr>
            <a:xfrm>
              <a:off x="5141405" y="325418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3" name="pt27933"/>
            <p:cNvSpPr/>
            <p:nvPr/>
          </p:nvSpPr>
          <p:spPr>
            <a:xfrm>
              <a:off x="5160369" y="340147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4" name="pt27934"/>
            <p:cNvSpPr/>
            <p:nvPr/>
          </p:nvSpPr>
          <p:spPr>
            <a:xfrm>
              <a:off x="5137581" y="36866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5" name="pt27935"/>
            <p:cNvSpPr/>
            <p:nvPr/>
          </p:nvSpPr>
          <p:spPr>
            <a:xfrm>
              <a:off x="5792728" y="35233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6" name="pt27936"/>
            <p:cNvSpPr/>
            <p:nvPr/>
          </p:nvSpPr>
          <p:spPr>
            <a:xfrm>
              <a:off x="5148226" y="336316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7" name="pt27937"/>
            <p:cNvSpPr/>
            <p:nvPr/>
          </p:nvSpPr>
          <p:spPr>
            <a:xfrm>
              <a:off x="5157616" y="33743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8" name="pt27938"/>
            <p:cNvSpPr/>
            <p:nvPr/>
          </p:nvSpPr>
          <p:spPr>
            <a:xfrm>
              <a:off x="5167123" y="34200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39" name="pt27939"/>
            <p:cNvSpPr/>
            <p:nvPr/>
          </p:nvSpPr>
          <p:spPr>
            <a:xfrm>
              <a:off x="5134557" y="3387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0" name="pt27940"/>
            <p:cNvSpPr/>
            <p:nvPr/>
          </p:nvSpPr>
          <p:spPr>
            <a:xfrm>
              <a:off x="5133888" y="31136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1" name="pt27941"/>
            <p:cNvSpPr/>
            <p:nvPr/>
          </p:nvSpPr>
          <p:spPr>
            <a:xfrm>
              <a:off x="5120793" y="32401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2" name="pt27942"/>
            <p:cNvSpPr/>
            <p:nvPr/>
          </p:nvSpPr>
          <p:spPr>
            <a:xfrm>
              <a:off x="5043378" y="346066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3" name="pt27943"/>
            <p:cNvSpPr/>
            <p:nvPr/>
          </p:nvSpPr>
          <p:spPr>
            <a:xfrm>
              <a:off x="5056695" y="34221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4" name="pt27944"/>
            <p:cNvSpPr/>
            <p:nvPr/>
          </p:nvSpPr>
          <p:spPr>
            <a:xfrm>
              <a:off x="5453313" y="347677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5" name="pt27945"/>
            <p:cNvSpPr/>
            <p:nvPr/>
          </p:nvSpPr>
          <p:spPr>
            <a:xfrm>
              <a:off x="5140922" y="345133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6" name="pt27946"/>
            <p:cNvSpPr/>
            <p:nvPr/>
          </p:nvSpPr>
          <p:spPr>
            <a:xfrm>
              <a:off x="5184601" y="351479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7" name="pt27947"/>
            <p:cNvSpPr/>
            <p:nvPr/>
          </p:nvSpPr>
          <p:spPr>
            <a:xfrm>
              <a:off x="5140116" y="37552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8" name="pt27948"/>
            <p:cNvSpPr/>
            <p:nvPr/>
          </p:nvSpPr>
          <p:spPr>
            <a:xfrm>
              <a:off x="5167454" y="33074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49" name="pt27949"/>
            <p:cNvSpPr/>
            <p:nvPr/>
          </p:nvSpPr>
          <p:spPr>
            <a:xfrm>
              <a:off x="5145560" y="33855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0" name="pt27950"/>
            <p:cNvSpPr/>
            <p:nvPr/>
          </p:nvSpPr>
          <p:spPr>
            <a:xfrm>
              <a:off x="4967872" y="392577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51" name="pt27951"/>
            <p:cNvSpPr/>
            <p:nvPr/>
          </p:nvSpPr>
          <p:spPr>
            <a:xfrm>
              <a:off x="5149394" y="340693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2" name="pt27952"/>
            <p:cNvSpPr/>
            <p:nvPr/>
          </p:nvSpPr>
          <p:spPr>
            <a:xfrm>
              <a:off x="5168411" y="34457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3" name="pt27953"/>
            <p:cNvSpPr/>
            <p:nvPr/>
          </p:nvSpPr>
          <p:spPr>
            <a:xfrm>
              <a:off x="5136728" y="34746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4" name="pt27954"/>
            <p:cNvSpPr/>
            <p:nvPr/>
          </p:nvSpPr>
          <p:spPr>
            <a:xfrm>
              <a:off x="5139767" y="34237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5" name="pt27955"/>
            <p:cNvSpPr/>
            <p:nvPr/>
          </p:nvSpPr>
          <p:spPr>
            <a:xfrm>
              <a:off x="5280754" y="392716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56" name="pt27956"/>
            <p:cNvSpPr/>
            <p:nvPr/>
          </p:nvSpPr>
          <p:spPr>
            <a:xfrm>
              <a:off x="5155689" y="35648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7" name="pt27957"/>
            <p:cNvSpPr/>
            <p:nvPr/>
          </p:nvSpPr>
          <p:spPr>
            <a:xfrm>
              <a:off x="5160691" y="364763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58" name="pt27958"/>
            <p:cNvSpPr/>
            <p:nvPr/>
          </p:nvSpPr>
          <p:spPr>
            <a:xfrm>
              <a:off x="4084172" y="381139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59" name="pt27959"/>
            <p:cNvSpPr/>
            <p:nvPr/>
          </p:nvSpPr>
          <p:spPr>
            <a:xfrm>
              <a:off x="5141248" y="371308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0" name="pt27960"/>
            <p:cNvSpPr/>
            <p:nvPr/>
          </p:nvSpPr>
          <p:spPr>
            <a:xfrm>
              <a:off x="5148967" y="35673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1" name="pt27961"/>
            <p:cNvSpPr/>
            <p:nvPr/>
          </p:nvSpPr>
          <p:spPr>
            <a:xfrm>
              <a:off x="5129353" y="345001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2" name="pt27962"/>
            <p:cNvSpPr/>
            <p:nvPr/>
          </p:nvSpPr>
          <p:spPr>
            <a:xfrm>
              <a:off x="5151057" y="33604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3" name="pt27963"/>
            <p:cNvSpPr/>
            <p:nvPr/>
          </p:nvSpPr>
          <p:spPr>
            <a:xfrm>
              <a:off x="4999201" y="365794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4" name="pt27964"/>
            <p:cNvSpPr/>
            <p:nvPr/>
          </p:nvSpPr>
          <p:spPr>
            <a:xfrm>
              <a:off x="5131413" y="361296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5" name="pt27965"/>
            <p:cNvSpPr/>
            <p:nvPr/>
          </p:nvSpPr>
          <p:spPr>
            <a:xfrm>
              <a:off x="5148403" y="38696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6" name="pt27966"/>
            <p:cNvSpPr/>
            <p:nvPr/>
          </p:nvSpPr>
          <p:spPr>
            <a:xfrm>
              <a:off x="5053912" y="33299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7" name="pt27967"/>
            <p:cNvSpPr/>
            <p:nvPr/>
          </p:nvSpPr>
          <p:spPr>
            <a:xfrm>
              <a:off x="5169831" y="33676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8" name="pt27968"/>
            <p:cNvSpPr/>
            <p:nvPr/>
          </p:nvSpPr>
          <p:spPr>
            <a:xfrm>
              <a:off x="5136865" y="350359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69" name="pt27969"/>
            <p:cNvSpPr/>
            <p:nvPr/>
          </p:nvSpPr>
          <p:spPr>
            <a:xfrm>
              <a:off x="5138300" y="343722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0" name="pt27970"/>
            <p:cNvSpPr/>
            <p:nvPr/>
          </p:nvSpPr>
          <p:spPr>
            <a:xfrm>
              <a:off x="5189322" y="376343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1" name="pt27971"/>
            <p:cNvSpPr/>
            <p:nvPr/>
          </p:nvSpPr>
          <p:spPr>
            <a:xfrm>
              <a:off x="5152534" y="383757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2" name="pt27972"/>
            <p:cNvSpPr/>
            <p:nvPr/>
          </p:nvSpPr>
          <p:spPr>
            <a:xfrm>
              <a:off x="5110216" y="345274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3" name="pt27973"/>
            <p:cNvSpPr/>
            <p:nvPr/>
          </p:nvSpPr>
          <p:spPr>
            <a:xfrm>
              <a:off x="5455766" y="3353504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74" name="pt27974"/>
            <p:cNvSpPr/>
            <p:nvPr/>
          </p:nvSpPr>
          <p:spPr>
            <a:xfrm>
              <a:off x="5116458" y="427843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5" name="pt27975"/>
            <p:cNvSpPr/>
            <p:nvPr/>
          </p:nvSpPr>
          <p:spPr>
            <a:xfrm>
              <a:off x="5145597" y="364012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6" name="pt27976"/>
            <p:cNvSpPr/>
            <p:nvPr/>
          </p:nvSpPr>
          <p:spPr>
            <a:xfrm>
              <a:off x="5129253" y="341546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7" name="pt27977"/>
            <p:cNvSpPr/>
            <p:nvPr/>
          </p:nvSpPr>
          <p:spPr>
            <a:xfrm>
              <a:off x="5120895" y="26573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8" name="pt27978"/>
            <p:cNvSpPr/>
            <p:nvPr/>
          </p:nvSpPr>
          <p:spPr>
            <a:xfrm>
              <a:off x="5103308" y="369141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79" name="pt27979"/>
            <p:cNvSpPr/>
            <p:nvPr/>
          </p:nvSpPr>
          <p:spPr>
            <a:xfrm>
              <a:off x="5156422" y="372208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0" name="pt27980"/>
            <p:cNvSpPr/>
            <p:nvPr/>
          </p:nvSpPr>
          <p:spPr>
            <a:xfrm>
              <a:off x="5145420" y="339393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1" name="pt27981"/>
            <p:cNvSpPr/>
            <p:nvPr/>
          </p:nvSpPr>
          <p:spPr>
            <a:xfrm>
              <a:off x="5159720" y="41050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2" name="pt27982"/>
            <p:cNvSpPr/>
            <p:nvPr/>
          </p:nvSpPr>
          <p:spPr>
            <a:xfrm>
              <a:off x="5087283" y="352310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3" name="pt27983"/>
            <p:cNvSpPr/>
            <p:nvPr/>
          </p:nvSpPr>
          <p:spPr>
            <a:xfrm>
              <a:off x="5190422" y="4103727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4" name="pt27984"/>
            <p:cNvSpPr/>
            <p:nvPr/>
          </p:nvSpPr>
          <p:spPr>
            <a:xfrm>
              <a:off x="4369133" y="36480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5" name="pt27985"/>
            <p:cNvSpPr/>
            <p:nvPr/>
          </p:nvSpPr>
          <p:spPr>
            <a:xfrm>
              <a:off x="4603680" y="381832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86" name="pt27986"/>
            <p:cNvSpPr/>
            <p:nvPr/>
          </p:nvSpPr>
          <p:spPr>
            <a:xfrm>
              <a:off x="5116797" y="325425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7" name="pt27987"/>
            <p:cNvSpPr/>
            <p:nvPr/>
          </p:nvSpPr>
          <p:spPr>
            <a:xfrm>
              <a:off x="5150135" y="355846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8" name="pt27988"/>
            <p:cNvSpPr/>
            <p:nvPr/>
          </p:nvSpPr>
          <p:spPr>
            <a:xfrm>
              <a:off x="5136978" y="369973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89" name="pt27989"/>
            <p:cNvSpPr/>
            <p:nvPr/>
          </p:nvSpPr>
          <p:spPr>
            <a:xfrm>
              <a:off x="5139699" y="325360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0" name="pt27990"/>
            <p:cNvSpPr/>
            <p:nvPr/>
          </p:nvSpPr>
          <p:spPr>
            <a:xfrm>
              <a:off x="5119132" y="3619626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1" name="pt27991"/>
            <p:cNvSpPr/>
            <p:nvPr/>
          </p:nvSpPr>
          <p:spPr>
            <a:xfrm>
              <a:off x="5141311" y="364397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2" name="pt27992"/>
            <p:cNvSpPr/>
            <p:nvPr/>
          </p:nvSpPr>
          <p:spPr>
            <a:xfrm>
              <a:off x="5113832" y="351481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3" name="pt27993"/>
            <p:cNvSpPr/>
            <p:nvPr/>
          </p:nvSpPr>
          <p:spPr>
            <a:xfrm>
              <a:off x="5126220" y="342179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4" name="pt27994"/>
            <p:cNvSpPr/>
            <p:nvPr/>
          </p:nvSpPr>
          <p:spPr>
            <a:xfrm>
              <a:off x="5137327" y="340003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5" name="pt27995"/>
            <p:cNvSpPr/>
            <p:nvPr/>
          </p:nvSpPr>
          <p:spPr>
            <a:xfrm>
              <a:off x="5177922" y="354547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6" name="pt27996"/>
            <p:cNvSpPr/>
            <p:nvPr/>
          </p:nvSpPr>
          <p:spPr>
            <a:xfrm>
              <a:off x="5141847" y="33041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7" name="pt27997"/>
            <p:cNvSpPr/>
            <p:nvPr/>
          </p:nvSpPr>
          <p:spPr>
            <a:xfrm>
              <a:off x="4447750" y="4128173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98" name="pt27998"/>
            <p:cNvSpPr/>
            <p:nvPr/>
          </p:nvSpPr>
          <p:spPr>
            <a:xfrm>
              <a:off x="5117652" y="391672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7999" name="pt27999"/>
            <p:cNvSpPr/>
            <p:nvPr/>
          </p:nvSpPr>
          <p:spPr>
            <a:xfrm>
              <a:off x="5151799" y="354629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0" name="pt28000"/>
            <p:cNvSpPr/>
            <p:nvPr/>
          </p:nvSpPr>
          <p:spPr>
            <a:xfrm>
              <a:off x="5150295" y="34153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1" name="pt28001"/>
            <p:cNvSpPr/>
            <p:nvPr/>
          </p:nvSpPr>
          <p:spPr>
            <a:xfrm>
              <a:off x="5403523" y="4069472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02" name="pt28002"/>
            <p:cNvSpPr/>
            <p:nvPr/>
          </p:nvSpPr>
          <p:spPr>
            <a:xfrm>
              <a:off x="5159927" y="372750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3" name="pt28003"/>
            <p:cNvSpPr/>
            <p:nvPr/>
          </p:nvSpPr>
          <p:spPr>
            <a:xfrm>
              <a:off x="5159439" y="341820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4" name="pt28004"/>
            <p:cNvSpPr/>
            <p:nvPr/>
          </p:nvSpPr>
          <p:spPr>
            <a:xfrm>
              <a:off x="5108879" y="3592531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5" name="pt28005"/>
            <p:cNvSpPr/>
            <p:nvPr/>
          </p:nvSpPr>
          <p:spPr>
            <a:xfrm>
              <a:off x="4976875" y="3499524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6" name="pt28006"/>
            <p:cNvSpPr/>
            <p:nvPr/>
          </p:nvSpPr>
          <p:spPr>
            <a:xfrm>
              <a:off x="4894440" y="3558982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7" name="pt28007"/>
            <p:cNvSpPr/>
            <p:nvPr/>
          </p:nvSpPr>
          <p:spPr>
            <a:xfrm>
              <a:off x="5139799" y="322862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8" name="pt28008"/>
            <p:cNvSpPr/>
            <p:nvPr/>
          </p:nvSpPr>
          <p:spPr>
            <a:xfrm>
              <a:off x="5126786" y="3396360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09" name="pt28009"/>
            <p:cNvSpPr/>
            <p:nvPr/>
          </p:nvSpPr>
          <p:spPr>
            <a:xfrm>
              <a:off x="5511730" y="365420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0" name="pt28010"/>
            <p:cNvSpPr/>
            <p:nvPr/>
          </p:nvSpPr>
          <p:spPr>
            <a:xfrm>
              <a:off x="5102012" y="37378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1" name="pt28011"/>
            <p:cNvSpPr/>
            <p:nvPr/>
          </p:nvSpPr>
          <p:spPr>
            <a:xfrm>
              <a:off x="5087494" y="34909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2" name="pt28012"/>
            <p:cNvSpPr/>
            <p:nvPr/>
          </p:nvSpPr>
          <p:spPr>
            <a:xfrm>
              <a:off x="5126334" y="3506378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3" name="pt28013"/>
            <p:cNvSpPr/>
            <p:nvPr/>
          </p:nvSpPr>
          <p:spPr>
            <a:xfrm>
              <a:off x="5073194" y="35049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4" name="pt28014"/>
            <p:cNvSpPr/>
            <p:nvPr/>
          </p:nvSpPr>
          <p:spPr>
            <a:xfrm>
              <a:off x="5149163" y="361535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5" name="pt28015"/>
            <p:cNvSpPr/>
            <p:nvPr/>
          </p:nvSpPr>
          <p:spPr>
            <a:xfrm>
              <a:off x="5204330" y="3276025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6" name="pt28016"/>
            <p:cNvSpPr/>
            <p:nvPr/>
          </p:nvSpPr>
          <p:spPr>
            <a:xfrm>
              <a:off x="5086167" y="3620709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7" name="pt28017"/>
            <p:cNvSpPr/>
            <p:nvPr/>
          </p:nvSpPr>
          <p:spPr>
            <a:xfrm>
              <a:off x="4541090" y="344898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8" name="pt28018"/>
            <p:cNvSpPr/>
            <p:nvPr/>
          </p:nvSpPr>
          <p:spPr>
            <a:xfrm>
              <a:off x="5113710" y="3848643"/>
              <a:ext cx="54165" cy="54165"/>
            </a:xfrm>
            <a:prstGeom prst="ellipse">
              <a:avLst/>
            </a:prstGeom>
            <a:solidFill>
              <a:srgbClr val="FC8D59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19" name="pt28019"/>
            <p:cNvSpPr/>
            <p:nvPr/>
          </p:nvSpPr>
          <p:spPr>
            <a:xfrm>
              <a:off x="4782782" y="403571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20" name="pt28020"/>
            <p:cNvSpPr/>
            <p:nvPr/>
          </p:nvSpPr>
          <p:spPr>
            <a:xfrm>
              <a:off x="5185247" y="34919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1" name="pt28021"/>
            <p:cNvSpPr/>
            <p:nvPr/>
          </p:nvSpPr>
          <p:spPr>
            <a:xfrm>
              <a:off x="4358326" y="3718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2" name="pt28022"/>
            <p:cNvSpPr/>
            <p:nvPr/>
          </p:nvSpPr>
          <p:spPr>
            <a:xfrm>
              <a:off x="5158374" y="35276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3" name="pt28023"/>
            <p:cNvSpPr/>
            <p:nvPr/>
          </p:nvSpPr>
          <p:spPr>
            <a:xfrm>
              <a:off x="5067689" y="3609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4" name="pt28024"/>
            <p:cNvSpPr/>
            <p:nvPr/>
          </p:nvSpPr>
          <p:spPr>
            <a:xfrm>
              <a:off x="4383471" y="371036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25" name="pt28025"/>
            <p:cNvSpPr/>
            <p:nvPr/>
          </p:nvSpPr>
          <p:spPr>
            <a:xfrm>
              <a:off x="5086775" y="36042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6" name="pt28026"/>
            <p:cNvSpPr/>
            <p:nvPr/>
          </p:nvSpPr>
          <p:spPr>
            <a:xfrm>
              <a:off x="4942834" y="420356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27" name="pt28027"/>
            <p:cNvSpPr/>
            <p:nvPr/>
          </p:nvSpPr>
          <p:spPr>
            <a:xfrm>
              <a:off x="5132230" y="36444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8" name="pt28028"/>
            <p:cNvSpPr/>
            <p:nvPr/>
          </p:nvSpPr>
          <p:spPr>
            <a:xfrm>
              <a:off x="5148328" y="3837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29" name="pt28029"/>
            <p:cNvSpPr/>
            <p:nvPr/>
          </p:nvSpPr>
          <p:spPr>
            <a:xfrm>
              <a:off x="5112636" y="35272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0" name="pt28030"/>
            <p:cNvSpPr/>
            <p:nvPr/>
          </p:nvSpPr>
          <p:spPr>
            <a:xfrm>
              <a:off x="5025226" y="3592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1" name="pt28031"/>
            <p:cNvSpPr/>
            <p:nvPr/>
          </p:nvSpPr>
          <p:spPr>
            <a:xfrm>
              <a:off x="4801349" y="398859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32" name="pt28032"/>
            <p:cNvSpPr/>
            <p:nvPr/>
          </p:nvSpPr>
          <p:spPr>
            <a:xfrm>
              <a:off x="5146816" y="36348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3" name="pt28033"/>
            <p:cNvSpPr/>
            <p:nvPr/>
          </p:nvSpPr>
          <p:spPr>
            <a:xfrm>
              <a:off x="5153089" y="3571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4" name="pt28034"/>
            <p:cNvSpPr/>
            <p:nvPr/>
          </p:nvSpPr>
          <p:spPr>
            <a:xfrm>
              <a:off x="4734449" y="442194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35" name="pt28035"/>
            <p:cNvSpPr/>
            <p:nvPr/>
          </p:nvSpPr>
          <p:spPr>
            <a:xfrm>
              <a:off x="5083952" y="45033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6" name="pt28036"/>
            <p:cNvSpPr/>
            <p:nvPr/>
          </p:nvSpPr>
          <p:spPr>
            <a:xfrm>
              <a:off x="5352205" y="3667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7" name="pt28037"/>
            <p:cNvSpPr/>
            <p:nvPr/>
          </p:nvSpPr>
          <p:spPr>
            <a:xfrm>
              <a:off x="5581657" y="307596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38" name="pt28038"/>
            <p:cNvSpPr/>
            <p:nvPr/>
          </p:nvSpPr>
          <p:spPr>
            <a:xfrm>
              <a:off x="5086164" y="3482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39" name="pt28039"/>
            <p:cNvSpPr/>
            <p:nvPr/>
          </p:nvSpPr>
          <p:spPr>
            <a:xfrm>
              <a:off x="5164081" y="2851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0" name="pt28040"/>
            <p:cNvSpPr/>
            <p:nvPr/>
          </p:nvSpPr>
          <p:spPr>
            <a:xfrm>
              <a:off x="5166368" y="34921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1" name="pt28041"/>
            <p:cNvSpPr/>
            <p:nvPr/>
          </p:nvSpPr>
          <p:spPr>
            <a:xfrm>
              <a:off x="5209512" y="38315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2" name="pt28042"/>
            <p:cNvSpPr/>
            <p:nvPr/>
          </p:nvSpPr>
          <p:spPr>
            <a:xfrm>
              <a:off x="5115135" y="3990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3" name="pt28043"/>
            <p:cNvSpPr/>
            <p:nvPr/>
          </p:nvSpPr>
          <p:spPr>
            <a:xfrm>
              <a:off x="5090291" y="3741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4" name="pt28044"/>
            <p:cNvSpPr/>
            <p:nvPr/>
          </p:nvSpPr>
          <p:spPr>
            <a:xfrm>
              <a:off x="5113753" y="43411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5" name="pt28045"/>
            <p:cNvSpPr/>
            <p:nvPr/>
          </p:nvSpPr>
          <p:spPr>
            <a:xfrm>
              <a:off x="5151569" y="34917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6" name="pt28046"/>
            <p:cNvSpPr/>
            <p:nvPr/>
          </p:nvSpPr>
          <p:spPr>
            <a:xfrm>
              <a:off x="5123720" y="38562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7" name="pt28047"/>
            <p:cNvSpPr/>
            <p:nvPr/>
          </p:nvSpPr>
          <p:spPr>
            <a:xfrm>
              <a:off x="5125335" y="4295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8" name="pt28048"/>
            <p:cNvSpPr/>
            <p:nvPr/>
          </p:nvSpPr>
          <p:spPr>
            <a:xfrm>
              <a:off x="5147987" y="3622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49" name="pt28049"/>
            <p:cNvSpPr/>
            <p:nvPr/>
          </p:nvSpPr>
          <p:spPr>
            <a:xfrm>
              <a:off x="5120665" y="3943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0" name="pt28050"/>
            <p:cNvSpPr/>
            <p:nvPr/>
          </p:nvSpPr>
          <p:spPr>
            <a:xfrm>
              <a:off x="5063765" y="3875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1" name="pt28051"/>
            <p:cNvSpPr/>
            <p:nvPr/>
          </p:nvSpPr>
          <p:spPr>
            <a:xfrm>
              <a:off x="5133121" y="39064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2" name="pt28052"/>
            <p:cNvSpPr/>
            <p:nvPr/>
          </p:nvSpPr>
          <p:spPr>
            <a:xfrm>
              <a:off x="5127938" y="40051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3" name="pt28053"/>
            <p:cNvSpPr/>
            <p:nvPr/>
          </p:nvSpPr>
          <p:spPr>
            <a:xfrm>
              <a:off x="5145783" y="40477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4" name="pt28054"/>
            <p:cNvSpPr/>
            <p:nvPr/>
          </p:nvSpPr>
          <p:spPr>
            <a:xfrm>
              <a:off x="5156070" y="3872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5" name="pt28055"/>
            <p:cNvSpPr/>
            <p:nvPr/>
          </p:nvSpPr>
          <p:spPr>
            <a:xfrm>
              <a:off x="5113327" y="37202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6" name="pt28056"/>
            <p:cNvSpPr/>
            <p:nvPr/>
          </p:nvSpPr>
          <p:spPr>
            <a:xfrm>
              <a:off x="5143436" y="3792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7" name="pt28057"/>
            <p:cNvSpPr/>
            <p:nvPr/>
          </p:nvSpPr>
          <p:spPr>
            <a:xfrm>
              <a:off x="5171621" y="3539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8" name="pt28058"/>
            <p:cNvSpPr/>
            <p:nvPr/>
          </p:nvSpPr>
          <p:spPr>
            <a:xfrm>
              <a:off x="5150522" y="3504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59" name="pt28059"/>
            <p:cNvSpPr/>
            <p:nvPr/>
          </p:nvSpPr>
          <p:spPr>
            <a:xfrm>
              <a:off x="5121898" y="3521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0" name="pt28060"/>
            <p:cNvSpPr/>
            <p:nvPr/>
          </p:nvSpPr>
          <p:spPr>
            <a:xfrm>
              <a:off x="5204252" y="3448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1" name="pt28061"/>
            <p:cNvSpPr/>
            <p:nvPr/>
          </p:nvSpPr>
          <p:spPr>
            <a:xfrm>
              <a:off x="5118167" y="53980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2" name="pt28062"/>
            <p:cNvSpPr/>
            <p:nvPr/>
          </p:nvSpPr>
          <p:spPr>
            <a:xfrm>
              <a:off x="5173557" y="20661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3" name="pt28063"/>
            <p:cNvSpPr/>
            <p:nvPr/>
          </p:nvSpPr>
          <p:spPr>
            <a:xfrm>
              <a:off x="5125829" y="30999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4" name="pt28064"/>
            <p:cNvSpPr/>
            <p:nvPr/>
          </p:nvSpPr>
          <p:spPr>
            <a:xfrm>
              <a:off x="5158068" y="3460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5" name="pt28065"/>
            <p:cNvSpPr/>
            <p:nvPr/>
          </p:nvSpPr>
          <p:spPr>
            <a:xfrm>
              <a:off x="5133316" y="35915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6" name="pt28066"/>
            <p:cNvSpPr/>
            <p:nvPr/>
          </p:nvSpPr>
          <p:spPr>
            <a:xfrm>
              <a:off x="5141992" y="3567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7" name="pt28067"/>
            <p:cNvSpPr/>
            <p:nvPr/>
          </p:nvSpPr>
          <p:spPr>
            <a:xfrm>
              <a:off x="5136318" y="36211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8" name="pt28068"/>
            <p:cNvSpPr/>
            <p:nvPr/>
          </p:nvSpPr>
          <p:spPr>
            <a:xfrm>
              <a:off x="5133071" y="31744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69" name="pt28069"/>
            <p:cNvSpPr/>
            <p:nvPr/>
          </p:nvSpPr>
          <p:spPr>
            <a:xfrm>
              <a:off x="5020854" y="41164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0" name="pt28070"/>
            <p:cNvSpPr/>
            <p:nvPr/>
          </p:nvSpPr>
          <p:spPr>
            <a:xfrm>
              <a:off x="5131997" y="3711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1" name="pt28071"/>
            <p:cNvSpPr/>
            <p:nvPr/>
          </p:nvSpPr>
          <p:spPr>
            <a:xfrm>
              <a:off x="5139511" y="37043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2" name="pt28072"/>
            <p:cNvSpPr/>
            <p:nvPr/>
          </p:nvSpPr>
          <p:spPr>
            <a:xfrm>
              <a:off x="5122831" y="36359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3" name="pt28073"/>
            <p:cNvSpPr/>
            <p:nvPr/>
          </p:nvSpPr>
          <p:spPr>
            <a:xfrm>
              <a:off x="5132300" y="37580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4" name="pt28074"/>
            <p:cNvSpPr/>
            <p:nvPr/>
          </p:nvSpPr>
          <p:spPr>
            <a:xfrm>
              <a:off x="5130638" y="3478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5" name="pt28075"/>
            <p:cNvSpPr/>
            <p:nvPr/>
          </p:nvSpPr>
          <p:spPr>
            <a:xfrm>
              <a:off x="5125975" y="3892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6" name="pt28076"/>
            <p:cNvSpPr/>
            <p:nvPr/>
          </p:nvSpPr>
          <p:spPr>
            <a:xfrm>
              <a:off x="5150296" y="3834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7" name="pt28077"/>
            <p:cNvSpPr/>
            <p:nvPr/>
          </p:nvSpPr>
          <p:spPr>
            <a:xfrm>
              <a:off x="5115206" y="38831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8" name="pt28078"/>
            <p:cNvSpPr/>
            <p:nvPr/>
          </p:nvSpPr>
          <p:spPr>
            <a:xfrm>
              <a:off x="5131384" y="3718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79" name="pt28079"/>
            <p:cNvSpPr/>
            <p:nvPr/>
          </p:nvSpPr>
          <p:spPr>
            <a:xfrm>
              <a:off x="5139346" y="3539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0" name="pt28080"/>
            <p:cNvSpPr/>
            <p:nvPr/>
          </p:nvSpPr>
          <p:spPr>
            <a:xfrm>
              <a:off x="5129097" y="3878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1" name="pt28081"/>
            <p:cNvSpPr/>
            <p:nvPr/>
          </p:nvSpPr>
          <p:spPr>
            <a:xfrm>
              <a:off x="5188912" y="39260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2" name="pt28082"/>
            <p:cNvSpPr/>
            <p:nvPr/>
          </p:nvSpPr>
          <p:spPr>
            <a:xfrm>
              <a:off x="5138561" y="44694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3" name="pt28083"/>
            <p:cNvSpPr/>
            <p:nvPr/>
          </p:nvSpPr>
          <p:spPr>
            <a:xfrm>
              <a:off x="5158202" y="38938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4" name="pt28084"/>
            <p:cNvSpPr/>
            <p:nvPr/>
          </p:nvSpPr>
          <p:spPr>
            <a:xfrm>
              <a:off x="5150585" y="4489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5" name="pt28085"/>
            <p:cNvSpPr/>
            <p:nvPr/>
          </p:nvSpPr>
          <p:spPr>
            <a:xfrm>
              <a:off x="5816348" y="309403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86" name="pt28086"/>
            <p:cNvSpPr/>
            <p:nvPr/>
          </p:nvSpPr>
          <p:spPr>
            <a:xfrm>
              <a:off x="5170383" y="31042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7" name="pt28087"/>
            <p:cNvSpPr/>
            <p:nvPr/>
          </p:nvSpPr>
          <p:spPr>
            <a:xfrm>
              <a:off x="5135916" y="35428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8" name="pt28088"/>
            <p:cNvSpPr/>
            <p:nvPr/>
          </p:nvSpPr>
          <p:spPr>
            <a:xfrm>
              <a:off x="5141640" y="32791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89" name="pt28089"/>
            <p:cNvSpPr/>
            <p:nvPr/>
          </p:nvSpPr>
          <p:spPr>
            <a:xfrm>
              <a:off x="5156034" y="3276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0" name="pt28090"/>
            <p:cNvSpPr/>
            <p:nvPr/>
          </p:nvSpPr>
          <p:spPr>
            <a:xfrm>
              <a:off x="5165101" y="3445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1" name="pt28091"/>
            <p:cNvSpPr/>
            <p:nvPr/>
          </p:nvSpPr>
          <p:spPr>
            <a:xfrm>
              <a:off x="5144695" y="3706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2" name="pt28092"/>
            <p:cNvSpPr/>
            <p:nvPr/>
          </p:nvSpPr>
          <p:spPr>
            <a:xfrm>
              <a:off x="5093769" y="37969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3" name="pt28093"/>
            <p:cNvSpPr/>
            <p:nvPr/>
          </p:nvSpPr>
          <p:spPr>
            <a:xfrm>
              <a:off x="5113189" y="3913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4" name="pt28094"/>
            <p:cNvSpPr/>
            <p:nvPr/>
          </p:nvSpPr>
          <p:spPr>
            <a:xfrm>
              <a:off x="5139319" y="36852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5" name="pt28095"/>
            <p:cNvSpPr/>
            <p:nvPr/>
          </p:nvSpPr>
          <p:spPr>
            <a:xfrm>
              <a:off x="5140230" y="39383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6" name="pt28096"/>
            <p:cNvSpPr/>
            <p:nvPr/>
          </p:nvSpPr>
          <p:spPr>
            <a:xfrm>
              <a:off x="5110252" y="3964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7" name="pt28097"/>
            <p:cNvSpPr/>
            <p:nvPr/>
          </p:nvSpPr>
          <p:spPr>
            <a:xfrm>
              <a:off x="5158365" y="35382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8" name="pt28098"/>
            <p:cNvSpPr/>
            <p:nvPr/>
          </p:nvSpPr>
          <p:spPr>
            <a:xfrm>
              <a:off x="5177645" y="3521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099" name="pt28099"/>
            <p:cNvSpPr/>
            <p:nvPr/>
          </p:nvSpPr>
          <p:spPr>
            <a:xfrm>
              <a:off x="5142032" y="38131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0" name="pt28100"/>
            <p:cNvSpPr/>
            <p:nvPr/>
          </p:nvSpPr>
          <p:spPr>
            <a:xfrm>
              <a:off x="5132263" y="3631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1" name="pt28101"/>
            <p:cNvSpPr/>
            <p:nvPr/>
          </p:nvSpPr>
          <p:spPr>
            <a:xfrm>
              <a:off x="5127388" y="3747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2" name="pt28102"/>
            <p:cNvSpPr/>
            <p:nvPr/>
          </p:nvSpPr>
          <p:spPr>
            <a:xfrm>
              <a:off x="5141796" y="3739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3" name="pt28103"/>
            <p:cNvSpPr/>
            <p:nvPr/>
          </p:nvSpPr>
          <p:spPr>
            <a:xfrm>
              <a:off x="5112587" y="35225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4" name="pt28104"/>
            <p:cNvSpPr/>
            <p:nvPr/>
          </p:nvSpPr>
          <p:spPr>
            <a:xfrm>
              <a:off x="4575444" y="423347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05" name="pt28105"/>
            <p:cNvSpPr/>
            <p:nvPr/>
          </p:nvSpPr>
          <p:spPr>
            <a:xfrm>
              <a:off x="5124214" y="3671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6" name="pt28106"/>
            <p:cNvSpPr/>
            <p:nvPr/>
          </p:nvSpPr>
          <p:spPr>
            <a:xfrm>
              <a:off x="5318168" y="2844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7" name="pt28107"/>
            <p:cNvSpPr/>
            <p:nvPr/>
          </p:nvSpPr>
          <p:spPr>
            <a:xfrm>
              <a:off x="5116375" y="48071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08" name="pt28108"/>
            <p:cNvSpPr/>
            <p:nvPr/>
          </p:nvSpPr>
          <p:spPr>
            <a:xfrm>
              <a:off x="4535122" y="388429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09" name="pt28109"/>
            <p:cNvSpPr/>
            <p:nvPr/>
          </p:nvSpPr>
          <p:spPr>
            <a:xfrm>
              <a:off x="5146470" y="3693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0" name="pt28110"/>
            <p:cNvSpPr/>
            <p:nvPr/>
          </p:nvSpPr>
          <p:spPr>
            <a:xfrm>
              <a:off x="5129206" y="3633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1" name="pt28111"/>
            <p:cNvSpPr/>
            <p:nvPr/>
          </p:nvSpPr>
          <p:spPr>
            <a:xfrm>
              <a:off x="5133203" y="39111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2" name="pt28112"/>
            <p:cNvSpPr/>
            <p:nvPr/>
          </p:nvSpPr>
          <p:spPr>
            <a:xfrm>
              <a:off x="5149813" y="38123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3" name="pt28113"/>
            <p:cNvSpPr/>
            <p:nvPr/>
          </p:nvSpPr>
          <p:spPr>
            <a:xfrm>
              <a:off x="5186707" y="35493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4" name="pt28114"/>
            <p:cNvSpPr/>
            <p:nvPr/>
          </p:nvSpPr>
          <p:spPr>
            <a:xfrm>
              <a:off x="5150652" y="3789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5" name="pt28115"/>
            <p:cNvSpPr/>
            <p:nvPr/>
          </p:nvSpPr>
          <p:spPr>
            <a:xfrm>
              <a:off x="5038506" y="39775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6" name="pt28116"/>
            <p:cNvSpPr/>
            <p:nvPr/>
          </p:nvSpPr>
          <p:spPr>
            <a:xfrm>
              <a:off x="5145889" y="3926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7" name="pt28117"/>
            <p:cNvSpPr/>
            <p:nvPr/>
          </p:nvSpPr>
          <p:spPr>
            <a:xfrm>
              <a:off x="5146378" y="35590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8" name="pt28118"/>
            <p:cNvSpPr/>
            <p:nvPr/>
          </p:nvSpPr>
          <p:spPr>
            <a:xfrm>
              <a:off x="5047843" y="48951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19" name="pt28119"/>
            <p:cNvSpPr/>
            <p:nvPr/>
          </p:nvSpPr>
          <p:spPr>
            <a:xfrm>
              <a:off x="5121900" y="49735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0" name="pt28120"/>
            <p:cNvSpPr/>
            <p:nvPr/>
          </p:nvSpPr>
          <p:spPr>
            <a:xfrm>
              <a:off x="5090716" y="47908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1" name="pt28121"/>
            <p:cNvSpPr/>
            <p:nvPr/>
          </p:nvSpPr>
          <p:spPr>
            <a:xfrm>
              <a:off x="5078884" y="5236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2" name="pt28122"/>
            <p:cNvSpPr/>
            <p:nvPr/>
          </p:nvSpPr>
          <p:spPr>
            <a:xfrm>
              <a:off x="5127703" y="5165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3" name="pt28123"/>
            <p:cNvSpPr/>
            <p:nvPr/>
          </p:nvSpPr>
          <p:spPr>
            <a:xfrm>
              <a:off x="5134707" y="3962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4" name="pt28124"/>
            <p:cNvSpPr/>
            <p:nvPr/>
          </p:nvSpPr>
          <p:spPr>
            <a:xfrm>
              <a:off x="5138413" y="39681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5" name="pt28125"/>
            <p:cNvSpPr/>
            <p:nvPr/>
          </p:nvSpPr>
          <p:spPr>
            <a:xfrm>
              <a:off x="5173889" y="35519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6" name="pt28126"/>
            <p:cNvSpPr/>
            <p:nvPr/>
          </p:nvSpPr>
          <p:spPr>
            <a:xfrm>
              <a:off x="5155419" y="33333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7" name="pt28127"/>
            <p:cNvSpPr/>
            <p:nvPr/>
          </p:nvSpPr>
          <p:spPr>
            <a:xfrm>
              <a:off x="5187965" y="3500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8" name="pt28128"/>
            <p:cNvSpPr/>
            <p:nvPr/>
          </p:nvSpPr>
          <p:spPr>
            <a:xfrm>
              <a:off x="5160409" y="3490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29" name="pt28129"/>
            <p:cNvSpPr/>
            <p:nvPr/>
          </p:nvSpPr>
          <p:spPr>
            <a:xfrm>
              <a:off x="5158354" y="35890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0" name="pt28130"/>
            <p:cNvSpPr/>
            <p:nvPr/>
          </p:nvSpPr>
          <p:spPr>
            <a:xfrm>
              <a:off x="5166834" y="36016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1" name="pt28131"/>
            <p:cNvSpPr/>
            <p:nvPr/>
          </p:nvSpPr>
          <p:spPr>
            <a:xfrm>
              <a:off x="5115410" y="4204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2" name="pt28132"/>
            <p:cNvSpPr/>
            <p:nvPr/>
          </p:nvSpPr>
          <p:spPr>
            <a:xfrm>
              <a:off x="5146717" y="3545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3" name="pt28133"/>
            <p:cNvSpPr/>
            <p:nvPr/>
          </p:nvSpPr>
          <p:spPr>
            <a:xfrm>
              <a:off x="5142434" y="38112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4" name="pt28134"/>
            <p:cNvSpPr/>
            <p:nvPr/>
          </p:nvSpPr>
          <p:spPr>
            <a:xfrm>
              <a:off x="5142285" y="3555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5" name="pt28135"/>
            <p:cNvSpPr/>
            <p:nvPr/>
          </p:nvSpPr>
          <p:spPr>
            <a:xfrm>
              <a:off x="5138196" y="3595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6" name="pt28136"/>
            <p:cNvSpPr/>
            <p:nvPr/>
          </p:nvSpPr>
          <p:spPr>
            <a:xfrm>
              <a:off x="5154548" y="3604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7" name="pt28137"/>
            <p:cNvSpPr/>
            <p:nvPr/>
          </p:nvSpPr>
          <p:spPr>
            <a:xfrm>
              <a:off x="5133226" y="4081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8" name="pt28138"/>
            <p:cNvSpPr/>
            <p:nvPr/>
          </p:nvSpPr>
          <p:spPr>
            <a:xfrm>
              <a:off x="4905718" y="44769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39" name="pt28139"/>
            <p:cNvSpPr/>
            <p:nvPr/>
          </p:nvSpPr>
          <p:spPr>
            <a:xfrm>
              <a:off x="5124208" y="32930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0" name="pt28140"/>
            <p:cNvSpPr/>
            <p:nvPr/>
          </p:nvSpPr>
          <p:spPr>
            <a:xfrm>
              <a:off x="5147922" y="36576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1" name="pt28141"/>
            <p:cNvSpPr/>
            <p:nvPr/>
          </p:nvSpPr>
          <p:spPr>
            <a:xfrm>
              <a:off x="5140980" y="37341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2" name="pt28142"/>
            <p:cNvSpPr/>
            <p:nvPr/>
          </p:nvSpPr>
          <p:spPr>
            <a:xfrm>
              <a:off x="5079565" y="3879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3" name="pt28143"/>
            <p:cNvSpPr/>
            <p:nvPr/>
          </p:nvSpPr>
          <p:spPr>
            <a:xfrm>
              <a:off x="4436825" y="35037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4" name="pt28144"/>
            <p:cNvSpPr/>
            <p:nvPr/>
          </p:nvSpPr>
          <p:spPr>
            <a:xfrm>
              <a:off x="5138697" y="3580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5" name="pt28145"/>
            <p:cNvSpPr/>
            <p:nvPr/>
          </p:nvSpPr>
          <p:spPr>
            <a:xfrm>
              <a:off x="5163095" y="3557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6" name="pt28146"/>
            <p:cNvSpPr/>
            <p:nvPr/>
          </p:nvSpPr>
          <p:spPr>
            <a:xfrm>
              <a:off x="5119493" y="3779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7" name="pt28147"/>
            <p:cNvSpPr/>
            <p:nvPr/>
          </p:nvSpPr>
          <p:spPr>
            <a:xfrm>
              <a:off x="5162922" y="34479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8" name="pt28148"/>
            <p:cNvSpPr/>
            <p:nvPr/>
          </p:nvSpPr>
          <p:spPr>
            <a:xfrm>
              <a:off x="5125205" y="36503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49" name="pt28149"/>
            <p:cNvSpPr/>
            <p:nvPr/>
          </p:nvSpPr>
          <p:spPr>
            <a:xfrm>
              <a:off x="5142704" y="3808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0" name="pt28150"/>
            <p:cNvSpPr/>
            <p:nvPr/>
          </p:nvSpPr>
          <p:spPr>
            <a:xfrm>
              <a:off x="5131870" y="3774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1" name="pt28151"/>
            <p:cNvSpPr/>
            <p:nvPr/>
          </p:nvSpPr>
          <p:spPr>
            <a:xfrm>
              <a:off x="5154476" y="3573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2" name="pt28152"/>
            <p:cNvSpPr/>
            <p:nvPr/>
          </p:nvSpPr>
          <p:spPr>
            <a:xfrm>
              <a:off x="5137528" y="35895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3" name="pt28153"/>
            <p:cNvSpPr/>
            <p:nvPr/>
          </p:nvSpPr>
          <p:spPr>
            <a:xfrm>
              <a:off x="5141312" y="3466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4" name="pt28154"/>
            <p:cNvSpPr/>
            <p:nvPr/>
          </p:nvSpPr>
          <p:spPr>
            <a:xfrm>
              <a:off x="5133402" y="36979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5" name="pt28155"/>
            <p:cNvSpPr/>
            <p:nvPr/>
          </p:nvSpPr>
          <p:spPr>
            <a:xfrm>
              <a:off x="5104355" y="4943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6" name="pt28156"/>
            <p:cNvSpPr/>
            <p:nvPr/>
          </p:nvSpPr>
          <p:spPr>
            <a:xfrm>
              <a:off x="5096973" y="49464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7" name="pt28157"/>
            <p:cNvSpPr/>
            <p:nvPr/>
          </p:nvSpPr>
          <p:spPr>
            <a:xfrm>
              <a:off x="4590344" y="501121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58" name="pt28158"/>
            <p:cNvSpPr/>
            <p:nvPr/>
          </p:nvSpPr>
          <p:spPr>
            <a:xfrm>
              <a:off x="5097909" y="39807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59" name="pt28159"/>
            <p:cNvSpPr/>
            <p:nvPr/>
          </p:nvSpPr>
          <p:spPr>
            <a:xfrm>
              <a:off x="5078535" y="4529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0" name="pt28160"/>
            <p:cNvSpPr/>
            <p:nvPr/>
          </p:nvSpPr>
          <p:spPr>
            <a:xfrm>
              <a:off x="5166059" y="35496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1" name="pt28161"/>
            <p:cNvSpPr/>
            <p:nvPr/>
          </p:nvSpPr>
          <p:spPr>
            <a:xfrm>
              <a:off x="4898557" y="375670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62" name="pt28162"/>
            <p:cNvSpPr/>
            <p:nvPr/>
          </p:nvSpPr>
          <p:spPr>
            <a:xfrm>
              <a:off x="5131998" y="40384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3" name="pt28163"/>
            <p:cNvSpPr/>
            <p:nvPr/>
          </p:nvSpPr>
          <p:spPr>
            <a:xfrm>
              <a:off x="5060883" y="37901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4" name="pt28164"/>
            <p:cNvSpPr/>
            <p:nvPr/>
          </p:nvSpPr>
          <p:spPr>
            <a:xfrm>
              <a:off x="5148638" y="37611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5" name="pt28165"/>
            <p:cNvSpPr/>
            <p:nvPr/>
          </p:nvSpPr>
          <p:spPr>
            <a:xfrm>
              <a:off x="5153574" y="39779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6" name="pt28166"/>
            <p:cNvSpPr/>
            <p:nvPr/>
          </p:nvSpPr>
          <p:spPr>
            <a:xfrm>
              <a:off x="5164969" y="36337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7" name="pt28167"/>
            <p:cNvSpPr/>
            <p:nvPr/>
          </p:nvSpPr>
          <p:spPr>
            <a:xfrm>
              <a:off x="5147650" y="37743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8" name="pt28168"/>
            <p:cNvSpPr/>
            <p:nvPr/>
          </p:nvSpPr>
          <p:spPr>
            <a:xfrm>
              <a:off x="5136007" y="36147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69" name="pt28169"/>
            <p:cNvSpPr/>
            <p:nvPr/>
          </p:nvSpPr>
          <p:spPr>
            <a:xfrm>
              <a:off x="5134914" y="34856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0" name="pt28170"/>
            <p:cNvSpPr/>
            <p:nvPr/>
          </p:nvSpPr>
          <p:spPr>
            <a:xfrm>
              <a:off x="5127276" y="3895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1" name="pt28171"/>
            <p:cNvSpPr/>
            <p:nvPr/>
          </p:nvSpPr>
          <p:spPr>
            <a:xfrm>
              <a:off x="5114215" y="3613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2" name="pt28172"/>
            <p:cNvSpPr/>
            <p:nvPr/>
          </p:nvSpPr>
          <p:spPr>
            <a:xfrm>
              <a:off x="5091218" y="36014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3" name="pt28173"/>
            <p:cNvSpPr/>
            <p:nvPr/>
          </p:nvSpPr>
          <p:spPr>
            <a:xfrm>
              <a:off x="5157228" y="3780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4" name="pt28174"/>
            <p:cNvSpPr/>
            <p:nvPr/>
          </p:nvSpPr>
          <p:spPr>
            <a:xfrm>
              <a:off x="5083560" y="46248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5" name="pt28175"/>
            <p:cNvSpPr/>
            <p:nvPr/>
          </p:nvSpPr>
          <p:spPr>
            <a:xfrm>
              <a:off x="4843585" y="430026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76" name="pt28176"/>
            <p:cNvSpPr/>
            <p:nvPr/>
          </p:nvSpPr>
          <p:spPr>
            <a:xfrm>
              <a:off x="5156507" y="3602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7" name="pt28177"/>
            <p:cNvSpPr/>
            <p:nvPr/>
          </p:nvSpPr>
          <p:spPr>
            <a:xfrm>
              <a:off x="5159324" y="40618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8" name="pt28178"/>
            <p:cNvSpPr/>
            <p:nvPr/>
          </p:nvSpPr>
          <p:spPr>
            <a:xfrm>
              <a:off x="5150957" y="36380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79" name="pt28179"/>
            <p:cNvSpPr/>
            <p:nvPr/>
          </p:nvSpPr>
          <p:spPr>
            <a:xfrm>
              <a:off x="5163880" y="3669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0" name="pt28180"/>
            <p:cNvSpPr/>
            <p:nvPr/>
          </p:nvSpPr>
          <p:spPr>
            <a:xfrm>
              <a:off x="4647720" y="482612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81" name="pt28181"/>
            <p:cNvSpPr/>
            <p:nvPr/>
          </p:nvSpPr>
          <p:spPr>
            <a:xfrm>
              <a:off x="5104467" y="51446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2" name="pt28182"/>
            <p:cNvSpPr/>
            <p:nvPr/>
          </p:nvSpPr>
          <p:spPr>
            <a:xfrm>
              <a:off x="5112035" y="3936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3" name="pt28183"/>
            <p:cNvSpPr/>
            <p:nvPr/>
          </p:nvSpPr>
          <p:spPr>
            <a:xfrm>
              <a:off x="5125446" y="3944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4" name="pt28184"/>
            <p:cNvSpPr/>
            <p:nvPr/>
          </p:nvSpPr>
          <p:spPr>
            <a:xfrm>
              <a:off x="5130838" y="3964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5" name="pt28185"/>
            <p:cNvSpPr/>
            <p:nvPr/>
          </p:nvSpPr>
          <p:spPr>
            <a:xfrm>
              <a:off x="5104597" y="39803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6" name="pt28186"/>
            <p:cNvSpPr/>
            <p:nvPr/>
          </p:nvSpPr>
          <p:spPr>
            <a:xfrm>
              <a:off x="5075259" y="4101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7" name="pt28187"/>
            <p:cNvSpPr/>
            <p:nvPr/>
          </p:nvSpPr>
          <p:spPr>
            <a:xfrm>
              <a:off x="5002664" y="369203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88" name="pt28188"/>
            <p:cNvSpPr/>
            <p:nvPr/>
          </p:nvSpPr>
          <p:spPr>
            <a:xfrm>
              <a:off x="5152547" y="39495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89" name="pt28189"/>
            <p:cNvSpPr/>
            <p:nvPr/>
          </p:nvSpPr>
          <p:spPr>
            <a:xfrm>
              <a:off x="5127872" y="38248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0" name="pt28190"/>
            <p:cNvSpPr/>
            <p:nvPr/>
          </p:nvSpPr>
          <p:spPr>
            <a:xfrm>
              <a:off x="5153234" y="3830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1" name="pt28191"/>
            <p:cNvSpPr/>
            <p:nvPr/>
          </p:nvSpPr>
          <p:spPr>
            <a:xfrm>
              <a:off x="5132549" y="4022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2" name="pt28192"/>
            <p:cNvSpPr/>
            <p:nvPr/>
          </p:nvSpPr>
          <p:spPr>
            <a:xfrm>
              <a:off x="5083480" y="3529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3" name="pt28193"/>
            <p:cNvSpPr/>
            <p:nvPr/>
          </p:nvSpPr>
          <p:spPr>
            <a:xfrm>
              <a:off x="5157596" y="38031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4" name="pt28194"/>
            <p:cNvSpPr/>
            <p:nvPr/>
          </p:nvSpPr>
          <p:spPr>
            <a:xfrm>
              <a:off x="5123283" y="3222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5" name="pt28195"/>
            <p:cNvSpPr/>
            <p:nvPr/>
          </p:nvSpPr>
          <p:spPr>
            <a:xfrm>
              <a:off x="5132489" y="38205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6" name="pt28196"/>
            <p:cNvSpPr/>
            <p:nvPr/>
          </p:nvSpPr>
          <p:spPr>
            <a:xfrm>
              <a:off x="5141196" y="41182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7" name="pt28197"/>
            <p:cNvSpPr/>
            <p:nvPr/>
          </p:nvSpPr>
          <p:spPr>
            <a:xfrm>
              <a:off x="5127670" y="5257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8" name="pt28198"/>
            <p:cNvSpPr/>
            <p:nvPr/>
          </p:nvSpPr>
          <p:spPr>
            <a:xfrm>
              <a:off x="5125230" y="38443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199" name="pt28199"/>
            <p:cNvSpPr/>
            <p:nvPr/>
          </p:nvSpPr>
          <p:spPr>
            <a:xfrm>
              <a:off x="5125921" y="35221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0" name="pt28200"/>
            <p:cNvSpPr/>
            <p:nvPr/>
          </p:nvSpPr>
          <p:spPr>
            <a:xfrm>
              <a:off x="5138405" y="39278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1" name="pt28201"/>
            <p:cNvSpPr/>
            <p:nvPr/>
          </p:nvSpPr>
          <p:spPr>
            <a:xfrm>
              <a:off x="5134715" y="3741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2" name="pt28202"/>
            <p:cNvSpPr/>
            <p:nvPr/>
          </p:nvSpPr>
          <p:spPr>
            <a:xfrm>
              <a:off x="5140645" y="3633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3" name="pt28203"/>
            <p:cNvSpPr/>
            <p:nvPr/>
          </p:nvSpPr>
          <p:spPr>
            <a:xfrm>
              <a:off x="5156976" y="3652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4" name="pt28204"/>
            <p:cNvSpPr/>
            <p:nvPr/>
          </p:nvSpPr>
          <p:spPr>
            <a:xfrm>
              <a:off x="5110509" y="35166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5" name="pt28205"/>
            <p:cNvSpPr/>
            <p:nvPr/>
          </p:nvSpPr>
          <p:spPr>
            <a:xfrm>
              <a:off x="5149312" y="3622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6" name="pt28206"/>
            <p:cNvSpPr/>
            <p:nvPr/>
          </p:nvSpPr>
          <p:spPr>
            <a:xfrm>
              <a:off x="4437373" y="3675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7" name="pt28207"/>
            <p:cNvSpPr/>
            <p:nvPr/>
          </p:nvSpPr>
          <p:spPr>
            <a:xfrm>
              <a:off x="5142825" y="36792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8" name="pt28208"/>
            <p:cNvSpPr/>
            <p:nvPr/>
          </p:nvSpPr>
          <p:spPr>
            <a:xfrm>
              <a:off x="5143650" y="3224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09" name="pt28209"/>
            <p:cNvSpPr/>
            <p:nvPr/>
          </p:nvSpPr>
          <p:spPr>
            <a:xfrm>
              <a:off x="5196571" y="3337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0" name="pt28210"/>
            <p:cNvSpPr/>
            <p:nvPr/>
          </p:nvSpPr>
          <p:spPr>
            <a:xfrm>
              <a:off x="5144872" y="3556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1" name="pt28211"/>
            <p:cNvSpPr/>
            <p:nvPr/>
          </p:nvSpPr>
          <p:spPr>
            <a:xfrm>
              <a:off x="5109081" y="4239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2" name="pt28212"/>
            <p:cNvSpPr/>
            <p:nvPr/>
          </p:nvSpPr>
          <p:spPr>
            <a:xfrm>
              <a:off x="5116169" y="3976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3" name="pt28213"/>
            <p:cNvSpPr/>
            <p:nvPr/>
          </p:nvSpPr>
          <p:spPr>
            <a:xfrm>
              <a:off x="5130352" y="3784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4" name="pt28214"/>
            <p:cNvSpPr/>
            <p:nvPr/>
          </p:nvSpPr>
          <p:spPr>
            <a:xfrm>
              <a:off x="5162662" y="36195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5" name="pt28215"/>
            <p:cNvSpPr/>
            <p:nvPr/>
          </p:nvSpPr>
          <p:spPr>
            <a:xfrm>
              <a:off x="5123867" y="3903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6" name="pt28216"/>
            <p:cNvSpPr/>
            <p:nvPr/>
          </p:nvSpPr>
          <p:spPr>
            <a:xfrm>
              <a:off x="5191066" y="33782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7" name="pt28217"/>
            <p:cNvSpPr/>
            <p:nvPr/>
          </p:nvSpPr>
          <p:spPr>
            <a:xfrm>
              <a:off x="5156666" y="35749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8" name="pt28218"/>
            <p:cNvSpPr/>
            <p:nvPr/>
          </p:nvSpPr>
          <p:spPr>
            <a:xfrm>
              <a:off x="5046027" y="47413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19" name="pt28219"/>
            <p:cNvSpPr/>
            <p:nvPr/>
          </p:nvSpPr>
          <p:spPr>
            <a:xfrm>
              <a:off x="5000801" y="4893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0" name="pt28220"/>
            <p:cNvSpPr/>
            <p:nvPr/>
          </p:nvSpPr>
          <p:spPr>
            <a:xfrm>
              <a:off x="5128465" y="3596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1" name="pt28221"/>
            <p:cNvSpPr/>
            <p:nvPr/>
          </p:nvSpPr>
          <p:spPr>
            <a:xfrm>
              <a:off x="4775033" y="452374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22" name="pt28222"/>
            <p:cNvSpPr/>
            <p:nvPr/>
          </p:nvSpPr>
          <p:spPr>
            <a:xfrm>
              <a:off x="4925378" y="39113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3" name="pt28223"/>
            <p:cNvSpPr/>
            <p:nvPr/>
          </p:nvSpPr>
          <p:spPr>
            <a:xfrm>
              <a:off x="5236106" y="3205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4" name="pt28224"/>
            <p:cNvSpPr/>
            <p:nvPr/>
          </p:nvSpPr>
          <p:spPr>
            <a:xfrm>
              <a:off x="5163493" y="34772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5" name="pt28225"/>
            <p:cNvSpPr/>
            <p:nvPr/>
          </p:nvSpPr>
          <p:spPr>
            <a:xfrm>
              <a:off x="4926773" y="39650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6" name="pt28226"/>
            <p:cNvSpPr/>
            <p:nvPr/>
          </p:nvSpPr>
          <p:spPr>
            <a:xfrm>
              <a:off x="5552507" y="33902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7" name="pt28227"/>
            <p:cNvSpPr/>
            <p:nvPr/>
          </p:nvSpPr>
          <p:spPr>
            <a:xfrm>
              <a:off x="5122887" y="36070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8" name="pt28228"/>
            <p:cNvSpPr/>
            <p:nvPr/>
          </p:nvSpPr>
          <p:spPr>
            <a:xfrm>
              <a:off x="5113629" y="39716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29" name="pt28229"/>
            <p:cNvSpPr/>
            <p:nvPr/>
          </p:nvSpPr>
          <p:spPr>
            <a:xfrm>
              <a:off x="5151405" y="3921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0" name="pt28230"/>
            <p:cNvSpPr/>
            <p:nvPr/>
          </p:nvSpPr>
          <p:spPr>
            <a:xfrm>
              <a:off x="5123295" y="3883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1" name="pt28231"/>
            <p:cNvSpPr/>
            <p:nvPr/>
          </p:nvSpPr>
          <p:spPr>
            <a:xfrm>
              <a:off x="5143682" y="4117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2" name="pt28232"/>
            <p:cNvSpPr/>
            <p:nvPr/>
          </p:nvSpPr>
          <p:spPr>
            <a:xfrm>
              <a:off x="5125737" y="38294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3" name="pt28233"/>
            <p:cNvSpPr/>
            <p:nvPr/>
          </p:nvSpPr>
          <p:spPr>
            <a:xfrm>
              <a:off x="5196826" y="34166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4" name="pt28234"/>
            <p:cNvSpPr/>
            <p:nvPr/>
          </p:nvSpPr>
          <p:spPr>
            <a:xfrm>
              <a:off x="5160757" y="3811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5" name="pt28235"/>
            <p:cNvSpPr/>
            <p:nvPr/>
          </p:nvSpPr>
          <p:spPr>
            <a:xfrm>
              <a:off x="5141958" y="3666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6" name="pt28236"/>
            <p:cNvSpPr/>
            <p:nvPr/>
          </p:nvSpPr>
          <p:spPr>
            <a:xfrm>
              <a:off x="4691678" y="376374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37" name="pt28237"/>
            <p:cNvSpPr/>
            <p:nvPr/>
          </p:nvSpPr>
          <p:spPr>
            <a:xfrm>
              <a:off x="5172109" y="37826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8" name="pt28238"/>
            <p:cNvSpPr/>
            <p:nvPr/>
          </p:nvSpPr>
          <p:spPr>
            <a:xfrm>
              <a:off x="5087425" y="48657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39" name="pt28239"/>
            <p:cNvSpPr/>
            <p:nvPr/>
          </p:nvSpPr>
          <p:spPr>
            <a:xfrm>
              <a:off x="5107621" y="5399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0" name="pt28240"/>
            <p:cNvSpPr/>
            <p:nvPr/>
          </p:nvSpPr>
          <p:spPr>
            <a:xfrm>
              <a:off x="5109109" y="37138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1" name="pt28241"/>
            <p:cNvSpPr/>
            <p:nvPr/>
          </p:nvSpPr>
          <p:spPr>
            <a:xfrm>
              <a:off x="5157132" y="35681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2" name="pt28242"/>
            <p:cNvSpPr/>
            <p:nvPr/>
          </p:nvSpPr>
          <p:spPr>
            <a:xfrm>
              <a:off x="5142615" y="39779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3" name="pt28243"/>
            <p:cNvSpPr/>
            <p:nvPr/>
          </p:nvSpPr>
          <p:spPr>
            <a:xfrm>
              <a:off x="5143951" y="38517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4" name="pt28244"/>
            <p:cNvSpPr/>
            <p:nvPr/>
          </p:nvSpPr>
          <p:spPr>
            <a:xfrm>
              <a:off x="5120625" y="36890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5" name="pt28245"/>
            <p:cNvSpPr/>
            <p:nvPr/>
          </p:nvSpPr>
          <p:spPr>
            <a:xfrm>
              <a:off x="5155653" y="3398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6" name="pt28246"/>
            <p:cNvSpPr/>
            <p:nvPr/>
          </p:nvSpPr>
          <p:spPr>
            <a:xfrm>
              <a:off x="5066731" y="35883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7" name="pt28247"/>
            <p:cNvSpPr/>
            <p:nvPr/>
          </p:nvSpPr>
          <p:spPr>
            <a:xfrm>
              <a:off x="5092633" y="43332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8" name="pt28248"/>
            <p:cNvSpPr/>
            <p:nvPr/>
          </p:nvSpPr>
          <p:spPr>
            <a:xfrm>
              <a:off x="5128634" y="35500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49" name="pt28249"/>
            <p:cNvSpPr/>
            <p:nvPr/>
          </p:nvSpPr>
          <p:spPr>
            <a:xfrm>
              <a:off x="5186169" y="34278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0" name="pt28250"/>
            <p:cNvSpPr/>
            <p:nvPr/>
          </p:nvSpPr>
          <p:spPr>
            <a:xfrm>
              <a:off x="5134857" y="35406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1" name="pt28251"/>
            <p:cNvSpPr/>
            <p:nvPr/>
          </p:nvSpPr>
          <p:spPr>
            <a:xfrm>
              <a:off x="5449020" y="3459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2" name="pt28252"/>
            <p:cNvSpPr/>
            <p:nvPr/>
          </p:nvSpPr>
          <p:spPr>
            <a:xfrm>
              <a:off x="5181635" y="33148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3" name="pt28253"/>
            <p:cNvSpPr/>
            <p:nvPr/>
          </p:nvSpPr>
          <p:spPr>
            <a:xfrm>
              <a:off x="5147519" y="34392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4" name="pt28254"/>
            <p:cNvSpPr/>
            <p:nvPr/>
          </p:nvSpPr>
          <p:spPr>
            <a:xfrm>
              <a:off x="5136840" y="35773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5" name="pt28255"/>
            <p:cNvSpPr/>
            <p:nvPr/>
          </p:nvSpPr>
          <p:spPr>
            <a:xfrm>
              <a:off x="5162005" y="35590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6" name="pt28256"/>
            <p:cNvSpPr/>
            <p:nvPr/>
          </p:nvSpPr>
          <p:spPr>
            <a:xfrm>
              <a:off x="4863897" y="398001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57" name="pt28257"/>
            <p:cNvSpPr/>
            <p:nvPr/>
          </p:nvSpPr>
          <p:spPr>
            <a:xfrm>
              <a:off x="5115994" y="35952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8" name="pt28258"/>
            <p:cNvSpPr/>
            <p:nvPr/>
          </p:nvSpPr>
          <p:spPr>
            <a:xfrm>
              <a:off x="5140093" y="3855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59" name="pt28259"/>
            <p:cNvSpPr/>
            <p:nvPr/>
          </p:nvSpPr>
          <p:spPr>
            <a:xfrm>
              <a:off x="5132177" y="35515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0" name="pt28260"/>
            <p:cNvSpPr/>
            <p:nvPr/>
          </p:nvSpPr>
          <p:spPr>
            <a:xfrm>
              <a:off x="5163906" y="3597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1" name="pt28261"/>
            <p:cNvSpPr/>
            <p:nvPr/>
          </p:nvSpPr>
          <p:spPr>
            <a:xfrm>
              <a:off x="5377474" y="3240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2" name="pt28262"/>
            <p:cNvSpPr/>
            <p:nvPr/>
          </p:nvSpPr>
          <p:spPr>
            <a:xfrm>
              <a:off x="5084842" y="50792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3" name="pt28263"/>
            <p:cNvSpPr/>
            <p:nvPr/>
          </p:nvSpPr>
          <p:spPr>
            <a:xfrm>
              <a:off x="4854663" y="368393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64" name="pt28264"/>
            <p:cNvSpPr/>
            <p:nvPr/>
          </p:nvSpPr>
          <p:spPr>
            <a:xfrm>
              <a:off x="4896136" y="378730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65" name="pt28265"/>
            <p:cNvSpPr/>
            <p:nvPr/>
          </p:nvSpPr>
          <p:spPr>
            <a:xfrm>
              <a:off x="5146433" y="3482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6" name="pt28266"/>
            <p:cNvSpPr/>
            <p:nvPr/>
          </p:nvSpPr>
          <p:spPr>
            <a:xfrm>
              <a:off x="5057093" y="3587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7" name="pt28267"/>
            <p:cNvSpPr/>
            <p:nvPr/>
          </p:nvSpPr>
          <p:spPr>
            <a:xfrm>
              <a:off x="5206075" y="30840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8" name="pt28268"/>
            <p:cNvSpPr/>
            <p:nvPr/>
          </p:nvSpPr>
          <p:spPr>
            <a:xfrm>
              <a:off x="5146110" y="36565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69" name="pt28269"/>
            <p:cNvSpPr/>
            <p:nvPr/>
          </p:nvSpPr>
          <p:spPr>
            <a:xfrm>
              <a:off x="5158658" y="3483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0" name="pt28270"/>
            <p:cNvSpPr/>
            <p:nvPr/>
          </p:nvSpPr>
          <p:spPr>
            <a:xfrm>
              <a:off x="5151333" y="33930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1" name="pt28271"/>
            <p:cNvSpPr/>
            <p:nvPr/>
          </p:nvSpPr>
          <p:spPr>
            <a:xfrm>
              <a:off x="5851475" y="306614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72" name="pt28272"/>
            <p:cNvSpPr/>
            <p:nvPr/>
          </p:nvSpPr>
          <p:spPr>
            <a:xfrm>
              <a:off x="5128846" y="42615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3" name="pt28273"/>
            <p:cNvSpPr/>
            <p:nvPr/>
          </p:nvSpPr>
          <p:spPr>
            <a:xfrm>
              <a:off x="5083455" y="32659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4" name="pt28274"/>
            <p:cNvSpPr/>
            <p:nvPr/>
          </p:nvSpPr>
          <p:spPr>
            <a:xfrm>
              <a:off x="5175288" y="32828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5" name="pt28275"/>
            <p:cNvSpPr/>
            <p:nvPr/>
          </p:nvSpPr>
          <p:spPr>
            <a:xfrm>
              <a:off x="5140876" y="37004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6" name="pt28276"/>
            <p:cNvSpPr/>
            <p:nvPr/>
          </p:nvSpPr>
          <p:spPr>
            <a:xfrm>
              <a:off x="5148433" y="35952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7" name="pt28277"/>
            <p:cNvSpPr/>
            <p:nvPr/>
          </p:nvSpPr>
          <p:spPr>
            <a:xfrm>
              <a:off x="5116841" y="3931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8" name="pt28278"/>
            <p:cNvSpPr/>
            <p:nvPr/>
          </p:nvSpPr>
          <p:spPr>
            <a:xfrm>
              <a:off x="5159675" y="3457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79" name="pt28279"/>
            <p:cNvSpPr/>
            <p:nvPr/>
          </p:nvSpPr>
          <p:spPr>
            <a:xfrm>
              <a:off x="5131932" y="3456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0" name="pt28280"/>
            <p:cNvSpPr/>
            <p:nvPr/>
          </p:nvSpPr>
          <p:spPr>
            <a:xfrm>
              <a:off x="5128062" y="35565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1" name="pt28281"/>
            <p:cNvSpPr/>
            <p:nvPr/>
          </p:nvSpPr>
          <p:spPr>
            <a:xfrm>
              <a:off x="5135363" y="3450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2" name="pt28282"/>
            <p:cNvSpPr/>
            <p:nvPr/>
          </p:nvSpPr>
          <p:spPr>
            <a:xfrm>
              <a:off x="5147737" y="38745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3" name="pt28283"/>
            <p:cNvSpPr/>
            <p:nvPr/>
          </p:nvSpPr>
          <p:spPr>
            <a:xfrm>
              <a:off x="5118711" y="3558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4" name="pt28284"/>
            <p:cNvSpPr/>
            <p:nvPr/>
          </p:nvSpPr>
          <p:spPr>
            <a:xfrm>
              <a:off x="5146665" y="30510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5" name="pt28285"/>
            <p:cNvSpPr/>
            <p:nvPr/>
          </p:nvSpPr>
          <p:spPr>
            <a:xfrm>
              <a:off x="5203565" y="3485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6" name="pt28286"/>
            <p:cNvSpPr/>
            <p:nvPr/>
          </p:nvSpPr>
          <p:spPr>
            <a:xfrm>
              <a:off x="5007484" y="3474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7" name="pt28287"/>
            <p:cNvSpPr/>
            <p:nvPr/>
          </p:nvSpPr>
          <p:spPr>
            <a:xfrm>
              <a:off x="5127932" y="3748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8" name="pt28288"/>
            <p:cNvSpPr/>
            <p:nvPr/>
          </p:nvSpPr>
          <p:spPr>
            <a:xfrm>
              <a:off x="5173281" y="3532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89" name="pt28289"/>
            <p:cNvSpPr/>
            <p:nvPr/>
          </p:nvSpPr>
          <p:spPr>
            <a:xfrm>
              <a:off x="5151638" y="3549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0" name="pt28290"/>
            <p:cNvSpPr/>
            <p:nvPr/>
          </p:nvSpPr>
          <p:spPr>
            <a:xfrm>
              <a:off x="5161979" y="33869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1" name="pt28291"/>
            <p:cNvSpPr/>
            <p:nvPr/>
          </p:nvSpPr>
          <p:spPr>
            <a:xfrm>
              <a:off x="5069531" y="3943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2" name="pt28292"/>
            <p:cNvSpPr/>
            <p:nvPr/>
          </p:nvSpPr>
          <p:spPr>
            <a:xfrm>
              <a:off x="5160518" y="33542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3" name="pt28293"/>
            <p:cNvSpPr/>
            <p:nvPr/>
          </p:nvSpPr>
          <p:spPr>
            <a:xfrm>
              <a:off x="4300623" y="3538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4" name="pt28294"/>
            <p:cNvSpPr/>
            <p:nvPr/>
          </p:nvSpPr>
          <p:spPr>
            <a:xfrm>
              <a:off x="5096964" y="38624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5" name="pt28295"/>
            <p:cNvSpPr/>
            <p:nvPr/>
          </p:nvSpPr>
          <p:spPr>
            <a:xfrm>
              <a:off x="5133635" y="3596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6" name="pt28296"/>
            <p:cNvSpPr/>
            <p:nvPr/>
          </p:nvSpPr>
          <p:spPr>
            <a:xfrm>
              <a:off x="5110534" y="3843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7" name="pt28297"/>
            <p:cNvSpPr/>
            <p:nvPr/>
          </p:nvSpPr>
          <p:spPr>
            <a:xfrm>
              <a:off x="5119658" y="3874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8" name="pt28298"/>
            <p:cNvSpPr/>
            <p:nvPr/>
          </p:nvSpPr>
          <p:spPr>
            <a:xfrm>
              <a:off x="5192275" y="35356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299" name="pt28299"/>
            <p:cNvSpPr/>
            <p:nvPr/>
          </p:nvSpPr>
          <p:spPr>
            <a:xfrm>
              <a:off x="5126766" y="3491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0" name="pt28300"/>
            <p:cNvSpPr/>
            <p:nvPr/>
          </p:nvSpPr>
          <p:spPr>
            <a:xfrm>
              <a:off x="5099706" y="3920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1" name="pt28301"/>
            <p:cNvSpPr/>
            <p:nvPr/>
          </p:nvSpPr>
          <p:spPr>
            <a:xfrm>
              <a:off x="5025606" y="3959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2" name="pt28302"/>
            <p:cNvSpPr/>
            <p:nvPr/>
          </p:nvSpPr>
          <p:spPr>
            <a:xfrm>
              <a:off x="5505512" y="34413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3" name="pt28303"/>
            <p:cNvSpPr/>
            <p:nvPr/>
          </p:nvSpPr>
          <p:spPr>
            <a:xfrm>
              <a:off x="5140021" y="3410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4" name="pt28304"/>
            <p:cNvSpPr/>
            <p:nvPr/>
          </p:nvSpPr>
          <p:spPr>
            <a:xfrm>
              <a:off x="5142691" y="39659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5" name="pt28305"/>
            <p:cNvSpPr/>
            <p:nvPr/>
          </p:nvSpPr>
          <p:spPr>
            <a:xfrm>
              <a:off x="5180027" y="34652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6" name="pt28306"/>
            <p:cNvSpPr/>
            <p:nvPr/>
          </p:nvSpPr>
          <p:spPr>
            <a:xfrm>
              <a:off x="4884181" y="408865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07" name="pt28307"/>
            <p:cNvSpPr/>
            <p:nvPr/>
          </p:nvSpPr>
          <p:spPr>
            <a:xfrm>
              <a:off x="5153785" y="35070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8" name="pt28308"/>
            <p:cNvSpPr/>
            <p:nvPr/>
          </p:nvSpPr>
          <p:spPr>
            <a:xfrm>
              <a:off x="5125202" y="3593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09" name="pt28309"/>
            <p:cNvSpPr/>
            <p:nvPr/>
          </p:nvSpPr>
          <p:spPr>
            <a:xfrm>
              <a:off x="5111188" y="3690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0" name="pt28310"/>
            <p:cNvSpPr/>
            <p:nvPr/>
          </p:nvSpPr>
          <p:spPr>
            <a:xfrm>
              <a:off x="5128628" y="4058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1" name="pt28311"/>
            <p:cNvSpPr/>
            <p:nvPr/>
          </p:nvSpPr>
          <p:spPr>
            <a:xfrm>
              <a:off x="5150667" y="36802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2" name="pt28312"/>
            <p:cNvSpPr/>
            <p:nvPr/>
          </p:nvSpPr>
          <p:spPr>
            <a:xfrm>
              <a:off x="5158669" y="37563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3" name="pt28313"/>
            <p:cNvSpPr/>
            <p:nvPr/>
          </p:nvSpPr>
          <p:spPr>
            <a:xfrm>
              <a:off x="5150484" y="37426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4" name="pt28314"/>
            <p:cNvSpPr/>
            <p:nvPr/>
          </p:nvSpPr>
          <p:spPr>
            <a:xfrm>
              <a:off x="5198581" y="3640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5" name="pt28315"/>
            <p:cNvSpPr/>
            <p:nvPr/>
          </p:nvSpPr>
          <p:spPr>
            <a:xfrm>
              <a:off x="5177175" y="36275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6" name="pt28316"/>
            <p:cNvSpPr/>
            <p:nvPr/>
          </p:nvSpPr>
          <p:spPr>
            <a:xfrm>
              <a:off x="5180171" y="35238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7" name="pt28317"/>
            <p:cNvSpPr/>
            <p:nvPr/>
          </p:nvSpPr>
          <p:spPr>
            <a:xfrm>
              <a:off x="5134316" y="3399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8" name="pt28318"/>
            <p:cNvSpPr/>
            <p:nvPr/>
          </p:nvSpPr>
          <p:spPr>
            <a:xfrm>
              <a:off x="5158210" y="39762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19" name="pt28319"/>
            <p:cNvSpPr/>
            <p:nvPr/>
          </p:nvSpPr>
          <p:spPr>
            <a:xfrm>
              <a:off x="5178133" y="36237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0" name="pt28320"/>
            <p:cNvSpPr/>
            <p:nvPr/>
          </p:nvSpPr>
          <p:spPr>
            <a:xfrm>
              <a:off x="4658474" y="424707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21" name="pt28321"/>
            <p:cNvSpPr/>
            <p:nvPr/>
          </p:nvSpPr>
          <p:spPr>
            <a:xfrm>
              <a:off x="5129817" y="35196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2" name="pt28322"/>
            <p:cNvSpPr/>
            <p:nvPr/>
          </p:nvSpPr>
          <p:spPr>
            <a:xfrm>
              <a:off x="5080079" y="36295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3" name="pt28323"/>
            <p:cNvSpPr/>
            <p:nvPr/>
          </p:nvSpPr>
          <p:spPr>
            <a:xfrm>
              <a:off x="5134809" y="4600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4" name="pt28324"/>
            <p:cNvSpPr/>
            <p:nvPr/>
          </p:nvSpPr>
          <p:spPr>
            <a:xfrm>
              <a:off x="5133244" y="34737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5" name="pt28325"/>
            <p:cNvSpPr/>
            <p:nvPr/>
          </p:nvSpPr>
          <p:spPr>
            <a:xfrm>
              <a:off x="5144701" y="46661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6" name="pt28326"/>
            <p:cNvSpPr/>
            <p:nvPr/>
          </p:nvSpPr>
          <p:spPr>
            <a:xfrm>
              <a:off x="5113339" y="4796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7" name="pt28327"/>
            <p:cNvSpPr/>
            <p:nvPr/>
          </p:nvSpPr>
          <p:spPr>
            <a:xfrm>
              <a:off x="5046155" y="44975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28" name="pt28328"/>
            <p:cNvSpPr/>
            <p:nvPr/>
          </p:nvSpPr>
          <p:spPr>
            <a:xfrm>
              <a:off x="4487604" y="434134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29" name="pt28329"/>
            <p:cNvSpPr/>
            <p:nvPr/>
          </p:nvSpPr>
          <p:spPr>
            <a:xfrm>
              <a:off x="5025188" y="36976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0" name="pt28330"/>
            <p:cNvSpPr/>
            <p:nvPr/>
          </p:nvSpPr>
          <p:spPr>
            <a:xfrm>
              <a:off x="4935157" y="3578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1" name="pt28331"/>
            <p:cNvSpPr/>
            <p:nvPr/>
          </p:nvSpPr>
          <p:spPr>
            <a:xfrm>
              <a:off x="5150308" y="39023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2" name="pt28332"/>
            <p:cNvSpPr/>
            <p:nvPr/>
          </p:nvSpPr>
          <p:spPr>
            <a:xfrm>
              <a:off x="5179180" y="3582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3" name="pt28333"/>
            <p:cNvSpPr/>
            <p:nvPr/>
          </p:nvSpPr>
          <p:spPr>
            <a:xfrm>
              <a:off x="5150915" y="36389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4" name="pt28334"/>
            <p:cNvSpPr/>
            <p:nvPr/>
          </p:nvSpPr>
          <p:spPr>
            <a:xfrm>
              <a:off x="5154150" y="35759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5" name="pt28335"/>
            <p:cNvSpPr/>
            <p:nvPr/>
          </p:nvSpPr>
          <p:spPr>
            <a:xfrm>
              <a:off x="5250965" y="34999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6" name="pt28336"/>
            <p:cNvSpPr/>
            <p:nvPr/>
          </p:nvSpPr>
          <p:spPr>
            <a:xfrm>
              <a:off x="5154135" y="34939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7" name="pt28337"/>
            <p:cNvSpPr/>
            <p:nvPr/>
          </p:nvSpPr>
          <p:spPr>
            <a:xfrm>
              <a:off x="5151908" y="32653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8" name="pt28338"/>
            <p:cNvSpPr/>
            <p:nvPr/>
          </p:nvSpPr>
          <p:spPr>
            <a:xfrm>
              <a:off x="4955114" y="3577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39" name="pt28339"/>
            <p:cNvSpPr/>
            <p:nvPr/>
          </p:nvSpPr>
          <p:spPr>
            <a:xfrm>
              <a:off x="5192254" y="3573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0" name="pt28340"/>
            <p:cNvSpPr/>
            <p:nvPr/>
          </p:nvSpPr>
          <p:spPr>
            <a:xfrm>
              <a:off x="5119539" y="37362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1" name="pt28341"/>
            <p:cNvSpPr/>
            <p:nvPr/>
          </p:nvSpPr>
          <p:spPr>
            <a:xfrm>
              <a:off x="5073350" y="40758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2" name="pt28342"/>
            <p:cNvSpPr/>
            <p:nvPr/>
          </p:nvSpPr>
          <p:spPr>
            <a:xfrm>
              <a:off x="5059533" y="4285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3" name="pt28343"/>
            <p:cNvSpPr/>
            <p:nvPr/>
          </p:nvSpPr>
          <p:spPr>
            <a:xfrm>
              <a:off x="5174250" y="35883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4" name="pt28344"/>
            <p:cNvSpPr/>
            <p:nvPr/>
          </p:nvSpPr>
          <p:spPr>
            <a:xfrm>
              <a:off x="5161213" y="3446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5" name="pt28345"/>
            <p:cNvSpPr/>
            <p:nvPr/>
          </p:nvSpPr>
          <p:spPr>
            <a:xfrm>
              <a:off x="5058482" y="40119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6" name="pt28346"/>
            <p:cNvSpPr/>
            <p:nvPr/>
          </p:nvSpPr>
          <p:spPr>
            <a:xfrm>
              <a:off x="5045085" y="3833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7" name="pt28347"/>
            <p:cNvSpPr/>
            <p:nvPr/>
          </p:nvSpPr>
          <p:spPr>
            <a:xfrm>
              <a:off x="4955544" y="460795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48" name="pt28348"/>
            <p:cNvSpPr/>
            <p:nvPr/>
          </p:nvSpPr>
          <p:spPr>
            <a:xfrm>
              <a:off x="5121392" y="35405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49" name="pt28349"/>
            <p:cNvSpPr/>
            <p:nvPr/>
          </p:nvSpPr>
          <p:spPr>
            <a:xfrm>
              <a:off x="5139993" y="37843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0" name="pt28350"/>
            <p:cNvSpPr/>
            <p:nvPr/>
          </p:nvSpPr>
          <p:spPr>
            <a:xfrm>
              <a:off x="5148903" y="38749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1" name="pt28351"/>
            <p:cNvSpPr/>
            <p:nvPr/>
          </p:nvSpPr>
          <p:spPr>
            <a:xfrm>
              <a:off x="5146382" y="36180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2" name="pt28352"/>
            <p:cNvSpPr/>
            <p:nvPr/>
          </p:nvSpPr>
          <p:spPr>
            <a:xfrm>
              <a:off x="4937559" y="401209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53" name="pt28353"/>
            <p:cNvSpPr/>
            <p:nvPr/>
          </p:nvSpPr>
          <p:spPr>
            <a:xfrm>
              <a:off x="5137369" y="40280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4" name="pt28354"/>
            <p:cNvSpPr/>
            <p:nvPr/>
          </p:nvSpPr>
          <p:spPr>
            <a:xfrm>
              <a:off x="5110948" y="54331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5" name="pt28355"/>
            <p:cNvSpPr/>
            <p:nvPr/>
          </p:nvSpPr>
          <p:spPr>
            <a:xfrm>
              <a:off x="5028618" y="4597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6" name="pt28356"/>
            <p:cNvSpPr/>
            <p:nvPr/>
          </p:nvSpPr>
          <p:spPr>
            <a:xfrm>
              <a:off x="5097646" y="37544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7" name="pt28357"/>
            <p:cNvSpPr/>
            <p:nvPr/>
          </p:nvSpPr>
          <p:spPr>
            <a:xfrm>
              <a:off x="4917050" y="34803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8" name="pt28358"/>
            <p:cNvSpPr/>
            <p:nvPr/>
          </p:nvSpPr>
          <p:spPr>
            <a:xfrm>
              <a:off x="5128986" y="3626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59" name="pt28359"/>
            <p:cNvSpPr/>
            <p:nvPr/>
          </p:nvSpPr>
          <p:spPr>
            <a:xfrm>
              <a:off x="5159806" y="3676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0" name="pt28360"/>
            <p:cNvSpPr/>
            <p:nvPr/>
          </p:nvSpPr>
          <p:spPr>
            <a:xfrm>
              <a:off x="5087566" y="32100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1" name="pt28361"/>
            <p:cNvSpPr/>
            <p:nvPr/>
          </p:nvSpPr>
          <p:spPr>
            <a:xfrm>
              <a:off x="5110365" y="40452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2" name="pt28362"/>
            <p:cNvSpPr/>
            <p:nvPr/>
          </p:nvSpPr>
          <p:spPr>
            <a:xfrm>
              <a:off x="5180868" y="3524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3" name="pt28363"/>
            <p:cNvSpPr/>
            <p:nvPr/>
          </p:nvSpPr>
          <p:spPr>
            <a:xfrm>
              <a:off x="5139504" y="35489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4" name="pt28364"/>
            <p:cNvSpPr/>
            <p:nvPr/>
          </p:nvSpPr>
          <p:spPr>
            <a:xfrm>
              <a:off x="5159186" y="3332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5" name="pt28365"/>
            <p:cNvSpPr/>
            <p:nvPr/>
          </p:nvSpPr>
          <p:spPr>
            <a:xfrm>
              <a:off x="5175609" y="32532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6" name="pt28366"/>
            <p:cNvSpPr/>
            <p:nvPr/>
          </p:nvSpPr>
          <p:spPr>
            <a:xfrm>
              <a:off x="5168978" y="3412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7" name="pt28367"/>
            <p:cNvSpPr/>
            <p:nvPr/>
          </p:nvSpPr>
          <p:spPr>
            <a:xfrm>
              <a:off x="4837042" y="472435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68" name="pt28368"/>
            <p:cNvSpPr/>
            <p:nvPr/>
          </p:nvSpPr>
          <p:spPr>
            <a:xfrm>
              <a:off x="4986482" y="43216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69" name="pt28369"/>
            <p:cNvSpPr/>
            <p:nvPr/>
          </p:nvSpPr>
          <p:spPr>
            <a:xfrm>
              <a:off x="5175495" y="34275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0" name="pt28370"/>
            <p:cNvSpPr/>
            <p:nvPr/>
          </p:nvSpPr>
          <p:spPr>
            <a:xfrm>
              <a:off x="5133530" y="34082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1" name="pt28371"/>
            <p:cNvSpPr/>
            <p:nvPr/>
          </p:nvSpPr>
          <p:spPr>
            <a:xfrm>
              <a:off x="5162416" y="34138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2" name="pt28372"/>
            <p:cNvSpPr/>
            <p:nvPr/>
          </p:nvSpPr>
          <p:spPr>
            <a:xfrm>
              <a:off x="5118554" y="3645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3" name="pt28373"/>
            <p:cNvSpPr/>
            <p:nvPr/>
          </p:nvSpPr>
          <p:spPr>
            <a:xfrm>
              <a:off x="5189780" y="34273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4" name="pt28374"/>
            <p:cNvSpPr/>
            <p:nvPr/>
          </p:nvSpPr>
          <p:spPr>
            <a:xfrm>
              <a:off x="5039913" y="41976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5" name="pt28375"/>
            <p:cNvSpPr/>
            <p:nvPr/>
          </p:nvSpPr>
          <p:spPr>
            <a:xfrm>
              <a:off x="5167150" y="34178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6" name="pt28376"/>
            <p:cNvSpPr/>
            <p:nvPr/>
          </p:nvSpPr>
          <p:spPr>
            <a:xfrm>
              <a:off x="5171778" y="3460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7" name="pt28377"/>
            <p:cNvSpPr/>
            <p:nvPr/>
          </p:nvSpPr>
          <p:spPr>
            <a:xfrm>
              <a:off x="5153633" y="3494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8" name="pt28378"/>
            <p:cNvSpPr/>
            <p:nvPr/>
          </p:nvSpPr>
          <p:spPr>
            <a:xfrm>
              <a:off x="5126717" y="38725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79" name="pt28379"/>
            <p:cNvSpPr/>
            <p:nvPr/>
          </p:nvSpPr>
          <p:spPr>
            <a:xfrm>
              <a:off x="5125783" y="3670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0" name="pt28380"/>
            <p:cNvSpPr/>
            <p:nvPr/>
          </p:nvSpPr>
          <p:spPr>
            <a:xfrm>
              <a:off x="5089837" y="2632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1" name="pt28381"/>
            <p:cNvSpPr/>
            <p:nvPr/>
          </p:nvSpPr>
          <p:spPr>
            <a:xfrm>
              <a:off x="5147795" y="31031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2" name="pt28382"/>
            <p:cNvSpPr/>
            <p:nvPr/>
          </p:nvSpPr>
          <p:spPr>
            <a:xfrm>
              <a:off x="5168242" y="3531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3" name="pt28383"/>
            <p:cNvSpPr/>
            <p:nvPr/>
          </p:nvSpPr>
          <p:spPr>
            <a:xfrm>
              <a:off x="5153489" y="32237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4" name="pt28384"/>
            <p:cNvSpPr/>
            <p:nvPr/>
          </p:nvSpPr>
          <p:spPr>
            <a:xfrm>
              <a:off x="5193783" y="3555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5" name="pt28385"/>
            <p:cNvSpPr/>
            <p:nvPr/>
          </p:nvSpPr>
          <p:spPr>
            <a:xfrm>
              <a:off x="5147199" y="32726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6" name="pt28386"/>
            <p:cNvSpPr/>
            <p:nvPr/>
          </p:nvSpPr>
          <p:spPr>
            <a:xfrm>
              <a:off x="5289069" y="3106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7" name="pt28387"/>
            <p:cNvSpPr/>
            <p:nvPr/>
          </p:nvSpPr>
          <p:spPr>
            <a:xfrm>
              <a:off x="5122888" y="35318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8" name="pt28388"/>
            <p:cNvSpPr/>
            <p:nvPr/>
          </p:nvSpPr>
          <p:spPr>
            <a:xfrm>
              <a:off x="5180676" y="35294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89" name="pt28389"/>
            <p:cNvSpPr/>
            <p:nvPr/>
          </p:nvSpPr>
          <p:spPr>
            <a:xfrm>
              <a:off x="5133514" y="3595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0" name="pt28390"/>
            <p:cNvSpPr/>
            <p:nvPr/>
          </p:nvSpPr>
          <p:spPr>
            <a:xfrm>
              <a:off x="5118197" y="35780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1" name="pt28391"/>
            <p:cNvSpPr/>
            <p:nvPr/>
          </p:nvSpPr>
          <p:spPr>
            <a:xfrm>
              <a:off x="5163984" y="36284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2" name="pt28392"/>
            <p:cNvSpPr/>
            <p:nvPr/>
          </p:nvSpPr>
          <p:spPr>
            <a:xfrm>
              <a:off x="5124446" y="40574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3" name="pt28393"/>
            <p:cNvSpPr/>
            <p:nvPr/>
          </p:nvSpPr>
          <p:spPr>
            <a:xfrm>
              <a:off x="5156223" y="3207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4" name="pt28394"/>
            <p:cNvSpPr/>
            <p:nvPr/>
          </p:nvSpPr>
          <p:spPr>
            <a:xfrm>
              <a:off x="5095585" y="4669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5" name="pt28395"/>
            <p:cNvSpPr/>
            <p:nvPr/>
          </p:nvSpPr>
          <p:spPr>
            <a:xfrm>
              <a:off x="5095799" y="3639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6" name="pt28396"/>
            <p:cNvSpPr/>
            <p:nvPr/>
          </p:nvSpPr>
          <p:spPr>
            <a:xfrm>
              <a:off x="3228642" y="317252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97" name="pt28397"/>
            <p:cNvSpPr/>
            <p:nvPr/>
          </p:nvSpPr>
          <p:spPr>
            <a:xfrm>
              <a:off x="6015915" y="3585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8" name="pt28398"/>
            <p:cNvSpPr/>
            <p:nvPr/>
          </p:nvSpPr>
          <p:spPr>
            <a:xfrm>
              <a:off x="5154395" y="35191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399" name="pt28399"/>
            <p:cNvSpPr/>
            <p:nvPr/>
          </p:nvSpPr>
          <p:spPr>
            <a:xfrm>
              <a:off x="5157610" y="3499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0" name="pt28400"/>
            <p:cNvSpPr/>
            <p:nvPr/>
          </p:nvSpPr>
          <p:spPr>
            <a:xfrm>
              <a:off x="5145007" y="3623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1" name="pt28401"/>
            <p:cNvSpPr/>
            <p:nvPr/>
          </p:nvSpPr>
          <p:spPr>
            <a:xfrm>
              <a:off x="5168279" y="3258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2" name="pt28402"/>
            <p:cNvSpPr/>
            <p:nvPr/>
          </p:nvSpPr>
          <p:spPr>
            <a:xfrm>
              <a:off x="5121936" y="38947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3" name="pt28403"/>
            <p:cNvSpPr/>
            <p:nvPr/>
          </p:nvSpPr>
          <p:spPr>
            <a:xfrm>
              <a:off x="5110763" y="3833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4" name="pt28404"/>
            <p:cNvSpPr/>
            <p:nvPr/>
          </p:nvSpPr>
          <p:spPr>
            <a:xfrm>
              <a:off x="5030542" y="39032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5" name="pt28405"/>
            <p:cNvSpPr/>
            <p:nvPr/>
          </p:nvSpPr>
          <p:spPr>
            <a:xfrm>
              <a:off x="3814325" y="3807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6" name="pt28406"/>
            <p:cNvSpPr/>
            <p:nvPr/>
          </p:nvSpPr>
          <p:spPr>
            <a:xfrm>
              <a:off x="5120004" y="3101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7" name="pt28407"/>
            <p:cNvSpPr/>
            <p:nvPr/>
          </p:nvSpPr>
          <p:spPr>
            <a:xfrm>
              <a:off x="5147394" y="33517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8" name="pt28408"/>
            <p:cNvSpPr/>
            <p:nvPr/>
          </p:nvSpPr>
          <p:spPr>
            <a:xfrm>
              <a:off x="5150968" y="34436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09" name="pt28409"/>
            <p:cNvSpPr/>
            <p:nvPr/>
          </p:nvSpPr>
          <p:spPr>
            <a:xfrm>
              <a:off x="5175063" y="3386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0" name="pt28410"/>
            <p:cNvSpPr/>
            <p:nvPr/>
          </p:nvSpPr>
          <p:spPr>
            <a:xfrm>
              <a:off x="5329919" y="317530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11" name="pt28411"/>
            <p:cNvSpPr/>
            <p:nvPr/>
          </p:nvSpPr>
          <p:spPr>
            <a:xfrm>
              <a:off x="5172596" y="3544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2" name="pt28412"/>
            <p:cNvSpPr/>
            <p:nvPr/>
          </p:nvSpPr>
          <p:spPr>
            <a:xfrm>
              <a:off x="5164749" y="35646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3" name="pt28413"/>
            <p:cNvSpPr/>
            <p:nvPr/>
          </p:nvSpPr>
          <p:spPr>
            <a:xfrm>
              <a:off x="5162946" y="3602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4" name="pt28414"/>
            <p:cNvSpPr/>
            <p:nvPr/>
          </p:nvSpPr>
          <p:spPr>
            <a:xfrm>
              <a:off x="5185383" y="33610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5" name="pt28415"/>
            <p:cNvSpPr/>
            <p:nvPr/>
          </p:nvSpPr>
          <p:spPr>
            <a:xfrm>
              <a:off x="5145313" y="3293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6" name="pt28416"/>
            <p:cNvSpPr/>
            <p:nvPr/>
          </p:nvSpPr>
          <p:spPr>
            <a:xfrm>
              <a:off x="5132174" y="35372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7" name="pt28417"/>
            <p:cNvSpPr/>
            <p:nvPr/>
          </p:nvSpPr>
          <p:spPr>
            <a:xfrm>
              <a:off x="5182861" y="33222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8" name="pt28418"/>
            <p:cNvSpPr/>
            <p:nvPr/>
          </p:nvSpPr>
          <p:spPr>
            <a:xfrm>
              <a:off x="3432970" y="3630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19" name="pt28419"/>
            <p:cNvSpPr/>
            <p:nvPr/>
          </p:nvSpPr>
          <p:spPr>
            <a:xfrm>
              <a:off x="5120252" y="3557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0" name="pt28420"/>
            <p:cNvSpPr/>
            <p:nvPr/>
          </p:nvSpPr>
          <p:spPr>
            <a:xfrm>
              <a:off x="5155646" y="35841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1" name="pt28421"/>
            <p:cNvSpPr/>
            <p:nvPr/>
          </p:nvSpPr>
          <p:spPr>
            <a:xfrm>
              <a:off x="4828492" y="35826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2" name="pt28422"/>
            <p:cNvSpPr/>
            <p:nvPr/>
          </p:nvSpPr>
          <p:spPr>
            <a:xfrm>
              <a:off x="5134389" y="3564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3" name="pt28423"/>
            <p:cNvSpPr/>
            <p:nvPr/>
          </p:nvSpPr>
          <p:spPr>
            <a:xfrm>
              <a:off x="5100208" y="3656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4" name="pt28424"/>
            <p:cNvSpPr/>
            <p:nvPr/>
          </p:nvSpPr>
          <p:spPr>
            <a:xfrm>
              <a:off x="5131496" y="3777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5" name="pt28425"/>
            <p:cNvSpPr/>
            <p:nvPr/>
          </p:nvSpPr>
          <p:spPr>
            <a:xfrm>
              <a:off x="5156927" y="3416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6" name="pt28426"/>
            <p:cNvSpPr/>
            <p:nvPr/>
          </p:nvSpPr>
          <p:spPr>
            <a:xfrm>
              <a:off x="5155589" y="3440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7" name="pt28427"/>
            <p:cNvSpPr/>
            <p:nvPr/>
          </p:nvSpPr>
          <p:spPr>
            <a:xfrm>
              <a:off x="5169938" y="3457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8" name="pt28428"/>
            <p:cNvSpPr/>
            <p:nvPr/>
          </p:nvSpPr>
          <p:spPr>
            <a:xfrm>
              <a:off x="5114944" y="38275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29" name="pt28429"/>
            <p:cNvSpPr/>
            <p:nvPr/>
          </p:nvSpPr>
          <p:spPr>
            <a:xfrm>
              <a:off x="5120854" y="3688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0" name="pt28430"/>
            <p:cNvSpPr/>
            <p:nvPr/>
          </p:nvSpPr>
          <p:spPr>
            <a:xfrm>
              <a:off x="5148558" y="3810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1" name="pt28431"/>
            <p:cNvSpPr/>
            <p:nvPr/>
          </p:nvSpPr>
          <p:spPr>
            <a:xfrm>
              <a:off x="5163023" y="3630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2" name="pt28432"/>
            <p:cNvSpPr/>
            <p:nvPr/>
          </p:nvSpPr>
          <p:spPr>
            <a:xfrm>
              <a:off x="5153812" y="3635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3" name="pt28433"/>
            <p:cNvSpPr/>
            <p:nvPr/>
          </p:nvSpPr>
          <p:spPr>
            <a:xfrm>
              <a:off x="5143955" y="3531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4" name="pt28434"/>
            <p:cNvSpPr/>
            <p:nvPr/>
          </p:nvSpPr>
          <p:spPr>
            <a:xfrm>
              <a:off x="5103369" y="36310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5" name="pt28435"/>
            <p:cNvSpPr/>
            <p:nvPr/>
          </p:nvSpPr>
          <p:spPr>
            <a:xfrm>
              <a:off x="5061692" y="37386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6" name="pt28436"/>
            <p:cNvSpPr/>
            <p:nvPr/>
          </p:nvSpPr>
          <p:spPr>
            <a:xfrm>
              <a:off x="5148827" y="42289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7" name="pt28437"/>
            <p:cNvSpPr/>
            <p:nvPr/>
          </p:nvSpPr>
          <p:spPr>
            <a:xfrm>
              <a:off x="5131263" y="35252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8" name="pt28438"/>
            <p:cNvSpPr/>
            <p:nvPr/>
          </p:nvSpPr>
          <p:spPr>
            <a:xfrm>
              <a:off x="5153516" y="34562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39" name="pt28439"/>
            <p:cNvSpPr/>
            <p:nvPr/>
          </p:nvSpPr>
          <p:spPr>
            <a:xfrm>
              <a:off x="5128359" y="33539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0" name="pt28440"/>
            <p:cNvSpPr/>
            <p:nvPr/>
          </p:nvSpPr>
          <p:spPr>
            <a:xfrm>
              <a:off x="5121330" y="3742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1" name="pt28441"/>
            <p:cNvSpPr/>
            <p:nvPr/>
          </p:nvSpPr>
          <p:spPr>
            <a:xfrm>
              <a:off x="5111909" y="4687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2" name="pt28442"/>
            <p:cNvSpPr/>
            <p:nvPr/>
          </p:nvSpPr>
          <p:spPr>
            <a:xfrm>
              <a:off x="5140752" y="35937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3" name="pt28443"/>
            <p:cNvSpPr/>
            <p:nvPr/>
          </p:nvSpPr>
          <p:spPr>
            <a:xfrm>
              <a:off x="5136649" y="3401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4" name="pt28444"/>
            <p:cNvSpPr/>
            <p:nvPr/>
          </p:nvSpPr>
          <p:spPr>
            <a:xfrm>
              <a:off x="5123766" y="35259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5" name="pt28445"/>
            <p:cNvSpPr/>
            <p:nvPr/>
          </p:nvSpPr>
          <p:spPr>
            <a:xfrm>
              <a:off x="5162108" y="35542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6" name="pt28446"/>
            <p:cNvSpPr/>
            <p:nvPr/>
          </p:nvSpPr>
          <p:spPr>
            <a:xfrm>
              <a:off x="5161685" y="34606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7" name="pt28447"/>
            <p:cNvSpPr/>
            <p:nvPr/>
          </p:nvSpPr>
          <p:spPr>
            <a:xfrm>
              <a:off x="5092521" y="46223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8" name="pt28448"/>
            <p:cNvSpPr/>
            <p:nvPr/>
          </p:nvSpPr>
          <p:spPr>
            <a:xfrm>
              <a:off x="5155516" y="3200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49" name="pt28449"/>
            <p:cNvSpPr/>
            <p:nvPr/>
          </p:nvSpPr>
          <p:spPr>
            <a:xfrm>
              <a:off x="5066984" y="37000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0" name="pt28450"/>
            <p:cNvSpPr/>
            <p:nvPr/>
          </p:nvSpPr>
          <p:spPr>
            <a:xfrm>
              <a:off x="5140500" y="40005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1" name="pt28451"/>
            <p:cNvSpPr/>
            <p:nvPr/>
          </p:nvSpPr>
          <p:spPr>
            <a:xfrm>
              <a:off x="5136985" y="45911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2" name="pt28452"/>
            <p:cNvSpPr/>
            <p:nvPr/>
          </p:nvSpPr>
          <p:spPr>
            <a:xfrm>
              <a:off x="5075121" y="3398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3" name="pt28453"/>
            <p:cNvSpPr/>
            <p:nvPr/>
          </p:nvSpPr>
          <p:spPr>
            <a:xfrm>
              <a:off x="3115991" y="3600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4" name="pt28454"/>
            <p:cNvSpPr/>
            <p:nvPr/>
          </p:nvSpPr>
          <p:spPr>
            <a:xfrm>
              <a:off x="5155763" y="3522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5" name="pt28455"/>
            <p:cNvSpPr/>
            <p:nvPr/>
          </p:nvSpPr>
          <p:spPr>
            <a:xfrm>
              <a:off x="5153634" y="3566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6" name="pt28456"/>
            <p:cNvSpPr/>
            <p:nvPr/>
          </p:nvSpPr>
          <p:spPr>
            <a:xfrm>
              <a:off x="5160636" y="3467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7" name="pt28457"/>
            <p:cNvSpPr/>
            <p:nvPr/>
          </p:nvSpPr>
          <p:spPr>
            <a:xfrm>
              <a:off x="5144476" y="3544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8" name="pt28458"/>
            <p:cNvSpPr/>
            <p:nvPr/>
          </p:nvSpPr>
          <p:spPr>
            <a:xfrm>
              <a:off x="5143597" y="47950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59" name="pt28459"/>
            <p:cNvSpPr/>
            <p:nvPr/>
          </p:nvSpPr>
          <p:spPr>
            <a:xfrm>
              <a:off x="5189224" y="34391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0" name="pt28460"/>
            <p:cNvSpPr/>
            <p:nvPr/>
          </p:nvSpPr>
          <p:spPr>
            <a:xfrm>
              <a:off x="5221756" y="34534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1" name="pt28461"/>
            <p:cNvSpPr/>
            <p:nvPr/>
          </p:nvSpPr>
          <p:spPr>
            <a:xfrm>
              <a:off x="5085726" y="41800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2" name="pt28462"/>
            <p:cNvSpPr/>
            <p:nvPr/>
          </p:nvSpPr>
          <p:spPr>
            <a:xfrm>
              <a:off x="5115173" y="45094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3" name="pt28463"/>
            <p:cNvSpPr/>
            <p:nvPr/>
          </p:nvSpPr>
          <p:spPr>
            <a:xfrm>
              <a:off x="5106777" y="42244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4" name="pt28464"/>
            <p:cNvSpPr/>
            <p:nvPr/>
          </p:nvSpPr>
          <p:spPr>
            <a:xfrm>
              <a:off x="5146095" y="37765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5" name="pt28465"/>
            <p:cNvSpPr/>
            <p:nvPr/>
          </p:nvSpPr>
          <p:spPr>
            <a:xfrm>
              <a:off x="5147037" y="35552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6" name="pt28466"/>
            <p:cNvSpPr/>
            <p:nvPr/>
          </p:nvSpPr>
          <p:spPr>
            <a:xfrm>
              <a:off x="5166962" y="3472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7" name="pt28467"/>
            <p:cNvSpPr/>
            <p:nvPr/>
          </p:nvSpPr>
          <p:spPr>
            <a:xfrm>
              <a:off x="5082803" y="36438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8" name="pt28468"/>
            <p:cNvSpPr/>
            <p:nvPr/>
          </p:nvSpPr>
          <p:spPr>
            <a:xfrm>
              <a:off x="5204938" y="3448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69" name="pt28469"/>
            <p:cNvSpPr/>
            <p:nvPr/>
          </p:nvSpPr>
          <p:spPr>
            <a:xfrm>
              <a:off x="5026851" y="3222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0" name="pt28470"/>
            <p:cNvSpPr/>
            <p:nvPr/>
          </p:nvSpPr>
          <p:spPr>
            <a:xfrm>
              <a:off x="5019603" y="36049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1" name="pt28471"/>
            <p:cNvSpPr/>
            <p:nvPr/>
          </p:nvSpPr>
          <p:spPr>
            <a:xfrm>
              <a:off x="5135080" y="3708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2" name="pt28472"/>
            <p:cNvSpPr/>
            <p:nvPr/>
          </p:nvSpPr>
          <p:spPr>
            <a:xfrm>
              <a:off x="5118024" y="39364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3" name="pt28473"/>
            <p:cNvSpPr/>
            <p:nvPr/>
          </p:nvSpPr>
          <p:spPr>
            <a:xfrm>
              <a:off x="4773769" y="35964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4" name="pt28474"/>
            <p:cNvSpPr/>
            <p:nvPr/>
          </p:nvSpPr>
          <p:spPr>
            <a:xfrm>
              <a:off x="5148308" y="4068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5" name="pt28475"/>
            <p:cNvSpPr/>
            <p:nvPr/>
          </p:nvSpPr>
          <p:spPr>
            <a:xfrm>
              <a:off x="5134437" y="38566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6" name="pt28476"/>
            <p:cNvSpPr/>
            <p:nvPr/>
          </p:nvSpPr>
          <p:spPr>
            <a:xfrm>
              <a:off x="5145701" y="29135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7" name="pt28477"/>
            <p:cNvSpPr/>
            <p:nvPr/>
          </p:nvSpPr>
          <p:spPr>
            <a:xfrm>
              <a:off x="5132353" y="42304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8" name="pt28478"/>
            <p:cNvSpPr/>
            <p:nvPr/>
          </p:nvSpPr>
          <p:spPr>
            <a:xfrm>
              <a:off x="5127256" y="3475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79" name="pt28479"/>
            <p:cNvSpPr/>
            <p:nvPr/>
          </p:nvSpPr>
          <p:spPr>
            <a:xfrm>
              <a:off x="5131750" y="36227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0" name="pt28480"/>
            <p:cNvSpPr/>
            <p:nvPr/>
          </p:nvSpPr>
          <p:spPr>
            <a:xfrm>
              <a:off x="5171963" y="34607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1" name="pt28481"/>
            <p:cNvSpPr/>
            <p:nvPr/>
          </p:nvSpPr>
          <p:spPr>
            <a:xfrm>
              <a:off x="5116752" y="3678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2" name="pt28482"/>
            <p:cNvSpPr/>
            <p:nvPr/>
          </p:nvSpPr>
          <p:spPr>
            <a:xfrm>
              <a:off x="5118261" y="35108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3" name="pt28483"/>
            <p:cNvSpPr/>
            <p:nvPr/>
          </p:nvSpPr>
          <p:spPr>
            <a:xfrm>
              <a:off x="5186432" y="3277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4" name="pt28484"/>
            <p:cNvSpPr/>
            <p:nvPr/>
          </p:nvSpPr>
          <p:spPr>
            <a:xfrm>
              <a:off x="5070854" y="38479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5" name="pt28485"/>
            <p:cNvSpPr/>
            <p:nvPr/>
          </p:nvSpPr>
          <p:spPr>
            <a:xfrm>
              <a:off x="5111679" y="38787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6" name="pt28486"/>
            <p:cNvSpPr/>
            <p:nvPr/>
          </p:nvSpPr>
          <p:spPr>
            <a:xfrm>
              <a:off x="5159665" y="33505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7" name="pt28487"/>
            <p:cNvSpPr/>
            <p:nvPr/>
          </p:nvSpPr>
          <p:spPr>
            <a:xfrm>
              <a:off x="5139943" y="3459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8" name="pt28488"/>
            <p:cNvSpPr/>
            <p:nvPr/>
          </p:nvSpPr>
          <p:spPr>
            <a:xfrm>
              <a:off x="5152366" y="35135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89" name="pt28489"/>
            <p:cNvSpPr/>
            <p:nvPr/>
          </p:nvSpPr>
          <p:spPr>
            <a:xfrm>
              <a:off x="5131720" y="37686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0" name="pt28490"/>
            <p:cNvSpPr/>
            <p:nvPr/>
          </p:nvSpPr>
          <p:spPr>
            <a:xfrm>
              <a:off x="5196127" y="3704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1" name="pt28491"/>
            <p:cNvSpPr/>
            <p:nvPr/>
          </p:nvSpPr>
          <p:spPr>
            <a:xfrm>
              <a:off x="5128394" y="3876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2" name="pt28492"/>
            <p:cNvSpPr/>
            <p:nvPr/>
          </p:nvSpPr>
          <p:spPr>
            <a:xfrm>
              <a:off x="5093005" y="3828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3" name="pt28493"/>
            <p:cNvSpPr/>
            <p:nvPr/>
          </p:nvSpPr>
          <p:spPr>
            <a:xfrm>
              <a:off x="5120855" y="36526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4" name="pt28494"/>
            <p:cNvSpPr/>
            <p:nvPr/>
          </p:nvSpPr>
          <p:spPr>
            <a:xfrm>
              <a:off x="4008417" y="3754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5" name="pt28495"/>
            <p:cNvSpPr/>
            <p:nvPr/>
          </p:nvSpPr>
          <p:spPr>
            <a:xfrm>
              <a:off x="5135870" y="3597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6" name="pt28496"/>
            <p:cNvSpPr/>
            <p:nvPr/>
          </p:nvSpPr>
          <p:spPr>
            <a:xfrm>
              <a:off x="5138836" y="33578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7" name="pt28497"/>
            <p:cNvSpPr/>
            <p:nvPr/>
          </p:nvSpPr>
          <p:spPr>
            <a:xfrm>
              <a:off x="5168306" y="36195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8" name="pt28498"/>
            <p:cNvSpPr/>
            <p:nvPr/>
          </p:nvSpPr>
          <p:spPr>
            <a:xfrm>
              <a:off x="5157175" y="34269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499" name="pt28499"/>
            <p:cNvSpPr/>
            <p:nvPr/>
          </p:nvSpPr>
          <p:spPr>
            <a:xfrm>
              <a:off x="5150524" y="3569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0" name="pt28500"/>
            <p:cNvSpPr/>
            <p:nvPr/>
          </p:nvSpPr>
          <p:spPr>
            <a:xfrm>
              <a:off x="5156474" y="3546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1" name="pt28501"/>
            <p:cNvSpPr/>
            <p:nvPr/>
          </p:nvSpPr>
          <p:spPr>
            <a:xfrm>
              <a:off x="5134514" y="35326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2" name="pt28502"/>
            <p:cNvSpPr/>
            <p:nvPr/>
          </p:nvSpPr>
          <p:spPr>
            <a:xfrm>
              <a:off x="5154962" y="3686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3" name="pt28503"/>
            <p:cNvSpPr/>
            <p:nvPr/>
          </p:nvSpPr>
          <p:spPr>
            <a:xfrm>
              <a:off x="5175824" y="32020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4" name="pt28504"/>
            <p:cNvSpPr/>
            <p:nvPr/>
          </p:nvSpPr>
          <p:spPr>
            <a:xfrm>
              <a:off x="5201488" y="34417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5" name="pt28505"/>
            <p:cNvSpPr/>
            <p:nvPr/>
          </p:nvSpPr>
          <p:spPr>
            <a:xfrm>
              <a:off x="5124042" y="36187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6" name="pt28506"/>
            <p:cNvSpPr/>
            <p:nvPr/>
          </p:nvSpPr>
          <p:spPr>
            <a:xfrm>
              <a:off x="5157215" y="3501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7" name="pt28507"/>
            <p:cNvSpPr/>
            <p:nvPr/>
          </p:nvSpPr>
          <p:spPr>
            <a:xfrm>
              <a:off x="5095591" y="4144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8" name="pt28508"/>
            <p:cNvSpPr/>
            <p:nvPr/>
          </p:nvSpPr>
          <p:spPr>
            <a:xfrm>
              <a:off x="5135142" y="38476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09" name="pt28509"/>
            <p:cNvSpPr/>
            <p:nvPr/>
          </p:nvSpPr>
          <p:spPr>
            <a:xfrm>
              <a:off x="5152395" y="3695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0" name="pt28510"/>
            <p:cNvSpPr/>
            <p:nvPr/>
          </p:nvSpPr>
          <p:spPr>
            <a:xfrm>
              <a:off x="5146163" y="36602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1" name="pt28511"/>
            <p:cNvSpPr/>
            <p:nvPr/>
          </p:nvSpPr>
          <p:spPr>
            <a:xfrm>
              <a:off x="5150677" y="3554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2" name="pt28512"/>
            <p:cNvSpPr/>
            <p:nvPr/>
          </p:nvSpPr>
          <p:spPr>
            <a:xfrm>
              <a:off x="5132061" y="36346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3" name="pt28513"/>
            <p:cNvSpPr/>
            <p:nvPr/>
          </p:nvSpPr>
          <p:spPr>
            <a:xfrm>
              <a:off x="4780693" y="3616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4" name="pt28514"/>
            <p:cNvSpPr/>
            <p:nvPr/>
          </p:nvSpPr>
          <p:spPr>
            <a:xfrm>
              <a:off x="4227900" y="459831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15" name="pt28515"/>
            <p:cNvSpPr/>
            <p:nvPr/>
          </p:nvSpPr>
          <p:spPr>
            <a:xfrm>
              <a:off x="5130300" y="49233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6" name="pt28516"/>
            <p:cNvSpPr/>
            <p:nvPr/>
          </p:nvSpPr>
          <p:spPr>
            <a:xfrm>
              <a:off x="5123159" y="55533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7" name="pt28517"/>
            <p:cNvSpPr/>
            <p:nvPr/>
          </p:nvSpPr>
          <p:spPr>
            <a:xfrm>
              <a:off x="5132352" y="3951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18" name="pt28518"/>
            <p:cNvSpPr/>
            <p:nvPr/>
          </p:nvSpPr>
          <p:spPr>
            <a:xfrm>
              <a:off x="5230285" y="348402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19" name="pt28519"/>
            <p:cNvSpPr/>
            <p:nvPr/>
          </p:nvSpPr>
          <p:spPr>
            <a:xfrm>
              <a:off x="5130978" y="3495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0" name="pt28520"/>
            <p:cNvSpPr/>
            <p:nvPr/>
          </p:nvSpPr>
          <p:spPr>
            <a:xfrm>
              <a:off x="5143042" y="3921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1" name="pt28521"/>
            <p:cNvSpPr/>
            <p:nvPr/>
          </p:nvSpPr>
          <p:spPr>
            <a:xfrm>
              <a:off x="5158351" y="34783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2" name="pt28522"/>
            <p:cNvSpPr/>
            <p:nvPr/>
          </p:nvSpPr>
          <p:spPr>
            <a:xfrm>
              <a:off x="5190775" y="3468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3" name="pt28523"/>
            <p:cNvSpPr/>
            <p:nvPr/>
          </p:nvSpPr>
          <p:spPr>
            <a:xfrm>
              <a:off x="5180386" y="31411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4" name="pt28524"/>
            <p:cNvSpPr/>
            <p:nvPr/>
          </p:nvSpPr>
          <p:spPr>
            <a:xfrm>
              <a:off x="5148378" y="3386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5" name="pt28525"/>
            <p:cNvSpPr/>
            <p:nvPr/>
          </p:nvSpPr>
          <p:spPr>
            <a:xfrm>
              <a:off x="5153693" y="33724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6" name="pt28526"/>
            <p:cNvSpPr/>
            <p:nvPr/>
          </p:nvSpPr>
          <p:spPr>
            <a:xfrm>
              <a:off x="5167234" y="35773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7" name="pt28527"/>
            <p:cNvSpPr/>
            <p:nvPr/>
          </p:nvSpPr>
          <p:spPr>
            <a:xfrm>
              <a:off x="5108135" y="35007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8" name="pt28528"/>
            <p:cNvSpPr/>
            <p:nvPr/>
          </p:nvSpPr>
          <p:spPr>
            <a:xfrm>
              <a:off x="5250065" y="35160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29" name="pt28529"/>
            <p:cNvSpPr/>
            <p:nvPr/>
          </p:nvSpPr>
          <p:spPr>
            <a:xfrm>
              <a:off x="4101253" y="35382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0" name="pt28530"/>
            <p:cNvSpPr/>
            <p:nvPr/>
          </p:nvSpPr>
          <p:spPr>
            <a:xfrm>
              <a:off x="5130670" y="36852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1" name="pt28531"/>
            <p:cNvSpPr/>
            <p:nvPr/>
          </p:nvSpPr>
          <p:spPr>
            <a:xfrm>
              <a:off x="5130023" y="36888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2" name="pt28532"/>
            <p:cNvSpPr/>
            <p:nvPr/>
          </p:nvSpPr>
          <p:spPr>
            <a:xfrm>
              <a:off x="5159849" y="34199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3" name="pt28533"/>
            <p:cNvSpPr/>
            <p:nvPr/>
          </p:nvSpPr>
          <p:spPr>
            <a:xfrm>
              <a:off x="5152113" y="3509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4" name="pt28534"/>
            <p:cNvSpPr/>
            <p:nvPr/>
          </p:nvSpPr>
          <p:spPr>
            <a:xfrm>
              <a:off x="5143213" y="3401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5" name="pt28535"/>
            <p:cNvSpPr/>
            <p:nvPr/>
          </p:nvSpPr>
          <p:spPr>
            <a:xfrm>
              <a:off x="5187741" y="3374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6" name="pt28536"/>
            <p:cNvSpPr/>
            <p:nvPr/>
          </p:nvSpPr>
          <p:spPr>
            <a:xfrm>
              <a:off x="5196528" y="32949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7" name="pt28537"/>
            <p:cNvSpPr/>
            <p:nvPr/>
          </p:nvSpPr>
          <p:spPr>
            <a:xfrm>
              <a:off x="5166025" y="34818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8" name="pt28538"/>
            <p:cNvSpPr/>
            <p:nvPr/>
          </p:nvSpPr>
          <p:spPr>
            <a:xfrm>
              <a:off x="5155912" y="3532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39" name="pt28539"/>
            <p:cNvSpPr/>
            <p:nvPr/>
          </p:nvSpPr>
          <p:spPr>
            <a:xfrm>
              <a:off x="5146002" y="35746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0" name="pt28540"/>
            <p:cNvSpPr/>
            <p:nvPr/>
          </p:nvSpPr>
          <p:spPr>
            <a:xfrm>
              <a:off x="5150116" y="36391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1" name="pt28541"/>
            <p:cNvSpPr/>
            <p:nvPr/>
          </p:nvSpPr>
          <p:spPr>
            <a:xfrm>
              <a:off x="4589960" y="3468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2" name="pt28542"/>
            <p:cNvSpPr/>
            <p:nvPr/>
          </p:nvSpPr>
          <p:spPr>
            <a:xfrm>
              <a:off x="5139536" y="35983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3" name="pt28543"/>
            <p:cNvSpPr/>
            <p:nvPr/>
          </p:nvSpPr>
          <p:spPr>
            <a:xfrm>
              <a:off x="5013400" y="3563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4" name="pt28544"/>
            <p:cNvSpPr/>
            <p:nvPr/>
          </p:nvSpPr>
          <p:spPr>
            <a:xfrm>
              <a:off x="5083271" y="39732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5" name="pt28545"/>
            <p:cNvSpPr/>
            <p:nvPr/>
          </p:nvSpPr>
          <p:spPr>
            <a:xfrm>
              <a:off x="5152720" y="37543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6" name="pt28546"/>
            <p:cNvSpPr/>
            <p:nvPr/>
          </p:nvSpPr>
          <p:spPr>
            <a:xfrm>
              <a:off x="5185707" y="34628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7" name="pt28547"/>
            <p:cNvSpPr/>
            <p:nvPr/>
          </p:nvSpPr>
          <p:spPr>
            <a:xfrm>
              <a:off x="5048189" y="5222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8" name="pt28548"/>
            <p:cNvSpPr/>
            <p:nvPr/>
          </p:nvSpPr>
          <p:spPr>
            <a:xfrm>
              <a:off x="4855264" y="4822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49" name="pt28549"/>
            <p:cNvSpPr/>
            <p:nvPr/>
          </p:nvSpPr>
          <p:spPr>
            <a:xfrm>
              <a:off x="5056359" y="45407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0" name="pt28550"/>
            <p:cNvSpPr/>
            <p:nvPr/>
          </p:nvSpPr>
          <p:spPr>
            <a:xfrm>
              <a:off x="4595272" y="404353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51" name="pt28551"/>
            <p:cNvSpPr/>
            <p:nvPr/>
          </p:nvSpPr>
          <p:spPr>
            <a:xfrm>
              <a:off x="5091546" y="38435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2" name="pt28552"/>
            <p:cNvSpPr/>
            <p:nvPr/>
          </p:nvSpPr>
          <p:spPr>
            <a:xfrm>
              <a:off x="5119829" y="38098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3" name="pt28553"/>
            <p:cNvSpPr/>
            <p:nvPr/>
          </p:nvSpPr>
          <p:spPr>
            <a:xfrm>
              <a:off x="5102088" y="5464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4" name="pt28554"/>
            <p:cNvSpPr/>
            <p:nvPr/>
          </p:nvSpPr>
          <p:spPr>
            <a:xfrm>
              <a:off x="5126828" y="38580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5" name="pt28555"/>
            <p:cNvSpPr/>
            <p:nvPr/>
          </p:nvSpPr>
          <p:spPr>
            <a:xfrm>
              <a:off x="5128031" y="3967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6" name="pt28556"/>
            <p:cNvSpPr/>
            <p:nvPr/>
          </p:nvSpPr>
          <p:spPr>
            <a:xfrm>
              <a:off x="5135240" y="3499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7" name="pt28557"/>
            <p:cNvSpPr/>
            <p:nvPr/>
          </p:nvSpPr>
          <p:spPr>
            <a:xfrm>
              <a:off x="5143505" y="3547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8" name="pt28558"/>
            <p:cNvSpPr/>
            <p:nvPr/>
          </p:nvSpPr>
          <p:spPr>
            <a:xfrm>
              <a:off x="5145593" y="3663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59" name="pt28559"/>
            <p:cNvSpPr/>
            <p:nvPr/>
          </p:nvSpPr>
          <p:spPr>
            <a:xfrm>
              <a:off x="5140795" y="35496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0" name="pt28560"/>
            <p:cNvSpPr/>
            <p:nvPr/>
          </p:nvSpPr>
          <p:spPr>
            <a:xfrm>
              <a:off x="5171218" y="3568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1" name="pt28561"/>
            <p:cNvSpPr/>
            <p:nvPr/>
          </p:nvSpPr>
          <p:spPr>
            <a:xfrm>
              <a:off x="5206447" y="33920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2" name="pt28562"/>
            <p:cNvSpPr/>
            <p:nvPr/>
          </p:nvSpPr>
          <p:spPr>
            <a:xfrm>
              <a:off x="5168077" y="3560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3" name="pt28563"/>
            <p:cNvSpPr/>
            <p:nvPr/>
          </p:nvSpPr>
          <p:spPr>
            <a:xfrm>
              <a:off x="5149902" y="37732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4" name="pt28564"/>
            <p:cNvSpPr/>
            <p:nvPr/>
          </p:nvSpPr>
          <p:spPr>
            <a:xfrm>
              <a:off x="5138410" y="34323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5" name="pt28565"/>
            <p:cNvSpPr/>
            <p:nvPr/>
          </p:nvSpPr>
          <p:spPr>
            <a:xfrm>
              <a:off x="5142785" y="3519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6" name="pt28566"/>
            <p:cNvSpPr/>
            <p:nvPr/>
          </p:nvSpPr>
          <p:spPr>
            <a:xfrm>
              <a:off x="6090545" y="3581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7" name="pt28567"/>
            <p:cNvSpPr/>
            <p:nvPr/>
          </p:nvSpPr>
          <p:spPr>
            <a:xfrm>
              <a:off x="5135979" y="3327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8" name="pt28568"/>
            <p:cNvSpPr/>
            <p:nvPr/>
          </p:nvSpPr>
          <p:spPr>
            <a:xfrm>
              <a:off x="5146079" y="34161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69" name="pt28569"/>
            <p:cNvSpPr/>
            <p:nvPr/>
          </p:nvSpPr>
          <p:spPr>
            <a:xfrm>
              <a:off x="5156597" y="36076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0" name="pt28570"/>
            <p:cNvSpPr/>
            <p:nvPr/>
          </p:nvSpPr>
          <p:spPr>
            <a:xfrm>
              <a:off x="5129664" y="3586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1" name="pt28571"/>
            <p:cNvSpPr/>
            <p:nvPr/>
          </p:nvSpPr>
          <p:spPr>
            <a:xfrm>
              <a:off x="5100234" y="3899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2" name="pt28572"/>
            <p:cNvSpPr/>
            <p:nvPr/>
          </p:nvSpPr>
          <p:spPr>
            <a:xfrm>
              <a:off x="5164732" y="3535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3" name="pt28573"/>
            <p:cNvSpPr/>
            <p:nvPr/>
          </p:nvSpPr>
          <p:spPr>
            <a:xfrm>
              <a:off x="5141374" y="38776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4" name="pt28574"/>
            <p:cNvSpPr/>
            <p:nvPr/>
          </p:nvSpPr>
          <p:spPr>
            <a:xfrm>
              <a:off x="5145452" y="4044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5" name="pt28575"/>
            <p:cNvSpPr/>
            <p:nvPr/>
          </p:nvSpPr>
          <p:spPr>
            <a:xfrm>
              <a:off x="5128294" y="42532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6" name="pt28576"/>
            <p:cNvSpPr/>
            <p:nvPr/>
          </p:nvSpPr>
          <p:spPr>
            <a:xfrm>
              <a:off x="5164836" y="3665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7" name="pt28577"/>
            <p:cNvSpPr/>
            <p:nvPr/>
          </p:nvSpPr>
          <p:spPr>
            <a:xfrm>
              <a:off x="5145737" y="3622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8" name="pt28578"/>
            <p:cNvSpPr/>
            <p:nvPr/>
          </p:nvSpPr>
          <p:spPr>
            <a:xfrm>
              <a:off x="5142047" y="3957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79" name="pt28579"/>
            <p:cNvSpPr/>
            <p:nvPr/>
          </p:nvSpPr>
          <p:spPr>
            <a:xfrm>
              <a:off x="5156414" y="36727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0" name="pt28580"/>
            <p:cNvSpPr/>
            <p:nvPr/>
          </p:nvSpPr>
          <p:spPr>
            <a:xfrm>
              <a:off x="5158187" y="3659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1" name="pt28581"/>
            <p:cNvSpPr/>
            <p:nvPr/>
          </p:nvSpPr>
          <p:spPr>
            <a:xfrm>
              <a:off x="5138785" y="38804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2" name="pt28582"/>
            <p:cNvSpPr/>
            <p:nvPr/>
          </p:nvSpPr>
          <p:spPr>
            <a:xfrm>
              <a:off x="5090177" y="3953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3" name="pt28583"/>
            <p:cNvSpPr/>
            <p:nvPr/>
          </p:nvSpPr>
          <p:spPr>
            <a:xfrm>
              <a:off x="5041954" y="3527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4" name="pt28584"/>
            <p:cNvSpPr/>
            <p:nvPr/>
          </p:nvSpPr>
          <p:spPr>
            <a:xfrm>
              <a:off x="5042544" y="35470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5" name="pt28585"/>
            <p:cNvSpPr/>
            <p:nvPr/>
          </p:nvSpPr>
          <p:spPr>
            <a:xfrm>
              <a:off x="5135437" y="35723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6" name="pt28586"/>
            <p:cNvSpPr/>
            <p:nvPr/>
          </p:nvSpPr>
          <p:spPr>
            <a:xfrm>
              <a:off x="6533291" y="222758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87" name="pt28587"/>
            <p:cNvSpPr/>
            <p:nvPr/>
          </p:nvSpPr>
          <p:spPr>
            <a:xfrm>
              <a:off x="5144902" y="3831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8" name="pt28588"/>
            <p:cNvSpPr/>
            <p:nvPr/>
          </p:nvSpPr>
          <p:spPr>
            <a:xfrm>
              <a:off x="5131941" y="40175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89" name="pt28589"/>
            <p:cNvSpPr/>
            <p:nvPr/>
          </p:nvSpPr>
          <p:spPr>
            <a:xfrm>
              <a:off x="5133677" y="36096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0" name="pt28590"/>
            <p:cNvSpPr/>
            <p:nvPr/>
          </p:nvSpPr>
          <p:spPr>
            <a:xfrm>
              <a:off x="5167175" y="3548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1" name="pt28591"/>
            <p:cNvSpPr/>
            <p:nvPr/>
          </p:nvSpPr>
          <p:spPr>
            <a:xfrm>
              <a:off x="5124141" y="4022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2" name="pt28592"/>
            <p:cNvSpPr/>
            <p:nvPr/>
          </p:nvSpPr>
          <p:spPr>
            <a:xfrm>
              <a:off x="5139976" y="39886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3" name="pt28593"/>
            <p:cNvSpPr/>
            <p:nvPr/>
          </p:nvSpPr>
          <p:spPr>
            <a:xfrm>
              <a:off x="5142227" y="38364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4" name="pt28594"/>
            <p:cNvSpPr/>
            <p:nvPr/>
          </p:nvSpPr>
          <p:spPr>
            <a:xfrm>
              <a:off x="5064434" y="3693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5" name="pt28595"/>
            <p:cNvSpPr/>
            <p:nvPr/>
          </p:nvSpPr>
          <p:spPr>
            <a:xfrm>
              <a:off x="5109866" y="37603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6" name="pt28596"/>
            <p:cNvSpPr/>
            <p:nvPr/>
          </p:nvSpPr>
          <p:spPr>
            <a:xfrm>
              <a:off x="5064409" y="39202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7" name="pt28597"/>
            <p:cNvSpPr/>
            <p:nvPr/>
          </p:nvSpPr>
          <p:spPr>
            <a:xfrm>
              <a:off x="5120254" y="3921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8" name="pt28598"/>
            <p:cNvSpPr/>
            <p:nvPr/>
          </p:nvSpPr>
          <p:spPr>
            <a:xfrm>
              <a:off x="5136119" y="3581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599" name="pt28599"/>
            <p:cNvSpPr/>
            <p:nvPr/>
          </p:nvSpPr>
          <p:spPr>
            <a:xfrm>
              <a:off x="5061741" y="42280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0" name="pt28600"/>
            <p:cNvSpPr/>
            <p:nvPr/>
          </p:nvSpPr>
          <p:spPr>
            <a:xfrm>
              <a:off x="5142317" y="34419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1" name="pt28601"/>
            <p:cNvSpPr/>
            <p:nvPr/>
          </p:nvSpPr>
          <p:spPr>
            <a:xfrm>
              <a:off x="4574108" y="473440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02" name="pt28602"/>
            <p:cNvSpPr/>
            <p:nvPr/>
          </p:nvSpPr>
          <p:spPr>
            <a:xfrm>
              <a:off x="5171858" y="3650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3" name="pt28603"/>
            <p:cNvSpPr/>
            <p:nvPr/>
          </p:nvSpPr>
          <p:spPr>
            <a:xfrm>
              <a:off x="5140038" y="37592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4" name="pt28604"/>
            <p:cNvSpPr/>
            <p:nvPr/>
          </p:nvSpPr>
          <p:spPr>
            <a:xfrm>
              <a:off x="5156714" y="31896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5" name="pt28605"/>
            <p:cNvSpPr/>
            <p:nvPr/>
          </p:nvSpPr>
          <p:spPr>
            <a:xfrm>
              <a:off x="5146434" y="35526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6" name="pt28606"/>
            <p:cNvSpPr/>
            <p:nvPr/>
          </p:nvSpPr>
          <p:spPr>
            <a:xfrm>
              <a:off x="5079462" y="50290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7" name="pt28607"/>
            <p:cNvSpPr/>
            <p:nvPr/>
          </p:nvSpPr>
          <p:spPr>
            <a:xfrm>
              <a:off x="5032562" y="42936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08" name="pt28608"/>
            <p:cNvSpPr/>
            <p:nvPr/>
          </p:nvSpPr>
          <p:spPr>
            <a:xfrm>
              <a:off x="4782782" y="488131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09" name="pt28609"/>
            <p:cNvSpPr/>
            <p:nvPr/>
          </p:nvSpPr>
          <p:spPr>
            <a:xfrm>
              <a:off x="5150123" y="3326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0" name="pt28610"/>
            <p:cNvSpPr/>
            <p:nvPr/>
          </p:nvSpPr>
          <p:spPr>
            <a:xfrm>
              <a:off x="5088738" y="4540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1" name="pt28611"/>
            <p:cNvSpPr/>
            <p:nvPr/>
          </p:nvSpPr>
          <p:spPr>
            <a:xfrm>
              <a:off x="5119997" y="35569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2" name="pt28612"/>
            <p:cNvSpPr/>
            <p:nvPr/>
          </p:nvSpPr>
          <p:spPr>
            <a:xfrm>
              <a:off x="5145784" y="3405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3" name="pt28613"/>
            <p:cNvSpPr/>
            <p:nvPr/>
          </p:nvSpPr>
          <p:spPr>
            <a:xfrm>
              <a:off x="5160229" y="4260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4" name="pt28614"/>
            <p:cNvSpPr/>
            <p:nvPr/>
          </p:nvSpPr>
          <p:spPr>
            <a:xfrm>
              <a:off x="5113370" y="37320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5" name="pt28615"/>
            <p:cNvSpPr/>
            <p:nvPr/>
          </p:nvSpPr>
          <p:spPr>
            <a:xfrm>
              <a:off x="5123649" y="35166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6" name="pt28616"/>
            <p:cNvSpPr/>
            <p:nvPr/>
          </p:nvSpPr>
          <p:spPr>
            <a:xfrm>
              <a:off x="5077198" y="40407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7" name="pt28617"/>
            <p:cNvSpPr/>
            <p:nvPr/>
          </p:nvSpPr>
          <p:spPr>
            <a:xfrm>
              <a:off x="5058835" y="39922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8" name="pt28618"/>
            <p:cNvSpPr/>
            <p:nvPr/>
          </p:nvSpPr>
          <p:spPr>
            <a:xfrm>
              <a:off x="5091410" y="3996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19" name="pt28619"/>
            <p:cNvSpPr/>
            <p:nvPr/>
          </p:nvSpPr>
          <p:spPr>
            <a:xfrm>
              <a:off x="5155532" y="3521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0" name="pt28620"/>
            <p:cNvSpPr/>
            <p:nvPr/>
          </p:nvSpPr>
          <p:spPr>
            <a:xfrm>
              <a:off x="5156687" y="3687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1" name="pt28621"/>
            <p:cNvSpPr/>
            <p:nvPr/>
          </p:nvSpPr>
          <p:spPr>
            <a:xfrm>
              <a:off x="5162360" y="35618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2" name="pt28622"/>
            <p:cNvSpPr/>
            <p:nvPr/>
          </p:nvSpPr>
          <p:spPr>
            <a:xfrm>
              <a:off x="5060624" y="37091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3" name="pt28623"/>
            <p:cNvSpPr/>
            <p:nvPr/>
          </p:nvSpPr>
          <p:spPr>
            <a:xfrm>
              <a:off x="5148170" y="3904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4" name="pt28624"/>
            <p:cNvSpPr/>
            <p:nvPr/>
          </p:nvSpPr>
          <p:spPr>
            <a:xfrm>
              <a:off x="5179561" y="3338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5" name="pt28625"/>
            <p:cNvSpPr/>
            <p:nvPr/>
          </p:nvSpPr>
          <p:spPr>
            <a:xfrm>
              <a:off x="5133144" y="36060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6" name="pt28626"/>
            <p:cNvSpPr/>
            <p:nvPr/>
          </p:nvSpPr>
          <p:spPr>
            <a:xfrm>
              <a:off x="5201473" y="3478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7" name="pt28627"/>
            <p:cNvSpPr/>
            <p:nvPr/>
          </p:nvSpPr>
          <p:spPr>
            <a:xfrm>
              <a:off x="5109958" y="4033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8" name="pt28628"/>
            <p:cNvSpPr/>
            <p:nvPr/>
          </p:nvSpPr>
          <p:spPr>
            <a:xfrm>
              <a:off x="5143505" y="37650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29" name="pt28629"/>
            <p:cNvSpPr/>
            <p:nvPr/>
          </p:nvSpPr>
          <p:spPr>
            <a:xfrm>
              <a:off x="5162530" y="3610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0" name="pt28630"/>
            <p:cNvSpPr/>
            <p:nvPr/>
          </p:nvSpPr>
          <p:spPr>
            <a:xfrm>
              <a:off x="4832045" y="3480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1" name="pt28631"/>
            <p:cNvSpPr/>
            <p:nvPr/>
          </p:nvSpPr>
          <p:spPr>
            <a:xfrm>
              <a:off x="5145908" y="3721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2" name="pt28632"/>
            <p:cNvSpPr/>
            <p:nvPr/>
          </p:nvSpPr>
          <p:spPr>
            <a:xfrm>
              <a:off x="5104544" y="36933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3" name="pt28633"/>
            <p:cNvSpPr/>
            <p:nvPr/>
          </p:nvSpPr>
          <p:spPr>
            <a:xfrm>
              <a:off x="5115049" y="35809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4" name="pt28634"/>
            <p:cNvSpPr/>
            <p:nvPr/>
          </p:nvSpPr>
          <p:spPr>
            <a:xfrm>
              <a:off x="5074015" y="3777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5" name="pt28635"/>
            <p:cNvSpPr/>
            <p:nvPr/>
          </p:nvSpPr>
          <p:spPr>
            <a:xfrm>
              <a:off x="5135214" y="3481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6" name="pt28636"/>
            <p:cNvSpPr/>
            <p:nvPr/>
          </p:nvSpPr>
          <p:spPr>
            <a:xfrm>
              <a:off x="5135017" y="36039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7" name="pt28637"/>
            <p:cNvSpPr/>
            <p:nvPr/>
          </p:nvSpPr>
          <p:spPr>
            <a:xfrm>
              <a:off x="5115955" y="44139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8" name="pt28638"/>
            <p:cNvSpPr/>
            <p:nvPr/>
          </p:nvSpPr>
          <p:spPr>
            <a:xfrm>
              <a:off x="5161543" y="3520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39" name="pt28639"/>
            <p:cNvSpPr/>
            <p:nvPr/>
          </p:nvSpPr>
          <p:spPr>
            <a:xfrm>
              <a:off x="5160391" y="3420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0" name="pt28640"/>
            <p:cNvSpPr/>
            <p:nvPr/>
          </p:nvSpPr>
          <p:spPr>
            <a:xfrm>
              <a:off x="5139090" y="3587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1" name="pt28641"/>
            <p:cNvSpPr/>
            <p:nvPr/>
          </p:nvSpPr>
          <p:spPr>
            <a:xfrm>
              <a:off x="5153686" y="4106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2" name="pt28642"/>
            <p:cNvSpPr/>
            <p:nvPr/>
          </p:nvSpPr>
          <p:spPr>
            <a:xfrm>
              <a:off x="5163462" y="39689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3" name="pt28643"/>
            <p:cNvSpPr/>
            <p:nvPr/>
          </p:nvSpPr>
          <p:spPr>
            <a:xfrm>
              <a:off x="5258774" y="340115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44" name="pt28644"/>
            <p:cNvSpPr/>
            <p:nvPr/>
          </p:nvSpPr>
          <p:spPr>
            <a:xfrm>
              <a:off x="5151811" y="35559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5" name="pt28645"/>
            <p:cNvSpPr/>
            <p:nvPr/>
          </p:nvSpPr>
          <p:spPr>
            <a:xfrm>
              <a:off x="5138104" y="3896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6" name="pt28646"/>
            <p:cNvSpPr/>
            <p:nvPr/>
          </p:nvSpPr>
          <p:spPr>
            <a:xfrm>
              <a:off x="5435753" y="3430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7" name="pt28647"/>
            <p:cNvSpPr/>
            <p:nvPr/>
          </p:nvSpPr>
          <p:spPr>
            <a:xfrm>
              <a:off x="5152637" y="32712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8" name="pt28648"/>
            <p:cNvSpPr/>
            <p:nvPr/>
          </p:nvSpPr>
          <p:spPr>
            <a:xfrm>
              <a:off x="5121296" y="41913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49" name="pt28649"/>
            <p:cNvSpPr/>
            <p:nvPr/>
          </p:nvSpPr>
          <p:spPr>
            <a:xfrm>
              <a:off x="5146830" y="41120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0" name="pt28650"/>
            <p:cNvSpPr/>
            <p:nvPr/>
          </p:nvSpPr>
          <p:spPr>
            <a:xfrm>
              <a:off x="5134347" y="4086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1" name="pt28651"/>
            <p:cNvSpPr/>
            <p:nvPr/>
          </p:nvSpPr>
          <p:spPr>
            <a:xfrm>
              <a:off x="5095470" y="36309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2" name="pt28652"/>
            <p:cNvSpPr/>
            <p:nvPr/>
          </p:nvSpPr>
          <p:spPr>
            <a:xfrm>
              <a:off x="5141454" y="4021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3" name="pt28653"/>
            <p:cNvSpPr/>
            <p:nvPr/>
          </p:nvSpPr>
          <p:spPr>
            <a:xfrm>
              <a:off x="5200353" y="3453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4" name="pt28654"/>
            <p:cNvSpPr/>
            <p:nvPr/>
          </p:nvSpPr>
          <p:spPr>
            <a:xfrm>
              <a:off x="5118975" y="39706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5" name="pt28655"/>
            <p:cNvSpPr/>
            <p:nvPr/>
          </p:nvSpPr>
          <p:spPr>
            <a:xfrm>
              <a:off x="5134451" y="38710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6" name="pt28656"/>
            <p:cNvSpPr/>
            <p:nvPr/>
          </p:nvSpPr>
          <p:spPr>
            <a:xfrm>
              <a:off x="5148080" y="35507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7" name="pt28657"/>
            <p:cNvSpPr/>
            <p:nvPr/>
          </p:nvSpPr>
          <p:spPr>
            <a:xfrm>
              <a:off x="5112992" y="3970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8" name="pt28658"/>
            <p:cNvSpPr/>
            <p:nvPr/>
          </p:nvSpPr>
          <p:spPr>
            <a:xfrm>
              <a:off x="5159964" y="33247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59" name="pt28659"/>
            <p:cNvSpPr/>
            <p:nvPr/>
          </p:nvSpPr>
          <p:spPr>
            <a:xfrm>
              <a:off x="5133406" y="35881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0" name="pt28660"/>
            <p:cNvSpPr/>
            <p:nvPr/>
          </p:nvSpPr>
          <p:spPr>
            <a:xfrm>
              <a:off x="5069205" y="41763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1" name="pt28661"/>
            <p:cNvSpPr/>
            <p:nvPr/>
          </p:nvSpPr>
          <p:spPr>
            <a:xfrm>
              <a:off x="5185016" y="34618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2" name="pt28662"/>
            <p:cNvSpPr/>
            <p:nvPr/>
          </p:nvSpPr>
          <p:spPr>
            <a:xfrm>
              <a:off x="5105038" y="34338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3" name="pt28663"/>
            <p:cNvSpPr/>
            <p:nvPr/>
          </p:nvSpPr>
          <p:spPr>
            <a:xfrm>
              <a:off x="5136614" y="3470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4" name="pt28664"/>
            <p:cNvSpPr/>
            <p:nvPr/>
          </p:nvSpPr>
          <p:spPr>
            <a:xfrm>
              <a:off x="5131965" y="3881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5" name="pt28665"/>
            <p:cNvSpPr/>
            <p:nvPr/>
          </p:nvSpPr>
          <p:spPr>
            <a:xfrm>
              <a:off x="5133385" y="38193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6" name="pt28666"/>
            <p:cNvSpPr/>
            <p:nvPr/>
          </p:nvSpPr>
          <p:spPr>
            <a:xfrm>
              <a:off x="5123607" y="40625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7" name="pt28667"/>
            <p:cNvSpPr/>
            <p:nvPr/>
          </p:nvSpPr>
          <p:spPr>
            <a:xfrm>
              <a:off x="5145372" y="35606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8" name="pt28668"/>
            <p:cNvSpPr/>
            <p:nvPr/>
          </p:nvSpPr>
          <p:spPr>
            <a:xfrm>
              <a:off x="5101001" y="4182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69" name="pt28669"/>
            <p:cNvSpPr/>
            <p:nvPr/>
          </p:nvSpPr>
          <p:spPr>
            <a:xfrm>
              <a:off x="5185977" y="33367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0" name="pt28670"/>
            <p:cNvSpPr/>
            <p:nvPr/>
          </p:nvSpPr>
          <p:spPr>
            <a:xfrm>
              <a:off x="5115810" y="38527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1" name="pt28671"/>
            <p:cNvSpPr/>
            <p:nvPr/>
          </p:nvSpPr>
          <p:spPr>
            <a:xfrm>
              <a:off x="4287990" y="381067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72" name="pt28672"/>
            <p:cNvSpPr/>
            <p:nvPr/>
          </p:nvSpPr>
          <p:spPr>
            <a:xfrm>
              <a:off x="5153911" y="3552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3" name="pt28673"/>
            <p:cNvSpPr/>
            <p:nvPr/>
          </p:nvSpPr>
          <p:spPr>
            <a:xfrm>
              <a:off x="5135931" y="37572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4" name="pt28674"/>
            <p:cNvSpPr/>
            <p:nvPr/>
          </p:nvSpPr>
          <p:spPr>
            <a:xfrm>
              <a:off x="5079665" y="39195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5" name="pt28675"/>
            <p:cNvSpPr/>
            <p:nvPr/>
          </p:nvSpPr>
          <p:spPr>
            <a:xfrm>
              <a:off x="4818130" y="501875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76" name="pt28676"/>
            <p:cNvSpPr/>
            <p:nvPr/>
          </p:nvSpPr>
          <p:spPr>
            <a:xfrm>
              <a:off x="5151655" y="36137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7" name="pt28677"/>
            <p:cNvSpPr/>
            <p:nvPr/>
          </p:nvSpPr>
          <p:spPr>
            <a:xfrm>
              <a:off x="5149122" y="38517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8" name="pt28678"/>
            <p:cNvSpPr/>
            <p:nvPr/>
          </p:nvSpPr>
          <p:spPr>
            <a:xfrm>
              <a:off x="5160397" y="3444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79" name="pt28679"/>
            <p:cNvSpPr/>
            <p:nvPr/>
          </p:nvSpPr>
          <p:spPr>
            <a:xfrm>
              <a:off x="5293462" y="306563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80" name="pt28680"/>
            <p:cNvSpPr/>
            <p:nvPr/>
          </p:nvSpPr>
          <p:spPr>
            <a:xfrm>
              <a:off x="5464933" y="334240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81" name="pt28681"/>
            <p:cNvSpPr/>
            <p:nvPr/>
          </p:nvSpPr>
          <p:spPr>
            <a:xfrm>
              <a:off x="5170032" y="3530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2" name="pt28682"/>
            <p:cNvSpPr/>
            <p:nvPr/>
          </p:nvSpPr>
          <p:spPr>
            <a:xfrm>
              <a:off x="5132505" y="3867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3" name="pt28683"/>
            <p:cNvSpPr/>
            <p:nvPr/>
          </p:nvSpPr>
          <p:spPr>
            <a:xfrm>
              <a:off x="5153547" y="3572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4" name="pt28684"/>
            <p:cNvSpPr/>
            <p:nvPr/>
          </p:nvSpPr>
          <p:spPr>
            <a:xfrm>
              <a:off x="5166380" y="33590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5" name="pt28685"/>
            <p:cNvSpPr/>
            <p:nvPr/>
          </p:nvSpPr>
          <p:spPr>
            <a:xfrm>
              <a:off x="5168882" y="3328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6" name="pt28686"/>
            <p:cNvSpPr/>
            <p:nvPr/>
          </p:nvSpPr>
          <p:spPr>
            <a:xfrm>
              <a:off x="5139144" y="3960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7" name="pt28687"/>
            <p:cNvSpPr/>
            <p:nvPr/>
          </p:nvSpPr>
          <p:spPr>
            <a:xfrm>
              <a:off x="5159348" y="3710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8" name="pt28688"/>
            <p:cNvSpPr/>
            <p:nvPr/>
          </p:nvSpPr>
          <p:spPr>
            <a:xfrm>
              <a:off x="5145168" y="34893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89" name="pt28689"/>
            <p:cNvSpPr/>
            <p:nvPr/>
          </p:nvSpPr>
          <p:spPr>
            <a:xfrm>
              <a:off x="5144468" y="3505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0" name="pt28690"/>
            <p:cNvSpPr/>
            <p:nvPr/>
          </p:nvSpPr>
          <p:spPr>
            <a:xfrm>
              <a:off x="5167836" y="36316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1" name="pt28691"/>
            <p:cNvSpPr/>
            <p:nvPr/>
          </p:nvSpPr>
          <p:spPr>
            <a:xfrm>
              <a:off x="5124820" y="47319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2" name="pt28692"/>
            <p:cNvSpPr/>
            <p:nvPr/>
          </p:nvSpPr>
          <p:spPr>
            <a:xfrm>
              <a:off x="5110140" y="41271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3" name="pt28693"/>
            <p:cNvSpPr/>
            <p:nvPr/>
          </p:nvSpPr>
          <p:spPr>
            <a:xfrm>
              <a:off x="4975380" y="33014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4" name="pt28694"/>
            <p:cNvSpPr/>
            <p:nvPr/>
          </p:nvSpPr>
          <p:spPr>
            <a:xfrm>
              <a:off x="5130846" y="3558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5" name="pt28695"/>
            <p:cNvSpPr/>
            <p:nvPr/>
          </p:nvSpPr>
          <p:spPr>
            <a:xfrm>
              <a:off x="5136768" y="34379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6" name="pt28696"/>
            <p:cNvSpPr/>
            <p:nvPr/>
          </p:nvSpPr>
          <p:spPr>
            <a:xfrm>
              <a:off x="5101679" y="3661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7" name="pt28697"/>
            <p:cNvSpPr/>
            <p:nvPr/>
          </p:nvSpPr>
          <p:spPr>
            <a:xfrm>
              <a:off x="5379787" y="326756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98" name="pt28698"/>
            <p:cNvSpPr/>
            <p:nvPr/>
          </p:nvSpPr>
          <p:spPr>
            <a:xfrm>
              <a:off x="5108139" y="36352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699" name="pt28699"/>
            <p:cNvSpPr/>
            <p:nvPr/>
          </p:nvSpPr>
          <p:spPr>
            <a:xfrm>
              <a:off x="5142498" y="36322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0" name="pt28700"/>
            <p:cNvSpPr/>
            <p:nvPr/>
          </p:nvSpPr>
          <p:spPr>
            <a:xfrm>
              <a:off x="5152394" y="3592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1" name="pt28701"/>
            <p:cNvSpPr/>
            <p:nvPr/>
          </p:nvSpPr>
          <p:spPr>
            <a:xfrm>
              <a:off x="5121766" y="3603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2" name="pt28702"/>
            <p:cNvSpPr/>
            <p:nvPr/>
          </p:nvSpPr>
          <p:spPr>
            <a:xfrm>
              <a:off x="5154125" y="3457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3" name="pt28703"/>
            <p:cNvSpPr/>
            <p:nvPr/>
          </p:nvSpPr>
          <p:spPr>
            <a:xfrm>
              <a:off x="4913143" y="36880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4" name="pt28704"/>
            <p:cNvSpPr/>
            <p:nvPr/>
          </p:nvSpPr>
          <p:spPr>
            <a:xfrm>
              <a:off x="5233199" y="34901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5" name="pt28705"/>
            <p:cNvSpPr/>
            <p:nvPr/>
          </p:nvSpPr>
          <p:spPr>
            <a:xfrm>
              <a:off x="5129952" y="3858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6" name="pt28706"/>
            <p:cNvSpPr/>
            <p:nvPr/>
          </p:nvSpPr>
          <p:spPr>
            <a:xfrm>
              <a:off x="5136345" y="3976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7" name="pt28707"/>
            <p:cNvSpPr/>
            <p:nvPr/>
          </p:nvSpPr>
          <p:spPr>
            <a:xfrm>
              <a:off x="5138919" y="3536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8" name="pt28708"/>
            <p:cNvSpPr/>
            <p:nvPr/>
          </p:nvSpPr>
          <p:spPr>
            <a:xfrm>
              <a:off x="5145804" y="35654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09" name="pt28709"/>
            <p:cNvSpPr/>
            <p:nvPr/>
          </p:nvSpPr>
          <p:spPr>
            <a:xfrm>
              <a:off x="5174309" y="3220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0" name="pt28710"/>
            <p:cNvSpPr/>
            <p:nvPr/>
          </p:nvSpPr>
          <p:spPr>
            <a:xfrm>
              <a:off x="5140069" y="3592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1" name="pt28711"/>
            <p:cNvSpPr/>
            <p:nvPr/>
          </p:nvSpPr>
          <p:spPr>
            <a:xfrm>
              <a:off x="5142070" y="3863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2" name="pt28712"/>
            <p:cNvSpPr/>
            <p:nvPr/>
          </p:nvSpPr>
          <p:spPr>
            <a:xfrm>
              <a:off x="5189696" y="3465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3" name="pt28713"/>
            <p:cNvSpPr/>
            <p:nvPr/>
          </p:nvSpPr>
          <p:spPr>
            <a:xfrm>
              <a:off x="5170227" y="3658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4" name="pt28714"/>
            <p:cNvSpPr/>
            <p:nvPr/>
          </p:nvSpPr>
          <p:spPr>
            <a:xfrm>
              <a:off x="5135735" y="3728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5" name="pt28715"/>
            <p:cNvSpPr/>
            <p:nvPr/>
          </p:nvSpPr>
          <p:spPr>
            <a:xfrm>
              <a:off x="5166143" y="3641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6" name="pt28716"/>
            <p:cNvSpPr/>
            <p:nvPr/>
          </p:nvSpPr>
          <p:spPr>
            <a:xfrm>
              <a:off x="5156050" y="35709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7" name="pt28717"/>
            <p:cNvSpPr/>
            <p:nvPr/>
          </p:nvSpPr>
          <p:spPr>
            <a:xfrm>
              <a:off x="5189128" y="3396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18" name="pt28718"/>
            <p:cNvSpPr/>
            <p:nvPr/>
          </p:nvSpPr>
          <p:spPr>
            <a:xfrm>
              <a:off x="5555329" y="284920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19" name="pt28719"/>
            <p:cNvSpPr/>
            <p:nvPr/>
          </p:nvSpPr>
          <p:spPr>
            <a:xfrm>
              <a:off x="5156239" y="37777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0" name="pt28720"/>
            <p:cNvSpPr/>
            <p:nvPr/>
          </p:nvSpPr>
          <p:spPr>
            <a:xfrm>
              <a:off x="5188716" y="33845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1" name="pt28721"/>
            <p:cNvSpPr/>
            <p:nvPr/>
          </p:nvSpPr>
          <p:spPr>
            <a:xfrm>
              <a:off x="5078832" y="36112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2" name="pt28722"/>
            <p:cNvSpPr/>
            <p:nvPr/>
          </p:nvSpPr>
          <p:spPr>
            <a:xfrm>
              <a:off x="5108477" y="3677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3" name="pt28723"/>
            <p:cNvSpPr/>
            <p:nvPr/>
          </p:nvSpPr>
          <p:spPr>
            <a:xfrm>
              <a:off x="5144191" y="3974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4" name="pt28724"/>
            <p:cNvSpPr/>
            <p:nvPr/>
          </p:nvSpPr>
          <p:spPr>
            <a:xfrm>
              <a:off x="5117077" y="38023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5" name="pt28725"/>
            <p:cNvSpPr/>
            <p:nvPr/>
          </p:nvSpPr>
          <p:spPr>
            <a:xfrm>
              <a:off x="5120530" y="39423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6" name="pt28726"/>
            <p:cNvSpPr/>
            <p:nvPr/>
          </p:nvSpPr>
          <p:spPr>
            <a:xfrm>
              <a:off x="5179859" y="35169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7" name="pt28727"/>
            <p:cNvSpPr/>
            <p:nvPr/>
          </p:nvSpPr>
          <p:spPr>
            <a:xfrm>
              <a:off x="5168723" y="3581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8" name="pt28728"/>
            <p:cNvSpPr/>
            <p:nvPr/>
          </p:nvSpPr>
          <p:spPr>
            <a:xfrm>
              <a:off x="5161683" y="36121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29" name="pt28729"/>
            <p:cNvSpPr/>
            <p:nvPr/>
          </p:nvSpPr>
          <p:spPr>
            <a:xfrm>
              <a:off x="5167464" y="35335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0" name="pt28730"/>
            <p:cNvSpPr/>
            <p:nvPr/>
          </p:nvSpPr>
          <p:spPr>
            <a:xfrm>
              <a:off x="5297746" y="3506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1" name="pt28731"/>
            <p:cNvSpPr/>
            <p:nvPr/>
          </p:nvSpPr>
          <p:spPr>
            <a:xfrm>
              <a:off x="4329744" y="430785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32" name="pt28732"/>
            <p:cNvSpPr/>
            <p:nvPr/>
          </p:nvSpPr>
          <p:spPr>
            <a:xfrm>
              <a:off x="5140147" y="32886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3" name="pt28733"/>
            <p:cNvSpPr/>
            <p:nvPr/>
          </p:nvSpPr>
          <p:spPr>
            <a:xfrm>
              <a:off x="5168510" y="34185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4" name="pt28734"/>
            <p:cNvSpPr/>
            <p:nvPr/>
          </p:nvSpPr>
          <p:spPr>
            <a:xfrm>
              <a:off x="5201535" y="3479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5" name="pt28735"/>
            <p:cNvSpPr/>
            <p:nvPr/>
          </p:nvSpPr>
          <p:spPr>
            <a:xfrm>
              <a:off x="5208543" y="34765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6" name="pt28736"/>
            <p:cNvSpPr/>
            <p:nvPr/>
          </p:nvSpPr>
          <p:spPr>
            <a:xfrm>
              <a:off x="5157720" y="3577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7" name="pt28737"/>
            <p:cNvSpPr/>
            <p:nvPr/>
          </p:nvSpPr>
          <p:spPr>
            <a:xfrm>
              <a:off x="5148017" y="38886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8" name="pt28738"/>
            <p:cNvSpPr/>
            <p:nvPr/>
          </p:nvSpPr>
          <p:spPr>
            <a:xfrm>
              <a:off x="5157543" y="1917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39" name="pt28739"/>
            <p:cNvSpPr/>
            <p:nvPr/>
          </p:nvSpPr>
          <p:spPr>
            <a:xfrm>
              <a:off x="5143143" y="3061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0" name="pt28740"/>
            <p:cNvSpPr/>
            <p:nvPr/>
          </p:nvSpPr>
          <p:spPr>
            <a:xfrm>
              <a:off x="5165414" y="3546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1" name="pt28741"/>
            <p:cNvSpPr/>
            <p:nvPr/>
          </p:nvSpPr>
          <p:spPr>
            <a:xfrm>
              <a:off x="5172422" y="35357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2" name="pt28742"/>
            <p:cNvSpPr/>
            <p:nvPr/>
          </p:nvSpPr>
          <p:spPr>
            <a:xfrm>
              <a:off x="5139866" y="3593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3" name="pt28743"/>
            <p:cNvSpPr/>
            <p:nvPr/>
          </p:nvSpPr>
          <p:spPr>
            <a:xfrm>
              <a:off x="5159904" y="3629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4" name="pt28744"/>
            <p:cNvSpPr/>
            <p:nvPr/>
          </p:nvSpPr>
          <p:spPr>
            <a:xfrm>
              <a:off x="5178300" y="33735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5" name="pt28745"/>
            <p:cNvSpPr/>
            <p:nvPr/>
          </p:nvSpPr>
          <p:spPr>
            <a:xfrm>
              <a:off x="5193843" y="3569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6" name="pt28746"/>
            <p:cNvSpPr/>
            <p:nvPr/>
          </p:nvSpPr>
          <p:spPr>
            <a:xfrm>
              <a:off x="5156822" y="35735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7" name="pt28747"/>
            <p:cNvSpPr/>
            <p:nvPr/>
          </p:nvSpPr>
          <p:spPr>
            <a:xfrm>
              <a:off x="5160188" y="3486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8" name="pt28748"/>
            <p:cNvSpPr/>
            <p:nvPr/>
          </p:nvSpPr>
          <p:spPr>
            <a:xfrm>
              <a:off x="5125917" y="37833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49" name="pt28749"/>
            <p:cNvSpPr/>
            <p:nvPr/>
          </p:nvSpPr>
          <p:spPr>
            <a:xfrm>
              <a:off x="5146864" y="35764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0" name="pt28750"/>
            <p:cNvSpPr/>
            <p:nvPr/>
          </p:nvSpPr>
          <p:spPr>
            <a:xfrm>
              <a:off x="5135086" y="38051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1" name="pt28751"/>
            <p:cNvSpPr/>
            <p:nvPr/>
          </p:nvSpPr>
          <p:spPr>
            <a:xfrm>
              <a:off x="5220164" y="32945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2" name="pt28752"/>
            <p:cNvSpPr/>
            <p:nvPr/>
          </p:nvSpPr>
          <p:spPr>
            <a:xfrm>
              <a:off x="5252145" y="34822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3" name="pt28753"/>
            <p:cNvSpPr/>
            <p:nvPr/>
          </p:nvSpPr>
          <p:spPr>
            <a:xfrm>
              <a:off x="5140687" y="3378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4" name="pt28754"/>
            <p:cNvSpPr/>
            <p:nvPr/>
          </p:nvSpPr>
          <p:spPr>
            <a:xfrm>
              <a:off x="5175205" y="35014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5" name="pt28755"/>
            <p:cNvSpPr/>
            <p:nvPr/>
          </p:nvSpPr>
          <p:spPr>
            <a:xfrm>
              <a:off x="5155691" y="3628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6" name="pt28756"/>
            <p:cNvSpPr/>
            <p:nvPr/>
          </p:nvSpPr>
          <p:spPr>
            <a:xfrm>
              <a:off x="5153219" y="3605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7" name="pt28757"/>
            <p:cNvSpPr/>
            <p:nvPr/>
          </p:nvSpPr>
          <p:spPr>
            <a:xfrm>
              <a:off x="5152855" y="3592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8" name="pt28758"/>
            <p:cNvSpPr/>
            <p:nvPr/>
          </p:nvSpPr>
          <p:spPr>
            <a:xfrm>
              <a:off x="5166535" y="3567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59" name="pt28759"/>
            <p:cNvSpPr/>
            <p:nvPr/>
          </p:nvSpPr>
          <p:spPr>
            <a:xfrm>
              <a:off x="5166277" y="3615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0" name="pt28760"/>
            <p:cNvSpPr/>
            <p:nvPr/>
          </p:nvSpPr>
          <p:spPr>
            <a:xfrm>
              <a:off x="5176707" y="33259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1" name="pt28761"/>
            <p:cNvSpPr/>
            <p:nvPr/>
          </p:nvSpPr>
          <p:spPr>
            <a:xfrm>
              <a:off x="5138187" y="3538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2" name="pt28762"/>
            <p:cNvSpPr/>
            <p:nvPr/>
          </p:nvSpPr>
          <p:spPr>
            <a:xfrm>
              <a:off x="5124773" y="3239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3" name="pt28763"/>
            <p:cNvSpPr/>
            <p:nvPr/>
          </p:nvSpPr>
          <p:spPr>
            <a:xfrm>
              <a:off x="5144125" y="38961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4" name="pt28764"/>
            <p:cNvSpPr/>
            <p:nvPr/>
          </p:nvSpPr>
          <p:spPr>
            <a:xfrm>
              <a:off x="3627729" y="36986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5" name="pt28765"/>
            <p:cNvSpPr/>
            <p:nvPr/>
          </p:nvSpPr>
          <p:spPr>
            <a:xfrm>
              <a:off x="5139649" y="36733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6" name="pt28766"/>
            <p:cNvSpPr/>
            <p:nvPr/>
          </p:nvSpPr>
          <p:spPr>
            <a:xfrm>
              <a:off x="5164198" y="34792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7" name="pt28767"/>
            <p:cNvSpPr/>
            <p:nvPr/>
          </p:nvSpPr>
          <p:spPr>
            <a:xfrm>
              <a:off x="4812371" y="372539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68" name="pt28768"/>
            <p:cNvSpPr/>
            <p:nvPr/>
          </p:nvSpPr>
          <p:spPr>
            <a:xfrm>
              <a:off x="5165755" y="3455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69" name="pt28769"/>
            <p:cNvSpPr/>
            <p:nvPr/>
          </p:nvSpPr>
          <p:spPr>
            <a:xfrm>
              <a:off x="5183704" y="33475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0" name="pt28770"/>
            <p:cNvSpPr/>
            <p:nvPr/>
          </p:nvSpPr>
          <p:spPr>
            <a:xfrm>
              <a:off x="5057736" y="3967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1" name="pt28771"/>
            <p:cNvSpPr/>
            <p:nvPr/>
          </p:nvSpPr>
          <p:spPr>
            <a:xfrm>
              <a:off x="5153013" y="37035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2" name="pt28772"/>
            <p:cNvSpPr/>
            <p:nvPr/>
          </p:nvSpPr>
          <p:spPr>
            <a:xfrm>
              <a:off x="5141279" y="3493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3" name="pt28773"/>
            <p:cNvSpPr/>
            <p:nvPr/>
          </p:nvSpPr>
          <p:spPr>
            <a:xfrm>
              <a:off x="5128402" y="3939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4" name="pt28774"/>
            <p:cNvSpPr/>
            <p:nvPr/>
          </p:nvSpPr>
          <p:spPr>
            <a:xfrm>
              <a:off x="5139517" y="36636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5" name="pt28775"/>
            <p:cNvSpPr/>
            <p:nvPr/>
          </p:nvSpPr>
          <p:spPr>
            <a:xfrm>
              <a:off x="5148903" y="36883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6" name="pt28776"/>
            <p:cNvSpPr/>
            <p:nvPr/>
          </p:nvSpPr>
          <p:spPr>
            <a:xfrm>
              <a:off x="5094317" y="40332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77" name="pt28777"/>
            <p:cNvSpPr/>
            <p:nvPr/>
          </p:nvSpPr>
          <p:spPr>
            <a:xfrm>
              <a:off x="4906347" y="396640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78" name="pt28778"/>
            <p:cNvSpPr/>
            <p:nvPr/>
          </p:nvSpPr>
          <p:spPr>
            <a:xfrm>
              <a:off x="4408688" y="432359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79" name="pt28779"/>
            <p:cNvSpPr/>
            <p:nvPr/>
          </p:nvSpPr>
          <p:spPr>
            <a:xfrm>
              <a:off x="5073260" y="36507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0" name="pt28780"/>
            <p:cNvSpPr/>
            <p:nvPr/>
          </p:nvSpPr>
          <p:spPr>
            <a:xfrm>
              <a:off x="5067772" y="3968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1" name="pt28781"/>
            <p:cNvSpPr/>
            <p:nvPr/>
          </p:nvSpPr>
          <p:spPr>
            <a:xfrm>
              <a:off x="5142374" y="34975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2" name="pt28782"/>
            <p:cNvSpPr/>
            <p:nvPr/>
          </p:nvSpPr>
          <p:spPr>
            <a:xfrm>
              <a:off x="5177321" y="35126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3" name="pt28783"/>
            <p:cNvSpPr/>
            <p:nvPr/>
          </p:nvSpPr>
          <p:spPr>
            <a:xfrm>
              <a:off x="5122753" y="3741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4" name="pt28784"/>
            <p:cNvSpPr/>
            <p:nvPr/>
          </p:nvSpPr>
          <p:spPr>
            <a:xfrm>
              <a:off x="5150591" y="38616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5" name="pt28785"/>
            <p:cNvSpPr/>
            <p:nvPr/>
          </p:nvSpPr>
          <p:spPr>
            <a:xfrm>
              <a:off x="5155825" y="3489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6" name="pt28786"/>
            <p:cNvSpPr/>
            <p:nvPr/>
          </p:nvSpPr>
          <p:spPr>
            <a:xfrm>
              <a:off x="5144261" y="3613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7" name="pt28787"/>
            <p:cNvSpPr/>
            <p:nvPr/>
          </p:nvSpPr>
          <p:spPr>
            <a:xfrm>
              <a:off x="5153692" y="3870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8" name="pt28788"/>
            <p:cNvSpPr/>
            <p:nvPr/>
          </p:nvSpPr>
          <p:spPr>
            <a:xfrm>
              <a:off x="5134146" y="3908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89" name="pt28789"/>
            <p:cNvSpPr/>
            <p:nvPr/>
          </p:nvSpPr>
          <p:spPr>
            <a:xfrm>
              <a:off x="5148606" y="3528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0" name="pt28790"/>
            <p:cNvSpPr/>
            <p:nvPr/>
          </p:nvSpPr>
          <p:spPr>
            <a:xfrm>
              <a:off x="5177306" y="3467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1" name="pt28791"/>
            <p:cNvSpPr/>
            <p:nvPr/>
          </p:nvSpPr>
          <p:spPr>
            <a:xfrm>
              <a:off x="4453050" y="383020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92" name="pt28792"/>
            <p:cNvSpPr/>
            <p:nvPr/>
          </p:nvSpPr>
          <p:spPr>
            <a:xfrm>
              <a:off x="5182511" y="3524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3" name="pt28793"/>
            <p:cNvSpPr/>
            <p:nvPr/>
          </p:nvSpPr>
          <p:spPr>
            <a:xfrm>
              <a:off x="5159014" y="3586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4" name="pt28794"/>
            <p:cNvSpPr/>
            <p:nvPr/>
          </p:nvSpPr>
          <p:spPr>
            <a:xfrm>
              <a:off x="5159240" y="3664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5" name="pt28795"/>
            <p:cNvSpPr/>
            <p:nvPr/>
          </p:nvSpPr>
          <p:spPr>
            <a:xfrm>
              <a:off x="5129065" y="38731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6" name="pt28796"/>
            <p:cNvSpPr/>
            <p:nvPr/>
          </p:nvSpPr>
          <p:spPr>
            <a:xfrm>
              <a:off x="4980753" y="380584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97" name="pt28797"/>
            <p:cNvSpPr/>
            <p:nvPr/>
          </p:nvSpPr>
          <p:spPr>
            <a:xfrm>
              <a:off x="5088881" y="4140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8" name="pt28798"/>
            <p:cNvSpPr/>
            <p:nvPr/>
          </p:nvSpPr>
          <p:spPr>
            <a:xfrm>
              <a:off x="5153003" y="35486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799" name="pt28799"/>
            <p:cNvSpPr/>
            <p:nvPr/>
          </p:nvSpPr>
          <p:spPr>
            <a:xfrm>
              <a:off x="5236913" y="32346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0" name="pt28800"/>
            <p:cNvSpPr/>
            <p:nvPr/>
          </p:nvSpPr>
          <p:spPr>
            <a:xfrm>
              <a:off x="5172187" y="3189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1" name="pt28801"/>
            <p:cNvSpPr/>
            <p:nvPr/>
          </p:nvSpPr>
          <p:spPr>
            <a:xfrm>
              <a:off x="5126604" y="3869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2" name="pt28802"/>
            <p:cNvSpPr/>
            <p:nvPr/>
          </p:nvSpPr>
          <p:spPr>
            <a:xfrm>
              <a:off x="5141186" y="3956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3" name="pt28803"/>
            <p:cNvSpPr/>
            <p:nvPr/>
          </p:nvSpPr>
          <p:spPr>
            <a:xfrm>
              <a:off x="5157637" y="35059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4" name="pt28804"/>
            <p:cNvSpPr/>
            <p:nvPr/>
          </p:nvSpPr>
          <p:spPr>
            <a:xfrm>
              <a:off x="5173584" y="34535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5" name="pt28805"/>
            <p:cNvSpPr/>
            <p:nvPr/>
          </p:nvSpPr>
          <p:spPr>
            <a:xfrm>
              <a:off x="5154986" y="3694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6" name="pt28806"/>
            <p:cNvSpPr/>
            <p:nvPr/>
          </p:nvSpPr>
          <p:spPr>
            <a:xfrm>
              <a:off x="5216109" y="348503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07" name="pt28807"/>
            <p:cNvSpPr/>
            <p:nvPr/>
          </p:nvSpPr>
          <p:spPr>
            <a:xfrm>
              <a:off x="5177905" y="3476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8" name="pt28808"/>
            <p:cNvSpPr/>
            <p:nvPr/>
          </p:nvSpPr>
          <p:spPr>
            <a:xfrm>
              <a:off x="5136950" y="38789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09" name="pt28809"/>
            <p:cNvSpPr/>
            <p:nvPr/>
          </p:nvSpPr>
          <p:spPr>
            <a:xfrm>
              <a:off x="5041950" y="42823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0" name="pt28810"/>
            <p:cNvSpPr/>
            <p:nvPr/>
          </p:nvSpPr>
          <p:spPr>
            <a:xfrm>
              <a:off x="5214396" y="3590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1" name="pt28811"/>
            <p:cNvSpPr/>
            <p:nvPr/>
          </p:nvSpPr>
          <p:spPr>
            <a:xfrm>
              <a:off x="5137007" y="35865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2" name="pt28812"/>
            <p:cNvSpPr/>
            <p:nvPr/>
          </p:nvSpPr>
          <p:spPr>
            <a:xfrm>
              <a:off x="5142558" y="3516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3" name="pt28813"/>
            <p:cNvSpPr/>
            <p:nvPr/>
          </p:nvSpPr>
          <p:spPr>
            <a:xfrm>
              <a:off x="5151883" y="3620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4" name="pt28814"/>
            <p:cNvSpPr/>
            <p:nvPr/>
          </p:nvSpPr>
          <p:spPr>
            <a:xfrm>
              <a:off x="5177357" y="3563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5" name="pt28815"/>
            <p:cNvSpPr/>
            <p:nvPr/>
          </p:nvSpPr>
          <p:spPr>
            <a:xfrm>
              <a:off x="5132616" y="3531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6" name="pt28816"/>
            <p:cNvSpPr/>
            <p:nvPr/>
          </p:nvSpPr>
          <p:spPr>
            <a:xfrm>
              <a:off x="5156528" y="34691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7" name="pt28817"/>
            <p:cNvSpPr/>
            <p:nvPr/>
          </p:nvSpPr>
          <p:spPr>
            <a:xfrm>
              <a:off x="5182445" y="3392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8" name="pt28818"/>
            <p:cNvSpPr/>
            <p:nvPr/>
          </p:nvSpPr>
          <p:spPr>
            <a:xfrm>
              <a:off x="5169898" y="3890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19" name="pt28819"/>
            <p:cNvSpPr/>
            <p:nvPr/>
          </p:nvSpPr>
          <p:spPr>
            <a:xfrm>
              <a:off x="5128775" y="35239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0" name="pt28820"/>
            <p:cNvSpPr/>
            <p:nvPr/>
          </p:nvSpPr>
          <p:spPr>
            <a:xfrm>
              <a:off x="5140306" y="38209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1" name="pt28821"/>
            <p:cNvSpPr/>
            <p:nvPr/>
          </p:nvSpPr>
          <p:spPr>
            <a:xfrm>
              <a:off x="5150575" y="36447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2" name="pt28822"/>
            <p:cNvSpPr/>
            <p:nvPr/>
          </p:nvSpPr>
          <p:spPr>
            <a:xfrm>
              <a:off x="5133227" y="3956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3" name="pt28823"/>
            <p:cNvSpPr/>
            <p:nvPr/>
          </p:nvSpPr>
          <p:spPr>
            <a:xfrm>
              <a:off x="5152743" y="3388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4" name="pt28824"/>
            <p:cNvSpPr/>
            <p:nvPr/>
          </p:nvSpPr>
          <p:spPr>
            <a:xfrm>
              <a:off x="5156575" y="35615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5" name="pt28825"/>
            <p:cNvSpPr/>
            <p:nvPr/>
          </p:nvSpPr>
          <p:spPr>
            <a:xfrm>
              <a:off x="5163341" y="3588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6" name="pt28826"/>
            <p:cNvSpPr/>
            <p:nvPr/>
          </p:nvSpPr>
          <p:spPr>
            <a:xfrm>
              <a:off x="5149973" y="3358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7" name="pt28827"/>
            <p:cNvSpPr/>
            <p:nvPr/>
          </p:nvSpPr>
          <p:spPr>
            <a:xfrm>
              <a:off x="5131478" y="34467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8" name="pt28828"/>
            <p:cNvSpPr/>
            <p:nvPr/>
          </p:nvSpPr>
          <p:spPr>
            <a:xfrm>
              <a:off x="5160726" y="3429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29" name="pt28829"/>
            <p:cNvSpPr/>
            <p:nvPr/>
          </p:nvSpPr>
          <p:spPr>
            <a:xfrm>
              <a:off x="5154338" y="3523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0" name="pt28830"/>
            <p:cNvSpPr/>
            <p:nvPr/>
          </p:nvSpPr>
          <p:spPr>
            <a:xfrm>
              <a:off x="5169333" y="3432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1" name="pt28831"/>
            <p:cNvSpPr/>
            <p:nvPr/>
          </p:nvSpPr>
          <p:spPr>
            <a:xfrm>
              <a:off x="5125081" y="34848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2" name="pt28832"/>
            <p:cNvSpPr/>
            <p:nvPr/>
          </p:nvSpPr>
          <p:spPr>
            <a:xfrm>
              <a:off x="5150314" y="35148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3" name="pt28833"/>
            <p:cNvSpPr/>
            <p:nvPr/>
          </p:nvSpPr>
          <p:spPr>
            <a:xfrm>
              <a:off x="5180065" y="3283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4" name="pt28834"/>
            <p:cNvSpPr/>
            <p:nvPr/>
          </p:nvSpPr>
          <p:spPr>
            <a:xfrm>
              <a:off x="5149860" y="35603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5" name="pt28835"/>
            <p:cNvSpPr/>
            <p:nvPr/>
          </p:nvSpPr>
          <p:spPr>
            <a:xfrm>
              <a:off x="5151924" y="3509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6" name="pt28836"/>
            <p:cNvSpPr/>
            <p:nvPr/>
          </p:nvSpPr>
          <p:spPr>
            <a:xfrm>
              <a:off x="5088397" y="41241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7" name="pt28837"/>
            <p:cNvSpPr/>
            <p:nvPr/>
          </p:nvSpPr>
          <p:spPr>
            <a:xfrm>
              <a:off x="5140925" y="3878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8" name="pt28838"/>
            <p:cNvSpPr/>
            <p:nvPr/>
          </p:nvSpPr>
          <p:spPr>
            <a:xfrm>
              <a:off x="5141533" y="35546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39" name="pt28839"/>
            <p:cNvSpPr/>
            <p:nvPr/>
          </p:nvSpPr>
          <p:spPr>
            <a:xfrm>
              <a:off x="5172878" y="3573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0" name="pt28840"/>
            <p:cNvSpPr/>
            <p:nvPr/>
          </p:nvSpPr>
          <p:spPr>
            <a:xfrm>
              <a:off x="5141542" y="43542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1" name="pt28841"/>
            <p:cNvSpPr/>
            <p:nvPr/>
          </p:nvSpPr>
          <p:spPr>
            <a:xfrm>
              <a:off x="5138628" y="34987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2" name="pt28842"/>
            <p:cNvSpPr/>
            <p:nvPr/>
          </p:nvSpPr>
          <p:spPr>
            <a:xfrm>
              <a:off x="5196387" y="3475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3" name="pt28843"/>
            <p:cNvSpPr/>
            <p:nvPr/>
          </p:nvSpPr>
          <p:spPr>
            <a:xfrm>
              <a:off x="5136258" y="3723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4" name="pt28844"/>
            <p:cNvSpPr/>
            <p:nvPr/>
          </p:nvSpPr>
          <p:spPr>
            <a:xfrm>
              <a:off x="5130175" y="39824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5" name="pt28845"/>
            <p:cNvSpPr/>
            <p:nvPr/>
          </p:nvSpPr>
          <p:spPr>
            <a:xfrm>
              <a:off x="5178809" y="3521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6" name="pt28846"/>
            <p:cNvSpPr/>
            <p:nvPr/>
          </p:nvSpPr>
          <p:spPr>
            <a:xfrm>
              <a:off x="5255319" y="31790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7" name="pt28847"/>
            <p:cNvSpPr/>
            <p:nvPr/>
          </p:nvSpPr>
          <p:spPr>
            <a:xfrm>
              <a:off x="5106025" y="30723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8" name="pt28848"/>
            <p:cNvSpPr/>
            <p:nvPr/>
          </p:nvSpPr>
          <p:spPr>
            <a:xfrm>
              <a:off x="5151687" y="3437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49" name="pt28849"/>
            <p:cNvSpPr/>
            <p:nvPr/>
          </p:nvSpPr>
          <p:spPr>
            <a:xfrm>
              <a:off x="5156687" y="35721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0" name="pt28850"/>
            <p:cNvSpPr/>
            <p:nvPr/>
          </p:nvSpPr>
          <p:spPr>
            <a:xfrm>
              <a:off x="5187241" y="34364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1" name="pt28851"/>
            <p:cNvSpPr/>
            <p:nvPr/>
          </p:nvSpPr>
          <p:spPr>
            <a:xfrm>
              <a:off x="5179934" y="3251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2" name="pt28852"/>
            <p:cNvSpPr/>
            <p:nvPr/>
          </p:nvSpPr>
          <p:spPr>
            <a:xfrm>
              <a:off x="4984863" y="51141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3" name="pt28853"/>
            <p:cNvSpPr/>
            <p:nvPr/>
          </p:nvSpPr>
          <p:spPr>
            <a:xfrm>
              <a:off x="5194543" y="3612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4" name="pt28854"/>
            <p:cNvSpPr/>
            <p:nvPr/>
          </p:nvSpPr>
          <p:spPr>
            <a:xfrm>
              <a:off x="5153210" y="35166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5" name="pt28855"/>
            <p:cNvSpPr/>
            <p:nvPr/>
          </p:nvSpPr>
          <p:spPr>
            <a:xfrm>
              <a:off x="5166585" y="3540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6" name="pt28856"/>
            <p:cNvSpPr/>
            <p:nvPr/>
          </p:nvSpPr>
          <p:spPr>
            <a:xfrm>
              <a:off x="5180844" y="3581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7" name="pt28857"/>
            <p:cNvSpPr/>
            <p:nvPr/>
          </p:nvSpPr>
          <p:spPr>
            <a:xfrm>
              <a:off x="5162017" y="35970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8" name="pt28858"/>
            <p:cNvSpPr/>
            <p:nvPr/>
          </p:nvSpPr>
          <p:spPr>
            <a:xfrm>
              <a:off x="5189040" y="3432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59" name="pt28859"/>
            <p:cNvSpPr/>
            <p:nvPr/>
          </p:nvSpPr>
          <p:spPr>
            <a:xfrm>
              <a:off x="5176763" y="36317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0" name="pt28860"/>
            <p:cNvSpPr/>
            <p:nvPr/>
          </p:nvSpPr>
          <p:spPr>
            <a:xfrm>
              <a:off x="5137989" y="4004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1" name="pt28861"/>
            <p:cNvSpPr/>
            <p:nvPr/>
          </p:nvSpPr>
          <p:spPr>
            <a:xfrm>
              <a:off x="3870486" y="240399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2" name="pt28862"/>
            <p:cNvSpPr/>
            <p:nvPr/>
          </p:nvSpPr>
          <p:spPr>
            <a:xfrm>
              <a:off x="5103137" y="3601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3" name="pt28863"/>
            <p:cNvSpPr/>
            <p:nvPr/>
          </p:nvSpPr>
          <p:spPr>
            <a:xfrm>
              <a:off x="5119879" y="38486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4" name="pt28864"/>
            <p:cNvSpPr/>
            <p:nvPr/>
          </p:nvSpPr>
          <p:spPr>
            <a:xfrm>
              <a:off x="4440875" y="330015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5" name="pt28865"/>
            <p:cNvSpPr/>
            <p:nvPr/>
          </p:nvSpPr>
          <p:spPr>
            <a:xfrm>
              <a:off x="4994859" y="401778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6" name="pt28866"/>
            <p:cNvSpPr/>
            <p:nvPr/>
          </p:nvSpPr>
          <p:spPr>
            <a:xfrm>
              <a:off x="5377028" y="309102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7" name="pt28867"/>
            <p:cNvSpPr/>
            <p:nvPr/>
          </p:nvSpPr>
          <p:spPr>
            <a:xfrm>
              <a:off x="5120802" y="3611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8" name="pt28868"/>
            <p:cNvSpPr/>
            <p:nvPr/>
          </p:nvSpPr>
          <p:spPr>
            <a:xfrm>
              <a:off x="5133488" y="34913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69" name="pt28869"/>
            <p:cNvSpPr/>
            <p:nvPr/>
          </p:nvSpPr>
          <p:spPr>
            <a:xfrm>
              <a:off x="5151908" y="3694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0" name="pt28870"/>
            <p:cNvSpPr/>
            <p:nvPr/>
          </p:nvSpPr>
          <p:spPr>
            <a:xfrm>
              <a:off x="4686282" y="3626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1" name="pt28871"/>
            <p:cNvSpPr/>
            <p:nvPr/>
          </p:nvSpPr>
          <p:spPr>
            <a:xfrm>
              <a:off x="5091554" y="3881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2" name="pt28872"/>
            <p:cNvSpPr/>
            <p:nvPr/>
          </p:nvSpPr>
          <p:spPr>
            <a:xfrm>
              <a:off x="5108454" y="38268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3" name="pt28873"/>
            <p:cNvSpPr/>
            <p:nvPr/>
          </p:nvSpPr>
          <p:spPr>
            <a:xfrm>
              <a:off x="5133652" y="3759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4" name="pt28874"/>
            <p:cNvSpPr/>
            <p:nvPr/>
          </p:nvSpPr>
          <p:spPr>
            <a:xfrm>
              <a:off x="5141815" y="39088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5" name="pt28875"/>
            <p:cNvSpPr/>
            <p:nvPr/>
          </p:nvSpPr>
          <p:spPr>
            <a:xfrm>
              <a:off x="5091442" y="47563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6" name="pt28876"/>
            <p:cNvSpPr/>
            <p:nvPr/>
          </p:nvSpPr>
          <p:spPr>
            <a:xfrm>
              <a:off x="5198978" y="3107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7" name="pt28877"/>
            <p:cNvSpPr/>
            <p:nvPr/>
          </p:nvSpPr>
          <p:spPr>
            <a:xfrm>
              <a:off x="5160029" y="34077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8" name="pt28878"/>
            <p:cNvSpPr/>
            <p:nvPr/>
          </p:nvSpPr>
          <p:spPr>
            <a:xfrm>
              <a:off x="5159534" y="36086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79" name="pt28879"/>
            <p:cNvSpPr/>
            <p:nvPr/>
          </p:nvSpPr>
          <p:spPr>
            <a:xfrm>
              <a:off x="5145167" y="35091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0" name="pt28880"/>
            <p:cNvSpPr/>
            <p:nvPr/>
          </p:nvSpPr>
          <p:spPr>
            <a:xfrm>
              <a:off x="5128807" y="37740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1" name="pt28881"/>
            <p:cNvSpPr/>
            <p:nvPr/>
          </p:nvSpPr>
          <p:spPr>
            <a:xfrm>
              <a:off x="5174933" y="3502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2" name="pt28882"/>
            <p:cNvSpPr/>
            <p:nvPr/>
          </p:nvSpPr>
          <p:spPr>
            <a:xfrm>
              <a:off x="5115975" y="36930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3" name="pt28883"/>
            <p:cNvSpPr/>
            <p:nvPr/>
          </p:nvSpPr>
          <p:spPr>
            <a:xfrm>
              <a:off x="4907610" y="413642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84" name="pt28884"/>
            <p:cNvSpPr/>
            <p:nvPr/>
          </p:nvSpPr>
          <p:spPr>
            <a:xfrm>
              <a:off x="5131367" y="3743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5" name="pt28885"/>
            <p:cNvSpPr/>
            <p:nvPr/>
          </p:nvSpPr>
          <p:spPr>
            <a:xfrm>
              <a:off x="5163016" y="3360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6" name="pt28886"/>
            <p:cNvSpPr/>
            <p:nvPr/>
          </p:nvSpPr>
          <p:spPr>
            <a:xfrm>
              <a:off x="5191202" y="3267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7" name="pt28887"/>
            <p:cNvSpPr/>
            <p:nvPr/>
          </p:nvSpPr>
          <p:spPr>
            <a:xfrm>
              <a:off x="5226188" y="3255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8" name="pt28888"/>
            <p:cNvSpPr/>
            <p:nvPr/>
          </p:nvSpPr>
          <p:spPr>
            <a:xfrm>
              <a:off x="5162900" y="3790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89" name="pt28889"/>
            <p:cNvSpPr/>
            <p:nvPr/>
          </p:nvSpPr>
          <p:spPr>
            <a:xfrm>
              <a:off x="4779343" y="398656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90" name="pt28890"/>
            <p:cNvSpPr/>
            <p:nvPr/>
          </p:nvSpPr>
          <p:spPr>
            <a:xfrm>
              <a:off x="4822465" y="35952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1" name="pt28891"/>
            <p:cNvSpPr/>
            <p:nvPr/>
          </p:nvSpPr>
          <p:spPr>
            <a:xfrm>
              <a:off x="5093366" y="3582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2" name="pt28892"/>
            <p:cNvSpPr/>
            <p:nvPr/>
          </p:nvSpPr>
          <p:spPr>
            <a:xfrm>
              <a:off x="5144719" y="35852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3" name="pt28893"/>
            <p:cNvSpPr/>
            <p:nvPr/>
          </p:nvSpPr>
          <p:spPr>
            <a:xfrm>
              <a:off x="5362748" y="34895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4" name="pt28894"/>
            <p:cNvSpPr/>
            <p:nvPr/>
          </p:nvSpPr>
          <p:spPr>
            <a:xfrm>
              <a:off x="5125705" y="32490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5" name="pt28895"/>
            <p:cNvSpPr/>
            <p:nvPr/>
          </p:nvSpPr>
          <p:spPr>
            <a:xfrm>
              <a:off x="5163688" y="3441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6" name="pt28896"/>
            <p:cNvSpPr/>
            <p:nvPr/>
          </p:nvSpPr>
          <p:spPr>
            <a:xfrm>
              <a:off x="5157451" y="3442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7" name="pt28897"/>
            <p:cNvSpPr/>
            <p:nvPr/>
          </p:nvSpPr>
          <p:spPr>
            <a:xfrm>
              <a:off x="5153196" y="32882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8" name="pt28898"/>
            <p:cNvSpPr/>
            <p:nvPr/>
          </p:nvSpPr>
          <p:spPr>
            <a:xfrm>
              <a:off x="5144070" y="34418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899" name="pt28899"/>
            <p:cNvSpPr/>
            <p:nvPr/>
          </p:nvSpPr>
          <p:spPr>
            <a:xfrm>
              <a:off x="5119534" y="3521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0" name="pt28900"/>
            <p:cNvSpPr/>
            <p:nvPr/>
          </p:nvSpPr>
          <p:spPr>
            <a:xfrm>
              <a:off x="5124116" y="3515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1" name="pt28901"/>
            <p:cNvSpPr/>
            <p:nvPr/>
          </p:nvSpPr>
          <p:spPr>
            <a:xfrm>
              <a:off x="5173191" y="35371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2" name="pt28902"/>
            <p:cNvSpPr/>
            <p:nvPr/>
          </p:nvSpPr>
          <p:spPr>
            <a:xfrm>
              <a:off x="5144857" y="3598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3" name="pt28903"/>
            <p:cNvSpPr/>
            <p:nvPr/>
          </p:nvSpPr>
          <p:spPr>
            <a:xfrm>
              <a:off x="5157546" y="3534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4" name="pt28904"/>
            <p:cNvSpPr/>
            <p:nvPr/>
          </p:nvSpPr>
          <p:spPr>
            <a:xfrm>
              <a:off x="5110078" y="37036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5" name="pt28905"/>
            <p:cNvSpPr/>
            <p:nvPr/>
          </p:nvSpPr>
          <p:spPr>
            <a:xfrm>
              <a:off x="5166180" y="32826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6" name="pt28906"/>
            <p:cNvSpPr/>
            <p:nvPr/>
          </p:nvSpPr>
          <p:spPr>
            <a:xfrm>
              <a:off x="5155329" y="3452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7" name="pt28907"/>
            <p:cNvSpPr/>
            <p:nvPr/>
          </p:nvSpPr>
          <p:spPr>
            <a:xfrm>
              <a:off x="5204716" y="31311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8" name="pt28908"/>
            <p:cNvSpPr/>
            <p:nvPr/>
          </p:nvSpPr>
          <p:spPr>
            <a:xfrm>
              <a:off x="5151492" y="3498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09" name="pt28909"/>
            <p:cNvSpPr/>
            <p:nvPr/>
          </p:nvSpPr>
          <p:spPr>
            <a:xfrm>
              <a:off x="5100788" y="38556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0" name="pt28910"/>
            <p:cNvSpPr/>
            <p:nvPr/>
          </p:nvSpPr>
          <p:spPr>
            <a:xfrm>
              <a:off x="5132864" y="3720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1" name="pt28911"/>
            <p:cNvSpPr/>
            <p:nvPr/>
          </p:nvSpPr>
          <p:spPr>
            <a:xfrm>
              <a:off x="5050949" y="4180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2" name="pt28912"/>
            <p:cNvSpPr/>
            <p:nvPr/>
          </p:nvSpPr>
          <p:spPr>
            <a:xfrm>
              <a:off x="5098309" y="4009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3" name="pt28913"/>
            <p:cNvSpPr/>
            <p:nvPr/>
          </p:nvSpPr>
          <p:spPr>
            <a:xfrm>
              <a:off x="5130375" y="34717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4" name="pt28914"/>
            <p:cNvSpPr/>
            <p:nvPr/>
          </p:nvSpPr>
          <p:spPr>
            <a:xfrm>
              <a:off x="5149150" y="37545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5" name="pt28915"/>
            <p:cNvSpPr/>
            <p:nvPr/>
          </p:nvSpPr>
          <p:spPr>
            <a:xfrm>
              <a:off x="5123608" y="37597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6" name="pt28916"/>
            <p:cNvSpPr/>
            <p:nvPr/>
          </p:nvSpPr>
          <p:spPr>
            <a:xfrm>
              <a:off x="5161772" y="35891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7" name="pt28917"/>
            <p:cNvSpPr/>
            <p:nvPr/>
          </p:nvSpPr>
          <p:spPr>
            <a:xfrm>
              <a:off x="4235977" y="399965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18" name="pt28918"/>
            <p:cNvSpPr/>
            <p:nvPr/>
          </p:nvSpPr>
          <p:spPr>
            <a:xfrm>
              <a:off x="5122081" y="37028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19" name="pt28919"/>
            <p:cNvSpPr/>
            <p:nvPr/>
          </p:nvSpPr>
          <p:spPr>
            <a:xfrm>
              <a:off x="5158643" y="35783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0" name="pt28920"/>
            <p:cNvSpPr/>
            <p:nvPr/>
          </p:nvSpPr>
          <p:spPr>
            <a:xfrm>
              <a:off x="5157781" y="38188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1" name="pt28921"/>
            <p:cNvSpPr/>
            <p:nvPr/>
          </p:nvSpPr>
          <p:spPr>
            <a:xfrm>
              <a:off x="5144291" y="35650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2" name="pt28922"/>
            <p:cNvSpPr/>
            <p:nvPr/>
          </p:nvSpPr>
          <p:spPr>
            <a:xfrm>
              <a:off x="5111645" y="3464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3" name="pt28923"/>
            <p:cNvSpPr/>
            <p:nvPr/>
          </p:nvSpPr>
          <p:spPr>
            <a:xfrm>
              <a:off x="5164643" y="34649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4" name="pt28924"/>
            <p:cNvSpPr/>
            <p:nvPr/>
          </p:nvSpPr>
          <p:spPr>
            <a:xfrm>
              <a:off x="5071198" y="3798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5" name="pt28925"/>
            <p:cNvSpPr/>
            <p:nvPr/>
          </p:nvSpPr>
          <p:spPr>
            <a:xfrm>
              <a:off x="5144715" y="40007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6" name="pt28926"/>
            <p:cNvSpPr/>
            <p:nvPr/>
          </p:nvSpPr>
          <p:spPr>
            <a:xfrm>
              <a:off x="5161935" y="35931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7" name="pt28927"/>
            <p:cNvSpPr/>
            <p:nvPr/>
          </p:nvSpPr>
          <p:spPr>
            <a:xfrm>
              <a:off x="5114535" y="35753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8" name="pt28928"/>
            <p:cNvSpPr/>
            <p:nvPr/>
          </p:nvSpPr>
          <p:spPr>
            <a:xfrm>
              <a:off x="5150821" y="35656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29" name="pt28929"/>
            <p:cNvSpPr/>
            <p:nvPr/>
          </p:nvSpPr>
          <p:spPr>
            <a:xfrm>
              <a:off x="5183689" y="35775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0" name="pt28930"/>
            <p:cNvSpPr/>
            <p:nvPr/>
          </p:nvSpPr>
          <p:spPr>
            <a:xfrm>
              <a:off x="5076211" y="3973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1" name="pt28931"/>
            <p:cNvSpPr/>
            <p:nvPr/>
          </p:nvSpPr>
          <p:spPr>
            <a:xfrm>
              <a:off x="5165775" y="36058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2" name="pt28932"/>
            <p:cNvSpPr/>
            <p:nvPr/>
          </p:nvSpPr>
          <p:spPr>
            <a:xfrm>
              <a:off x="5155377" y="3583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3" name="pt28933"/>
            <p:cNvSpPr/>
            <p:nvPr/>
          </p:nvSpPr>
          <p:spPr>
            <a:xfrm>
              <a:off x="5152255" y="33082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4" name="pt28934"/>
            <p:cNvSpPr/>
            <p:nvPr/>
          </p:nvSpPr>
          <p:spPr>
            <a:xfrm>
              <a:off x="5139875" y="35699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5" name="pt28935"/>
            <p:cNvSpPr/>
            <p:nvPr/>
          </p:nvSpPr>
          <p:spPr>
            <a:xfrm>
              <a:off x="5117438" y="34069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6" name="pt28936"/>
            <p:cNvSpPr/>
            <p:nvPr/>
          </p:nvSpPr>
          <p:spPr>
            <a:xfrm>
              <a:off x="5149666" y="34746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7" name="pt28937"/>
            <p:cNvSpPr/>
            <p:nvPr/>
          </p:nvSpPr>
          <p:spPr>
            <a:xfrm>
              <a:off x="5121257" y="3543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8" name="pt28938"/>
            <p:cNvSpPr/>
            <p:nvPr/>
          </p:nvSpPr>
          <p:spPr>
            <a:xfrm>
              <a:off x="5155232" y="3441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39" name="pt28939"/>
            <p:cNvSpPr/>
            <p:nvPr/>
          </p:nvSpPr>
          <p:spPr>
            <a:xfrm>
              <a:off x="5124591" y="3645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0" name="pt28940"/>
            <p:cNvSpPr/>
            <p:nvPr/>
          </p:nvSpPr>
          <p:spPr>
            <a:xfrm>
              <a:off x="5136774" y="3720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1" name="pt28941"/>
            <p:cNvSpPr/>
            <p:nvPr/>
          </p:nvSpPr>
          <p:spPr>
            <a:xfrm>
              <a:off x="5130691" y="3433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2" name="pt28942"/>
            <p:cNvSpPr/>
            <p:nvPr/>
          </p:nvSpPr>
          <p:spPr>
            <a:xfrm>
              <a:off x="5159231" y="3569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3" name="pt28943"/>
            <p:cNvSpPr/>
            <p:nvPr/>
          </p:nvSpPr>
          <p:spPr>
            <a:xfrm>
              <a:off x="5099521" y="3517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4" name="pt28944"/>
            <p:cNvSpPr/>
            <p:nvPr/>
          </p:nvSpPr>
          <p:spPr>
            <a:xfrm>
              <a:off x="5117727" y="37261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5" name="pt28945"/>
            <p:cNvSpPr/>
            <p:nvPr/>
          </p:nvSpPr>
          <p:spPr>
            <a:xfrm>
              <a:off x="5155672" y="3497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6" name="pt28946"/>
            <p:cNvSpPr/>
            <p:nvPr/>
          </p:nvSpPr>
          <p:spPr>
            <a:xfrm>
              <a:off x="5133650" y="35486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7" name="pt28947"/>
            <p:cNvSpPr/>
            <p:nvPr/>
          </p:nvSpPr>
          <p:spPr>
            <a:xfrm>
              <a:off x="5118164" y="40544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8" name="pt28948"/>
            <p:cNvSpPr/>
            <p:nvPr/>
          </p:nvSpPr>
          <p:spPr>
            <a:xfrm>
              <a:off x="5144303" y="35828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49" name="pt28949"/>
            <p:cNvSpPr/>
            <p:nvPr/>
          </p:nvSpPr>
          <p:spPr>
            <a:xfrm>
              <a:off x="5138404" y="35299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0" name="pt28950"/>
            <p:cNvSpPr/>
            <p:nvPr/>
          </p:nvSpPr>
          <p:spPr>
            <a:xfrm>
              <a:off x="5141697" y="35078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1" name="pt28951"/>
            <p:cNvSpPr/>
            <p:nvPr/>
          </p:nvSpPr>
          <p:spPr>
            <a:xfrm>
              <a:off x="5165718" y="36718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2" name="pt28952"/>
            <p:cNvSpPr/>
            <p:nvPr/>
          </p:nvSpPr>
          <p:spPr>
            <a:xfrm>
              <a:off x="5138737" y="3561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3" name="pt28953"/>
            <p:cNvSpPr/>
            <p:nvPr/>
          </p:nvSpPr>
          <p:spPr>
            <a:xfrm>
              <a:off x="5149223" y="38016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4" name="pt28954"/>
            <p:cNvSpPr/>
            <p:nvPr/>
          </p:nvSpPr>
          <p:spPr>
            <a:xfrm>
              <a:off x="5155024" y="3663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5" name="pt28955"/>
            <p:cNvSpPr/>
            <p:nvPr/>
          </p:nvSpPr>
          <p:spPr>
            <a:xfrm>
              <a:off x="4827380" y="396918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56" name="pt28956"/>
            <p:cNvSpPr/>
            <p:nvPr/>
          </p:nvSpPr>
          <p:spPr>
            <a:xfrm>
              <a:off x="5149478" y="3565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7" name="pt28957"/>
            <p:cNvSpPr/>
            <p:nvPr/>
          </p:nvSpPr>
          <p:spPr>
            <a:xfrm>
              <a:off x="5076434" y="40916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8" name="pt28958"/>
            <p:cNvSpPr/>
            <p:nvPr/>
          </p:nvSpPr>
          <p:spPr>
            <a:xfrm>
              <a:off x="5115352" y="35651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59" name="pt28959"/>
            <p:cNvSpPr/>
            <p:nvPr/>
          </p:nvSpPr>
          <p:spPr>
            <a:xfrm>
              <a:off x="5164378" y="35415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0" name="pt28960"/>
            <p:cNvSpPr/>
            <p:nvPr/>
          </p:nvSpPr>
          <p:spPr>
            <a:xfrm>
              <a:off x="5136403" y="34596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1" name="pt28961"/>
            <p:cNvSpPr/>
            <p:nvPr/>
          </p:nvSpPr>
          <p:spPr>
            <a:xfrm>
              <a:off x="5139559" y="37378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2" name="pt28962"/>
            <p:cNvSpPr/>
            <p:nvPr/>
          </p:nvSpPr>
          <p:spPr>
            <a:xfrm>
              <a:off x="5161715" y="3608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3" name="pt28963"/>
            <p:cNvSpPr/>
            <p:nvPr/>
          </p:nvSpPr>
          <p:spPr>
            <a:xfrm>
              <a:off x="5126626" y="39957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4" name="pt28964"/>
            <p:cNvSpPr/>
            <p:nvPr/>
          </p:nvSpPr>
          <p:spPr>
            <a:xfrm>
              <a:off x="4840147" y="35469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5" name="pt28965"/>
            <p:cNvSpPr/>
            <p:nvPr/>
          </p:nvSpPr>
          <p:spPr>
            <a:xfrm>
              <a:off x="5137593" y="3798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6" name="pt28966"/>
            <p:cNvSpPr/>
            <p:nvPr/>
          </p:nvSpPr>
          <p:spPr>
            <a:xfrm>
              <a:off x="5145786" y="3536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7" name="pt28967"/>
            <p:cNvSpPr/>
            <p:nvPr/>
          </p:nvSpPr>
          <p:spPr>
            <a:xfrm>
              <a:off x="5164457" y="35853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8" name="pt28968"/>
            <p:cNvSpPr/>
            <p:nvPr/>
          </p:nvSpPr>
          <p:spPr>
            <a:xfrm>
              <a:off x="5180730" y="34520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69" name="pt28969"/>
            <p:cNvSpPr/>
            <p:nvPr/>
          </p:nvSpPr>
          <p:spPr>
            <a:xfrm>
              <a:off x="5144894" y="3447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0" name="pt28970"/>
            <p:cNvSpPr/>
            <p:nvPr/>
          </p:nvSpPr>
          <p:spPr>
            <a:xfrm>
              <a:off x="5142170" y="35969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1" name="pt28971"/>
            <p:cNvSpPr/>
            <p:nvPr/>
          </p:nvSpPr>
          <p:spPr>
            <a:xfrm>
              <a:off x="5127599" y="3499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2" name="pt28972"/>
            <p:cNvSpPr/>
            <p:nvPr/>
          </p:nvSpPr>
          <p:spPr>
            <a:xfrm>
              <a:off x="5210706" y="3244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3" name="pt28973"/>
            <p:cNvSpPr/>
            <p:nvPr/>
          </p:nvSpPr>
          <p:spPr>
            <a:xfrm>
              <a:off x="5150565" y="34748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4" name="pt28974"/>
            <p:cNvSpPr/>
            <p:nvPr/>
          </p:nvSpPr>
          <p:spPr>
            <a:xfrm>
              <a:off x="5140816" y="35567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5" name="pt28975"/>
            <p:cNvSpPr/>
            <p:nvPr/>
          </p:nvSpPr>
          <p:spPr>
            <a:xfrm>
              <a:off x="4911427" y="388873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76" name="pt28976"/>
            <p:cNvSpPr/>
            <p:nvPr/>
          </p:nvSpPr>
          <p:spPr>
            <a:xfrm>
              <a:off x="5132334" y="3666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7" name="pt28977"/>
            <p:cNvSpPr/>
            <p:nvPr/>
          </p:nvSpPr>
          <p:spPr>
            <a:xfrm>
              <a:off x="5131050" y="3707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8" name="pt28978"/>
            <p:cNvSpPr/>
            <p:nvPr/>
          </p:nvSpPr>
          <p:spPr>
            <a:xfrm>
              <a:off x="5146215" y="3648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79" name="pt28979"/>
            <p:cNvSpPr/>
            <p:nvPr/>
          </p:nvSpPr>
          <p:spPr>
            <a:xfrm>
              <a:off x="5092597" y="3419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0" name="pt28980"/>
            <p:cNvSpPr/>
            <p:nvPr/>
          </p:nvSpPr>
          <p:spPr>
            <a:xfrm>
              <a:off x="5144463" y="3457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1" name="pt28981"/>
            <p:cNvSpPr/>
            <p:nvPr/>
          </p:nvSpPr>
          <p:spPr>
            <a:xfrm>
              <a:off x="5171548" y="3403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2" name="pt28982"/>
            <p:cNvSpPr/>
            <p:nvPr/>
          </p:nvSpPr>
          <p:spPr>
            <a:xfrm>
              <a:off x="5169857" y="35585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3" name="pt28983"/>
            <p:cNvSpPr/>
            <p:nvPr/>
          </p:nvSpPr>
          <p:spPr>
            <a:xfrm>
              <a:off x="5120588" y="4044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4" name="pt28984"/>
            <p:cNvSpPr/>
            <p:nvPr/>
          </p:nvSpPr>
          <p:spPr>
            <a:xfrm>
              <a:off x="5106550" y="38363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5" name="pt28985"/>
            <p:cNvSpPr/>
            <p:nvPr/>
          </p:nvSpPr>
          <p:spPr>
            <a:xfrm>
              <a:off x="5110196" y="3633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6" name="pt28986"/>
            <p:cNvSpPr/>
            <p:nvPr/>
          </p:nvSpPr>
          <p:spPr>
            <a:xfrm>
              <a:off x="5150101" y="3460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7" name="pt28987"/>
            <p:cNvSpPr/>
            <p:nvPr/>
          </p:nvSpPr>
          <p:spPr>
            <a:xfrm>
              <a:off x="4991022" y="35950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8" name="pt28988"/>
            <p:cNvSpPr/>
            <p:nvPr/>
          </p:nvSpPr>
          <p:spPr>
            <a:xfrm>
              <a:off x="5133502" y="35246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89" name="pt28989"/>
            <p:cNvSpPr/>
            <p:nvPr/>
          </p:nvSpPr>
          <p:spPr>
            <a:xfrm>
              <a:off x="5135482" y="3655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0" name="pt28990"/>
            <p:cNvSpPr/>
            <p:nvPr/>
          </p:nvSpPr>
          <p:spPr>
            <a:xfrm>
              <a:off x="5147606" y="3600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1" name="pt28991"/>
            <p:cNvSpPr/>
            <p:nvPr/>
          </p:nvSpPr>
          <p:spPr>
            <a:xfrm>
              <a:off x="5160480" y="3592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2" name="pt28992"/>
            <p:cNvSpPr/>
            <p:nvPr/>
          </p:nvSpPr>
          <p:spPr>
            <a:xfrm>
              <a:off x="5114542" y="35679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3" name="pt28993"/>
            <p:cNvSpPr/>
            <p:nvPr/>
          </p:nvSpPr>
          <p:spPr>
            <a:xfrm>
              <a:off x="5128500" y="3550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4" name="pt28994"/>
            <p:cNvSpPr/>
            <p:nvPr/>
          </p:nvSpPr>
          <p:spPr>
            <a:xfrm>
              <a:off x="5149445" y="33100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5" name="pt28995"/>
            <p:cNvSpPr/>
            <p:nvPr/>
          </p:nvSpPr>
          <p:spPr>
            <a:xfrm>
              <a:off x="5167401" y="3469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6" name="pt28996"/>
            <p:cNvSpPr/>
            <p:nvPr/>
          </p:nvSpPr>
          <p:spPr>
            <a:xfrm>
              <a:off x="5179055" y="36709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7" name="pt28997"/>
            <p:cNvSpPr/>
            <p:nvPr/>
          </p:nvSpPr>
          <p:spPr>
            <a:xfrm>
              <a:off x="5095801" y="35773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8" name="pt28998"/>
            <p:cNvSpPr/>
            <p:nvPr/>
          </p:nvSpPr>
          <p:spPr>
            <a:xfrm>
              <a:off x="5140380" y="37147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8999" name="pt28999"/>
            <p:cNvSpPr/>
            <p:nvPr/>
          </p:nvSpPr>
          <p:spPr>
            <a:xfrm>
              <a:off x="5127330" y="3771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0" name="pt29000"/>
            <p:cNvSpPr/>
            <p:nvPr/>
          </p:nvSpPr>
          <p:spPr>
            <a:xfrm>
              <a:off x="5152660" y="39798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1" name="pt29001"/>
            <p:cNvSpPr/>
            <p:nvPr/>
          </p:nvSpPr>
          <p:spPr>
            <a:xfrm>
              <a:off x="5134791" y="36001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2" name="pt29002"/>
            <p:cNvSpPr/>
            <p:nvPr/>
          </p:nvSpPr>
          <p:spPr>
            <a:xfrm>
              <a:off x="5163419" y="3408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3" name="pt29003"/>
            <p:cNvSpPr/>
            <p:nvPr/>
          </p:nvSpPr>
          <p:spPr>
            <a:xfrm>
              <a:off x="5149472" y="3570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4" name="pt29004"/>
            <p:cNvSpPr/>
            <p:nvPr/>
          </p:nvSpPr>
          <p:spPr>
            <a:xfrm>
              <a:off x="5103974" y="3987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5" name="pt29005"/>
            <p:cNvSpPr/>
            <p:nvPr/>
          </p:nvSpPr>
          <p:spPr>
            <a:xfrm>
              <a:off x="5128633" y="36145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6" name="pt29006"/>
            <p:cNvSpPr/>
            <p:nvPr/>
          </p:nvSpPr>
          <p:spPr>
            <a:xfrm>
              <a:off x="5131459" y="3789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7" name="pt29007"/>
            <p:cNvSpPr/>
            <p:nvPr/>
          </p:nvSpPr>
          <p:spPr>
            <a:xfrm>
              <a:off x="6369775" y="293883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08" name="pt29008"/>
            <p:cNvSpPr/>
            <p:nvPr/>
          </p:nvSpPr>
          <p:spPr>
            <a:xfrm>
              <a:off x="5136039" y="3749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09" name="pt29009"/>
            <p:cNvSpPr/>
            <p:nvPr/>
          </p:nvSpPr>
          <p:spPr>
            <a:xfrm>
              <a:off x="5150473" y="35772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0" name="pt29010"/>
            <p:cNvSpPr/>
            <p:nvPr/>
          </p:nvSpPr>
          <p:spPr>
            <a:xfrm>
              <a:off x="5171048" y="35540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1" name="pt29011"/>
            <p:cNvSpPr/>
            <p:nvPr/>
          </p:nvSpPr>
          <p:spPr>
            <a:xfrm>
              <a:off x="5138950" y="36635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2" name="pt29012"/>
            <p:cNvSpPr/>
            <p:nvPr/>
          </p:nvSpPr>
          <p:spPr>
            <a:xfrm>
              <a:off x="5146097" y="3492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3" name="pt29013"/>
            <p:cNvSpPr/>
            <p:nvPr/>
          </p:nvSpPr>
          <p:spPr>
            <a:xfrm>
              <a:off x="5056838" y="37797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4" name="pt29014"/>
            <p:cNvSpPr/>
            <p:nvPr/>
          </p:nvSpPr>
          <p:spPr>
            <a:xfrm>
              <a:off x="5159250" y="3461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5" name="pt29015"/>
            <p:cNvSpPr/>
            <p:nvPr/>
          </p:nvSpPr>
          <p:spPr>
            <a:xfrm>
              <a:off x="5158848" y="35098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6" name="pt29016"/>
            <p:cNvSpPr/>
            <p:nvPr/>
          </p:nvSpPr>
          <p:spPr>
            <a:xfrm>
              <a:off x="5163531" y="3494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7" name="pt29017"/>
            <p:cNvSpPr/>
            <p:nvPr/>
          </p:nvSpPr>
          <p:spPr>
            <a:xfrm>
              <a:off x="5143420" y="36274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18" name="pt29018"/>
            <p:cNvSpPr/>
            <p:nvPr/>
          </p:nvSpPr>
          <p:spPr>
            <a:xfrm>
              <a:off x="5571890" y="327623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19" name="pt29019"/>
            <p:cNvSpPr/>
            <p:nvPr/>
          </p:nvSpPr>
          <p:spPr>
            <a:xfrm>
              <a:off x="5138141" y="35300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0" name="pt29020"/>
            <p:cNvSpPr/>
            <p:nvPr/>
          </p:nvSpPr>
          <p:spPr>
            <a:xfrm>
              <a:off x="5152414" y="34935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1" name="pt29021"/>
            <p:cNvSpPr/>
            <p:nvPr/>
          </p:nvSpPr>
          <p:spPr>
            <a:xfrm>
              <a:off x="5185231" y="35453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2" name="pt29022"/>
            <p:cNvSpPr/>
            <p:nvPr/>
          </p:nvSpPr>
          <p:spPr>
            <a:xfrm>
              <a:off x="5131373" y="33848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3" name="pt29023"/>
            <p:cNvSpPr/>
            <p:nvPr/>
          </p:nvSpPr>
          <p:spPr>
            <a:xfrm>
              <a:off x="5135710" y="36725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4" name="pt29024"/>
            <p:cNvSpPr/>
            <p:nvPr/>
          </p:nvSpPr>
          <p:spPr>
            <a:xfrm>
              <a:off x="5170022" y="34264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5" name="pt29025"/>
            <p:cNvSpPr/>
            <p:nvPr/>
          </p:nvSpPr>
          <p:spPr>
            <a:xfrm>
              <a:off x="5213088" y="3513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6" name="pt29026"/>
            <p:cNvSpPr/>
            <p:nvPr/>
          </p:nvSpPr>
          <p:spPr>
            <a:xfrm>
              <a:off x="5168544" y="3559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7" name="pt29027"/>
            <p:cNvSpPr/>
            <p:nvPr/>
          </p:nvSpPr>
          <p:spPr>
            <a:xfrm>
              <a:off x="5158512" y="3574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8" name="pt29028"/>
            <p:cNvSpPr/>
            <p:nvPr/>
          </p:nvSpPr>
          <p:spPr>
            <a:xfrm>
              <a:off x="5211115" y="33343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29" name="pt29029"/>
            <p:cNvSpPr/>
            <p:nvPr/>
          </p:nvSpPr>
          <p:spPr>
            <a:xfrm>
              <a:off x="3506802" y="3608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0" name="pt29030"/>
            <p:cNvSpPr/>
            <p:nvPr/>
          </p:nvSpPr>
          <p:spPr>
            <a:xfrm>
              <a:off x="5144917" y="35485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1" name="pt29031"/>
            <p:cNvSpPr/>
            <p:nvPr/>
          </p:nvSpPr>
          <p:spPr>
            <a:xfrm>
              <a:off x="5104462" y="34213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2" name="pt29032"/>
            <p:cNvSpPr/>
            <p:nvPr/>
          </p:nvSpPr>
          <p:spPr>
            <a:xfrm>
              <a:off x="5140740" y="34943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3" name="pt29033"/>
            <p:cNvSpPr/>
            <p:nvPr/>
          </p:nvSpPr>
          <p:spPr>
            <a:xfrm>
              <a:off x="5131872" y="3632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4" name="pt29034"/>
            <p:cNvSpPr/>
            <p:nvPr/>
          </p:nvSpPr>
          <p:spPr>
            <a:xfrm>
              <a:off x="3880838" y="37840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5" name="pt29035"/>
            <p:cNvSpPr/>
            <p:nvPr/>
          </p:nvSpPr>
          <p:spPr>
            <a:xfrm>
              <a:off x="5157324" y="35684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6" name="pt29036"/>
            <p:cNvSpPr/>
            <p:nvPr/>
          </p:nvSpPr>
          <p:spPr>
            <a:xfrm>
              <a:off x="5140602" y="3569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7" name="pt29037"/>
            <p:cNvSpPr/>
            <p:nvPr/>
          </p:nvSpPr>
          <p:spPr>
            <a:xfrm>
              <a:off x="5141229" y="3751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8" name="pt29038"/>
            <p:cNvSpPr/>
            <p:nvPr/>
          </p:nvSpPr>
          <p:spPr>
            <a:xfrm>
              <a:off x="5041591" y="41057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39" name="pt29039"/>
            <p:cNvSpPr/>
            <p:nvPr/>
          </p:nvSpPr>
          <p:spPr>
            <a:xfrm>
              <a:off x="5118172" y="3830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0" name="pt29040"/>
            <p:cNvSpPr/>
            <p:nvPr/>
          </p:nvSpPr>
          <p:spPr>
            <a:xfrm>
              <a:off x="5087940" y="40705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1" name="pt29041"/>
            <p:cNvSpPr/>
            <p:nvPr/>
          </p:nvSpPr>
          <p:spPr>
            <a:xfrm>
              <a:off x="5186434" y="3230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2" name="pt29042"/>
            <p:cNvSpPr/>
            <p:nvPr/>
          </p:nvSpPr>
          <p:spPr>
            <a:xfrm>
              <a:off x="5152891" y="33963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3" name="pt29043"/>
            <p:cNvSpPr/>
            <p:nvPr/>
          </p:nvSpPr>
          <p:spPr>
            <a:xfrm>
              <a:off x="5131556" y="3543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4" name="pt29044"/>
            <p:cNvSpPr/>
            <p:nvPr/>
          </p:nvSpPr>
          <p:spPr>
            <a:xfrm>
              <a:off x="5081208" y="3293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5" name="pt29045"/>
            <p:cNvSpPr/>
            <p:nvPr/>
          </p:nvSpPr>
          <p:spPr>
            <a:xfrm>
              <a:off x="5122577" y="3703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6" name="pt29046"/>
            <p:cNvSpPr/>
            <p:nvPr/>
          </p:nvSpPr>
          <p:spPr>
            <a:xfrm>
              <a:off x="5134901" y="3590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7" name="pt29047"/>
            <p:cNvSpPr/>
            <p:nvPr/>
          </p:nvSpPr>
          <p:spPr>
            <a:xfrm>
              <a:off x="5151821" y="36533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8" name="pt29048"/>
            <p:cNvSpPr/>
            <p:nvPr/>
          </p:nvSpPr>
          <p:spPr>
            <a:xfrm>
              <a:off x="5136181" y="36411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49" name="pt29049"/>
            <p:cNvSpPr/>
            <p:nvPr/>
          </p:nvSpPr>
          <p:spPr>
            <a:xfrm>
              <a:off x="5098772" y="41586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0" name="pt29050"/>
            <p:cNvSpPr/>
            <p:nvPr/>
          </p:nvSpPr>
          <p:spPr>
            <a:xfrm>
              <a:off x="5079586" y="3491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1" name="pt29051"/>
            <p:cNvSpPr/>
            <p:nvPr/>
          </p:nvSpPr>
          <p:spPr>
            <a:xfrm>
              <a:off x="5139934" y="3518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2" name="pt29052"/>
            <p:cNvSpPr/>
            <p:nvPr/>
          </p:nvSpPr>
          <p:spPr>
            <a:xfrm>
              <a:off x="5096319" y="34989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3" name="pt29053"/>
            <p:cNvSpPr/>
            <p:nvPr/>
          </p:nvSpPr>
          <p:spPr>
            <a:xfrm>
              <a:off x="5163115" y="3462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4" name="pt29054"/>
            <p:cNvSpPr/>
            <p:nvPr/>
          </p:nvSpPr>
          <p:spPr>
            <a:xfrm>
              <a:off x="5100409" y="3479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5" name="pt29055"/>
            <p:cNvSpPr/>
            <p:nvPr/>
          </p:nvSpPr>
          <p:spPr>
            <a:xfrm>
              <a:off x="5176775" y="35362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6" name="pt29056"/>
            <p:cNvSpPr/>
            <p:nvPr/>
          </p:nvSpPr>
          <p:spPr>
            <a:xfrm>
              <a:off x="5148353" y="34627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7" name="pt29057"/>
            <p:cNvSpPr/>
            <p:nvPr/>
          </p:nvSpPr>
          <p:spPr>
            <a:xfrm>
              <a:off x="5149925" y="37605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8" name="pt29058"/>
            <p:cNvSpPr/>
            <p:nvPr/>
          </p:nvSpPr>
          <p:spPr>
            <a:xfrm>
              <a:off x="5161593" y="36170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59" name="pt29059"/>
            <p:cNvSpPr/>
            <p:nvPr/>
          </p:nvSpPr>
          <p:spPr>
            <a:xfrm>
              <a:off x="5136559" y="3475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0" name="pt29060"/>
            <p:cNvSpPr/>
            <p:nvPr/>
          </p:nvSpPr>
          <p:spPr>
            <a:xfrm>
              <a:off x="5154857" y="3699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1" name="pt29061"/>
            <p:cNvSpPr/>
            <p:nvPr/>
          </p:nvSpPr>
          <p:spPr>
            <a:xfrm>
              <a:off x="5138165" y="36448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2" name="pt29062"/>
            <p:cNvSpPr/>
            <p:nvPr/>
          </p:nvSpPr>
          <p:spPr>
            <a:xfrm>
              <a:off x="5149740" y="3495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3" name="pt29063"/>
            <p:cNvSpPr/>
            <p:nvPr/>
          </p:nvSpPr>
          <p:spPr>
            <a:xfrm>
              <a:off x="5088990" y="36845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4" name="pt29064"/>
            <p:cNvSpPr/>
            <p:nvPr/>
          </p:nvSpPr>
          <p:spPr>
            <a:xfrm>
              <a:off x="5134505" y="4611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5" name="pt29065"/>
            <p:cNvSpPr/>
            <p:nvPr/>
          </p:nvSpPr>
          <p:spPr>
            <a:xfrm>
              <a:off x="5163234" y="3549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6" name="pt29066"/>
            <p:cNvSpPr/>
            <p:nvPr/>
          </p:nvSpPr>
          <p:spPr>
            <a:xfrm>
              <a:off x="5133506" y="36056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7" name="pt29067"/>
            <p:cNvSpPr/>
            <p:nvPr/>
          </p:nvSpPr>
          <p:spPr>
            <a:xfrm>
              <a:off x="5119618" y="4030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8" name="pt29068"/>
            <p:cNvSpPr/>
            <p:nvPr/>
          </p:nvSpPr>
          <p:spPr>
            <a:xfrm>
              <a:off x="4935614" y="3979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69" name="pt29069"/>
            <p:cNvSpPr/>
            <p:nvPr/>
          </p:nvSpPr>
          <p:spPr>
            <a:xfrm>
              <a:off x="5139833" y="36578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0" name="pt29070"/>
            <p:cNvSpPr/>
            <p:nvPr/>
          </p:nvSpPr>
          <p:spPr>
            <a:xfrm>
              <a:off x="5166184" y="33614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1" name="pt29071"/>
            <p:cNvSpPr/>
            <p:nvPr/>
          </p:nvSpPr>
          <p:spPr>
            <a:xfrm>
              <a:off x="5172845" y="3512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2" name="pt29072"/>
            <p:cNvSpPr/>
            <p:nvPr/>
          </p:nvSpPr>
          <p:spPr>
            <a:xfrm>
              <a:off x="5082483" y="3743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3" name="pt29073"/>
            <p:cNvSpPr/>
            <p:nvPr/>
          </p:nvSpPr>
          <p:spPr>
            <a:xfrm>
              <a:off x="5155142" y="3467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4" name="pt29074"/>
            <p:cNvSpPr/>
            <p:nvPr/>
          </p:nvSpPr>
          <p:spPr>
            <a:xfrm>
              <a:off x="5204637" y="3547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5" name="pt29075"/>
            <p:cNvSpPr/>
            <p:nvPr/>
          </p:nvSpPr>
          <p:spPr>
            <a:xfrm>
              <a:off x="5130700" y="3800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6" name="pt29076"/>
            <p:cNvSpPr/>
            <p:nvPr/>
          </p:nvSpPr>
          <p:spPr>
            <a:xfrm>
              <a:off x="5169756" y="36091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7" name="pt29077"/>
            <p:cNvSpPr/>
            <p:nvPr/>
          </p:nvSpPr>
          <p:spPr>
            <a:xfrm>
              <a:off x="5148383" y="36828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8" name="pt29078"/>
            <p:cNvSpPr/>
            <p:nvPr/>
          </p:nvSpPr>
          <p:spPr>
            <a:xfrm>
              <a:off x="5127439" y="35166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79" name="pt29079"/>
            <p:cNvSpPr/>
            <p:nvPr/>
          </p:nvSpPr>
          <p:spPr>
            <a:xfrm>
              <a:off x="4826450" y="541481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80" name="pt29080"/>
            <p:cNvSpPr/>
            <p:nvPr/>
          </p:nvSpPr>
          <p:spPr>
            <a:xfrm>
              <a:off x="5115015" y="43147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1" name="pt29081"/>
            <p:cNvSpPr/>
            <p:nvPr/>
          </p:nvSpPr>
          <p:spPr>
            <a:xfrm>
              <a:off x="5157886" y="35553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2" name="pt29082"/>
            <p:cNvSpPr/>
            <p:nvPr/>
          </p:nvSpPr>
          <p:spPr>
            <a:xfrm>
              <a:off x="5113272" y="37746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3" name="pt29083"/>
            <p:cNvSpPr/>
            <p:nvPr/>
          </p:nvSpPr>
          <p:spPr>
            <a:xfrm>
              <a:off x="5156376" y="35732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4" name="pt29084"/>
            <p:cNvSpPr/>
            <p:nvPr/>
          </p:nvSpPr>
          <p:spPr>
            <a:xfrm>
              <a:off x="5104115" y="4884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5" name="pt29085"/>
            <p:cNvSpPr/>
            <p:nvPr/>
          </p:nvSpPr>
          <p:spPr>
            <a:xfrm>
              <a:off x="5182452" y="35747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6" name="pt29086"/>
            <p:cNvSpPr/>
            <p:nvPr/>
          </p:nvSpPr>
          <p:spPr>
            <a:xfrm>
              <a:off x="5156871" y="35785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7" name="pt29087"/>
            <p:cNvSpPr/>
            <p:nvPr/>
          </p:nvSpPr>
          <p:spPr>
            <a:xfrm>
              <a:off x="5163749" y="3501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8" name="pt29088"/>
            <p:cNvSpPr/>
            <p:nvPr/>
          </p:nvSpPr>
          <p:spPr>
            <a:xfrm>
              <a:off x="5159136" y="34602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89" name="pt29089"/>
            <p:cNvSpPr/>
            <p:nvPr/>
          </p:nvSpPr>
          <p:spPr>
            <a:xfrm>
              <a:off x="5152798" y="3475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0" name="pt29090"/>
            <p:cNvSpPr/>
            <p:nvPr/>
          </p:nvSpPr>
          <p:spPr>
            <a:xfrm>
              <a:off x="4823553" y="456843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91" name="pt29091"/>
            <p:cNvSpPr/>
            <p:nvPr/>
          </p:nvSpPr>
          <p:spPr>
            <a:xfrm>
              <a:off x="5111300" y="3719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2" name="pt29092"/>
            <p:cNvSpPr/>
            <p:nvPr/>
          </p:nvSpPr>
          <p:spPr>
            <a:xfrm>
              <a:off x="5161145" y="3562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3" name="pt29093"/>
            <p:cNvSpPr/>
            <p:nvPr/>
          </p:nvSpPr>
          <p:spPr>
            <a:xfrm>
              <a:off x="5160498" y="3438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4" name="pt29094"/>
            <p:cNvSpPr/>
            <p:nvPr/>
          </p:nvSpPr>
          <p:spPr>
            <a:xfrm>
              <a:off x="5502868" y="29519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5" name="pt29095"/>
            <p:cNvSpPr/>
            <p:nvPr/>
          </p:nvSpPr>
          <p:spPr>
            <a:xfrm>
              <a:off x="4586760" y="37637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6" name="pt29096"/>
            <p:cNvSpPr/>
            <p:nvPr/>
          </p:nvSpPr>
          <p:spPr>
            <a:xfrm>
              <a:off x="5113371" y="3632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7" name="pt29097"/>
            <p:cNvSpPr/>
            <p:nvPr/>
          </p:nvSpPr>
          <p:spPr>
            <a:xfrm>
              <a:off x="5143340" y="3488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8" name="pt29098"/>
            <p:cNvSpPr/>
            <p:nvPr/>
          </p:nvSpPr>
          <p:spPr>
            <a:xfrm>
              <a:off x="5289318" y="3330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099" name="pt29099"/>
            <p:cNvSpPr/>
            <p:nvPr/>
          </p:nvSpPr>
          <p:spPr>
            <a:xfrm>
              <a:off x="5144195" y="36246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0" name="pt29100"/>
            <p:cNvSpPr/>
            <p:nvPr/>
          </p:nvSpPr>
          <p:spPr>
            <a:xfrm>
              <a:off x="5164234" y="36185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1" name="pt29101"/>
            <p:cNvSpPr/>
            <p:nvPr/>
          </p:nvSpPr>
          <p:spPr>
            <a:xfrm>
              <a:off x="5145238" y="3608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2" name="pt29102"/>
            <p:cNvSpPr/>
            <p:nvPr/>
          </p:nvSpPr>
          <p:spPr>
            <a:xfrm>
              <a:off x="5187585" y="34790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3" name="pt29103"/>
            <p:cNvSpPr/>
            <p:nvPr/>
          </p:nvSpPr>
          <p:spPr>
            <a:xfrm>
              <a:off x="4973797" y="36200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4" name="pt29104"/>
            <p:cNvSpPr/>
            <p:nvPr/>
          </p:nvSpPr>
          <p:spPr>
            <a:xfrm>
              <a:off x="5123189" y="3959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5" name="pt29105"/>
            <p:cNvSpPr/>
            <p:nvPr/>
          </p:nvSpPr>
          <p:spPr>
            <a:xfrm>
              <a:off x="5149938" y="35521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6" name="pt29106"/>
            <p:cNvSpPr/>
            <p:nvPr/>
          </p:nvSpPr>
          <p:spPr>
            <a:xfrm>
              <a:off x="5201117" y="3511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7" name="pt29107"/>
            <p:cNvSpPr/>
            <p:nvPr/>
          </p:nvSpPr>
          <p:spPr>
            <a:xfrm>
              <a:off x="5060835" y="45330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8" name="pt29108"/>
            <p:cNvSpPr/>
            <p:nvPr/>
          </p:nvSpPr>
          <p:spPr>
            <a:xfrm>
              <a:off x="5136584" y="36265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09" name="pt29109"/>
            <p:cNvSpPr/>
            <p:nvPr/>
          </p:nvSpPr>
          <p:spPr>
            <a:xfrm>
              <a:off x="5102774" y="41422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0" name="pt29110"/>
            <p:cNvSpPr/>
            <p:nvPr/>
          </p:nvSpPr>
          <p:spPr>
            <a:xfrm>
              <a:off x="5172873" y="3492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1" name="pt29111"/>
            <p:cNvSpPr/>
            <p:nvPr/>
          </p:nvSpPr>
          <p:spPr>
            <a:xfrm>
              <a:off x="5114566" y="36569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2" name="pt29112"/>
            <p:cNvSpPr/>
            <p:nvPr/>
          </p:nvSpPr>
          <p:spPr>
            <a:xfrm>
              <a:off x="5146739" y="34154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3" name="pt29113"/>
            <p:cNvSpPr/>
            <p:nvPr/>
          </p:nvSpPr>
          <p:spPr>
            <a:xfrm>
              <a:off x="4120833" y="35666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4" name="pt29114"/>
            <p:cNvSpPr/>
            <p:nvPr/>
          </p:nvSpPr>
          <p:spPr>
            <a:xfrm>
              <a:off x="5137291" y="35821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5" name="pt29115"/>
            <p:cNvSpPr/>
            <p:nvPr/>
          </p:nvSpPr>
          <p:spPr>
            <a:xfrm>
              <a:off x="5180308" y="33556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6" name="pt29116"/>
            <p:cNvSpPr/>
            <p:nvPr/>
          </p:nvSpPr>
          <p:spPr>
            <a:xfrm>
              <a:off x="5145577" y="34984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7" name="pt29117"/>
            <p:cNvSpPr/>
            <p:nvPr/>
          </p:nvSpPr>
          <p:spPr>
            <a:xfrm>
              <a:off x="5145068" y="36798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8" name="pt29118"/>
            <p:cNvSpPr/>
            <p:nvPr/>
          </p:nvSpPr>
          <p:spPr>
            <a:xfrm>
              <a:off x="5152679" y="3595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19" name="pt29119"/>
            <p:cNvSpPr/>
            <p:nvPr/>
          </p:nvSpPr>
          <p:spPr>
            <a:xfrm>
              <a:off x="5160955" y="3453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0" name="pt29120"/>
            <p:cNvSpPr/>
            <p:nvPr/>
          </p:nvSpPr>
          <p:spPr>
            <a:xfrm>
              <a:off x="5095241" y="34813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1" name="pt29121"/>
            <p:cNvSpPr/>
            <p:nvPr/>
          </p:nvSpPr>
          <p:spPr>
            <a:xfrm>
              <a:off x="5278498" y="329338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22" name="pt29122"/>
            <p:cNvSpPr/>
            <p:nvPr/>
          </p:nvSpPr>
          <p:spPr>
            <a:xfrm>
              <a:off x="5152000" y="34530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3" name="pt29123"/>
            <p:cNvSpPr/>
            <p:nvPr/>
          </p:nvSpPr>
          <p:spPr>
            <a:xfrm>
              <a:off x="5128612" y="3523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4" name="pt29124"/>
            <p:cNvSpPr/>
            <p:nvPr/>
          </p:nvSpPr>
          <p:spPr>
            <a:xfrm>
              <a:off x="5048132" y="3580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5" name="pt29125"/>
            <p:cNvSpPr/>
            <p:nvPr/>
          </p:nvSpPr>
          <p:spPr>
            <a:xfrm>
              <a:off x="5136788" y="3744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6" name="pt29126"/>
            <p:cNvSpPr/>
            <p:nvPr/>
          </p:nvSpPr>
          <p:spPr>
            <a:xfrm>
              <a:off x="5151083" y="3758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7" name="pt29127"/>
            <p:cNvSpPr/>
            <p:nvPr/>
          </p:nvSpPr>
          <p:spPr>
            <a:xfrm>
              <a:off x="5143054" y="35571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28" name="pt29128"/>
            <p:cNvSpPr/>
            <p:nvPr/>
          </p:nvSpPr>
          <p:spPr>
            <a:xfrm>
              <a:off x="4387646" y="373747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29" name="pt29129"/>
            <p:cNvSpPr/>
            <p:nvPr/>
          </p:nvSpPr>
          <p:spPr>
            <a:xfrm>
              <a:off x="5105283" y="3519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0" name="pt29130"/>
            <p:cNvSpPr/>
            <p:nvPr/>
          </p:nvSpPr>
          <p:spPr>
            <a:xfrm>
              <a:off x="5141693" y="39223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1" name="pt29131"/>
            <p:cNvSpPr/>
            <p:nvPr/>
          </p:nvSpPr>
          <p:spPr>
            <a:xfrm>
              <a:off x="5120377" y="3826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2" name="pt29132"/>
            <p:cNvSpPr/>
            <p:nvPr/>
          </p:nvSpPr>
          <p:spPr>
            <a:xfrm>
              <a:off x="5182756" y="35394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3" name="pt29133"/>
            <p:cNvSpPr/>
            <p:nvPr/>
          </p:nvSpPr>
          <p:spPr>
            <a:xfrm>
              <a:off x="5094660" y="36072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4" name="pt29134"/>
            <p:cNvSpPr/>
            <p:nvPr/>
          </p:nvSpPr>
          <p:spPr>
            <a:xfrm>
              <a:off x="5140311" y="35196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5" name="pt29135"/>
            <p:cNvSpPr/>
            <p:nvPr/>
          </p:nvSpPr>
          <p:spPr>
            <a:xfrm>
              <a:off x="5141018" y="3541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6" name="pt29136"/>
            <p:cNvSpPr/>
            <p:nvPr/>
          </p:nvSpPr>
          <p:spPr>
            <a:xfrm>
              <a:off x="5128911" y="38166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7" name="pt29137"/>
            <p:cNvSpPr/>
            <p:nvPr/>
          </p:nvSpPr>
          <p:spPr>
            <a:xfrm>
              <a:off x="4419567" y="3504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8" name="pt29138"/>
            <p:cNvSpPr/>
            <p:nvPr/>
          </p:nvSpPr>
          <p:spPr>
            <a:xfrm>
              <a:off x="5143272" y="3450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39" name="pt29139"/>
            <p:cNvSpPr/>
            <p:nvPr/>
          </p:nvSpPr>
          <p:spPr>
            <a:xfrm>
              <a:off x="5155341" y="34553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0" name="pt29140"/>
            <p:cNvSpPr/>
            <p:nvPr/>
          </p:nvSpPr>
          <p:spPr>
            <a:xfrm>
              <a:off x="5166928" y="3564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1" name="pt29141"/>
            <p:cNvSpPr/>
            <p:nvPr/>
          </p:nvSpPr>
          <p:spPr>
            <a:xfrm>
              <a:off x="5144330" y="3567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2" name="pt29142"/>
            <p:cNvSpPr/>
            <p:nvPr/>
          </p:nvSpPr>
          <p:spPr>
            <a:xfrm>
              <a:off x="5144117" y="35346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3" name="pt29143"/>
            <p:cNvSpPr/>
            <p:nvPr/>
          </p:nvSpPr>
          <p:spPr>
            <a:xfrm>
              <a:off x="4152611" y="36093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4" name="pt29144"/>
            <p:cNvSpPr/>
            <p:nvPr/>
          </p:nvSpPr>
          <p:spPr>
            <a:xfrm>
              <a:off x="5219359" y="32719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5" name="pt29145"/>
            <p:cNvSpPr/>
            <p:nvPr/>
          </p:nvSpPr>
          <p:spPr>
            <a:xfrm>
              <a:off x="5185447" y="33204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6" name="pt29146"/>
            <p:cNvSpPr/>
            <p:nvPr/>
          </p:nvSpPr>
          <p:spPr>
            <a:xfrm>
              <a:off x="5159145" y="3465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7" name="pt29147"/>
            <p:cNvSpPr/>
            <p:nvPr/>
          </p:nvSpPr>
          <p:spPr>
            <a:xfrm>
              <a:off x="5138319" y="3543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8" name="pt29148"/>
            <p:cNvSpPr/>
            <p:nvPr/>
          </p:nvSpPr>
          <p:spPr>
            <a:xfrm>
              <a:off x="5147235" y="3508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49" name="pt29149"/>
            <p:cNvSpPr/>
            <p:nvPr/>
          </p:nvSpPr>
          <p:spPr>
            <a:xfrm>
              <a:off x="5149691" y="3525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0" name="pt29150"/>
            <p:cNvSpPr/>
            <p:nvPr/>
          </p:nvSpPr>
          <p:spPr>
            <a:xfrm>
              <a:off x="5134225" y="3549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1" name="pt29151"/>
            <p:cNvSpPr/>
            <p:nvPr/>
          </p:nvSpPr>
          <p:spPr>
            <a:xfrm>
              <a:off x="5057934" y="3614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2" name="pt29152"/>
            <p:cNvSpPr/>
            <p:nvPr/>
          </p:nvSpPr>
          <p:spPr>
            <a:xfrm>
              <a:off x="5154538" y="3595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3" name="pt29153"/>
            <p:cNvSpPr/>
            <p:nvPr/>
          </p:nvSpPr>
          <p:spPr>
            <a:xfrm>
              <a:off x="5144163" y="36718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4" name="pt29154"/>
            <p:cNvSpPr/>
            <p:nvPr/>
          </p:nvSpPr>
          <p:spPr>
            <a:xfrm>
              <a:off x="5087783" y="4151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5" name="pt29155"/>
            <p:cNvSpPr/>
            <p:nvPr/>
          </p:nvSpPr>
          <p:spPr>
            <a:xfrm>
              <a:off x="5118731" y="4017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6" name="pt29156"/>
            <p:cNvSpPr/>
            <p:nvPr/>
          </p:nvSpPr>
          <p:spPr>
            <a:xfrm>
              <a:off x="5073406" y="41018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7" name="pt29157"/>
            <p:cNvSpPr/>
            <p:nvPr/>
          </p:nvSpPr>
          <p:spPr>
            <a:xfrm>
              <a:off x="5171603" y="3542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8" name="pt29158"/>
            <p:cNvSpPr/>
            <p:nvPr/>
          </p:nvSpPr>
          <p:spPr>
            <a:xfrm>
              <a:off x="5142358" y="38117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59" name="pt29159"/>
            <p:cNvSpPr/>
            <p:nvPr/>
          </p:nvSpPr>
          <p:spPr>
            <a:xfrm>
              <a:off x="5156956" y="3545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0" name="pt29160"/>
            <p:cNvSpPr/>
            <p:nvPr/>
          </p:nvSpPr>
          <p:spPr>
            <a:xfrm>
              <a:off x="5171689" y="3552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1" name="pt29161"/>
            <p:cNvSpPr/>
            <p:nvPr/>
          </p:nvSpPr>
          <p:spPr>
            <a:xfrm>
              <a:off x="5084749" y="35392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2" name="pt29162"/>
            <p:cNvSpPr/>
            <p:nvPr/>
          </p:nvSpPr>
          <p:spPr>
            <a:xfrm>
              <a:off x="5033299" y="43522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3" name="pt29163"/>
            <p:cNvSpPr/>
            <p:nvPr/>
          </p:nvSpPr>
          <p:spPr>
            <a:xfrm>
              <a:off x="5144423" y="3411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4" name="pt29164"/>
            <p:cNvSpPr/>
            <p:nvPr/>
          </p:nvSpPr>
          <p:spPr>
            <a:xfrm>
              <a:off x="5517920" y="303148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65" name="pt29165"/>
            <p:cNvSpPr/>
            <p:nvPr/>
          </p:nvSpPr>
          <p:spPr>
            <a:xfrm>
              <a:off x="5193567" y="3200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6" name="pt29166"/>
            <p:cNvSpPr/>
            <p:nvPr/>
          </p:nvSpPr>
          <p:spPr>
            <a:xfrm>
              <a:off x="5018373" y="5394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7" name="pt29167"/>
            <p:cNvSpPr/>
            <p:nvPr/>
          </p:nvSpPr>
          <p:spPr>
            <a:xfrm>
              <a:off x="5065259" y="52052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8" name="pt29168"/>
            <p:cNvSpPr/>
            <p:nvPr/>
          </p:nvSpPr>
          <p:spPr>
            <a:xfrm>
              <a:off x="5106253" y="3527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69" name="pt29169"/>
            <p:cNvSpPr/>
            <p:nvPr/>
          </p:nvSpPr>
          <p:spPr>
            <a:xfrm>
              <a:off x="5144448" y="35100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0" name="pt29170"/>
            <p:cNvSpPr/>
            <p:nvPr/>
          </p:nvSpPr>
          <p:spPr>
            <a:xfrm>
              <a:off x="5116334" y="3966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1" name="pt29171"/>
            <p:cNvSpPr/>
            <p:nvPr/>
          </p:nvSpPr>
          <p:spPr>
            <a:xfrm>
              <a:off x="5157579" y="35777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2" name="pt29172"/>
            <p:cNvSpPr/>
            <p:nvPr/>
          </p:nvSpPr>
          <p:spPr>
            <a:xfrm>
              <a:off x="5131424" y="3828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3" name="pt29173"/>
            <p:cNvSpPr/>
            <p:nvPr/>
          </p:nvSpPr>
          <p:spPr>
            <a:xfrm>
              <a:off x="5155163" y="36674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4" name="pt29174"/>
            <p:cNvSpPr/>
            <p:nvPr/>
          </p:nvSpPr>
          <p:spPr>
            <a:xfrm>
              <a:off x="4970208" y="3628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5" name="pt29175"/>
            <p:cNvSpPr/>
            <p:nvPr/>
          </p:nvSpPr>
          <p:spPr>
            <a:xfrm>
              <a:off x="5076911" y="3839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6" name="pt29176"/>
            <p:cNvSpPr/>
            <p:nvPr/>
          </p:nvSpPr>
          <p:spPr>
            <a:xfrm>
              <a:off x="5092114" y="3501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7" name="pt29177"/>
            <p:cNvSpPr/>
            <p:nvPr/>
          </p:nvSpPr>
          <p:spPr>
            <a:xfrm>
              <a:off x="5134891" y="35013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8" name="pt29178"/>
            <p:cNvSpPr/>
            <p:nvPr/>
          </p:nvSpPr>
          <p:spPr>
            <a:xfrm>
              <a:off x="5095810" y="35453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79" name="pt29179"/>
            <p:cNvSpPr/>
            <p:nvPr/>
          </p:nvSpPr>
          <p:spPr>
            <a:xfrm>
              <a:off x="5147516" y="3649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0" name="pt29180"/>
            <p:cNvSpPr/>
            <p:nvPr/>
          </p:nvSpPr>
          <p:spPr>
            <a:xfrm>
              <a:off x="4484451" y="3560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1" name="pt29181"/>
            <p:cNvSpPr/>
            <p:nvPr/>
          </p:nvSpPr>
          <p:spPr>
            <a:xfrm>
              <a:off x="5167595" y="3414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2" name="pt29182"/>
            <p:cNvSpPr/>
            <p:nvPr/>
          </p:nvSpPr>
          <p:spPr>
            <a:xfrm>
              <a:off x="5061765" y="4179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3" name="pt29183"/>
            <p:cNvSpPr/>
            <p:nvPr/>
          </p:nvSpPr>
          <p:spPr>
            <a:xfrm>
              <a:off x="4079011" y="3619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4" name="pt29184"/>
            <p:cNvSpPr/>
            <p:nvPr/>
          </p:nvSpPr>
          <p:spPr>
            <a:xfrm>
              <a:off x="5117264" y="3965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5" name="pt29185"/>
            <p:cNvSpPr/>
            <p:nvPr/>
          </p:nvSpPr>
          <p:spPr>
            <a:xfrm>
              <a:off x="5131704" y="3898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6" name="pt29186"/>
            <p:cNvSpPr/>
            <p:nvPr/>
          </p:nvSpPr>
          <p:spPr>
            <a:xfrm>
              <a:off x="5180615" y="34873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7" name="pt29187"/>
            <p:cNvSpPr/>
            <p:nvPr/>
          </p:nvSpPr>
          <p:spPr>
            <a:xfrm>
              <a:off x="5067546" y="3530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8" name="pt29188"/>
            <p:cNvSpPr/>
            <p:nvPr/>
          </p:nvSpPr>
          <p:spPr>
            <a:xfrm>
              <a:off x="5163197" y="33535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89" name="pt29189"/>
            <p:cNvSpPr/>
            <p:nvPr/>
          </p:nvSpPr>
          <p:spPr>
            <a:xfrm>
              <a:off x="5125095" y="35930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0" name="pt29190"/>
            <p:cNvSpPr/>
            <p:nvPr/>
          </p:nvSpPr>
          <p:spPr>
            <a:xfrm>
              <a:off x="5122526" y="36223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1" name="pt29191"/>
            <p:cNvSpPr/>
            <p:nvPr/>
          </p:nvSpPr>
          <p:spPr>
            <a:xfrm>
              <a:off x="5123721" y="4026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2" name="pt29192"/>
            <p:cNvSpPr/>
            <p:nvPr/>
          </p:nvSpPr>
          <p:spPr>
            <a:xfrm>
              <a:off x="5074971" y="45347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3" name="pt29193"/>
            <p:cNvSpPr/>
            <p:nvPr/>
          </p:nvSpPr>
          <p:spPr>
            <a:xfrm>
              <a:off x="5156440" y="34772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4" name="pt29194"/>
            <p:cNvSpPr/>
            <p:nvPr/>
          </p:nvSpPr>
          <p:spPr>
            <a:xfrm>
              <a:off x="5127406" y="3718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5" name="pt29195"/>
            <p:cNvSpPr/>
            <p:nvPr/>
          </p:nvSpPr>
          <p:spPr>
            <a:xfrm>
              <a:off x="5088984" y="4428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6" name="pt29196"/>
            <p:cNvSpPr/>
            <p:nvPr/>
          </p:nvSpPr>
          <p:spPr>
            <a:xfrm>
              <a:off x="5183302" y="35563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7" name="pt29197"/>
            <p:cNvSpPr/>
            <p:nvPr/>
          </p:nvSpPr>
          <p:spPr>
            <a:xfrm>
              <a:off x="5112793" y="3657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8" name="pt29198"/>
            <p:cNvSpPr/>
            <p:nvPr/>
          </p:nvSpPr>
          <p:spPr>
            <a:xfrm>
              <a:off x="5101500" y="35562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199" name="pt29199"/>
            <p:cNvSpPr/>
            <p:nvPr/>
          </p:nvSpPr>
          <p:spPr>
            <a:xfrm>
              <a:off x="4168146" y="286649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00" name="pt29200"/>
            <p:cNvSpPr/>
            <p:nvPr/>
          </p:nvSpPr>
          <p:spPr>
            <a:xfrm>
              <a:off x="5139644" y="3636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1" name="pt29201"/>
            <p:cNvSpPr/>
            <p:nvPr/>
          </p:nvSpPr>
          <p:spPr>
            <a:xfrm>
              <a:off x="5136853" y="36255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2" name="pt29202"/>
            <p:cNvSpPr/>
            <p:nvPr/>
          </p:nvSpPr>
          <p:spPr>
            <a:xfrm>
              <a:off x="3900349" y="37160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3" name="pt29203"/>
            <p:cNvSpPr/>
            <p:nvPr/>
          </p:nvSpPr>
          <p:spPr>
            <a:xfrm>
              <a:off x="5113488" y="4026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4" name="pt29204"/>
            <p:cNvSpPr/>
            <p:nvPr/>
          </p:nvSpPr>
          <p:spPr>
            <a:xfrm>
              <a:off x="5103856" y="39553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5" name="pt29205"/>
            <p:cNvSpPr/>
            <p:nvPr/>
          </p:nvSpPr>
          <p:spPr>
            <a:xfrm>
              <a:off x="5187395" y="3557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6" name="pt29206"/>
            <p:cNvSpPr/>
            <p:nvPr/>
          </p:nvSpPr>
          <p:spPr>
            <a:xfrm>
              <a:off x="5131004" y="39386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7" name="pt29207"/>
            <p:cNvSpPr/>
            <p:nvPr/>
          </p:nvSpPr>
          <p:spPr>
            <a:xfrm>
              <a:off x="5111753" y="4038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8" name="pt29208"/>
            <p:cNvSpPr/>
            <p:nvPr/>
          </p:nvSpPr>
          <p:spPr>
            <a:xfrm>
              <a:off x="5164963" y="3545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09" name="pt29209"/>
            <p:cNvSpPr/>
            <p:nvPr/>
          </p:nvSpPr>
          <p:spPr>
            <a:xfrm>
              <a:off x="5143359" y="36272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0" name="pt29210"/>
            <p:cNvSpPr/>
            <p:nvPr/>
          </p:nvSpPr>
          <p:spPr>
            <a:xfrm>
              <a:off x="5234872" y="32612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1" name="pt29211"/>
            <p:cNvSpPr/>
            <p:nvPr/>
          </p:nvSpPr>
          <p:spPr>
            <a:xfrm>
              <a:off x="5134798" y="36305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2" name="pt29212"/>
            <p:cNvSpPr/>
            <p:nvPr/>
          </p:nvSpPr>
          <p:spPr>
            <a:xfrm>
              <a:off x="5123982" y="3522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3" name="pt29213"/>
            <p:cNvSpPr/>
            <p:nvPr/>
          </p:nvSpPr>
          <p:spPr>
            <a:xfrm>
              <a:off x="5144081" y="3603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4" name="pt29214"/>
            <p:cNvSpPr/>
            <p:nvPr/>
          </p:nvSpPr>
          <p:spPr>
            <a:xfrm>
              <a:off x="5102602" y="3812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5" name="pt29215"/>
            <p:cNvSpPr/>
            <p:nvPr/>
          </p:nvSpPr>
          <p:spPr>
            <a:xfrm>
              <a:off x="5196741" y="36439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6" name="pt29216"/>
            <p:cNvSpPr/>
            <p:nvPr/>
          </p:nvSpPr>
          <p:spPr>
            <a:xfrm>
              <a:off x="5069633" y="3767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7" name="pt29217"/>
            <p:cNvSpPr/>
            <p:nvPr/>
          </p:nvSpPr>
          <p:spPr>
            <a:xfrm>
              <a:off x="5133218" y="3612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8" name="pt29218"/>
            <p:cNvSpPr/>
            <p:nvPr/>
          </p:nvSpPr>
          <p:spPr>
            <a:xfrm>
              <a:off x="4381649" y="3515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19" name="pt29219"/>
            <p:cNvSpPr/>
            <p:nvPr/>
          </p:nvSpPr>
          <p:spPr>
            <a:xfrm>
              <a:off x="4825114" y="40012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0" name="pt29220"/>
            <p:cNvSpPr/>
            <p:nvPr/>
          </p:nvSpPr>
          <p:spPr>
            <a:xfrm>
              <a:off x="5113084" y="3563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1" name="pt29221"/>
            <p:cNvSpPr/>
            <p:nvPr/>
          </p:nvSpPr>
          <p:spPr>
            <a:xfrm>
              <a:off x="5125728" y="3747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2" name="pt29222"/>
            <p:cNvSpPr/>
            <p:nvPr/>
          </p:nvSpPr>
          <p:spPr>
            <a:xfrm>
              <a:off x="5098395" y="39259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3" name="pt29223"/>
            <p:cNvSpPr/>
            <p:nvPr/>
          </p:nvSpPr>
          <p:spPr>
            <a:xfrm>
              <a:off x="5138619" y="39906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4" name="pt29224"/>
            <p:cNvSpPr/>
            <p:nvPr/>
          </p:nvSpPr>
          <p:spPr>
            <a:xfrm>
              <a:off x="5161008" y="3593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5" name="pt29225"/>
            <p:cNvSpPr/>
            <p:nvPr/>
          </p:nvSpPr>
          <p:spPr>
            <a:xfrm>
              <a:off x="5152590" y="3499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6" name="pt29226"/>
            <p:cNvSpPr/>
            <p:nvPr/>
          </p:nvSpPr>
          <p:spPr>
            <a:xfrm>
              <a:off x="5157042" y="35484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7" name="pt29227"/>
            <p:cNvSpPr/>
            <p:nvPr/>
          </p:nvSpPr>
          <p:spPr>
            <a:xfrm>
              <a:off x="5157582" y="36047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8" name="pt29228"/>
            <p:cNvSpPr/>
            <p:nvPr/>
          </p:nvSpPr>
          <p:spPr>
            <a:xfrm>
              <a:off x="5205452" y="32631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29" name="pt29229"/>
            <p:cNvSpPr/>
            <p:nvPr/>
          </p:nvSpPr>
          <p:spPr>
            <a:xfrm>
              <a:off x="5327586" y="322670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30" name="pt29230"/>
            <p:cNvSpPr/>
            <p:nvPr/>
          </p:nvSpPr>
          <p:spPr>
            <a:xfrm>
              <a:off x="4091531" y="3535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1" name="pt29231"/>
            <p:cNvSpPr/>
            <p:nvPr/>
          </p:nvSpPr>
          <p:spPr>
            <a:xfrm>
              <a:off x="4698807" y="330100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32" name="pt29232"/>
            <p:cNvSpPr/>
            <p:nvPr/>
          </p:nvSpPr>
          <p:spPr>
            <a:xfrm>
              <a:off x="5149774" y="36641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3" name="pt29233"/>
            <p:cNvSpPr/>
            <p:nvPr/>
          </p:nvSpPr>
          <p:spPr>
            <a:xfrm>
              <a:off x="5131127" y="3565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4" name="pt29234"/>
            <p:cNvSpPr/>
            <p:nvPr/>
          </p:nvSpPr>
          <p:spPr>
            <a:xfrm>
              <a:off x="5205274" y="33306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5" name="pt29235"/>
            <p:cNvSpPr/>
            <p:nvPr/>
          </p:nvSpPr>
          <p:spPr>
            <a:xfrm>
              <a:off x="5138010" y="3569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6" name="pt29236"/>
            <p:cNvSpPr/>
            <p:nvPr/>
          </p:nvSpPr>
          <p:spPr>
            <a:xfrm>
              <a:off x="5158550" y="3573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7" name="pt29237"/>
            <p:cNvSpPr/>
            <p:nvPr/>
          </p:nvSpPr>
          <p:spPr>
            <a:xfrm>
              <a:off x="5122682" y="35393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8" name="pt29238"/>
            <p:cNvSpPr/>
            <p:nvPr/>
          </p:nvSpPr>
          <p:spPr>
            <a:xfrm>
              <a:off x="5130315" y="3528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39" name="pt29239"/>
            <p:cNvSpPr/>
            <p:nvPr/>
          </p:nvSpPr>
          <p:spPr>
            <a:xfrm>
              <a:off x="5141688" y="3659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0" name="pt29240"/>
            <p:cNvSpPr/>
            <p:nvPr/>
          </p:nvSpPr>
          <p:spPr>
            <a:xfrm>
              <a:off x="4889073" y="374344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41" name="pt29241"/>
            <p:cNvSpPr/>
            <p:nvPr/>
          </p:nvSpPr>
          <p:spPr>
            <a:xfrm>
              <a:off x="5174938" y="3497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2" name="pt29242"/>
            <p:cNvSpPr/>
            <p:nvPr/>
          </p:nvSpPr>
          <p:spPr>
            <a:xfrm>
              <a:off x="5066923" y="5057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3" name="pt29243"/>
            <p:cNvSpPr/>
            <p:nvPr/>
          </p:nvSpPr>
          <p:spPr>
            <a:xfrm>
              <a:off x="5153468" y="3315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4" name="pt29244"/>
            <p:cNvSpPr/>
            <p:nvPr/>
          </p:nvSpPr>
          <p:spPr>
            <a:xfrm>
              <a:off x="5163689" y="3539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5" name="pt29245"/>
            <p:cNvSpPr/>
            <p:nvPr/>
          </p:nvSpPr>
          <p:spPr>
            <a:xfrm>
              <a:off x="5143934" y="3593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6" name="pt29246"/>
            <p:cNvSpPr/>
            <p:nvPr/>
          </p:nvSpPr>
          <p:spPr>
            <a:xfrm>
              <a:off x="5115047" y="35411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7" name="pt29247"/>
            <p:cNvSpPr/>
            <p:nvPr/>
          </p:nvSpPr>
          <p:spPr>
            <a:xfrm>
              <a:off x="5180227" y="30353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8" name="pt29248"/>
            <p:cNvSpPr/>
            <p:nvPr/>
          </p:nvSpPr>
          <p:spPr>
            <a:xfrm>
              <a:off x="5169254" y="35484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49" name="pt29249"/>
            <p:cNvSpPr/>
            <p:nvPr/>
          </p:nvSpPr>
          <p:spPr>
            <a:xfrm>
              <a:off x="5158934" y="3605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0" name="pt29250"/>
            <p:cNvSpPr/>
            <p:nvPr/>
          </p:nvSpPr>
          <p:spPr>
            <a:xfrm>
              <a:off x="5174318" y="3402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1" name="pt29251"/>
            <p:cNvSpPr/>
            <p:nvPr/>
          </p:nvSpPr>
          <p:spPr>
            <a:xfrm>
              <a:off x="5047581" y="3475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2" name="pt29252"/>
            <p:cNvSpPr/>
            <p:nvPr/>
          </p:nvSpPr>
          <p:spPr>
            <a:xfrm>
              <a:off x="5404317" y="330096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53" name="pt29253"/>
            <p:cNvSpPr/>
            <p:nvPr/>
          </p:nvSpPr>
          <p:spPr>
            <a:xfrm>
              <a:off x="5438439" y="315781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54" name="pt29254"/>
            <p:cNvSpPr/>
            <p:nvPr/>
          </p:nvSpPr>
          <p:spPr>
            <a:xfrm>
              <a:off x="5136523" y="3619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5" name="pt29255"/>
            <p:cNvSpPr/>
            <p:nvPr/>
          </p:nvSpPr>
          <p:spPr>
            <a:xfrm>
              <a:off x="5169685" y="34916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6" name="pt29256"/>
            <p:cNvSpPr/>
            <p:nvPr/>
          </p:nvSpPr>
          <p:spPr>
            <a:xfrm>
              <a:off x="5124591" y="3810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7" name="pt29257"/>
            <p:cNvSpPr/>
            <p:nvPr/>
          </p:nvSpPr>
          <p:spPr>
            <a:xfrm>
              <a:off x="5161765" y="35626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8" name="pt29258"/>
            <p:cNvSpPr/>
            <p:nvPr/>
          </p:nvSpPr>
          <p:spPr>
            <a:xfrm>
              <a:off x="5118970" y="39187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59" name="pt29259"/>
            <p:cNvSpPr/>
            <p:nvPr/>
          </p:nvSpPr>
          <p:spPr>
            <a:xfrm>
              <a:off x="5137300" y="3508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0" name="pt29260"/>
            <p:cNvSpPr/>
            <p:nvPr/>
          </p:nvSpPr>
          <p:spPr>
            <a:xfrm>
              <a:off x="5137894" y="34956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1" name="pt29261"/>
            <p:cNvSpPr/>
            <p:nvPr/>
          </p:nvSpPr>
          <p:spPr>
            <a:xfrm>
              <a:off x="5123781" y="3561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2" name="pt29262"/>
            <p:cNvSpPr/>
            <p:nvPr/>
          </p:nvSpPr>
          <p:spPr>
            <a:xfrm>
              <a:off x="5065823" y="3502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3" name="pt29263"/>
            <p:cNvSpPr/>
            <p:nvPr/>
          </p:nvSpPr>
          <p:spPr>
            <a:xfrm>
              <a:off x="5270131" y="33420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4" name="pt29264"/>
            <p:cNvSpPr/>
            <p:nvPr/>
          </p:nvSpPr>
          <p:spPr>
            <a:xfrm>
              <a:off x="5129139" y="34897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5" name="pt29265"/>
            <p:cNvSpPr/>
            <p:nvPr/>
          </p:nvSpPr>
          <p:spPr>
            <a:xfrm>
              <a:off x="5136607" y="3547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6" name="pt29266"/>
            <p:cNvSpPr/>
            <p:nvPr/>
          </p:nvSpPr>
          <p:spPr>
            <a:xfrm>
              <a:off x="5153838" y="3660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7" name="pt29267"/>
            <p:cNvSpPr/>
            <p:nvPr/>
          </p:nvSpPr>
          <p:spPr>
            <a:xfrm>
              <a:off x="5138132" y="35599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8" name="pt29268"/>
            <p:cNvSpPr/>
            <p:nvPr/>
          </p:nvSpPr>
          <p:spPr>
            <a:xfrm>
              <a:off x="5149129" y="33456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69" name="pt29269"/>
            <p:cNvSpPr/>
            <p:nvPr/>
          </p:nvSpPr>
          <p:spPr>
            <a:xfrm>
              <a:off x="5151529" y="35191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0" name="pt29270"/>
            <p:cNvSpPr/>
            <p:nvPr/>
          </p:nvSpPr>
          <p:spPr>
            <a:xfrm>
              <a:off x="5139738" y="3513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1" name="pt29271"/>
            <p:cNvSpPr/>
            <p:nvPr/>
          </p:nvSpPr>
          <p:spPr>
            <a:xfrm>
              <a:off x="5111742" y="3359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2" name="pt29272"/>
            <p:cNvSpPr/>
            <p:nvPr/>
          </p:nvSpPr>
          <p:spPr>
            <a:xfrm>
              <a:off x="5212268" y="3517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3" name="pt29273"/>
            <p:cNvSpPr/>
            <p:nvPr/>
          </p:nvSpPr>
          <p:spPr>
            <a:xfrm>
              <a:off x="5131966" y="35392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4" name="pt29274"/>
            <p:cNvSpPr/>
            <p:nvPr/>
          </p:nvSpPr>
          <p:spPr>
            <a:xfrm>
              <a:off x="5167815" y="33342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5" name="pt29275"/>
            <p:cNvSpPr/>
            <p:nvPr/>
          </p:nvSpPr>
          <p:spPr>
            <a:xfrm>
              <a:off x="4975426" y="406917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76" name="pt29276"/>
            <p:cNvSpPr/>
            <p:nvPr/>
          </p:nvSpPr>
          <p:spPr>
            <a:xfrm>
              <a:off x="5166183" y="3803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7" name="pt29277"/>
            <p:cNvSpPr/>
            <p:nvPr/>
          </p:nvSpPr>
          <p:spPr>
            <a:xfrm>
              <a:off x="5099292" y="49844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8" name="pt29278"/>
            <p:cNvSpPr/>
            <p:nvPr/>
          </p:nvSpPr>
          <p:spPr>
            <a:xfrm>
              <a:off x="5118119" y="4180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79" name="pt29279"/>
            <p:cNvSpPr/>
            <p:nvPr/>
          </p:nvSpPr>
          <p:spPr>
            <a:xfrm>
              <a:off x="5118177" y="36601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0" name="pt29280"/>
            <p:cNvSpPr/>
            <p:nvPr/>
          </p:nvSpPr>
          <p:spPr>
            <a:xfrm>
              <a:off x="5018898" y="35765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1" name="pt29281"/>
            <p:cNvSpPr/>
            <p:nvPr/>
          </p:nvSpPr>
          <p:spPr>
            <a:xfrm>
              <a:off x="4885012" y="50515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2" name="pt29282"/>
            <p:cNvSpPr/>
            <p:nvPr/>
          </p:nvSpPr>
          <p:spPr>
            <a:xfrm>
              <a:off x="5135354" y="36014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3" name="pt29283"/>
            <p:cNvSpPr/>
            <p:nvPr/>
          </p:nvSpPr>
          <p:spPr>
            <a:xfrm>
              <a:off x="5147563" y="35628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4" name="pt29284"/>
            <p:cNvSpPr/>
            <p:nvPr/>
          </p:nvSpPr>
          <p:spPr>
            <a:xfrm>
              <a:off x="5121319" y="36395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5" name="pt29285"/>
            <p:cNvSpPr/>
            <p:nvPr/>
          </p:nvSpPr>
          <p:spPr>
            <a:xfrm>
              <a:off x="5172377" y="3481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6" name="pt29286"/>
            <p:cNvSpPr/>
            <p:nvPr/>
          </p:nvSpPr>
          <p:spPr>
            <a:xfrm>
              <a:off x="5161206" y="3649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7" name="pt29287"/>
            <p:cNvSpPr/>
            <p:nvPr/>
          </p:nvSpPr>
          <p:spPr>
            <a:xfrm>
              <a:off x="5153477" y="33873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8" name="pt29288"/>
            <p:cNvSpPr/>
            <p:nvPr/>
          </p:nvSpPr>
          <p:spPr>
            <a:xfrm>
              <a:off x="5200181" y="3296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89" name="pt29289"/>
            <p:cNvSpPr/>
            <p:nvPr/>
          </p:nvSpPr>
          <p:spPr>
            <a:xfrm>
              <a:off x="5129685" y="3812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0" name="pt29290"/>
            <p:cNvSpPr/>
            <p:nvPr/>
          </p:nvSpPr>
          <p:spPr>
            <a:xfrm>
              <a:off x="5137326" y="34965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1" name="pt29291"/>
            <p:cNvSpPr/>
            <p:nvPr/>
          </p:nvSpPr>
          <p:spPr>
            <a:xfrm>
              <a:off x="4991227" y="34863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2" name="pt29292"/>
            <p:cNvSpPr/>
            <p:nvPr/>
          </p:nvSpPr>
          <p:spPr>
            <a:xfrm>
              <a:off x="5156164" y="36959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3" name="pt29293"/>
            <p:cNvSpPr/>
            <p:nvPr/>
          </p:nvSpPr>
          <p:spPr>
            <a:xfrm>
              <a:off x="5169737" y="33933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4" name="pt29294"/>
            <p:cNvSpPr/>
            <p:nvPr/>
          </p:nvSpPr>
          <p:spPr>
            <a:xfrm>
              <a:off x="5136505" y="38712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5" name="pt29295"/>
            <p:cNvSpPr/>
            <p:nvPr/>
          </p:nvSpPr>
          <p:spPr>
            <a:xfrm>
              <a:off x="5145379" y="33244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6" name="pt29296"/>
            <p:cNvSpPr/>
            <p:nvPr/>
          </p:nvSpPr>
          <p:spPr>
            <a:xfrm>
              <a:off x="5140643" y="35648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7" name="pt29297"/>
            <p:cNvSpPr/>
            <p:nvPr/>
          </p:nvSpPr>
          <p:spPr>
            <a:xfrm>
              <a:off x="5144841" y="3493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8" name="pt29298"/>
            <p:cNvSpPr/>
            <p:nvPr/>
          </p:nvSpPr>
          <p:spPr>
            <a:xfrm>
              <a:off x="5147975" y="38575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299" name="pt29299"/>
            <p:cNvSpPr/>
            <p:nvPr/>
          </p:nvSpPr>
          <p:spPr>
            <a:xfrm>
              <a:off x="5094892" y="37866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0" name="pt29300"/>
            <p:cNvSpPr/>
            <p:nvPr/>
          </p:nvSpPr>
          <p:spPr>
            <a:xfrm>
              <a:off x="5174805" y="35377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1" name="pt29301"/>
            <p:cNvSpPr/>
            <p:nvPr/>
          </p:nvSpPr>
          <p:spPr>
            <a:xfrm>
              <a:off x="5186501" y="3553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2" name="pt29302"/>
            <p:cNvSpPr/>
            <p:nvPr/>
          </p:nvSpPr>
          <p:spPr>
            <a:xfrm>
              <a:off x="5167873" y="34558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3" name="pt29303"/>
            <p:cNvSpPr/>
            <p:nvPr/>
          </p:nvSpPr>
          <p:spPr>
            <a:xfrm>
              <a:off x="5119734" y="3593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4" name="pt29304"/>
            <p:cNvSpPr/>
            <p:nvPr/>
          </p:nvSpPr>
          <p:spPr>
            <a:xfrm>
              <a:off x="5122721" y="3494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5" name="pt29305"/>
            <p:cNvSpPr/>
            <p:nvPr/>
          </p:nvSpPr>
          <p:spPr>
            <a:xfrm>
              <a:off x="5112620" y="38292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6" name="pt29306"/>
            <p:cNvSpPr/>
            <p:nvPr/>
          </p:nvSpPr>
          <p:spPr>
            <a:xfrm>
              <a:off x="5242757" y="32429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7" name="pt29307"/>
            <p:cNvSpPr/>
            <p:nvPr/>
          </p:nvSpPr>
          <p:spPr>
            <a:xfrm>
              <a:off x="5121403" y="35970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8" name="pt29308"/>
            <p:cNvSpPr/>
            <p:nvPr/>
          </p:nvSpPr>
          <p:spPr>
            <a:xfrm>
              <a:off x="5081403" y="36483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09" name="pt29309"/>
            <p:cNvSpPr/>
            <p:nvPr/>
          </p:nvSpPr>
          <p:spPr>
            <a:xfrm>
              <a:off x="5184075" y="34463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0" name="pt29310"/>
            <p:cNvSpPr/>
            <p:nvPr/>
          </p:nvSpPr>
          <p:spPr>
            <a:xfrm>
              <a:off x="5156327" y="3402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1" name="pt29311"/>
            <p:cNvSpPr/>
            <p:nvPr/>
          </p:nvSpPr>
          <p:spPr>
            <a:xfrm>
              <a:off x="5158402" y="35306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2" name="pt29312"/>
            <p:cNvSpPr/>
            <p:nvPr/>
          </p:nvSpPr>
          <p:spPr>
            <a:xfrm>
              <a:off x="5136528" y="3719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3" name="pt29313"/>
            <p:cNvSpPr/>
            <p:nvPr/>
          </p:nvSpPr>
          <p:spPr>
            <a:xfrm>
              <a:off x="5141601" y="3469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4" name="pt29314"/>
            <p:cNvSpPr/>
            <p:nvPr/>
          </p:nvSpPr>
          <p:spPr>
            <a:xfrm>
              <a:off x="5124781" y="3291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5" name="pt29315"/>
            <p:cNvSpPr/>
            <p:nvPr/>
          </p:nvSpPr>
          <p:spPr>
            <a:xfrm>
              <a:off x="5130317" y="3823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6" name="pt29316"/>
            <p:cNvSpPr/>
            <p:nvPr/>
          </p:nvSpPr>
          <p:spPr>
            <a:xfrm>
              <a:off x="5130359" y="36202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7" name="pt29317"/>
            <p:cNvSpPr/>
            <p:nvPr/>
          </p:nvSpPr>
          <p:spPr>
            <a:xfrm>
              <a:off x="5151843" y="3375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8" name="pt29318"/>
            <p:cNvSpPr/>
            <p:nvPr/>
          </p:nvSpPr>
          <p:spPr>
            <a:xfrm>
              <a:off x="5203540" y="3316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19" name="pt29319"/>
            <p:cNvSpPr/>
            <p:nvPr/>
          </p:nvSpPr>
          <p:spPr>
            <a:xfrm>
              <a:off x="5186608" y="36198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0" name="pt29320"/>
            <p:cNvSpPr/>
            <p:nvPr/>
          </p:nvSpPr>
          <p:spPr>
            <a:xfrm>
              <a:off x="5129587" y="37364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1" name="pt29321"/>
            <p:cNvSpPr/>
            <p:nvPr/>
          </p:nvSpPr>
          <p:spPr>
            <a:xfrm>
              <a:off x="5128459" y="3681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2" name="pt29322"/>
            <p:cNvSpPr/>
            <p:nvPr/>
          </p:nvSpPr>
          <p:spPr>
            <a:xfrm>
              <a:off x="5157808" y="3514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3" name="pt29323"/>
            <p:cNvSpPr/>
            <p:nvPr/>
          </p:nvSpPr>
          <p:spPr>
            <a:xfrm>
              <a:off x="5120421" y="3731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4" name="pt29324"/>
            <p:cNvSpPr/>
            <p:nvPr/>
          </p:nvSpPr>
          <p:spPr>
            <a:xfrm>
              <a:off x="5161845" y="3239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5" name="pt29325"/>
            <p:cNvSpPr/>
            <p:nvPr/>
          </p:nvSpPr>
          <p:spPr>
            <a:xfrm>
              <a:off x="5129146" y="34762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6" name="pt29326"/>
            <p:cNvSpPr/>
            <p:nvPr/>
          </p:nvSpPr>
          <p:spPr>
            <a:xfrm>
              <a:off x="5143202" y="3470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7" name="pt29327"/>
            <p:cNvSpPr/>
            <p:nvPr/>
          </p:nvSpPr>
          <p:spPr>
            <a:xfrm>
              <a:off x="5139711" y="36227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8" name="pt29328"/>
            <p:cNvSpPr/>
            <p:nvPr/>
          </p:nvSpPr>
          <p:spPr>
            <a:xfrm>
              <a:off x="5134753" y="3575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29" name="pt29329"/>
            <p:cNvSpPr/>
            <p:nvPr/>
          </p:nvSpPr>
          <p:spPr>
            <a:xfrm>
              <a:off x="5141101" y="3811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0" name="pt29330"/>
            <p:cNvSpPr/>
            <p:nvPr/>
          </p:nvSpPr>
          <p:spPr>
            <a:xfrm>
              <a:off x="5137159" y="4096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1" name="pt29331"/>
            <p:cNvSpPr/>
            <p:nvPr/>
          </p:nvSpPr>
          <p:spPr>
            <a:xfrm>
              <a:off x="5184822" y="3294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2" name="pt29332"/>
            <p:cNvSpPr/>
            <p:nvPr/>
          </p:nvSpPr>
          <p:spPr>
            <a:xfrm>
              <a:off x="5186800" y="35614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3" name="pt29333"/>
            <p:cNvSpPr/>
            <p:nvPr/>
          </p:nvSpPr>
          <p:spPr>
            <a:xfrm>
              <a:off x="5165589" y="34985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4" name="pt29334"/>
            <p:cNvSpPr/>
            <p:nvPr/>
          </p:nvSpPr>
          <p:spPr>
            <a:xfrm>
              <a:off x="5169010" y="39013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5" name="pt29335"/>
            <p:cNvSpPr/>
            <p:nvPr/>
          </p:nvSpPr>
          <p:spPr>
            <a:xfrm>
              <a:off x="5137229" y="35729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6" name="pt29336"/>
            <p:cNvSpPr/>
            <p:nvPr/>
          </p:nvSpPr>
          <p:spPr>
            <a:xfrm>
              <a:off x="5139430" y="38560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7" name="pt29337"/>
            <p:cNvSpPr/>
            <p:nvPr/>
          </p:nvSpPr>
          <p:spPr>
            <a:xfrm>
              <a:off x="5206206" y="3692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8" name="pt29338"/>
            <p:cNvSpPr/>
            <p:nvPr/>
          </p:nvSpPr>
          <p:spPr>
            <a:xfrm>
              <a:off x="5149810" y="3562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39" name="pt29339"/>
            <p:cNvSpPr/>
            <p:nvPr/>
          </p:nvSpPr>
          <p:spPr>
            <a:xfrm>
              <a:off x="5189795" y="32924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0" name="pt29340"/>
            <p:cNvSpPr/>
            <p:nvPr/>
          </p:nvSpPr>
          <p:spPr>
            <a:xfrm>
              <a:off x="5211053" y="3366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1" name="pt29341"/>
            <p:cNvSpPr/>
            <p:nvPr/>
          </p:nvSpPr>
          <p:spPr>
            <a:xfrm>
              <a:off x="4470914" y="3509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2" name="pt29342"/>
            <p:cNvSpPr/>
            <p:nvPr/>
          </p:nvSpPr>
          <p:spPr>
            <a:xfrm>
              <a:off x="5137342" y="36544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3" name="pt29343"/>
            <p:cNvSpPr/>
            <p:nvPr/>
          </p:nvSpPr>
          <p:spPr>
            <a:xfrm>
              <a:off x="5167681" y="34099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4" name="pt29344"/>
            <p:cNvSpPr/>
            <p:nvPr/>
          </p:nvSpPr>
          <p:spPr>
            <a:xfrm>
              <a:off x="5161823" y="36009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5" name="pt29345"/>
            <p:cNvSpPr/>
            <p:nvPr/>
          </p:nvSpPr>
          <p:spPr>
            <a:xfrm>
              <a:off x="5150151" y="3606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6" name="pt29346"/>
            <p:cNvSpPr/>
            <p:nvPr/>
          </p:nvSpPr>
          <p:spPr>
            <a:xfrm>
              <a:off x="5131563" y="36056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7" name="pt29347"/>
            <p:cNvSpPr/>
            <p:nvPr/>
          </p:nvSpPr>
          <p:spPr>
            <a:xfrm>
              <a:off x="5168905" y="35315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8" name="pt29348"/>
            <p:cNvSpPr/>
            <p:nvPr/>
          </p:nvSpPr>
          <p:spPr>
            <a:xfrm>
              <a:off x="5152383" y="3558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49" name="pt29349"/>
            <p:cNvSpPr/>
            <p:nvPr/>
          </p:nvSpPr>
          <p:spPr>
            <a:xfrm>
              <a:off x="5244388" y="342645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50" name="pt29350"/>
            <p:cNvSpPr/>
            <p:nvPr/>
          </p:nvSpPr>
          <p:spPr>
            <a:xfrm>
              <a:off x="5178366" y="3581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1" name="pt29351"/>
            <p:cNvSpPr/>
            <p:nvPr/>
          </p:nvSpPr>
          <p:spPr>
            <a:xfrm>
              <a:off x="5145111" y="33799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2" name="pt29352"/>
            <p:cNvSpPr/>
            <p:nvPr/>
          </p:nvSpPr>
          <p:spPr>
            <a:xfrm>
              <a:off x="5147192" y="35223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3" name="pt29353"/>
            <p:cNvSpPr/>
            <p:nvPr/>
          </p:nvSpPr>
          <p:spPr>
            <a:xfrm>
              <a:off x="5171416" y="3629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4" name="pt29354"/>
            <p:cNvSpPr/>
            <p:nvPr/>
          </p:nvSpPr>
          <p:spPr>
            <a:xfrm>
              <a:off x="5189375" y="34891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5" name="pt29355"/>
            <p:cNvSpPr/>
            <p:nvPr/>
          </p:nvSpPr>
          <p:spPr>
            <a:xfrm>
              <a:off x="5167023" y="35188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6" name="pt29356"/>
            <p:cNvSpPr/>
            <p:nvPr/>
          </p:nvSpPr>
          <p:spPr>
            <a:xfrm>
              <a:off x="5162534" y="3481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7" name="pt29357"/>
            <p:cNvSpPr/>
            <p:nvPr/>
          </p:nvSpPr>
          <p:spPr>
            <a:xfrm>
              <a:off x="5151524" y="39801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8" name="pt29358"/>
            <p:cNvSpPr/>
            <p:nvPr/>
          </p:nvSpPr>
          <p:spPr>
            <a:xfrm>
              <a:off x="5171918" y="34069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59" name="pt29359"/>
            <p:cNvSpPr/>
            <p:nvPr/>
          </p:nvSpPr>
          <p:spPr>
            <a:xfrm>
              <a:off x="5106155" y="4416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0" name="pt29360"/>
            <p:cNvSpPr/>
            <p:nvPr/>
          </p:nvSpPr>
          <p:spPr>
            <a:xfrm>
              <a:off x="5134401" y="36217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1" name="pt29361"/>
            <p:cNvSpPr/>
            <p:nvPr/>
          </p:nvSpPr>
          <p:spPr>
            <a:xfrm>
              <a:off x="5153745" y="3649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2" name="pt29362"/>
            <p:cNvSpPr/>
            <p:nvPr/>
          </p:nvSpPr>
          <p:spPr>
            <a:xfrm>
              <a:off x="5173321" y="34823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3" name="pt29363"/>
            <p:cNvSpPr/>
            <p:nvPr/>
          </p:nvSpPr>
          <p:spPr>
            <a:xfrm>
              <a:off x="5156378" y="36407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4" name="pt29364"/>
            <p:cNvSpPr/>
            <p:nvPr/>
          </p:nvSpPr>
          <p:spPr>
            <a:xfrm>
              <a:off x="5152231" y="3226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5" name="pt29365"/>
            <p:cNvSpPr/>
            <p:nvPr/>
          </p:nvSpPr>
          <p:spPr>
            <a:xfrm>
              <a:off x="5193129" y="2863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6" name="pt29366"/>
            <p:cNvSpPr/>
            <p:nvPr/>
          </p:nvSpPr>
          <p:spPr>
            <a:xfrm>
              <a:off x="5130075" y="3573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7" name="pt29367"/>
            <p:cNvSpPr/>
            <p:nvPr/>
          </p:nvSpPr>
          <p:spPr>
            <a:xfrm>
              <a:off x="5150836" y="35476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8" name="pt29368"/>
            <p:cNvSpPr/>
            <p:nvPr/>
          </p:nvSpPr>
          <p:spPr>
            <a:xfrm>
              <a:off x="5151568" y="40497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69" name="pt29369"/>
            <p:cNvSpPr/>
            <p:nvPr/>
          </p:nvSpPr>
          <p:spPr>
            <a:xfrm>
              <a:off x="5019923" y="50123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0" name="pt29370"/>
            <p:cNvSpPr/>
            <p:nvPr/>
          </p:nvSpPr>
          <p:spPr>
            <a:xfrm>
              <a:off x="4853613" y="477372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71" name="pt29371"/>
            <p:cNvSpPr/>
            <p:nvPr/>
          </p:nvSpPr>
          <p:spPr>
            <a:xfrm>
              <a:off x="5127061" y="40588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2" name="pt29372"/>
            <p:cNvSpPr/>
            <p:nvPr/>
          </p:nvSpPr>
          <p:spPr>
            <a:xfrm>
              <a:off x="5112193" y="3532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3" name="pt29373"/>
            <p:cNvSpPr/>
            <p:nvPr/>
          </p:nvSpPr>
          <p:spPr>
            <a:xfrm>
              <a:off x="5201242" y="33560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4" name="pt29374"/>
            <p:cNvSpPr/>
            <p:nvPr/>
          </p:nvSpPr>
          <p:spPr>
            <a:xfrm>
              <a:off x="5180456" y="3487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5" name="pt29375"/>
            <p:cNvSpPr/>
            <p:nvPr/>
          </p:nvSpPr>
          <p:spPr>
            <a:xfrm>
              <a:off x="5162196" y="36713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6" name="pt29376"/>
            <p:cNvSpPr/>
            <p:nvPr/>
          </p:nvSpPr>
          <p:spPr>
            <a:xfrm>
              <a:off x="5166684" y="3578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7" name="pt29377"/>
            <p:cNvSpPr/>
            <p:nvPr/>
          </p:nvSpPr>
          <p:spPr>
            <a:xfrm>
              <a:off x="5083737" y="39258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8" name="pt29378"/>
            <p:cNvSpPr/>
            <p:nvPr/>
          </p:nvSpPr>
          <p:spPr>
            <a:xfrm>
              <a:off x="5135623" y="35287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79" name="pt29379"/>
            <p:cNvSpPr/>
            <p:nvPr/>
          </p:nvSpPr>
          <p:spPr>
            <a:xfrm>
              <a:off x="5131387" y="35754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0" name="pt29380"/>
            <p:cNvSpPr/>
            <p:nvPr/>
          </p:nvSpPr>
          <p:spPr>
            <a:xfrm>
              <a:off x="5158597" y="42148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1" name="pt29381"/>
            <p:cNvSpPr/>
            <p:nvPr/>
          </p:nvSpPr>
          <p:spPr>
            <a:xfrm>
              <a:off x="5191568" y="33458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2" name="pt29382"/>
            <p:cNvSpPr/>
            <p:nvPr/>
          </p:nvSpPr>
          <p:spPr>
            <a:xfrm>
              <a:off x="4945175" y="4600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3" name="pt29383"/>
            <p:cNvSpPr/>
            <p:nvPr/>
          </p:nvSpPr>
          <p:spPr>
            <a:xfrm>
              <a:off x="5202359" y="34090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4" name="pt29384"/>
            <p:cNvSpPr/>
            <p:nvPr/>
          </p:nvSpPr>
          <p:spPr>
            <a:xfrm>
              <a:off x="5158301" y="3592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5" name="pt29385"/>
            <p:cNvSpPr/>
            <p:nvPr/>
          </p:nvSpPr>
          <p:spPr>
            <a:xfrm>
              <a:off x="5127245" y="3830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6" name="pt29386"/>
            <p:cNvSpPr/>
            <p:nvPr/>
          </p:nvSpPr>
          <p:spPr>
            <a:xfrm>
              <a:off x="5183451" y="35720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7" name="pt29387"/>
            <p:cNvSpPr/>
            <p:nvPr/>
          </p:nvSpPr>
          <p:spPr>
            <a:xfrm>
              <a:off x="5161238" y="37155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8" name="pt29388"/>
            <p:cNvSpPr/>
            <p:nvPr/>
          </p:nvSpPr>
          <p:spPr>
            <a:xfrm>
              <a:off x="5135134" y="36442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89" name="pt29389"/>
            <p:cNvSpPr/>
            <p:nvPr/>
          </p:nvSpPr>
          <p:spPr>
            <a:xfrm>
              <a:off x="5145876" y="3503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0" name="pt29390"/>
            <p:cNvSpPr/>
            <p:nvPr/>
          </p:nvSpPr>
          <p:spPr>
            <a:xfrm>
              <a:off x="5147292" y="3342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1" name="pt29391"/>
            <p:cNvSpPr/>
            <p:nvPr/>
          </p:nvSpPr>
          <p:spPr>
            <a:xfrm>
              <a:off x="5145622" y="3919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2" name="pt29392"/>
            <p:cNvSpPr/>
            <p:nvPr/>
          </p:nvSpPr>
          <p:spPr>
            <a:xfrm>
              <a:off x="5215895" y="3545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3" name="pt29393"/>
            <p:cNvSpPr/>
            <p:nvPr/>
          </p:nvSpPr>
          <p:spPr>
            <a:xfrm>
              <a:off x="5221476" y="33290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4" name="pt29394"/>
            <p:cNvSpPr/>
            <p:nvPr/>
          </p:nvSpPr>
          <p:spPr>
            <a:xfrm>
              <a:off x="5107175" y="43488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5" name="pt29395"/>
            <p:cNvSpPr/>
            <p:nvPr/>
          </p:nvSpPr>
          <p:spPr>
            <a:xfrm>
              <a:off x="5047370" y="44876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6" name="pt29396"/>
            <p:cNvSpPr/>
            <p:nvPr/>
          </p:nvSpPr>
          <p:spPr>
            <a:xfrm>
              <a:off x="5111266" y="39383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7" name="pt29397"/>
            <p:cNvSpPr/>
            <p:nvPr/>
          </p:nvSpPr>
          <p:spPr>
            <a:xfrm>
              <a:off x="5157922" y="35231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8" name="pt29398"/>
            <p:cNvSpPr/>
            <p:nvPr/>
          </p:nvSpPr>
          <p:spPr>
            <a:xfrm>
              <a:off x="5122773" y="3621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399" name="pt29399"/>
            <p:cNvSpPr/>
            <p:nvPr/>
          </p:nvSpPr>
          <p:spPr>
            <a:xfrm>
              <a:off x="5145552" y="39462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0" name="pt29400"/>
            <p:cNvSpPr/>
            <p:nvPr/>
          </p:nvSpPr>
          <p:spPr>
            <a:xfrm>
              <a:off x="5143843" y="3706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1" name="pt29401"/>
            <p:cNvSpPr/>
            <p:nvPr/>
          </p:nvSpPr>
          <p:spPr>
            <a:xfrm>
              <a:off x="5103185" y="38258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2" name="pt29402"/>
            <p:cNvSpPr/>
            <p:nvPr/>
          </p:nvSpPr>
          <p:spPr>
            <a:xfrm>
              <a:off x="5128849" y="3887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3" name="pt29403"/>
            <p:cNvSpPr/>
            <p:nvPr/>
          </p:nvSpPr>
          <p:spPr>
            <a:xfrm>
              <a:off x="5158759" y="3521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4" name="pt29404"/>
            <p:cNvSpPr/>
            <p:nvPr/>
          </p:nvSpPr>
          <p:spPr>
            <a:xfrm>
              <a:off x="5147757" y="35521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5" name="pt29405"/>
            <p:cNvSpPr/>
            <p:nvPr/>
          </p:nvSpPr>
          <p:spPr>
            <a:xfrm>
              <a:off x="5148069" y="34795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6" name="pt29406"/>
            <p:cNvSpPr/>
            <p:nvPr/>
          </p:nvSpPr>
          <p:spPr>
            <a:xfrm>
              <a:off x="5129246" y="3554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7" name="pt29407"/>
            <p:cNvSpPr/>
            <p:nvPr/>
          </p:nvSpPr>
          <p:spPr>
            <a:xfrm>
              <a:off x="5121311" y="3457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8" name="pt29408"/>
            <p:cNvSpPr/>
            <p:nvPr/>
          </p:nvSpPr>
          <p:spPr>
            <a:xfrm>
              <a:off x="5157392" y="3578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09" name="pt29409"/>
            <p:cNvSpPr/>
            <p:nvPr/>
          </p:nvSpPr>
          <p:spPr>
            <a:xfrm>
              <a:off x="5172562" y="35431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0" name="pt29410"/>
            <p:cNvSpPr/>
            <p:nvPr/>
          </p:nvSpPr>
          <p:spPr>
            <a:xfrm>
              <a:off x="5163386" y="35960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1" name="pt29411"/>
            <p:cNvSpPr/>
            <p:nvPr/>
          </p:nvSpPr>
          <p:spPr>
            <a:xfrm>
              <a:off x="5086685" y="3631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2" name="pt29412"/>
            <p:cNvSpPr/>
            <p:nvPr/>
          </p:nvSpPr>
          <p:spPr>
            <a:xfrm>
              <a:off x="5144251" y="34368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3" name="pt29413"/>
            <p:cNvSpPr/>
            <p:nvPr/>
          </p:nvSpPr>
          <p:spPr>
            <a:xfrm>
              <a:off x="5160971" y="35827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4" name="pt29414"/>
            <p:cNvSpPr/>
            <p:nvPr/>
          </p:nvSpPr>
          <p:spPr>
            <a:xfrm>
              <a:off x="5150938" y="3514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5" name="pt29415"/>
            <p:cNvSpPr/>
            <p:nvPr/>
          </p:nvSpPr>
          <p:spPr>
            <a:xfrm>
              <a:off x="5159382" y="35437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6" name="pt29416"/>
            <p:cNvSpPr/>
            <p:nvPr/>
          </p:nvSpPr>
          <p:spPr>
            <a:xfrm>
              <a:off x="5139085" y="35215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7" name="pt29417"/>
            <p:cNvSpPr/>
            <p:nvPr/>
          </p:nvSpPr>
          <p:spPr>
            <a:xfrm>
              <a:off x="5167075" y="3502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8" name="pt29418"/>
            <p:cNvSpPr/>
            <p:nvPr/>
          </p:nvSpPr>
          <p:spPr>
            <a:xfrm>
              <a:off x="5151505" y="36550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19" name="pt29419"/>
            <p:cNvSpPr/>
            <p:nvPr/>
          </p:nvSpPr>
          <p:spPr>
            <a:xfrm>
              <a:off x="4771031" y="35357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0" name="pt29420"/>
            <p:cNvSpPr/>
            <p:nvPr/>
          </p:nvSpPr>
          <p:spPr>
            <a:xfrm>
              <a:off x="5129209" y="3770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1" name="pt29421"/>
            <p:cNvSpPr/>
            <p:nvPr/>
          </p:nvSpPr>
          <p:spPr>
            <a:xfrm>
              <a:off x="5152877" y="3493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2" name="pt29422"/>
            <p:cNvSpPr/>
            <p:nvPr/>
          </p:nvSpPr>
          <p:spPr>
            <a:xfrm>
              <a:off x="5315401" y="337043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23" name="pt29423"/>
            <p:cNvSpPr/>
            <p:nvPr/>
          </p:nvSpPr>
          <p:spPr>
            <a:xfrm>
              <a:off x="5197119" y="3355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4" name="pt29424"/>
            <p:cNvSpPr/>
            <p:nvPr/>
          </p:nvSpPr>
          <p:spPr>
            <a:xfrm>
              <a:off x="5170404" y="3558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5" name="pt29425"/>
            <p:cNvSpPr/>
            <p:nvPr/>
          </p:nvSpPr>
          <p:spPr>
            <a:xfrm>
              <a:off x="5115620" y="3772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6" name="pt29426"/>
            <p:cNvSpPr/>
            <p:nvPr/>
          </p:nvSpPr>
          <p:spPr>
            <a:xfrm>
              <a:off x="5223264" y="3533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7" name="pt29427"/>
            <p:cNvSpPr/>
            <p:nvPr/>
          </p:nvSpPr>
          <p:spPr>
            <a:xfrm>
              <a:off x="5101263" y="35358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8" name="pt29428"/>
            <p:cNvSpPr/>
            <p:nvPr/>
          </p:nvSpPr>
          <p:spPr>
            <a:xfrm>
              <a:off x="5148177" y="35283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29" name="pt29429"/>
            <p:cNvSpPr/>
            <p:nvPr/>
          </p:nvSpPr>
          <p:spPr>
            <a:xfrm>
              <a:off x="5150185" y="3665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0" name="pt29430"/>
            <p:cNvSpPr/>
            <p:nvPr/>
          </p:nvSpPr>
          <p:spPr>
            <a:xfrm>
              <a:off x="5151990" y="3730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1" name="pt29431"/>
            <p:cNvSpPr/>
            <p:nvPr/>
          </p:nvSpPr>
          <p:spPr>
            <a:xfrm>
              <a:off x="5115629" y="3688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2" name="pt29432"/>
            <p:cNvSpPr/>
            <p:nvPr/>
          </p:nvSpPr>
          <p:spPr>
            <a:xfrm>
              <a:off x="5364855" y="328169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33" name="pt29433"/>
            <p:cNvSpPr/>
            <p:nvPr/>
          </p:nvSpPr>
          <p:spPr>
            <a:xfrm>
              <a:off x="5158714" y="36448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4" name="pt29434"/>
            <p:cNvSpPr/>
            <p:nvPr/>
          </p:nvSpPr>
          <p:spPr>
            <a:xfrm>
              <a:off x="5197324" y="3536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5" name="pt29435"/>
            <p:cNvSpPr/>
            <p:nvPr/>
          </p:nvSpPr>
          <p:spPr>
            <a:xfrm>
              <a:off x="5181788" y="33849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6" name="pt29436"/>
            <p:cNvSpPr/>
            <p:nvPr/>
          </p:nvSpPr>
          <p:spPr>
            <a:xfrm>
              <a:off x="5180910" y="3525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7" name="pt29437"/>
            <p:cNvSpPr/>
            <p:nvPr/>
          </p:nvSpPr>
          <p:spPr>
            <a:xfrm>
              <a:off x="5132767" y="35930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8" name="pt29438"/>
            <p:cNvSpPr/>
            <p:nvPr/>
          </p:nvSpPr>
          <p:spPr>
            <a:xfrm>
              <a:off x="5140306" y="3329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39" name="pt29439"/>
            <p:cNvSpPr/>
            <p:nvPr/>
          </p:nvSpPr>
          <p:spPr>
            <a:xfrm>
              <a:off x="5129362" y="35242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0" name="pt29440"/>
            <p:cNvSpPr/>
            <p:nvPr/>
          </p:nvSpPr>
          <p:spPr>
            <a:xfrm>
              <a:off x="5133405" y="3691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1" name="pt29441"/>
            <p:cNvSpPr/>
            <p:nvPr/>
          </p:nvSpPr>
          <p:spPr>
            <a:xfrm>
              <a:off x="5129974" y="35674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2" name="pt29442"/>
            <p:cNvSpPr/>
            <p:nvPr/>
          </p:nvSpPr>
          <p:spPr>
            <a:xfrm>
              <a:off x="5140833" y="3550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3" name="pt29443"/>
            <p:cNvSpPr/>
            <p:nvPr/>
          </p:nvSpPr>
          <p:spPr>
            <a:xfrm>
              <a:off x="5126685" y="39115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4" name="pt29444"/>
            <p:cNvSpPr/>
            <p:nvPr/>
          </p:nvSpPr>
          <p:spPr>
            <a:xfrm>
              <a:off x="5150283" y="3513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5" name="pt29445"/>
            <p:cNvSpPr/>
            <p:nvPr/>
          </p:nvSpPr>
          <p:spPr>
            <a:xfrm>
              <a:off x="5149267" y="37266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6" name="pt29446"/>
            <p:cNvSpPr/>
            <p:nvPr/>
          </p:nvSpPr>
          <p:spPr>
            <a:xfrm>
              <a:off x="5158495" y="37375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7" name="pt29447"/>
            <p:cNvSpPr/>
            <p:nvPr/>
          </p:nvSpPr>
          <p:spPr>
            <a:xfrm>
              <a:off x="5157061" y="3461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8" name="pt29448"/>
            <p:cNvSpPr/>
            <p:nvPr/>
          </p:nvSpPr>
          <p:spPr>
            <a:xfrm>
              <a:off x="5097884" y="35702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49" name="pt29449"/>
            <p:cNvSpPr/>
            <p:nvPr/>
          </p:nvSpPr>
          <p:spPr>
            <a:xfrm>
              <a:off x="5093213" y="41534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0" name="pt29450"/>
            <p:cNvSpPr/>
            <p:nvPr/>
          </p:nvSpPr>
          <p:spPr>
            <a:xfrm>
              <a:off x="5056451" y="4320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1" name="pt29451"/>
            <p:cNvSpPr/>
            <p:nvPr/>
          </p:nvSpPr>
          <p:spPr>
            <a:xfrm>
              <a:off x="5116864" y="36366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2" name="pt29452"/>
            <p:cNvSpPr/>
            <p:nvPr/>
          </p:nvSpPr>
          <p:spPr>
            <a:xfrm>
              <a:off x="5142717" y="35650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3" name="pt29453"/>
            <p:cNvSpPr/>
            <p:nvPr/>
          </p:nvSpPr>
          <p:spPr>
            <a:xfrm>
              <a:off x="5146429" y="35188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4" name="pt29454"/>
            <p:cNvSpPr/>
            <p:nvPr/>
          </p:nvSpPr>
          <p:spPr>
            <a:xfrm>
              <a:off x="5110788" y="3586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5" name="pt29455"/>
            <p:cNvSpPr/>
            <p:nvPr/>
          </p:nvSpPr>
          <p:spPr>
            <a:xfrm>
              <a:off x="5206476" y="33429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6" name="pt29456"/>
            <p:cNvSpPr/>
            <p:nvPr/>
          </p:nvSpPr>
          <p:spPr>
            <a:xfrm>
              <a:off x="5163009" y="38526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7" name="pt29457"/>
            <p:cNvSpPr/>
            <p:nvPr/>
          </p:nvSpPr>
          <p:spPr>
            <a:xfrm>
              <a:off x="5160728" y="34111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8" name="pt29458"/>
            <p:cNvSpPr/>
            <p:nvPr/>
          </p:nvSpPr>
          <p:spPr>
            <a:xfrm>
              <a:off x="5154133" y="36419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59" name="pt29459"/>
            <p:cNvSpPr/>
            <p:nvPr/>
          </p:nvSpPr>
          <p:spPr>
            <a:xfrm>
              <a:off x="5138672" y="35605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0" name="pt29460"/>
            <p:cNvSpPr/>
            <p:nvPr/>
          </p:nvSpPr>
          <p:spPr>
            <a:xfrm>
              <a:off x="5134035" y="3564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1" name="pt29461"/>
            <p:cNvSpPr/>
            <p:nvPr/>
          </p:nvSpPr>
          <p:spPr>
            <a:xfrm>
              <a:off x="5163175" y="35341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2" name="pt29462"/>
            <p:cNvSpPr/>
            <p:nvPr/>
          </p:nvSpPr>
          <p:spPr>
            <a:xfrm>
              <a:off x="5170685" y="3504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3" name="pt29463"/>
            <p:cNvSpPr/>
            <p:nvPr/>
          </p:nvSpPr>
          <p:spPr>
            <a:xfrm>
              <a:off x="5112430" y="35676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4" name="pt29464"/>
            <p:cNvSpPr/>
            <p:nvPr/>
          </p:nvSpPr>
          <p:spPr>
            <a:xfrm>
              <a:off x="5159221" y="3573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5" name="pt29465"/>
            <p:cNvSpPr/>
            <p:nvPr/>
          </p:nvSpPr>
          <p:spPr>
            <a:xfrm>
              <a:off x="5136596" y="3445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6" name="pt29466"/>
            <p:cNvSpPr/>
            <p:nvPr/>
          </p:nvSpPr>
          <p:spPr>
            <a:xfrm>
              <a:off x="5170674" y="35803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7" name="pt29467"/>
            <p:cNvSpPr/>
            <p:nvPr/>
          </p:nvSpPr>
          <p:spPr>
            <a:xfrm>
              <a:off x="5133429" y="4022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8" name="pt29468"/>
            <p:cNvSpPr/>
            <p:nvPr/>
          </p:nvSpPr>
          <p:spPr>
            <a:xfrm>
              <a:off x="5107365" y="55731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69" name="pt29469"/>
            <p:cNvSpPr/>
            <p:nvPr/>
          </p:nvSpPr>
          <p:spPr>
            <a:xfrm>
              <a:off x="5154021" y="36119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0" name="pt29470"/>
            <p:cNvSpPr/>
            <p:nvPr/>
          </p:nvSpPr>
          <p:spPr>
            <a:xfrm>
              <a:off x="5170818" y="36790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1" name="pt29471"/>
            <p:cNvSpPr/>
            <p:nvPr/>
          </p:nvSpPr>
          <p:spPr>
            <a:xfrm>
              <a:off x="4551015" y="3484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2" name="pt29472"/>
            <p:cNvSpPr/>
            <p:nvPr/>
          </p:nvSpPr>
          <p:spPr>
            <a:xfrm>
              <a:off x="5150851" y="36457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3" name="pt29473"/>
            <p:cNvSpPr/>
            <p:nvPr/>
          </p:nvSpPr>
          <p:spPr>
            <a:xfrm>
              <a:off x="5128375" y="39981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4" name="pt29474"/>
            <p:cNvSpPr/>
            <p:nvPr/>
          </p:nvSpPr>
          <p:spPr>
            <a:xfrm>
              <a:off x="5141457" y="4147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5" name="pt29475"/>
            <p:cNvSpPr/>
            <p:nvPr/>
          </p:nvSpPr>
          <p:spPr>
            <a:xfrm>
              <a:off x="5135940" y="3486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6" name="pt29476"/>
            <p:cNvSpPr/>
            <p:nvPr/>
          </p:nvSpPr>
          <p:spPr>
            <a:xfrm>
              <a:off x="5136439" y="36187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7" name="pt29477"/>
            <p:cNvSpPr/>
            <p:nvPr/>
          </p:nvSpPr>
          <p:spPr>
            <a:xfrm>
              <a:off x="5147258" y="36299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8" name="pt29478"/>
            <p:cNvSpPr/>
            <p:nvPr/>
          </p:nvSpPr>
          <p:spPr>
            <a:xfrm>
              <a:off x="5178381" y="3468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79" name="pt29479"/>
            <p:cNvSpPr/>
            <p:nvPr/>
          </p:nvSpPr>
          <p:spPr>
            <a:xfrm>
              <a:off x="5010054" y="384702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80" name="pt29480"/>
            <p:cNvSpPr/>
            <p:nvPr/>
          </p:nvSpPr>
          <p:spPr>
            <a:xfrm>
              <a:off x="5152913" y="31137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1" name="pt29481"/>
            <p:cNvSpPr/>
            <p:nvPr/>
          </p:nvSpPr>
          <p:spPr>
            <a:xfrm>
              <a:off x="5089191" y="3573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2" name="pt29482"/>
            <p:cNvSpPr/>
            <p:nvPr/>
          </p:nvSpPr>
          <p:spPr>
            <a:xfrm>
              <a:off x="4564079" y="391015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83" name="pt29483"/>
            <p:cNvSpPr/>
            <p:nvPr/>
          </p:nvSpPr>
          <p:spPr>
            <a:xfrm>
              <a:off x="5150150" y="3618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4" name="pt29484"/>
            <p:cNvSpPr/>
            <p:nvPr/>
          </p:nvSpPr>
          <p:spPr>
            <a:xfrm>
              <a:off x="5205554" y="33711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5" name="pt29485"/>
            <p:cNvSpPr/>
            <p:nvPr/>
          </p:nvSpPr>
          <p:spPr>
            <a:xfrm>
              <a:off x="5136563" y="36621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6" name="pt29486"/>
            <p:cNvSpPr/>
            <p:nvPr/>
          </p:nvSpPr>
          <p:spPr>
            <a:xfrm>
              <a:off x="5091546" y="36224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7" name="pt29487"/>
            <p:cNvSpPr/>
            <p:nvPr/>
          </p:nvSpPr>
          <p:spPr>
            <a:xfrm>
              <a:off x="5157986" y="3591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8" name="pt29488"/>
            <p:cNvSpPr/>
            <p:nvPr/>
          </p:nvSpPr>
          <p:spPr>
            <a:xfrm>
              <a:off x="5135367" y="40611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89" name="pt29489"/>
            <p:cNvSpPr/>
            <p:nvPr/>
          </p:nvSpPr>
          <p:spPr>
            <a:xfrm>
              <a:off x="5163327" y="3562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0" name="pt29490"/>
            <p:cNvSpPr/>
            <p:nvPr/>
          </p:nvSpPr>
          <p:spPr>
            <a:xfrm>
              <a:off x="5140378" y="3638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1" name="pt29491"/>
            <p:cNvSpPr/>
            <p:nvPr/>
          </p:nvSpPr>
          <p:spPr>
            <a:xfrm>
              <a:off x="5135835" y="39952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2" name="pt29492"/>
            <p:cNvSpPr/>
            <p:nvPr/>
          </p:nvSpPr>
          <p:spPr>
            <a:xfrm>
              <a:off x="5148883" y="37796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3" name="pt29493"/>
            <p:cNvSpPr/>
            <p:nvPr/>
          </p:nvSpPr>
          <p:spPr>
            <a:xfrm>
              <a:off x="5126635" y="40663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4" name="pt29494"/>
            <p:cNvSpPr/>
            <p:nvPr/>
          </p:nvSpPr>
          <p:spPr>
            <a:xfrm>
              <a:off x="5150799" y="35848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5" name="pt29495"/>
            <p:cNvSpPr/>
            <p:nvPr/>
          </p:nvSpPr>
          <p:spPr>
            <a:xfrm>
              <a:off x="5152747" y="3530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6" name="pt29496"/>
            <p:cNvSpPr/>
            <p:nvPr/>
          </p:nvSpPr>
          <p:spPr>
            <a:xfrm>
              <a:off x="5127482" y="3928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7" name="pt29497"/>
            <p:cNvSpPr/>
            <p:nvPr/>
          </p:nvSpPr>
          <p:spPr>
            <a:xfrm>
              <a:off x="5146704" y="3501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8" name="pt29498"/>
            <p:cNvSpPr/>
            <p:nvPr/>
          </p:nvSpPr>
          <p:spPr>
            <a:xfrm>
              <a:off x="5145352" y="36281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499" name="pt29499"/>
            <p:cNvSpPr/>
            <p:nvPr/>
          </p:nvSpPr>
          <p:spPr>
            <a:xfrm>
              <a:off x="5130363" y="35585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0" name="pt29500"/>
            <p:cNvSpPr/>
            <p:nvPr/>
          </p:nvSpPr>
          <p:spPr>
            <a:xfrm>
              <a:off x="5109226" y="34894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1" name="pt29501"/>
            <p:cNvSpPr/>
            <p:nvPr/>
          </p:nvSpPr>
          <p:spPr>
            <a:xfrm>
              <a:off x="5172847" y="35356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2" name="pt29502"/>
            <p:cNvSpPr/>
            <p:nvPr/>
          </p:nvSpPr>
          <p:spPr>
            <a:xfrm>
              <a:off x="5124243" y="2837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3" name="pt29503"/>
            <p:cNvSpPr/>
            <p:nvPr/>
          </p:nvSpPr>
          <p:spPr>
            <a:xfrm>
              <a:off x="5196845" y="3516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4" name="pt29504"/>
            <p:cNvSpPr/>
            <p:nvPr/>
          </p:nvSpPr>
          <p:spPr>
            <a:xfrm>
              <a:off x="5180487" y="34205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5" name="pt29505"/>
            <p:cNvSpPr/>
            <p:nvPr/>
          </p:nvSpPr>
          <p:spPr>
            <a:xfrm>
              <a:off x="5134364" y="3518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6" name="pt29506"/>
            <p:cNvSpPr/>
            <p:nvPr/>
          </p:nvSpPr>
          <p:spPr>
            <a:xfrm>
              <a:off x="5205203" y="3467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7" name="pt29507"/>
            <p:cNvSpPr/>
            <p:nvPr/>
          </p:nvSpPr>
          <p:spPr>
            <a:xfrm>
              <a:off x="5144324" y="3782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8" name="pt29508"/>
            <p:cNvSpPr/>
            <p:nvPr/>
          </p:nvSpPr>
          <p:spPr>
            <a:xfrm>
              <a:off x="5144298" y="3891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09" name="pt29509"/>
            <p:cNvSpPr/>
            <p:nvPr/>
          </p:nvSpPr>
          <p:spPr>
            <a:xfrm>
              <a:off x="5161501" y="35103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0" name="pt29510"/>
            <p:cNvSpPr/>
            <p:nvPr/>
          </p:nvSpPr>
          <p:spPr>
            <a:xfrm>
              <a:off x="5151354" y="3756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1" name="pt29511"/>
            <p:cNvSpPr/>
            <p:nvPr/>
          </p:nvSpPr>
          <p:spPr>
            <a:xfrm>
              <a:off x="5127911" y="36191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2" name="pt29512"/>
            <p:cNvSpPr/>
            <p:nvPr/>
          </p:nvSpPr>
          <p:spPr>
            <a:xfrm>
              <a:off x="5131318" y="3604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3" name="pt29513"/>
            <p:cNvSpPr/>
            <p:nvPr/>
          </p:nvSpPr>
          <p:spPr>
            <a:xfrm>
              <a:off x="5193446" y="35307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4" name="pt29514"/>
            <p:cNvSpPr/>
            <p:nvPr/>
          </p:nvSpPr>
          <p:spPr>
            <a:xfrm>
              <a:off x="5148565" y="35680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5" name="pt29515"/>
            <p:cNvSpPr/>
            <p:nvPr/>
          </p:nvSpPr>
          <p:spPr>
            <a:xfrm>
              <a:off x="5123486" y="3636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6" name="pt29516"/>
            <p:cNvSpPr/>
            <p:nvPr/>
          </p:nvSpPr>
          <p:spPr>
            <a:xfrm>
              <a:off x="5141126" y="3533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7" name="pt29517"/>
            <p:cNvSpPr/>
            <p:nvPr/>
          </p:nvSpPr>
          <p:spPr>
            <a:xfrm>
              <a:off x="5142859" y="3516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8" name="pt29518"/>
            <p:cNvSpPr/>
            <p:nvPr/>
          </p:nvSpPr>
          <p:spPr>
            <a:xfrm>
              <a:off x="5126763" y="3544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19" name="pt29519"/>
            <p:cNvSpPr/>
            <p:nvPr/>
          </p:nvSpPr>
          <p:spPr>
            <a:xfrm>
              <a:off x="5143188" y="3541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0" name="pt29520"/>
            <p:cNvSpPr/>
            <p:nvPr/>
          </p:nvSpPr>
          <p:spPr>
            <a:xfrm>
              <a:off x="5139725" y="3715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1" name="pt29521"/>
            <p:cNvSpPr/>
            <p:nvPr/>
          </p:nvSpPr>
          <p:spPr>
            <a:xfrm>
              <a:off x="5163888" y="3699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2" name="pt29522"/>
            <p:cNvSpPr/>
            <p:nvPr/>
          </p:nvSpPr>
          <p:spPr>
            <a:xfrm>
              <a:off x="5165325" y="36517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3" name="pt29523"/>
            <p:cNvSpPr/>
            <p:nvPr/>
          </p:nvSpPr>
          <p:spPr>
            <a:xfrm>
              <a:off x="5116333" y="35970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4" name="pt29524"/>
            <p:cNvSpPr/>
            <p:nvPr/>
          </p:nvSpPr>
          <p:spPr>
            <a:xfrm>
              <a:off x="5128993" y="36179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5" name="pt29525"/>
            <p:cNvSpPr/>
            <p:nvPr/>
          </p:nvSpPr>
          <p:spPr>
            <a:xfrm>
              <a:off x="5164954" y="3542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6" name="pt29526"/>
            <p:cNvSpPr/>
            <p:nvPr/>
          </p:nvSpPr>
          <p:spPr>
            <a:xfrm>
              <a:off x="5152419" y="35431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7" name="pt29527"/>
            <p:cNvSpPr/>
            <p:nvPr/>
          </p:nvSpPr>
          <p:spPr>
            <a:xfrm>
              <a:off x="5122180" y="37580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8" name="pt29528"/>
            <p:cNvSpPr/>
            <p:nvPr/>
          </p:nvSpPr>
          <p:spPr>
            <a:xfrm>
              <a:off x="5080902" y="4225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29" name="pt29529"/>
            <p:cNvSpPr/>
            <p:nvPr/>
          </p:nvSpPr>
          <p:spPr>
            <a:xfrm>
              <a:off x="5149628" y="3517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0" name="pt29530"/>
            <p:cNvSpPr/>
            <p:nvPr/>
          </p:nvSpPr>
          <p:spPr>
            <a:xfrm>
              <a:off x="5181823" y="3558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1" name="pt29531"/>
            <p:cNvSpPr/>
            <p:nvPr/>
          </p:nvSpPr>
          <p:spPr>
            <a:xfrm>
              <a:off x="5128889" y="3610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2" name="pt29532"/>
            <p:cNvSpPr/>
            <p:nvPr/>
          </p:nvSpPr>
          <p:spPr>
            <a:xfrm>
              <a:off x="5182140" y="35715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3" name="pt29533"/>
            <p:cNvSpPr/>
            <p:nvPr/>
          </p:nvSpPr>
          <p:spPr>
            <a:xfrm>
              <a:off x="5140715" y="3660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4" name="pt29534"/>
            <p:cNvSpPr/>
            <p:nvPr/>
          </p:nvSpPr>
          <p:spPr>
            <a:xfrm>
              <a:off x="5155059" y="36642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5" name="pt29535"/>
            <p:cNvSpPr/>
            <p:nvPr/>
          </p:nvSpPr>
          <p:spPr>
            <a:xfrm>
              <a:off x="5152388" y="35205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6" name="pt29536"/>
            <p:cNvSpPr/>
            <p:nvPr/>
          </p:nvSpPr>
          <p:spPr>
            <a:xfrm>
              <a:off x="5178015" y="3409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7" name="pt29537"/>
            <p:cNvSpPr/>
            <p:nvPr/>
          </p:nvSpPr>
          <p:spPr>
            <a:xfrm>
              <a:off x="5142182" y="3895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8" name="pt29538"/>
            <p:cNvSpPr/>
            <p:nvPr/>
          </p:nvSpPr>
          <p:spPr>
            <a:xfrm>
              <a:off x="5183264" y="3532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39" name="pt29539"/>
            <p:cNvSpPr/>
            <p:nvPr/>
          </p:nvSpPr>
          <p:spPr>
            <a:xfrm>
              <a:off x="5107840" y="38423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0" name="pt29540"/>
            <p:cNvSpPr/>
            <p:nvPr/>
          </p:nvSpPr>
          <p:spPr>
            <a:xfrm>
              <a:off x="5142905" y="36118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1" name="pt29541"/>
            <p:cNvSpPr/>
            <p:nvPr/>
          </p:nvSpPr>
          <p:spPr>
            <a:xfrm>
              <a:off x="5140596" y="3989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2" name="pt29542"/>
            <p:cNvSpPr/>
            <p:nvPr/>
          </p:nvSpPr>
          <p:spPr>
            <a:xfrm>
              <a:off x="5169316" y="35687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3" name="pt29543"/>
            <p:cNvSpPr/>
            <p:nvPr/>
          </p:nvSpPr>
          <p:spPr>
            <a:xfrm>
              <a:off x="5132828" y="3618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4" name="pt29544"/>
            <p:cNvSpPr/>
            <p:nvPr/>
          </p:nvSpPr>
          <p:spPr>
            <a:xfrm>
              <a:off x="5176026" y="36001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5" name="pt29545"/>
            <p:cNvSpPr/>
            <p:nvPr/>
          </p:nvSpPr>
          <p:spPr>
            <a:xfrm>
              <a:off x="5368687" y="300835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46" name="pt29546"/>
            <p:cNvSpPr/>
            <p:nvPr/>
          </p:nvSpPr>
          <p:spPr>
            <a:xfrm>
              <a:off x="5143088" y="33014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7" name="pt29547"/>
            <p:cNvSpPr/>
            <p:nvPr/>
          </p:nvSpPr>
          <p:spPr>
            <a:xfrm>
              <a:off x="6475020" y="33538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8" name="pt29548"/>
            <p:cNvSpPr/>
            <p:nvPr/>
          </p:nvSpPr>
          <p:spPr>
            <a:xfrm>
              <a:off x="5167969" y="3436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49" name="pt29549"/>
            <p:cNvSpPr/>
            <p:nvPr/>
          </p:nvSpPr>
          <p:spPr>
            <a:xfrm>
              <a:off x="5199406" y="32631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0" name="pt29550"/>
            <p:cNvSpPr/>
            <p:nvPr/>
          </p:nvSpPr>
          <p:spPr>
            <a:xfrm>
              <a:off x="5140435" y="3760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1" name="pt29551"/>
            <p:cNvSpPr/>
            <p:nvPr/>
          </p:nvSpPr>
          <p:spPr>
            <a:xfrm>
              <a:off x="5165826" y="35138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2" name="pt29552"/>
            <p:cNvSpPr/>
            <p:nvPr/>
          </p:nvSpPr>
          <p:spPr>
            <a:xfrm>
              <a:off x="5182550" y="3498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3" name="pt29553"/>
            <p:cNvSpPr/>
            <p:nvPr/>
          </p:nvSpPr>
          <p:spPr>
            <a:xfrm>
              <a:off x="5188283" y="3416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4" name="pt29554"/>
            <p:cNvSpPr/>
            <p:nvPr/>
          </p:nvSpPr>
          <p:spPr>
            <a:xfrm>
              <a:off x="5135055" y="3620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5" name="pt29555"/>
            <p:cNvSpPr/>
            <p:nvPr/>
          </p:nvSpPr>
          <p:spPr>
            <a:xfrm>
              <a:off x="5168643" y="3650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6" name="pt29556"/>
            <p:cNvSpPr/>
            <p:nvPr/>
          </p:nvSpPr>
          <p:spPr>
            <a:xfrm>
              <a:off x="5153954" y="37839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7" name="pt29557"/>
            <p:cNvSpPr/>
            <p:nvPr/>
          </p:nvSpPr>
          <p:spPr>
            <a:xfrm>
              <a:off x="5277920" y="338795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58" name="pt29558"/>
            <p:cNvSpPr/>
            <p:nvPr/>
          </p:nvSpPr>
          <p:spPr>
            <a:xfrm>
              <a:off x="5156267" y="3162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59" name="pt29559"/>
            <p:cNvSpPr/>
            <p:nvPr/>
          </p:nvSpPr>
          <p:spPr>
            <a:xfrm>
              <a:off x="5248046" y="339039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60" name="pt29560"/>
            <p:cNvSpPr/>
            <p:nvPr/>
          </p:nvSpPr>
          <p:spPr>
            <a:xfrm>
              <a:off x="5174404" y="34679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1" name="pt29561"/>
            <p:cNvSpPr/>
            <p:nvPr/>
          </p:nvSpPr>
          <p:spPr>
            <a:xfrm>
              <a:off x="5118004" y="38580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2" name="pt29562"/>
            <p:cNvSpPr/>
            <p:nvPr/>
          </p:nvSpPr>
          <p:spPr>
            <a:xfrm>
              <a:off x="5144704" y="34982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3" name="pt29563"/>
            <p:cNvSpPr/>
            <p:nvPr/>
          </p:nvSpPr>
          <p:spPr>
            <a:xfrm>
              <a:off x="5182490" y="3518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4" name="pt29564"/>
            <p:cNvSpPr/>
            <p:nvPr/>
          </p:nvSpPr>
          <p:spPr>
            <a:xfrm>
              <a:off x="5151659" y="3616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5" name="pt29565"/>
            <p:cNvSpPr/>
            <p:nvPr/>
          </p:nvSpPr>
          <p:spPr>
            <a:xfrm>
              <a:off x="5166662" y="3493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6" name="pt29566"/>
            <p:cNvSpPr/>
            <p:nvPr/>
          </p:nvSpPr>
          <p:spPr>
            <a:xfrm>
              <a:off x="5162767" y="3552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7" name="pt29567"/>
            <p:cNvSpPr/>
            <p:nvPr/>
          </p:nvSpPr>
          <p:spPr>
            <a:xfrm>
              <a:off x="5165454" y="3575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8" name="pt29568"/>
            <p:cNvSpPr/>
            <p:nvPr/>
          </p:nvSpPr>
          <p:spPr>
            <a:xfrm>
              <a:off x="5178990" y="3582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69" name="pt29569"/>
            <p:cNvSpPr/>
            <p:nvPr/>
          </p:nvSpPr>
          <p:spPr>
            <a:xfrm>
              <a:off x="5140316" y="35766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0" name="pt29570"/>
            <p:cNvSpPr/>
            <p:nvPr/>
          </p:nvSpPr>
          <p:spPr>
            <a:xfrm>
              <a:off x="5129053" y="38407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1" name="pt29571"/>
            <p:cNvSpPr/>
            <p:nvPr/>
          </p:nvSpPr>
          <p:spPr>
            <a:xfrm>
              <a:off x="5101310" y="3863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2" name="pt29572"/>
            <p:cNvSpPr/>
            <p:nvPr/>
          </p:nvSpPr>
          <p:spPr>
            <a:xfrm>
              <a:off x="5144380" y="35831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3" name="pt29573"/>
            <p:cNvSpPr/>
            <p:nvPr/>
          </p:nvSpPr>
          <p:spPr>
            <a:xfrm>
              <a:off x="5146441" y="3889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4" name="pt29574"/>
            <p:cNvSpPr/>
            <p:nvPr/>
          </p:nvSpPr>
          <p:spPr>
            <a:xfrm>
              <a:off x="5159073" y="36254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5" name="pt29575"/>
            <p:cNvSpPr/>
            <p:nvPr/>
          </p:nvSpPr>
          <p:spPr>
            <a:xfrm>
              <a:off x="5151855" y="37071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6" name="pt29576"/>
            <p:cNvSpPr/>
            <p:nvPr/>
          </p:nvSpPr>
          <p:spPr>
            <a:xfrm>
              <a:off x="5167259" y="36275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7" name="pt29577"/>
            <p:cNvSpPr/>
            <p:nvPr/>
          </p:nvSpPr>
          <p:spPr>
            <a:xfrm>
              <a:off x="5174216" y="34893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8" name="pt29578"/>
            <p:cNvSpPr/>
            <p:nvPr/>
          </p:nvSpPr>
          <p:spPr>
            <a:xfrm>
              <a:off x="5167862" y="35736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79" name="pt29579"/>
            <p:cNvSpPr/>
            <p:nvPr/>
          </p:nvSpPr>
          <p:spPr>
            <a:xfrm>
              <a:off x="5131877" y="36193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0" name="pt29580"/>
            <p:cNvSpPr/>
            <p:nvPr/>
          </p:nvSpPr>
          <p:spPr>
            <a:xfrm>
              <a:off x="5167703" y="3355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1" name="pt29581"/>
            <p:cNvSpPr/>
            <p:nvPr/>
          </p:nvSpPr>
          <p:spPr>
            <a:xfrm>
              <a:off x="5211269" y="32486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2" name="pt29582"/>
            <p:cNvSpPr/>
            <p:nvPr/>
          </p:nvSpPr>
          <p:spPr>
            <a:xfrm>
              <a:off x="5141686" y="37698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3" name="pt29583"/>
            <p:cNvSpPr/>
            <p:nvPr/>
          </p:nvSpPr>
          <p:spPr>
            <a:xfrm>
              <a:off x="5144298" y="3630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4" name="pt29584"/>
            <p:cNvSpPr/>
            <p:nvPr/>
          </p:nvSpPr>
          <p:spPr>
            <a:xfrm>
              <a:off x="4349916" y="374789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85" name="pt29585"/>
            <p:cNvSpPr/>
            <p:nvPr/>
          </p:nvSpPr>
          <p:spPr>
            <a:xfrm>
              <a:off x="5155700" y="35816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6" name="pt29586"/>
            <p:cNvSpPr/>
            <p:nvPr/>
          </p:nvSpPr>
          <p:spPr>
            <a:xfrm>
              <a:off x="5169256" y="3587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7" name="pt29587"/>
            <p:cNvSpPr/>
            <p:nvPr/>
          </p:nvSpPr>
          <p:spPr>
            <a:xfrm>
              <a:off x="5184320" y="35475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8" name="pt29588"/>
            <p:cNvSpPr/>
            <p:nvPr/>
          </p:nvSpPr>
          <p:spPr>
            <a:xfrm>
              <a:off x="5172864" y="3565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89" name="pt29589"/>
            <p:cNvSpPr/>
            <p:nvPr/>
          </p:nvSpPr>
          <p:spPr>
            <a:xfrm>
              <a:off x="5185487" y="35474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0" name="pt29590"/>
            <p:cNvSpPr/>
            <p:nvPr/>
          </p:nvSpPr>
          <p:spPr>
            <a:xfrm>
              <a:off x="5134734" y="39501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1" name="pt29591"/>
            <p:cNvSpPr/>
            <p:nvPr/>
          </p:nvSpPr>
          <p:spPr>
            <a:xfrm>
              <a:off x="5152409" y="3674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2" name="pt29592"/>
            <p:cNvSpPr/>
            <p:nvPr/>
          </p:nvSpPr>
          <p:spPr>
            <a:xfrm>
              <a:off x="5060167" y="36382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3" name="pt29593"/>
            <p:cNvSpPr/>
            <p:nvPr/>
          </p:nvSpPr>
          <p:spPr>
            <a:xfrm>
              <a:off x="5168213" y="36505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4" name="pt29594"/>
            <p:cNvSpPr/>
            <p:nvPr/>
          </p:nvSpPr>
          <p:spPr>
            <a:xfrm>
              <a:off x="5125287" y="3786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5" name="pt29595"/>
            <p:cNvSpPr/>
            <p:nvPr/>
          </p:nvSpPr>
          <p:spPr>
            <a:xfrm>
              <a:off x="5049453" y="38496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6" name="pt29596"/>
            <p:cNvSpPr/>
            <p:nvPr/>
          </p:nvSpPr>
          <p:spPr>
            <a:xfrm>
              <a:off x="5125871" y="36063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7" name="pt29597"/>
            <p:cNvSpPr/>
            <p:nvPr/>
          </p:nvSpPr>
          <p:spPr>
            <a:xfrm>
              <a:off x="5114507" y="3632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8" name="pt29598"/>
            <p:cNvSpPr/>
            <p:nvPr/>
          </p:nvSpPr>
          <p:spPr>
            <a:xfrm>
              <a:off x="5142321" y="35258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599" name="pt29599"/>
            <p:cNvSpPr/>
            <p:nvPr/>
          </p:nvSpPr>
          <p:spPr>
            <a:xfrm>
              <a:off x="4935455" y="381164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00" name="pt29600"/>
            <p:cNvSpPr/>
            <p:nvPr/>
          </p:nvSpPr>
          <p:spPr>
            <a:xfrm>
              <a:off x="5141848" y="3588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1" name="pt29601"/>
            <p:cNvSpPr/>
            <p:nvPr/>
          </p:nvSpPr>
          <p:spPr>
            <a:xfrm>
              <a:off x="5183617" y="34910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2" name="pt29602"/>
            <p:cNvSpPr/>
            <p:nvPr/>
          </p:nvSpPr>
          <p:spPr>
            <a:xfrm>
              <a:off x="5190797" y="3486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3" name="pt29603"/>
            <p:cNvSpPr/>
            <p:nvPr/>
          </p:nvSpPr>
          <p:spPr>
            <a:xfrm>
              <a:off x="5168658" y="3525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4" name="pt29604"/>
            <p:cNvSpPr/>
            <p:nvPr/>
          </p:nvSpPr>
          <p:spPr>
            <a:xfrm>
              <a:off x="5169280" y="32745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5" name="pt29605"/>
            <p:cNvSpPr/>
            <p:nvPr/>
          </p:nvSpPr>
          <p:spPr>
            <a:xfrm>
              <a:off x="5179436" y="34138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6" name="pt29606"/>
            <p:cNvSpPr/>
            <p:nvPr/>
          </p:nvSpPr>
          <p:spPr>
            <a:xfrm>
              <a:off x="5156158" y="3520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7" name="pt29607"/>
            <p:cNvSpPr/>
            <p:nvPr/>
          </p:nvSpPr>
          <p:spPr>
            <a:xfrm>
              <a:off x="5160108" y="36307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8" name="pt29608"/>
            <p:cNvSpPr/>
            <p:nvPr/>
          </p:nvSpPr>
          <p:spPr>
            <a:xfrm>
              <a:off x="5168069" y="35411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09" name="pt29609"/>
            <p:cNvSpPr/>
            <p:nvPr/>
          </p:nvSpPr>
          <p:spPr>
            <a:xfrm>
              <a:off x="5095490" y="27575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0" name="pt29610"/>
            <p:cNvSpPr/>
            <p:nvPr/>
          </p:nvSpPr>
          <p:spPr>
            <a:xfrm>
              <a:off x="5151439" y="3585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1" name="pt29611"/>
            <p:cNvSpPr/>
            <p:nvPr/>
          </p:nvSpPr>
          <p:spPr>
            <a:xfrm>
              <a:off x="5154806" y="36396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2" name="pt29612"/>
            <p:cNvSpPr/>
            <p:nvPr/>
          </p:nvSpPr>
          <p:spPr>
            <a:xfrm>
              <a:off x="5115027" y="35404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3" name="pt29613"/>
            <p:cNvSpPr/>
            <p:nvPr/>
          </p:nvSpPr>
          <p:spPr>
            <a:xfrm>
              <a:off x="5197516" y="3365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4" name="pt29614"/>
            <p:cNvSpPr/>
            <p:nvPr/>
          </p:nvSpPr>
          <p:spPr>
            <a:xfrm>
              <a:off x="5156348" y="38713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5" name="pt29615"/>
            <p:cNvSpPr/>
            <p:nvPr/>
          </p:nvSpPr>
          <p:spPr>
            <a:xfrm>
              <a:off x="5088746" y="39374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6" name="pt29616"/>
            <p:cNvSpPr/>
            <p:nvPr/>
          </p:nvSpPr>
          <p:spPr>
            <a:xfrm>
              <a:off x="5149054" y="3564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7" name="pt29617"/>
            <p:cNvSpPr/>
            <p:nvPr/>
          </p:nvSpPr>
          <p:spPr>
            <a:xfrm>
              <a:off x="5163858" y="3573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8" name="pt29618"/>
            <p:cNvSpPr/>
            <p:nvPr/>
          </p:nvSpPr>
          <p:spPr>
            <a:xfrm>
              <a:off x="5028069" y="41315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19" name="pt29619"/>
            <p:cNvSpPr/>
            <p:nvPr/>
          </p:nvSpPr>
          <p:spPr>
            <a:xfrm>
              <a:off x="5123743" y="3891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0" name="pt29620"/>
            <p:cNvSpPr/>
            <p:nvPr/>
          </p:nvSpPr>
          <p:spPr>
            <a:xfrm>
              <a:off x="5168698" y="35402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1" name="pt29621"/>
            <p:cNvSpPr/>
            <p:nvPr/>
          </p:nvSpPr>
          <p:spPr>
            <a:xfrm>
              <a:off x="5509546" y="3393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2" name="pt29622"/>
            <p:cNvSpPr/>
            <p:nvPr/>
          </p:nvSpPr>
          <p:spPr>
            <a:xfrm>
              <a:off x="5047242" y="4794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3" name="pt29623"/>
            <p:cNvSpPr/>
            <p:nvPr/>
          </p:nvSpPr>
          <p:spPr>
            <a:xfrm>
              <a:off x="5354395" y="299464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24" name="pt29624"/>
            <p:cNvSpPr/>
            <p:nvPr/>
          </p:nvSpPr>
          <p:spPr>
            <a:xfrm>
              <a:off x="5187612" y="32267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5" name="pt29625"/>
            <p:cNvSpPr/>
            <p:nvPr/>
          </p:nvSpPr>
          <p:spPr>
            <a:xfrm>
              <a:off x="5205335" y="3418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6" name="pt29626"/>
            <p:cNvSpPr/>
            <p:nvPr/>
          </p:nvSpPr>
          <p:spPr>
            <a:xfrm>
              <a:off x="5128866" y="3591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7" name="pt29627"/>
            <p:cNvSpPr/>
            <p:nvPr/>
          </p:nvSpPr>
          <p:spPr>
            <a:xfrm>
              <a:off x="5172153" y="35974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8" name="pt29628"/>
            <p:cNvSpPr/>
            <p:nvPr/>
          </p:nvSpPr>
          <p:spPr>
            <a:xfrm>
              <a:off x="5167854" y="32114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29" name="pt29629"/>
            <p:cNvSpPr/>
            <p:nvPr/>
          </p:nvSpPr>
          <p:spPr>
            <a:xfrm>
              <a:off x="5141179" y="38479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0" name="pt29630"/>
            <p:cNvSpPr/>
            <p:nvPr/>
          </p:nvSpPr>
          <p:spPr>
            <a:xfrm>
              <a:off x="5180039" y="3239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1" name="pt29631"/>
            <p:cNvSpPr/>
            <p:nvPr/>
          </p:nvSpPr>
          <p:spPr>
            <a:xfrm>
              <a:off x="5123413" y="38315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2" name="pt29632"/>
            <p:cNvSpPr/>
            <p:nvPr/>
          </p:nvSpPr>
          <p:spPr>
            <a:xfrm>
              <a:off x="5119022" y="35310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3" name="pt29633"/>
            <p:cNvSpPr/>
            <p:nvPr/>
          </p:nvSpPr>
          <p:spPr>
            <a:xfrm>
              <a:off x="5136772" y="39603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4" name="pt29634"/>
            <p:cNvSpPr/>
            <p:nvPr/>
          </p:nvSpPr>
          <p:spPr>
            <a:xfrm>
              <a:off x="5145840" y="3548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5" name="pt29635"/>
            <p:cNvSpPr/>
            <p:nvPr/>
          </p:nvSpPr>
          <p:spPr>
            <a:xfrm>
              <a:off x="5156179" y="3534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6" name="pt29636"/>
            <p:cNvSpPr/>
            <p:nvPr/>
          </p:nvSpPr>
          <p:spPr>
            <a:xfrm>
              <a:off x="5112851" y="38173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7" name="pt29637"/>
            <p:cNvSpPr/>
            <p:nvPr/>
          </p:nvSpPr>
          <p:spPr>
            <a:xfrm>
              <a:off x="5157026" y="32763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8" name="pt29638"/>
            <p:cNvSpPr/>
            <p:nvPr/>
          </p:nvSpPr>
          <p:spPr>
            <a:xfrm>
              <a:off x="5134027" y="37148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39" name="pt29639"/>
            <p:cNvSpPr/>
            <p:nvPr/>
          </p:nvSpPr>
          <p:spPr>
            <a:xfrm>
              <a:off x="5154842" y="36138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0" name="pt29640"/>
            <p:cNvSpPr/>
            <p:nvPr/>
          </p:nvSpPr>
          <p:spPr>
            <a:xfrm>
              <a:off x="5145570" y="36370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1" name="pt29641"/>
            <p:cNvSpPr/>
            <p:nvPr/>
          </p:nvSpPr>
          <p:spPr>
            <a:xfrm>
              <a:off x="5169098" y="3632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2" name="pt29642"/>
            <p:cNvSpPr/>
            <p:nvPr/>
          </p:nvSpPr>
          <p:spPr>
            <a:xfrm>
              <a:off x="5133772" y="36437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3" name="pt29643"/>
            <p:cNvSpPr/>
            <p:nvPr/>
          </p:nvSpPr>
          <p:spPr>
            <a:xfrm>
              <a:off x="5137417" y="39687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4" name="pt29644"/>
            <p:cNvSpPr/>
            <p:nvPr/>
          </p:nvSpPr>
          <p:spPr>
            <a:xfrm>
              <a:off x="5133458" y="38438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5" name="pt29645"/>
            <p:cNvSpPr/>
            <p:nvPr/>
          </p:nvSpPr>
          <p:spPr>
            <a:xfrm>
              <a:off x="5166734" y="32146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6" name="pt29646"/>
            <p:cNvSpPr/>
            <p:nvPr/>
          </p:nvSpPr>
          <p:spPr>
            <a:xfrm>
              <a:off x="5129096" y="3556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7" name="pt29647"/>
            <p:cNvSpPr/>
            <p:nvPr/>
          </p:nvSpPr>
          <p:spPr>
            <a:xfrm>
              <a:off x="5170598" y="36422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8" name="pt29648"/>
            <p:cNvSpPr/>
            <p:nvPr/>
          </p:nvSpPr>
          <p:spPr>
            <a:xfrm>
              <a:off x="5137740" y="37228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49" name="pt29649"/>
            <p:cNvSpPr/>
            <p:nvPr/>
          </p:nvSpPr>
          <p:spPr>
            <a:xfrm>
              <a:off x="5183572" y="3583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0" name="pt29650"/>
            <p:cNvSpPr/>
            <p:nvPr/>
          </p:nvSpPr>
          <p:spPr>
            <a:xfrm>
              <a:off x="5180550" y="35500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1" name="pt29651"/>
            <p:cNvSpPr/>
            <p:nvPr/>
          </p:nvSpPr>
          <p:spPr>
            <a:xfrm>
              <a:off x="5154518" y="3748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2" name="pt29652"/>
            <p:cNvSpPr/>
            <p:nvPr/>
          </p:nvSpPr>
          <p:spPr>
            <a:xfrm>
              <a:off x="5150064" y="3432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3" name="pt29653"/>
            <p:cNvSpPr/>
            <p:nvPr/>
          </p:nvSpPr>
          <p:spPr>
            <a:xfrm>
              <a:off x="5106281" y="39296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4" name="pt29654"/>
            <p:cNvSpPr/>
            <p:nvPr/>
          </p:nvSpPr>
          <p:spPr>
            <a:xfrm>
              <a:off x="5061110" y="3760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5" name="pt29655"/>
            <p:cNvSpPr/>
            <p:nvPr/>
          </p:nvSpPr>
          <p:spPr>
            <a:xfrm>
              <a:off x="5142852" y="36192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6" name="pt29656"/>
            <p:cNvSpPr/>
            <p:nvPr/>
          </p:nvSpPr>
          <p:spPr>
            <a:xfrm>
              <a:off x="5132067" y="3894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7" name="pt29657"/>
            <p:cNvSpPr/>
            <p:nvPr/>
          </p:nvSpPr>
          <p:spPr>
            <a:xfrm>
              <a:off x="5136292" y="39403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8" name="pt29658"/>
            <p:cNvSpPr/>
            <p:nvPr/>
          </p:nvSpPr>
          <p:spPr>
            <a:xfrm>
              <a:off x="5158393" y="36359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59" name="pt29659"/>
            <p:cNvSpPr/>
            <p:nvPr/>
          </p:nvSpPr>
          <p:spPr>
            <a:xfrm>
              <a:off x="5162465" y="36738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0" name="pt29660"/>
            <p:cNvSpPr/>
            <p:nvPr/>
          </p:nvSpPr>
          <p:spPr>
            <a:xfrm>
              <a:off x="5189112" y="35198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1" name="pt29661"/>
            <p:cNvSpPr/>
            <p:nvPr/>
          </p:nvSpPr>
          <p:spPr>
            <a:xfrm>
              <a:off x="5128081" y="3627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2" name="pt29662"/>
            <p:cNvSpPr/>
            <p:nvPr/>
          </p:nvSpPr>
          <p:spPr>
            <a:xfrm>
              <a:off x="5203205" y="3348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3" name="pt29663"/>
            <p:cNvSpPr/>
            <p:nvPr/>
          </p:nvSpPr>
          <p:spPr>
            <a:xfrm>
              <a:off x="5163981" y="35150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4" name="pt29664"/>
            <p:cNvSpPr/>
            <p:nvPr/>
          </p:nvSpPr>
          <p:spPr>
            <a:xfrm>
              <a:off x="5118403" y="3773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5" name="pt29665"/>
            <p:cNvSpPr/>
            <p:nvPr/>
          </p:nvSpPr>
          <p:spPr>
            <a:xfrm>
              <a:off x="4988511" y="399653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66" name="pt29666"/>
            <p:cNvSpPr/>
            <p:nvPr/>
          </p:nvSpPr>
          <p:spPr>
            <a:xfrm>
              <a:off x="5153154" y="3611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7" name="pt29667"/>
            <p:cNvSpPr/>
            <p:nvPr/>
          </p:nvSpPr>
          <p:spPr>
            <a:xfrm>
              <a:off x="5191705" y="34718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68" name="pt29668"/>
            <p:cNvSpPr/>
            <p:nvPr/>
          </p:nvSpPr>
          <p:spPr>
            <a:xfrm>
              <a:off x="4901183" y="501039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69" name="pt29669"/>
            <p:cNvSpPr/>
            <p:nvPr/>
          </p:nvSpPr>
          <p:spPr>
            <a:xfrm>
              <a:off x="5159489" y="3588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0" name="pt29670"/>
            <p:cNvSpPr/>
            <p:nvPr/>
          </p:nvSpPr>
          <p:spPr>
            <a:xfrm>
              <a:off x="5152463" y="3509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1" name="pt29671"/>
            <p:cNvSpPr/>
            <p:nvPr/>
          </p:nvSpPr>
          <p:spPr>
            <a:xfrm>
              <a:off x="5169531" y="3595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2" name="pt29672"/>
            <p:cNvSpPr/>
            <p:nvPr/>
          </p:nvSpPr>
          <p:spPr>
            <a:xfrm>
              <a:off x="5117303" y="3937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3" name="pt29673"/>
            <p:cNvSpPr/>
            <p:nvPr/>
          </p:nvSpPr>
          <p:spPr>
            <a:xfrm>
              <a:off x="5146773" y="3676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4" name="pt29674"/>
            <p:cNvSpPr/>
            <p:nvPr/>
          </p:nvSpPr>
          <p:spPr>
            <a:xfrm>
              <a:off x="5099168" y="36867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5" name="pt29675"/>
            <p:cNvSpPr/>
            <p:nvPr/>
          </p:nvSpPr>
          <p:spPr>
            <a:xfrm>
              <a:off x="5193448" y="3526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6" name="pt29676"/>
            <p:cNvSpPr/>
            <p:nvPr/>
          </p:nvSpPr>
          <p:spPr>
            <a:xfrm>
              <a:off x="5157146" y="3599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7" name="pt29677"/>
            <p:cNvSpPr/>
            <p:nvPr/>
          </p:nvSpPr>
          <p:spPr>
            <a:xfrm>
              <a:off x="5137164" y="36583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8" name="pt29678"/>
            <p:cNvSpPr/>
            <p:nvPr/>
          </p:nvSpPr>
          <p:spPr>
            <a:xfrm>
              <a:off x="5151319" y="37160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79" name="pt29679"/>
            <p:cNvSpPr/>
            <p:nvPr/>
          </p:nvSpPr>
          <p:spPr>
            <a:xfrm>
              <a:off x="5088120" y="36219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0" name="pt29680"/>
            <p:cNvSpPr/>
            <p:nvPr/>
          </p:nvSpPr>
          <p:spPr>
            <a:xfrm>
              <a:off x="5198131" y="3512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1" name="pt29681"/>
            <p:cNvSpPr/>
            <p:nvPr/>
          </p:nvSpPr>
          <p:spPr>
            <a:xfrm>
              <a:off x="5148263" y="34635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2" name="pt29682"/>
            <p:cNvSpPr/>
            <p:nvPr/>
          </p:nvSpPr>
          <p:spPr>
            <a:xfrm>
              <a:off x="5130857" y="36904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3" name="pt29683"/>
            <p:cNvSpPr/>
            <p:nvPr/>
          </p:nvSpPr>
          <p:spPr>
            <a:xfrm>
              <a:off x="5141220" y="3559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4" name="pt29684"/>
            <p:cNvSpPr/>
            <p:nvPr/>
          </p:nvSpPr>
          <p:spPr>
            <a:xfrm>
              <a:off x="5148390" y="3635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5" name="pt29685"/>
            <p:cNvSpPr/>
            <p:nvPr/>
          </p:nvSpPr>
          <p:spPr>
            <a:xfrm>
              <a:off x="5149064" y="3652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6" name="pt29686"/>
            <p:cNvSpPr/>
            <p:nvPr/>
          </p:nvSpPr>
          <p:spPr>
            <a:xfrm>
              <a:off x="5135969" y="36067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7" name="pt29687"/>
            <p:cNvSpPr/>
            <p:nvPr/>
          </p:nvSpPr>
          <p:spPr>
            <a:xfrm>
              <a:off x="5178614" y="3505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8" name="pt29688"/>
            <p:cNvSpPr/>
            <p:nvPr/>
          </p:nvSpPr>
          <p:spPr>
            <a:xfrm>
              <a:off x="5161933" y="35915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89" name="pt29689"/>
            <p:cNvSpPr/>
            <p:nvPr/>
          </p:nvSpPr>
          <p:spPr>
            <a:xfrm>
              <a:off x="5163799" y="35770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0" name="pt29690"/>
            <p:cNvSpPr/>
            <p:nvPr/>
          </p:nvSpPr>
          <p:spPr>
            <a:xfrm>
              <a:off x="5161278" y="35633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1" name="pt29691"/>
            <p:cNvSpPr/>
            <p:nvPr/>
          </p:nvSpPr>
          <p:spPr>
            <a:xfrm>
              <a:off x="5166578" y="35267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2" name="pt29692"/>
            <p:cNvSpPr/>
            <p:nvPr/>
          </p:nvSpPr>
          <p:spPr>
            <a:xfrm>
              <a:off x="5131131" y="3576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3" name="pt29693"/>
            <p:cNvSpPr/>
            <p:nvPr/>
          </p:nvSpPr>
          <p:spPr>
            <a:xfrm>
              <a:off x="5169934" y="3692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4" name="pt29694"/>
            <p:cNvSpPr/>
            <p:nvPr/>
          </p:nvSpPr>
          <p:spPr>
            <a:xfrm>
              <a:off x="5271459" y="3230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5" name="pt29695"/>
            <p:cNvSpPr/>
            <p:nvPr/>
          </p:nvSpPr>
          <p:spPr>
            <a:xfrm>
              <a:off x="5169746" y="3630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6" name="pt29696"/>
            <p:cNvSpPr/>
            <p:nvPr/>
          </p:nvSpPr>
          <p:spPr>
            <a:xfrm>
              <a:off x="5162939" y="3556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7" name="pt29697"/>
            <p:cNvSpPr/>
            <p:nvPr/>
          </p:nvSpPr>
          <p:spPr>
            <a:xfrm>
              <a:off x="5115874" y="38460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8" name="pt29698"/>
            <p:cNvSpPr/>
            <p:nvPr/>
          </p:nvSpPr>
          <p:spPr>
            <a:xfrm>
              <a:off x="5143656" y="3601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699" name="pt29699"/>
            <p:cNvSpPr/>
            <p:nvPr/>
          </p:nvSpPr>
          <p:spPr>
            <a:xfrm>
              <a:off x="5144219" y="36563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0" name="pt29700"/>
            <p:cNvSpPr/>
            <p:nvPr/>
          </p:nvSpPr>
          <p:spPr>
            <a:xfrm>
              <a:off x="5172763" y="3401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1" name="pt29701"/>
            <p:cNvSpPr/>
            <p:nvPr/>
          </p:nvSpPr>
          <p:spPr>
            <a:xfrm>
              <a:off x="5141344" y="36277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2" name="pt29702"/>
            <p:cNvSpPr/>
            <p:nvPr/>
          </p:nvSpPr>
          <p:spPr>
            <a:xfrm>
              <a:off x="5148653" y="3585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3" name="pt29703"/>
            <p:cNvSpPr/>
            <p:nvPr/>
          </p:nvSpPr>
          <p:spPr>
            <a:xfrm>
              <a:off x="5173417" y="35279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4" name="pt29704"/>
            <p:cNvSpPr/>
            <p:nvPr/>
          </p:nvSpPr>
          <p:spPr>
            <a:xfrm>
              <a:off x="5129193" y="4109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5" name="pt29705"/>
            <p:cNvSpPr/>
            <p:nvPr/>
          </p:nvSpPr>
          <p:spPr>
            <a:xfrm>
              <a:off x="5078115" y="35569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6" name="pt29706"/>
            <p:cNvSpPr/>
            <p:nvPr/>
          </p:nvSpPr>
          <p:spPr>
            <a:xfrm>
              <a:off x="5001116" y="386594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07" name="pt29707"/>
            <p:cNvSpPr/>
            <p:nvPr/>
          </p:nvSpPr>
          <p:spPr>
            <a:xfrm>
              <a:off x="5158364" y="35715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8" name="pt29708"/>
            <p:cNvSpPr/>
            <p:nvPr/>
          </p:nvSpPr>
          <p:spPr>
            <a:xfrm>
              <a:off x="5098354" y="3604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09" name="pt29709"/>
            <p:cNvSpPr/>
            <p:nvPr/>
          </p:nvSpPr>
          <p:spPr>
            <a:xfrm>
              <a:off x="5138740" y="40088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0" name="pt29710"/>
            <p:cNvSpPr/>
            <p:nvPr/>
          </p:nvSpPr>
          <p:spPr>
            <a:xfrm>
              <a:off x="5124477" y="3632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1" name="pt29711"/>
            <p:cNvSpPr/>
            <p:nvPr/>
          </p:nvSpPr>
          <p:spPr>
            <a:xfrm>
              <a:off x="5126491" y="3916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2" name="pt29712"/>
            <p:cNvSpPr/>
            <p:nvPr/>
          </p:nvSpPr>
          <p:spPr>
            <a:xfrm>
              <a:off x="5159850" y="35511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3" name="pt29713"/>
            <p:cNvSpPr/>
            <p:nvPr/>
          </p:nvSpPr>
          <p:spPr>
            <a:xfrm>
              <a:off x="5152985" y="3562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4" name="pt29714"/>
            <p:cNvSpPr/>
            <p:nvPr/>
          </p:nvSpPr>
          <p:spPr>
            <a:xfrm>
              <a:off x="5155908" y="36411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5" name="pt29715"/>
            <p:cNvSpPr/>
            <p:nvPr/>
          </p:nvSpPr>
          <p:spPr>
            <a:xfrm>
              <a:off x="5117522" y="44797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6" name="pt29716"/>
            <p:cNvSpPr/>
            <p:nvPr/>
          </p:nvSpPr>
          <p:spPr>
            <a:xfrm>
              <a:off x="5177914" y="34289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7" name="pt29717"/>
            <p:cNvSpPr/>
            <p:nvPr/>
          </p:nvSpPr>
          <p:spPr>
            <a:xfrm>
              <a:off x="5159774" y="36004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8" name="pt29718"/>
            <p:cNvSpPr/>
            <p:nvPr/>
          </p:nvSpPr>
          <p:spPr>
            <a:xfrm>
              <a:off x="5133254" y="3095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19" name="pt29719"/>
            <p:cNvSpPr/>
            <p:nvPr/>
          </p:nvSpPr>
          <p:spPr>
            <a:xfrm>
              <a:off x="5160401" y="35327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0" name="pt29720"/>
            <p:cNvSpPr/>
            <p:nvPr/>
          </p:nvSpPr>
          <p:spPr>
            <a:xfrm>
              <a:off x="5151089" y="35416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1" name="pt29721"/>
            <p:cNvSpPr/>
            <p:nvPr/>
          </p:nvSpPr>
          <p:spPr>
            <a:xfrm>
              <a:off x="5144933" y="38258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2" name="pt29722"/>
            <p:cNvSpPr/>
            <p:nvPr/>
          </p:nvSpPr>
          <p:spPr>
            <a:xfrm>
              <a:off x="5238992" y="3280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3" name="pt29723"/>
            <p:cNvSpPr/>
            <p:nvPr/>
          </p:nvSpPr>
          <p:spPr>
            <a:xfrm>
              <a:off x="5137778" y="3615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4" name="pt29724"/>
            <p:cNvSpPr/>
            <p:nvPr/>
          </p:nvSpPr>
          <p:spPr>
            <a:xfrm>
              <a:off x="5147326" y="3621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5" name="pt29725"/>
            <p:cNvSpPr/>
            <p:nvPr/>
          </p:nvSpPr>
          <p:spPr>
            <a:xfrm>
              <a:off x="5186934" y="33379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6" name="pt29726"/>
            <p:cNvSpPr/>
            <p:nvPr/>
          </p:nvSpPr>
          <p:spPr>
            <a:xfrm>
              <a:off x="4827553" y="3716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7" name="pt29727"/>
            <p:cNvSpPr/>
            <p:nvPr/>
          </p:nvSpPr>
          <p:spPr>
            <a:xfrm>
              <a:off x="5156379" y="3595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8" name="pt29728"/>
            <p:cNvSpPr/>
            <p:nvPr/>
          </p:nvSpPr>
          <p:spPr>
            <a:xfrm>
              <a:off x="5119772" y="4198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29" name="pt29729"/>
            <p:cNvSpPr/>
            <p:nvPr/>
          </p:nvSpPr>
          <p:spPr>
            <a:xfrm>
              <a:off x="5148189" y="38223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0" name="pt29730"/>
            <p:cNvSpPr/>
            <p:nvPr/>
          </p:nvSpPr>
          <p:spPr>
            <a:xfrm>
              <a:off x="5134160" y="3812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1" name="pt29731"/>
            <p:cNvSpPr/>
            <p:nvPr/>
          </p:nvSpPr>
          <p:spPr>
            <a:xfrm>
              <a:off x="5142166" y="37011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2" name="pt29732"/>
            <p:cNvSpPr/>
            <p:nvPr/>
          </p:nvSpPr>
          <p:spPr>
            <a:xfrm>
              <a:off x="5129936" y="3528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3" name="pt29733"/>
            <p:cNvSpPr/>
            <p:nvPr/>
          </p:nvSpPr>
          <p:spPr>
            <a:xfrm>
              <a:off x="5150641" y="3567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4" name="pt29734"/>
            <p:cNvSpPr/>
            <p:nvPr/>
          </p:nvSpPr>
          <p:spPr>
            <a:xfrm>
              <a:off x="5148583" y="3508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5" name="pt29735"/>
            <p:cNvSpPr/>
            <p:nvPr/>
          </p:nvSpPr>
          <p:spPr>
            <a:xfrm>
              <a:off x="5172604" y="34840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6" name="pt29736"/>
            <p:cNvSpPr/>
            <p:nvPr/>
          </p:nvSpPr>
          <p:spPr>
            <a:xfrm>
              <a:off x="5099927" y="3865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7" name="pt29737"/>
            <p:cNvSpPr/>
            <p:nvPr/>
          </p:nvSpPr>
          <p:spPr>
            <a:xfrm>
              <a:off x="5137554" y="3683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8" name="pt29738"/>
            <p:cNvSpPr/>
            <p:nvPr/>
          </p:nvSpPr>
          <p:spPr>
            <a:xfrm>
              <a:off x="5155390" y="37137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39" name="pt29739"/>
            <p:cNvSpPr/>
            <p:nvPr/>
          </p:nvSpPr>
          <p:spPr>
            <a:xfrm>
              <a:off x="5118227" y="36110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0" name="pt29740"/>
            <p:cNvSpPr/>
            <p:nvPr/>
          </p:nvSpPr>
          <p:spPr>
            <a:xfrm>
              <a:off x="5166301" y="3535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1" name="pt29741"/>
            <p:cNvSpPr/>
            <p:nvPr/>
          </p:nvSpPr>
          <p:spPr>
            <a:xfrm>
              <a:off x="5167761" y="3430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2" name="pt29742"/>
            <p:cNvSpPr/>
            <p:nvPr/>
          </p:nvSpPr>
          <p:spPr>
            <a:xfrm>
              <a:off x="5168717" y="3713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3" name="pt29743"/>
            <p:cNvSpPr/>
            <p:nvPr/>
          </p:nvSpPr>
          <p:spPr>
            <a:xfrm>
              <a:off x="5137345" y="3673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4" name="pt29744"/>
            <p:cNvSpPr/>
            <p:nvPr/>
          </p:nvSpPr>
          <p:spPr>
            <a:xfrm>
              <a:off x="4854332" y="35365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5" name="pt29745"/>
            <p:cNvSpPr/>
            <p:nvPr/>
          </p:nvSpPr>
          <p:spPr>
            <a:xfrm>
              <a:off x="4099656" y="375481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46" name="pt29746"/>
            <p:cNvSpPr/>
            <p:nvPr/>
          </p:nvSpPr>
          <p:spPr>
            <a:xfrm>
              <a:off x="5139698" y="40685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7" name="pt29747"/>
            <p:cNvSpPr/>
            <p:nvPr/>
          </p:nvSpPr>
          <p:spPr>
            <a:xfrm>
              <a:off x="5117889" y="3872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8" name="pt29748"/>
            <p:cNvSpPr/>
            <p:nvPr/>
          </p:nvSpPr>
          <p:spPr>
            <a:xfrm>
              <a:off x="5144223" y="36175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49" name="pt29749"/>
            <p:cNvSpPr/>
            <p:nvPr/>
          </p:nvSpPr>
          <p:spPr>
            <a:xfrm>
              <a:off x="4830247" y="392214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50" name="pt29750"/>
            <p:cNvSpPr/>
            <p:nvPr/>
          </p:nvSpPr>
          <p:spPr>
            <a:xfrm>
              <a:off x="5145258" y="36215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1" name="pt29751"/>
            <p:cNvSpPr/>
            <p:nvPr/>
          </p:nvSpPr>
          <p:spPr>
            <a:xfrm>
              <a:off x="5207573" y="34548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2" name="pt29752"/>
            <p:cNvSpPr/>
            <p:nvPr/>
          </p:nvSpPr>
          <p:spPr>
            <a:xfrm>
              <a:off x="5149219" y="35909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3" name="pt29753"/>
            <p:cNvSpPr/>
            <p:nvPr/>
          </p:nvSpPr>
          <p:spPr>
            <a:xfrm>
              <a:off x="5130600" y="3208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4" name="pt29754"/>
            <p:cNvSpPr/>
            <p:nvPr/>
          </p:nvSpPr>
          <p:spPr>
            <a:xfrm>
              <a:off x="5160662" y="2312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5" name="pt29755"/>
            <p:cNvSpPr/>
            <p:nvPr/>
          </p:nvSpPr>
          <p:spPr>
            <a:xfrm>
              <a:off x="5137166" y="3524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6" name="pt29756"/>
            <p:cNvSpPr/>
            <p:nvPr/>
          </p:nvSpPr>
          <p:spPr>
            <a:xfrm>
              <a:off x="5142600" y="3579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7" name="pt29757"/>
            <p:cNvSpPr/>
            <p:nvPr/>
          </p:nvSpPr>
          <p:spPr>
            <a:xfrm>
              <a:off x="5139477" y="35764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8" name="pt29758"/>
            <p:cNvSpPr/>
            <p:nvPr/>
          </p:nvSpPr>
          <p:spPr>
            <a:xfrm>
              <a:off x="5161731" y="3575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59" name="pt29759"/>
            <p:cNvSpPr/>
            <p:nvPr/>
          </p:nvSpPr>
          <p:spPr>
            <a:xfrm>
              <a:off x="5182492" y="3471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0" name="pt29760"/>
            <p:cNvSpPr/>
            <p:nvPr/>
          </p:nvSpPr>
          <p:spPr>
            <a:xfrm>
              <a:off x="5168817" y="3504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1" name="pt29761"/>
            <p:cNvSpPr/>
            <p:nvPr/>
          </p:nvSpPr>
          <p:spPr>
            <a:xfrm>
              <a:off x="5156321" y="36632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2" name="pt29762"/>
            <p:cNvSpPr/>
            <p:nvPr/>
          </p:nvSpPr>
          <p:spPr>
            <a:xfrm>
              <a:off x="5156981" y="33737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3" name="pt29763"/>
            <p:cNvSpPr/>
            <p:nvPr/>
          </p:nvSpPr>
          <p:spPr>
            <a:xfrm>
              <a:off x="5111535" y="36015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4" name="pt29764"/>
            <p:cNvSpPr/>
            <p:nvPr/>
          </p:nvSpPr>
          <p:spPr>
            <a:xfrm>
              <a:off x="5127234" y="33840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5" name="pt29765"/>
            <p:cNvSpPr/>
            <p:nvPr/>
          </p:nvSpPr>
          <p:spPr>
            <a:xfrm>
              <a:off x="5196573" y="3348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6" name="pt29766"/>
            <p:cNvSpPr/>
            <p:nvPr/>
          </p:nvSpPr>
          <p:spPr>
            <a:xfrm>
              <a:off x="5144542" y="3661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7" name="pt29767"/>
            <p:cNvSpPr/>
            <p:nvPr/>
          </p:nvSpPr>
          <p:spPr>
            <a:xfrm>
              <a:off x="5082903" y="3669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8" name="pt29768"/>
            <p:cNvSpPr/>
            <p:nvPr/>
          </p:nvSpPr>
          <p:spPr>
            <a:xfrm>
              <a:off x="5190488" y="32793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69" name="pt29769"/>
            <p:cNvSpPr/>
            <p:nvPr/>
          </p:nvSpPr>
          <p:spPr>
            <a:xfrm>
              <a:off x="5181749" y="34537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0" name="pt29770"/>
            <p:cNvSpPr/>
            <p:nvPr/>
          </p:nvSpPr>
          <p:spPr>
            <a:xfrm>
              <a:off x="5103013" y="37895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1" name="pt29771"/>
            <p:cNvSpPr/>
            <p:nvPr/>
          </p:nvSpPr>
          <p:spPr>
            <a:xfrm>
              <a:off x="5184739" y="33984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2" name="pt29772"/>
            <p:cNvSpPr/>
            <p:nvPr/>
          </p:nvSpPr>
          <p:spPr>
            <a:xfrm>
              <a:off x="5145734" y="3618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3" name="pt29773"/>
            <p:cNvSpPr/>
            <p:nvPr/>
          </p:nvSpPr>
          <p:spPr>
            <a:xfrm>
              <a:off x="5156882" y="34936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4" name="pt29774"/>
            <p:cNvSpPr/>
            <p:nvPr/>
          </p:nvSpPr>
          <p:spPr>
            <a:xfrm>
              <a:off x="5127505" y="38601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5" name="pt29775"/>
            <p:cNvSpPr/>
            <p:nvPr/>
          </p:nvSpPr>
          <p:spPr>
            <a:xfrm>
              <a:off x="5205953" y="3390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6" name="pt29776"/>
            <p:cNvSpPr/>
            <p:nvPr/>
          </p:nvSpPr>
          <p:spPr>
            <a:xfrm>
              <a:off x="5122033" y="39181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7" name="pt29777"/>
            <p:cNvSpPr/>
            <p:nvPr/>
          </p:nvSpPr>
          <p:spPr>
            <a:xfrm>
              <a:off x="5179316" y="34652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8" name="pt29778"/>
            <p:cNvSpPr/>
            <p:nvPr/>
          </p:nvSpPr>
          <p:spPr>
            <a:xfrm>
              <a:off x="5159752" y="35651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79" name="pt29779"/>
            <p:cNvSpPr/>
            <p:nvPr/>
          </p:nvSpPr>
          <p:spPr>
            <a:xfrm>
              <a:off x="5126571" y="3626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0" name="pt29780"/>
            <p:cNvSpPr/>
            <p:nvPr/>
          </p:nvSpPr>
          <p:spPr>
            <a:xfrm>
              <a:off x="5136017" y="3926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1" name="pt29781"/>
            <p:cNvSpPr/>
            <p:nvPr/>
          </p:nvSpPr>
          <p:spPr>
            <a:xfrm>
              <a:off x="3544879" y="3614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2" name="pt29782"/>
            <p:cNvSpPr/>
            <p:nvPr/>
          </p:nvSpPr>
          <p:spPr>
            <a:xfrm>
              <a:off x="5145145" y="35802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3" name="pt29783"/>
            <p:cNvSpPr/>
            <p:nvPr/>
          </p:nvSpPr>
          <p:spPr>
            <a:xfrm>
              <a:off x="5096425" y="3565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4" name="pt29784"/>
            <p:cNvSpPr/>
            <p:nvPr/>
          </p:nvSpPr>
          <p:spPr>
            <a:xfrm>
              <a:off x="5161040" y="3643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5" name="pt29785"/>
            <p:cNvSpPr/>
            <p:nvPr/>
          </p:nvSpPr>
          <p:spPr>
            <a:xfrm>
              <a:off x="5150557" y="3505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6" name="pt29786"/>
            <p:cNvSpPr/>
            <p:nvPr/>
          </p:nvSpPr>
          <p:spPr>
            <a:xfrm>
              <a:off x="5125597" y="4207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7" name="pt29787"/>
            <p:cNvSpPr/>
            <p:nvPr/>
          </p:nvSpPr>
          <p:spPr>
            <a:xfrm>
              <a:off x="5170235" y="3601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88" name="pt29788"/>
            <p:cNvSpPr/>
            <p:nvPr/>
          </p:nvSpPr>
          <p:spPr>
            <a:xfrm>
              <a:off x="5246143" y="330413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89" name="pt29789"/>
            <p:cNvSpPr/>
            <p:nvPr/>
          </p:nvSpPr>
          <p:spPr>
            <a:xfrm>
              <a:off x="5169215" y="3556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0" name="pt29790"/>
            <p:cNvSpPr/>
            <p:nvPr/>
          </p:nvSpPr>
          <p:spPr>
            <a:xfrm>
              <a:off x="5136383" y="38852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1" name="pt29791"/>
            <p:cNvSpPr/>
            <p:nvPr/>
          </p:nvSpPr>
          <p:spPr>
            <a:xfrm>
              <a:off x="5169096" y="36000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2" name="pt29792"/>
            <p:cNvSpPr/>
            <p:nvPr/>
          </p:nvSpPr>
          <p:spPr>
            <a:xfrm>
              <a:off x="5152191" y="35670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3" name="pt29793"/>
            <p:cNvSpPr/>
            <p:nvPr/>
          </p:nvSpPr>
          <p:spPr>
            <a:xfrm>
              <a:off x="5158472" y="36392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4" name="pt29794"/>
            <p:cNvSpPr/>
            <p:nvPr/>
          </p:nvSpPr>
          <p:spPr>
            <a:xfrm>
              <a:off x="5131938" y="3618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5" name="pt29795"/>
            <p:cNvSpPr/>
            <p:nvPr/>
          </p:nvSpPr>
          <p:spPr>
            <a:xfrm>
              <a:off x="5125341" y="3549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6" name="pt29796"/>
            <p:cNvSpPr/>
            <p:nvPr/>
          </p:nvSpPr>
          <p:spPr>
            <a:xfrm>
              <a:off x="5129471" y="36047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7" name="pt29797"/>
            <p:cNvSpPr/>
            <p:nvPr/>
          </p:nvSpPr>
          <p:spPr>
            <a:xfrm>
              <a:off x="5142803" y="34487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8" name="pt29798"/>
            <p:cNvSpPr/>
            <p:nvPr/>
          </p:nvSpPr>
          <p:spPr>
            <a:xfrm>
              <a:off x="5097515" y="35241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799" name="pt29799"/>
            <p:cNvSpPr/>
            <p:nvPr/>
          </p:nvSpPr>
          <p:spPr>
            <a:xfrm>
              <a:off x="5168889" y="35258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0" name="pt29800"/>
            <p:cNvSpPr/>
            <p:nvPr/>
          </p:nvSpPr>
          <p:spPr>
            <a:xfrm>
              <a:off x="5121907" y="3405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1" name="pt29801"/>
            <p:cNvSpPr/>
            <p:nvPr/>
          </p:nvSpPr>
          <p:spPr>
            <a:xfrm>
              <a:off x="5119637" y="3902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2" name="pt29802"/>
            <p:cNvSpPr/>
            <p:nvPr/>
          </p:nvSpPr>
          <p:spPr>
            <a:xfrm>
              <a:off x="5050548" y="3659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3" name="pt29803"/>
            <p:cNvSpPr/>
            <p:nvPr/>
          </p:nvSpPr>
          <p:spPr>
            <a:xfrm>
              <a:off x="5165349" y="3620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4" name="pt29804"/>
            <p:cNvSpPr/>
            <p:nvPr/>
          </p:nvSpPr>
          <p:spPr>
            <a:xfrm>
              <a:off x="5185283" y="35238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5" name="pt29805"/>
            <p:cNvSpPr/>
            <p:nvPr/>
          </p:nvSpPr>
          <p:spPr>
            <a:xfrm>
              <a:off x="5257917" y="316138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06" name="pt29806"/>
            <p:cNvSpPr/>
            <p:nvPr/>
          </p:nvSpPr>
          <p:spPr>
            <a:xfrm>
              <a:off x="5087567" y="46503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7" name="pt29807"/>
            <p:cNvSpPr/>
            <p:nvPr/>
          </p:nvSpPr>
          <p:spPr>
            <a:xfrm>
              <a:off x="5176202" y="3757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8" name="pt29808"/>
            <p:cNvSpPr/>
            <p:nvPr/>
          </p:nvSpPr>
          <p:spPr>
            <a:xfrm>
              <a:off x="5124844" y="3571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09" name="pt29809"/>
            <p:cNvSpPr/>
            <p:nvPr/>
          </p:nvSpPr>
          <p:spPr>
            <a:xfrm>
              <a:off x="5174813" y="37242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0" name="pt29810"/>
            <p:cNvSpPr/>
            <p:nvPr/>
          </p:nvSpPr>
          <p:spPr>
            <a:xfrm>
              <a:off x="5167510" y="3412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1" name="pt29811"/>
            <p:cNvSpPr/>
            <p:nvPr/>
          </p:nvSpPr>
          <p:spPr>
            <a:xfrm>
              <a:off x="5150111" y="38881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2" name="pt29812"/>
            <p:cNvSpPr/>
            <p:nvPr/>
          </p:nvSpPr>
          <p:spPr>
            <a:xfrm>
              <a:off x="5129321" y="3512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3" name="pt29813"/>
            <p:cNvSpPr/>
            <p:nvPr/>
          </p:nvSpPr>
          <p:spPr>
            <a:xfrm>
              <a:off x="5129550" y="3584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4" name="pt29814"/>
            <p:cNvSpPr/>
            <p:nvPr/>
          </p:nvSpPr>
          <p:spPr>
            <a:xfrm>
              <a:off x="5140700" y="35013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5" name="pt29815"/>
            <p:cNvSpPr/>
            <p:nvPr/>
          </p:nvSpPr>
          <p:spPr>
            <a:xfrm>
              <a:off x="5149542" y="3620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6" name="pt29816"/>
            <p:cNvSpPr/>
            <p:nvPr/>
          </p:nvSpPr>
          <p:spPr>
            <a:xfrm>
              <a:off x="5127763" y="3972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7" name="pt29817"/>
            <p:cNvSpPr/>
            <p:nvPr/>
          </p:nvSpPr>
          <p:spPr>
            <a:xfrm>
              <a:off x="5174506" y="3514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8" name="pt29818"/>
            <p:cNvSpPr/>
            <p:nvPr/>
          </p:nvSpPr>
          <p:spPr>
            <a:xfrm>
              <a:off x="5154125" y="35318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19" name="pt29819"/>
            <p:cNvSpPr/>
            <p:nvPr/>
          </p:nvSpPr>
          <p:spPr>
            <a:xfrm>
              <a:off x="5130616" y="40046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0" name="pt29820"/>
            <p:cNvSpPr/>
            <p:nvPr/>
          </p:nvSpPr>
          <p:spPr>
            <a:xfrm>
              <a:off x="5170140" y="3491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1" name="pt29821"/>
            <p:cNvSpPr/>
            <p:nvPr/>
          </p:nvSpPr>
          <p:spPr>
            <a:xfrm>
              <a:off x="4866300" y="399718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22" name="pt29822"/>
            <p:cNvSpPr/>
            <p:nvPr/>
          </p:nvSpPr>
          <p:spPr>
            <a:xfrm>
              <a:off x="5164130" y="3628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3" name="pt29823"/>
            <p:cNvSpPr/>
            <p:nvPr/>
          </p:nvSpPr>
          <p:spPr>
            <a:xfrm>
              <a:off x="5166594" y="35998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4" name="pt29824"/>
            <p:cNvSpPr/>
            <p:nvPr/>
          </p:nvSpPr>
          <p:spPr>
            <a:xfrm>
              <a:off x="5059223" y="3982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5" name="pt29825"/>
            <p:cNvSpPr/>
            <p:nvPr/>
          </p:nvSpPr>
          <p:spPr>
            <a:xfrm>
              <a:off x="5132977" y="36447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6" name="pt29826"/>
            <p:cNvSpPr/>
            <p:nvPr/>
          </p:nvSpPr>
          <p:spPr>
            <a:xfrm>
              <a:off x="5255662" y="3554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7" name="pt29827"/>
            <p:cNvSpPr/>
            <p:nvPr/>
          </p:nvSpPr>
          <p:spPr>
            <a:xfrm>
              <a:off x="5175450" y="3577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8" name="pt29828"/>
            <p:cNvSpPr/>
            <p:nvPr/>
          </p:nvSpPr>
          <p:spPr>
            <a:xfrm>
              <a:off x="5159386" y="35713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29" name="pt29829"/>
            <p:cNvSpPr/>
            <p:nvPr/>
          </p:nvSpPr>
          <p:spPr>
            <a:xfrm>
              <a:off x="5161694" y="3650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0" name="pt29830"/>
            <p:cNvSpPr/>
            <p:nvPr/>
          </p:nvSpPr>
          <p:spPr>
            <a:xfrm>
              <a:off x="5157075" y="36871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1" name="pt29831"/>
            <p:cNvSpPr/>
            <p:nvPr/>
          </p:nvSpPr>
          <p:spPr>
            <a:xfrm>
              <a:off x="5186480" y="3469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2" name="pt29832"/>
            <p:cNvSpPr/>
            <p:nvPr/>
          </p:nvSpPr>
          <p:spPr>
            <a:xfrm>
              <a:off x="5154243" y="36370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3" name="pt29833"/>
            <p:cNvSpPr/>
            <p:nvPr/>
          </p:nvSpPr>
          <p:spPr>
            <a:xfrm>
              <a:off x="5159334" y="36583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4" name="pt29834"/>
            <p:cNvSpPr/>
            <p:nvPr/>
          </p:nvSpPr>
          <p:spPr>
            <a:xfrm>
              <a:off x="5209390" y="3439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5" name="pt29835"/>
            <p:cNvSpPr/>
            <p:nvPr/>
          </p:nvSpPr>
          <p:spPr>
            <a:xfrm>
              <a:off x="5152129" y="3603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6" name="pt29836"/>
            <p:cNvSpPr/>
            <p:nvPr/>
          </p:nvSpPr>
          <p:spPr>
            <a:xfrm>
              <a:off x="5184786" y="35736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7" name="pt29837"/>
            <p:cNvSpPr/>
            <p:nvPr/>
          </p:nvSpPr>
          <p:spPr>
            <a:xfrm>
              <a:off x="5131389" y="36344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8" name="pt29838"/>
            <p:cNvSpPr/>
            <p:nvPr/>
          </p:nvSpPr>
          <p:spPr>
            <a:xfrm>
              <a:off x="5211941" y="3584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39" name="pt29839"/>
            <p:cNvSpPr/>
            <p:nvPr/>
          </p:nvSpPr>
          <p:spPr>
            <a:xfrm>
              <a:off x="5089580" y="38976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0" name="pt29840"/>
            <p:cNvSpPr/>
            <p:nvPr/>
          </p:nvSpPr>
          <p:spPr>
            <a:xfrm>
              <a:off x="5158307" y="36863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1" name="pt29841"/>
            <p:cNvSpPr/>
            <p:nvPr/>
          </p:nvSpPr>
          <p:spPr>
            <a:xfrm>
              <a:off x="5154006" y="3588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2" name="pt29842"/>
            <p:cNvSpPr/>
            <p:nvPr/>
          </p:nvSpPr>
          <p:spPr>
            <a:xfrm>
              <a:off x="5141162" y="3679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3" name="pt29843"/>
            <p:cNvSpPr/>
            <p:nvPr/>
          </p:nvSpPr>
          <p:spPr>
            <a:xfrm>
              <a:off x="5160191" y="3635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4" name="pt29844"/>
            <p:cNvSpPr/>
            <p:nvPr/>
          </p:nvSpPr>
          <p:spPr>
            <a:xfrm>
              <a:off x="5125855" y="34951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5" name="pt29845"/>
            <p:cNvSpPr/>
            <p:nvPr/>
          </p:nvSpPr>
          <p:spPr>
            <a:xfrm>
              <a:off x="5225361" y="3159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6" name="pt29846"/>
            <p:cNvSpPr/>
            <p:nvPr/>
          </p:nvSpPr>
          <p:spPr>
            <a:xfrm>
              <a:off x="5130208" y="3609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7" name="pt29847"/>
            <p:cNvSpPr/>
            <p:nvPr/>
          </p:nvSpPr>
          <p:spPr>
            <a:xfrm>
              <a:off x="5152841" y="36187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8" name="pt29848"/>
            <p:cNvSpPr/>
            <p:nvPr/>
          </p:nvSpPr>
          <p:spPr>
            <a:xfrm>
              <a:off x="5190636" y="3469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49" name="pt29849"/>
            <p:cNvSpPr/>
            <p:nvPr/>
          </p:nvSpPr>
          <p:spPr>
            <a:xfrm>
              <a:off x="5164928" y="3466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0" name="pt29850"/>
            <p:cNvSpPr/>
            <p:nvPr/>
          </p:nvSpPr>
          <p:spPr>
            <a:xfrm>
              <a:off x="5162751" y="35517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1" name="pt29851"/>
            <p:cNvSpPr/>
            <p:nvPr/>
          </p:nvSpPr>
          <p:spPr>
            <a:xfrm>
              <a:off x="5160402" y="3404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2" name="pt29852"/>
            <p:cNvSpPr/>
            <p:nvPr/>
          </p:nvSpPr>
          <p:spPr>
            <a:xfrm>
              <a:off x="5161595" y="3453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3" name="pt29853"/>
            <p:cNvSpPr/>
            <p:nvPr/>
          </p:nvSpPr>
          <p:spPr>
            <a:xfrm>
              <a:off x="5154474" y="3520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4" name="pt29854"/>
            <p:cNvSpPr/>
            <p:nvPr/>
          </p:nvSpPr>
          <p:spPr>
            <a:xfrm>
              <a:off x="5164763" y="35797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5" name="pt29855"/>
            <p:cNvSpPr/>
            <p:nvPr/>
          </p:nvSpPr>
          <p:spPr>
            <a:xfrm>
              <a:off x="5172819" y="3553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6" name="pt29856"/>
            <p:cNvSpPr/>
            <p:nvPr/>
          </p:nvSpPr>
          <p:spPr>
            <a:xfrm>
              <a:off x="5159316" y="36027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7" name="pt29857"/>
            <p:cNvSpPr/>
            <p:nvPr/>
          </p:nvSpPr>
          <p:spPr>
            <a:xfrm>
              <a:off x="5149593" y="34481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8" name="pt29858"/>
            <p:cNvSpPr/>
            <p:nvPr/>
          </p:nvSpPr>
          <p:spPr>
            <a:xfrm>
              <a:off x="5138681" y="36094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59" name="pt29859"/>
            <p:cNvSpPr/>
            <p:nvPr/>
          </p:nvSpPr>
          <p:spPr>
            <a:xfrm>
              <a:off x="5155930" y="35914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0" name="pt29860"/>
            <p:cNvSpPr/>
            <p:nvPr/>
          </p:nvSpPr>
          <p:spPr>
            <a:xfrm>
              <a:off x="5144624" y="36609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1" name="pt29861"/>
            <p:cNvSpPr/>
            <p:nvPr/>
          </p:nvSpPr>
          <p:spPr>
            <a:xfrm>
              <a:off x="5143032" y="3560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2" name="pt29862"/>
            <p:cNvSpPr/>
            <p:nvPr/>
          </p:nvSpPr>
          <p:spPr>
            <a:xfrm>
              <a:off x="5141305" y="3767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3" name="pt29863"/>
            <p:cNvSpPr/>
            <p:nvPr/>
          </p:nvSpPr>
          <p:spPr>
            <a:xfrm>
              <a:off x="5178238" y="3454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4" name="pt29864"/>
            <p:cNvSpPr/>
            <p:nvPr/>
          </p:nvSpPr>
          <p:spPr>
            <a:xfrm>
              <a:off x="5184462" y="3532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5" name="pt29865"/>
            <p:cNvSpPr/>
            <p:nvPr/>
          </p:nvSpPr>
          <p:spPr>
            <a:xfrm>
              <a:off x="5138274" y="3592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6" name="pt29866"/>
            <p:cNvSpPr/>
            <p:nvPr/>
          </p:nvSpPr>
          <p:spPr>
            <a:xfrm>
              <a:off x="5178762" y="34465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7" name="pt29867"/>
            <p:cNvSpPr/>
            <p:nvPr/>
          </p:nvSpPr>
          <p:spPr>
            <a:xfrm>
              <a:off x="5163140" y="36192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8" name="pt29868"/>
            <p:cNvSpPr/>
            <p:nvPr/>
          </p:nvSpPr>
          <p:spPr>
            <a:xfrm>
              <a:off x="5204044" y="34321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69" name="pt29869"/>
            <p:cNvSpPr/>
            <p:nvPr/>
          </p:nvSpPr>
          <p:spPr>
            <a:xfrm>
              <a:off x="5128479" y="3583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0" name="pt29870"/>
            <p:cNvSpPr/>
            <p:nvPr/>
          </p:nvSpPr>
          <p:spPr>
            <a:xfrm>
              <a:off x="5103964" y="3866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1" name="pt29871"/>
            <p:cNvSpPr/>
            <p:nvPr/>
          </p:nvSpPr>
          <p:spPr>
            <a:xfrm>
              <a:off x="5181398" y="3402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2" name="pt29872"/>
            <p:cNvSpPr/>
            <p:nvPr/>
          </p:nvSpPr>
          <p:spPr>
            <a:xfrm>
              <a:off x="5155106" y="3639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3" name="pt29873"/>
            <p:cNvSpPr/>
            <p:nvPr/>
          </p:nvSpPr>
          <p:spPr>
            <a:xfrm>
              <a:off x="5174585" y="3613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4" name="pt29874"/>
            <p:cNvSpPr/>
            <p:nvPr/>
          </p:nvSpPr>
          <p:spPr>
            <a:xfrm>
              <a:off x="5192008" y="34608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5" name="pt29875"/>
            <p:cNvSpPr/>
            <p:nvPr/>
          </p:nvSpPr>
          <p:spPr>
            <a:xfrm>
              <a:off x="5167671" y="3589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6" name="pt29876"/>
            <p:cNvSpPr/>
            <p:nvPr/>
          </p:nvSpPr>
          <p:spPr>
            <a:xfrm>
              <a:off x="5139233" y="37036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7" name="pt29877"/>
            <p:cNvSpPr/>
            <p:nvPr/>
          </p:nvSpPr>
          <p:spPr>
            <a:xfrm>
              <a:off x="5166935" y="3637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8" name="pt29878"/>
            <p:cNvSpPr/>
            <p:nvPr/>
          </p:nvSpPr>
          <p:spPr>
            <a:xfrm>
              <a:off x="5151277" y="3574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79" name="pt29879"/>
            <p:cNvSpPr/>
            <p:nvPr/>
          </p:nvSpPr>
          <p:spPr>
            <a:xfrm>
              <a:off x="5150540" y="35229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0" name="pt29880"/>
            <p:cNvSpPr/>
            <p:nvPr/>
          </p:nvSpPr>
          <p:spPr>
            <a:xfrm>
              <a:off x="5146654" y="35800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1" name="pt29881"/>
            <p:cNvSpPr/>
            <p:nvPr/>
          </p:nvSpPr>
          <p:spPr>
            <a:xfrm>
              <a:off x="5156832" y="35979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2" name="pt29882"/>
            <p:cNvSpPr/>
            <p:nvPr/>
          </p:nvSpPr>
          <p:spPr>
            <a:xfrm>
              <a:off x="5198540" y="33903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3" name="pt29883"/>
            <p:cNvSpPr/>
            <p:nvPr/>
          </p:nvSpPr>
          <p:spPr>
            <a:xfrm>
              <a:off x="5129335" y="43778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4" name="pt29884"/>
            <p:cNvSpPr/>
            <p:nvPr/>
          </p:nvSpPr>
          <p:spPr>
            <a:xfrm>
              <a:off x="5148385" y="3611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5" name="pt29885"/>
            <p:cNvSpPr/>
            <p:nvPr/>
          </p:nvSpPr>
          <p:spPr>
            <a:xfrm>
              <a:off x="5141882" y="34468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6" name="pt29886"/>
            <p:cNvSpPr/>
            <p:nvPr/>
          </p:nvSpPr>
          <p:spPr>
            <a:xfrm>
              <a:off x="5163310" y="3607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7" name="pt29887"/>
            <p:cNvSpPr/>
            <p:nvPr/>
          </p:nvSpPr>
          <p:spPr>
            <a:xfrm>
              <a:off x="5174042" y="35978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8" name="pt29888"/>
            <p:cNvSpPr/>
            <p:nvPr/>
          </p:nvSpPr>
          <p:spPr>
            <a:xfrm>
              <a:off x="5159280" y="36024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89" name="pt29889"/>
            <p:cNvSpPr/>
            <p:nvPr/>
          </p:nvSpPr>
          <p:spPr>
            <a:xfrm>
              <a:off x="5166069" y="36113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0" name="pt29890"/>
            <p:cNvSpPr/>
            <p:nvPr/>
          </p:nvSpPr>
          <p:spPr>
            <a:xfrm>
              <a:off x="5141134" y="3549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1" name="pt29891"/>
            <p:cNvSpPr/>
            <p:nvPr/>
          </p:nvSpPr>
          <p:spPr>
            <a:xfrm>
              <a:off x="5147997" y="3577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2" name="pt29892"/>
            <p:cNvSpPr/>
            <p:nvPr/>
          </p:nvSpPr>
          <p:spPr>
            <a:xfrm>
              <a:off x="5199074" y="32786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3" name="pt29893"/>
            <p:cNvSpPr/>
            <p:nvPr/>
          </p:nvSpPr>
          <p:spPr>
            <a:xfrm>
              <a:off x="5138426" y="3677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4" name="pt29894"/>
            <p:cNvSpPr/>
            <p:nvPr/>
          </p:nvSpPr>
          <p:spPr>
            <a:xfrm>
              <a:off x="5154472" y="35452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5" name="pt29895"/>
            <p:cNvSpPr/>
            <p:nvPr/>
          </p:nvSpPr>
          <p:spPr>
            <a:xfrm>
              <a:off x="5176525" y="3493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6" name="pt29896"/>
            <p:cNvSpPr/>
            <p:nvPr/>
          </p:nvSpPr>
          <p:spPr>
            <a:xfrm>
              <a:off x="5163814" y="37718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7" name="pt29897"/>
            <p:cNvSpPr/>
            <p:nvPr/>
          </p:nvSpPr>
          <p:spPr>
            <a:xfrm>
              <a:off x="5175377" y="34566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8" name="pt29898"/>
            <p:cNvSpPr/>
            <p:nvPr/>
          </p:nvSpPr>
          <p:spPr>
            <a:xfrm>
              <a:off x="5153961" y="35239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899" name="pt29899"/>
            <p:cNvSpPr/>
            <p:nvPr/>
          </p:nvSpPr>
          <p:spPr>
            <a:xfrm>
              <a:off x="5159592" y="3628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0" name="pt29900"/>
            <p:cNvSpPr/>
            <p:nvPr/>
          </p:nvSpPr>
          <p:spPr>
            <a:xfrm>
              <a:off x="5157584" y="37462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1" name="pt29901"/>
            <p:cNvSpPr/>
            <p:nvPr/>
          </p:nvSpPr>
          <p:spPr>
            <a:xfrm>
              <a:off x="5129285" y="3423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2" name="pt29902"/>
            <p:cNvSpPr/>
            <p:nvPr/>
          </p:nvSpPr>
          <p:spPr>
            <a:xfrm>
              <a:off x="5156156" y="34714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3" name="pt29903"/>
            <p:cNvSpPr/>
            <p:nvPr/>
          </p:nvSpPr>
          <p:spPr>
            <a:xfrm>
              <a:off x="5140399" y="39247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4" name="pt29904"/>
            <p:cNvSpPr/>
            <p:nvPr/>
          </p:nvSpPr>
          <p:spPr>
            <a:xfrm>
              <a:off x="5206278" y="34814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5" name="pt29905"/>
            <p:cNvSpPr/>
            <p:nvPr/>
          </p:nvSpPr>
          <p:spPr>
            <a:xfrm>
              <a:off x="5156288" y="36088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6" name="pt29906"/>
            <p:cNvSpPr/>
            <p:nvPr/>
          </p:nvSpPr>
          <p:spPr>
            <a:xfrm>
              <a:off x="5125693" y="3663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7" name="pt29907"/>
            <p:cNvSpPr/>
            <p:nvPr/>
          </p:nvSpPr>
          <p:spPr>
            <a:xfrm>
              <a:off x="5128041" y="3862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8" name="pt29908"/>
            <p:cNvSpPr/>
            <p:nvPr/>
          </p:nvSpPr>
          <p:spPr>
            <a:xfrm>
              <a:off x="5127168" y="34394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09" name="pt29909"/>
            <p:cNvSpPr/>
            <p:nvPr/>
          </p:nvSpPr>
          <p:spPr>
            <a:xfrm>
              <a:off x="5174197" y="35210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0" name="pt29910"/>
            <p:cNvSpPr/>
            <p:nvPr/>
          </p:nvSpPr>
          <p:spPr>
            <a:xfrm>
              <a:off x="5164905" y="39361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1" name="pt29911"/>
            <p:cNvSpPr/>
            <p:nvPr/>
          </p:nvSpPr>
          <p:spPr>
            <a:xfrm>
              <a:off x="5139971" y="36779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2" name="pt29912"/>
            <p:cNvSpPr/>
            <p:nvPr/>
          </p:nvSpPr>
          <p:spPr>
            <a:xfrm>
              <a:off x="5139876" y="34841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3" name="pt29913"/>
            <p:cNvSpPr/>
            <p:nvPr/>
          </p:nvSpPr>
          <p:spPr>
            <a:xfrm>
              <a:off x="5349276" y="340598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14" name="pt29914"/>
            <p:cNvSpPr/>
            <p:nvPr/>
          </p:nvSpPr>
          <p:spPr>
            <a:xfrm>
              <a:off x="5147873" y="33849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5" name="pt29915"/>
            <p:cNvSpPr/>
            <p:nvPr/>
          </p:nvSpPr>
          <p:spPr>
            <a:xfrm>
              <a:off x="5142938" y="3630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6" name="pt29916"/>
            <p:cNvSpPr/>
            <p:nvPr/>
          </p:nvSpPr>
          <p:spPr>
            <a:xfrm>
              <a:off x="5115497" y="37104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7" name="pt29917"/>
            <p:cNvSpPr/>
            <p:nvPr/>
          </p:nvSpPr>
          <p:spPr>
            <a:xfrm>
              <a:off x="5145676" y="41583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8" name="pt29918"/>
            <p:cNvSpPr/>
            <p:nvPr/>
          </p:nvSpPr>
          <p:spPr>
            <a:xfrm>
              <a:off x="5122984" y="36491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19" name="pt29919"/>
            <p:cNvSpPr/>
            <p:nvPr/>
          </p:nvSpPr>
          <p:spPr>
            <a:xfrm>
              <a:off x="5155664" y="3649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0" name="pt29920"/>
            <p:cNvSpPr/>
            <p:nvPr/>
          </p:nvSpPr>
          <p:spPr>
            <a:xfrm>
              <a:off x="5116192" y="35452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1" name="pt29921"/>
            <p:cNvSpPr/>
            <p:nvPr/>
          </p:nvSpPr>
          <p:spPr>
            <a:xfrm>
              <a:off x="5158747" y="37047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2" name="pt29922"/>
            <p:cNvSpPr/>
            <p:nvPr/>
          </p:nvSpPr>
          <p:spPr>
            <a:xfrm>
              <a:off x="5135244" y="3605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3" name="pt29923"/>
            <p:cNvSpPr/>
            <p:nvPr/>
          </p:nvSpPr>
          <p:spPr>
            <a:xfrm>
              <a:off x="5115804" y="40833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4" name="pt29924"/>
            <p:cNvSpPr/>
            <p:nvPr/>
          </p:nvSpPr>
          <p:spPr>
            <a:xfrm>
              <a:off x="5156547" y="35187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5" name="pt29925"/>
            <p:cNvSpPr/>
            <p:nvPr/>
          </p:nvSpPr>
          <p:spPr>
            <a:xfrm>
              <a:off x="5170857" y="3538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6" name="pt29926"/>
            <p:cNvSpPr/>
            <p:nvPr/>
          </p:nvSpPr>
          <p:spPr>
            <a:xfrm>
              <a:off x="5172364" y="31754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7" name="pt29927"/>
            <p:cNvSpPr/>
            <p:nvPr/>
          </p:nvSpPr>
          <p:spPr>
            <a:xfrm>
              <a:off x="5191697" y="37902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8" name="pt29928"/>
            <p:cNvSpPr/>
            <p:nvPr/>
          </p:nvSpPr>
          <p:spPr>
            <a:xfrm>
              <a:off x="5153361" y="35019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29" name="pt29929"/>
            <p:cNvSpPr/>
            <p:nvPr/>
          </p:nvSpPr>
          <p:spPr>
            <a:xfrm>
              <a:off x="5143817" y="3508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0" name="pt29930"/>
            <p:cNvSpPr/>
            <p:nvPr/>
          </p:nvSpPr>
          <p:spPr>
            <a:xfrm>
              <a:off x="5155260" y="3579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1" name="pt29931"/>
            <p:cNvSpPr/>
            <p:nvPr/>
          </p:nvSpPr>
          <p:spPr>
            <a:xfrm>
              <a:off x="5190321" y="33925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2" name="pt29932"/>
            <p:cNvSpPr/>
            <p:nvPr/>
          </p:nvSpPr>
          <p:spPr>
            <a:xfrm>
              <a:off x="5158481" y="37442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3" name="pt29933"/>
            <p:cNvSpPr/>
            <p:nvPr/>
          </p:nvSpPr>
          <p:spPr>
            <a:xfrm>
              <a:off x="5165737" y="3554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4" name="pt29934"/>
            <p:cNvSpPr/>
            <p:nvPr/>
          </p:nvSpPr>
          <p:spPr>
            <a:xfrm>
              <a:off x="5174939" y="3486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5" name="pt29935"/>
            <p:cNvSpPr/>
            <p:nvPr/>
          </p:nvSpPr>
          <p:spPr>
            <a:xfrm>
              <a:off x="5156206" y="35431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6" name="pt29936"/>
            <p:cNvSpPr/>
            <p:nvPr/>
          </p:nvSpPr>
          <p:spPr>
            <a:xfrm>
              <a:off x="5237997" y="33810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7" name="pt29937"/>
            <p:cNvSpPr/>
            <p:nvPr/>
          </p:nvSpPr>
          <p:spPr>
            <a:xfrm>
              <a:off x="5135265" y="36495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8" name="pt29938"/>
            <p:cNvSpPr/>
            <p:nvPr/>
          </p:nvSpPr>
          <p:spPr>
            <a:xfrm>
              <a:off x="5063367" y="34638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39" name="pt29939"/>
            <p:cNvSpPr/>
            <p:nvPr/>
          </p:nvSpPr>
          <p:spPr>
            <a:xfrm>
              <a:off x="5129592" y="40501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0" name="pt29940"/>
            <p:cNvSpPr/>
            <p:nvPr/>
          </p:nvSpPr>
          <p:spPr>
            <a:xfrm>
              <a:off x="5114255" y="3974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1" name="pt29941"/>
            <p:cNvSpPr/>
            <p:nvPr/>
          </p:nvSpPr>
          <p:spPr>
            <a:xfrm>
              <a:off x="5120083" y="3659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2" name="pt29942"/>
            <p:cNvSpPr/>
            <p:nvPr/>
          </p:nvSpPr>
          <p:spPr>
            <a:xfrm>
              <a:off x="5157915" y="36226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3" name="pt29943"/>
            <p:cNvSpPr/>
            <p:nvPr/>
          </p:nvSpPr>
          <p:spPr>
            <a:xfrm>
              <a:off x="5156793" y="35429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4" name="pt29944"/>
            <p:cNvSpPr/>
            <p:nvPr/>
          </p:nvSpPr>
          <p:spPr>
            <a:xfrm>
              <a:off x="5181311" y="35864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5" name="pt29945"/>
            <p:cNvSpPr/>
            <p:nvPr/>
          </p:nvSpPr>
          <p:spPr>
            <a:xfrm>
              <a:off x="5063494" y="4288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6" name="pt29946"/>
            <p:cNvSpPr/>
            <p:nvPr/>
          </p:nvSpPr>
          <p:spPr>
            <a:xfrm>
              <a:off x="5104831" y="4113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7" name="pt29947"/>
            <p:cNvSpPr/>
            <p:nvPr/>
          </p:nvSpPr>
          <p:spPr>
            <a:xfrm>
              <a:off x="5114343" y="38792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8" name="pt29948"/>
            <p:cNvSpPr/>
            <p:nvPr/>
          </p:nvSpPr>
          <p:spPr>
            <a:xfrm>
              <a:off x="5167310" y="35997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49" name="pt29949"/>
            <p:cNvSpPr/>
            <p:nvPr/>
          </p:nvSpPr>
          <p:spPr>
            <a:xfrm>
              <a:off x="5162833" y="35320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0" name="pt29950"/>
            <p:cNvSpPr/>
            <p:nvPr/>
          </p:nvSpPr>
          <p:spPr>
            <a:xfrm>
              <a:off x="5152360" y="3607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1" name="pt29951"/>
            <p:cNvSpPr/>
            <p:nvPr/>
          </p:nvSpPr>
          <p:spPr>
            <a:xfrm>
              <a:off x="5172871" y="35203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2" name="pt29952"/>
            <p:cNvSpPr/>
            <p:nvPr/>
          </p:nvSpPr>
          <p:spPr>
            <a:xfrm>
              <a:off x="5140720" y="35154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3" name="pt29953"/>
            <p:cNvSpPr/>
            <p:nvPr/>
          </p:nvSpPr>
          <p:spPr>
            <a:xfrm>
              <a:off x="5115994" y="3985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4" name="pt29954"/>
            <p:cNvSpPr/>
            <p:nvPr/>
          </p:nvSpPr>
          <p:spPr>
            <a:xfrm>
              <a:off x="5148301" y="36034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5" name="pt29955"/>
            <p:cNvSpPr/>
            <p:nvPr/>
          </p:nvSpPr>
          <p:spPr>
            <a:xfrm>
              <a:off x="5113646" y="36948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6" name="pt29956"/>
            <p:cNvSpPr/>
            <p:nvPr/>
          </p:nvSpPr>
          <p:spPr>
            <a:xfrm>
              <a:off x="5146260" y="33540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7" name="pt29957"/>
            <p:cNvSpPr/>
            <p:nvPr/>
          </p:nvSpPr>
          <p:spPr>
            <a:xfrm>
              <a:off x="5158710" y="3260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8" name="pt29958"/>
            <p:cNvSpPr/>
            <p:nvPr/>
          </p:nvSpPr>
          <p:spPr>
            <a:xfrm>
              <a:off x="5139938" y="3568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59" name="pt29959"/>
            <p:cNvSpPr/>
            <p:nvPr/>
          </p:nvSpPr>
          <p:spPr>
            <a:xfrm>
              <a:off x="5148091" y="3621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0" name="pt29960"/>
            <p:cNvSpPr/>
            <p:nvPr/>
          </p:nvSpPr>
          <p:spPr>
            <a:xfrm>
              <a:off x="5125707" y="35198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1" name="pt29961"/>
            <p:cNvSpPr/>
            <p:nvPr/>
          </p:nvSpPr>
          <p:spPr>
            <a:xfrm>
              <a:off x="5159865" y="36538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2" name="pt29962"/>
            <p:cNvSpPr/>
            <p:nvPr/>
          </p:nvSpPr>
          <p:spPr>
            <a:xfrm>
              <a:off x="5143568" y="40355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3" name="pt29963"/>
            <p:cNvSpPr/>
            <p:nvPr/>
          </p:nvSpPr>
          <p:spPr>
            <a:xfrm>
              <a:off x="5166286" y="3364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4" name="pt29964"/>
            <p:cNvSpPr/>
            <p:nvPr/>
          </p:nvSpPr>
          <p:spPr>
            <a:xfrm>
              <a:off x="5147684" y="34853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5" name="pt29965"/>
            <p:cNvSpPr/>
            <p:nvPr/>
          </p:nvSpPr>
          <p:spPr>
            <a:xfrm>
              <a:off x="5217044" y="35270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6" name="pt29966"/>
            <p:cNvSpPr/>
            <p:nvPr/>
          </p:nvSpPr>
          <p:spPr>
            <a:xfrm>
              <a:off x="5146082" y="34573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7" name="pt29967"/>
            <p:cNvSpPr/>
            <p:nvPr/>
          </p:nvSpPr>
          <p:spPr>
            <a:xfrm>
              <a:off x="5145298" y="36787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8" name="pt29968"/>
            <p:cNvSpPr/>
            <p:nvPr/>
          </p:nvSpPr>
          <p:spPr>
            <a:xfrm>
              <a:off x="5062406" y="3427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69" name="pt29969"/>
            <p:cNvSpPr/>
            <p:nvPr/>
          </p:nvSpPr>
          <p:spPr>
            <a:xfrm>
              <a:off x="5174257" y="34659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0" name="pt29970"/>
            <p:cNvSpPr/>
            <p:nvPr/>
          </p:nvSpPr>
          <p:spPr>
            <a:xfrm>
              <a:off x="5127474" y="3653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1" name="pt29971"/>
            <p:cNvSpPr/>
            <p:nvPr/>
          </p:nvSpPr>
          <p:spPr>
            <a:xfrm>
              <a:off x="5110446" y="38097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2" name="pt29972"/>
            <p:cNvSpPr/>
            <p:nvPr/>
          </p:nvSpPr>
          <p:spPr>
            <a:xfrm>
              <a:off x="5159768" y="34575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3" name="pt29973"/>
            <p:cNvSpPr/>
            <p:nvPr/>
          </p:nvSpPr>
          <p:spPr>
            <a:xfrm>
              <a:off x="5159511" y="3388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4" name="pt29974"/>
            <p:cNvSpPr/>
            <p:nvPr/>
          </p:nvSpPr>
          <p:spPr>
            <a:xfrm>
              <a:off x="5187166" y="3460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5" name="pt29975"/>
            <p:cNvSpPr/>
            <p:nvPr/>
          </p:nvSpPr>
          <p:spPr>
            <a:xfrm>
              <a:off x="5156013" y="34992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6" name="pt29976"/>
            <p:cNvSpPr/>
            <p:nvPr/>
          </p:nvSpPr>
          <p:spPr>
            <a:xfrm>
              <a:off x="5164000" y="35246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7" name="pt29977"/>
            <p:cNvSpPr/>
            <p:nvPr/>
          </p:nvSpPr>
          <p:spPr>
            <a:xfrm>
              <a:off x="5184274" y="3519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8" name="pt29978"/>
            <p:cNvSpPr/>
            <p:nvPr/>
          </p:nvSpPr>
          <p:spPr>
            <a:xfrm>
              <a:off x="5163331" y="37379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79" name="pt29979"/>
            <p:cNvSpPr/>
            <p:nvPr/>
          </p:nvSpPr>
          <p:spPr>
            <a:xfrm>
              <a:off x="5163304" y="3575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0" name="pt29980"/>
            <p:cNvSpPr/>
            <p:nvPr/>
          </p:nvSpPr>
          <p:spPr>
            <a:xfrm>
              <a:off x="5195380" y="3258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1" name="pt29981"/>
            <p:cNvSpPr/>
            <p:nvPr/>
          </p:nvSpPr>
          <p:spPr>
            <a:xfrm>
              <a:off x="5164982" y="36045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2" name="pt29982"/>
            <p:cNvSpPr/>
            <p:nvPr/>
          </p:nvSpPr>
          <p:spPr>
            <a:xfrm>
              <a:off x="5179414" y="3559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3" name="pt29983"/>
            <p:cNvSpPr/>
            <p:nvPr/>
          </p:nvSpPr>
          <p:spPr>
            <a:xfrm>
              <a:off x="5152896" y="39958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4" name="pt29984"/>
            <p:cNvSpPr/>
            <p:nvPr/>
          </p:nvSpPr>
          <p:spPr>
            <a:xfrm>
              <a:off x="5178743" y="36061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5" name="pt29985"/>
            <p:cNvSpPr/>
            <p:nvPr/>
          </p:nvSpPr>
          <p:spPr>
            <a:xfrm>
              <a:off x="5126731" y="37862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6" name="pt29986"/>
            <p:cNvSpPr/>
            <p:nvPr/>
          </p:nvSpPr>
          <p:spPr>
            <a:xfrm>
              <a:off x="5150650" y="36569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7" name="pt29987"/>
            <p:cNvSpPr/>
            <p:nvPr/>
          </p:nvSpPr>
          <p:spPr>
            <a:xfrm>
              <a:off x="5178667" y="3464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8" name="pt29988"/>
            <p:cNvSpPr/>
            <p:nvPr/>
          </p:nvSpPr>
          <p:spPr>
            <a:xfrm>
              <a:off x="5196948" y="34589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89" name="pt29989"/>
            <p:cNvSpPr/>
            <p:nvPr/>
          </p:nvSpPr>
          <p:spPr>
            <a:xfrm>
              <a:off x="5155297" y="36252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0" name="pt29990"/>
            <p:cNvSpPr/>
            <p:nvPr/>
          </p:nvSpPr>
          <p:spPr>
            <a:xfrm>
              <a:off x="5328400" y="3366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1" name="pt29991"/>
            <p:cNvSpPr/>
            <p:nvPr/>
          </p:nvSpPr>
          <p:spPr>
            <a:xfrm>
              <a:off x="5150674" y="3603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2" name="pt29992"/>
            <p:cNvSpPr/>
            <p:nvPr/>
          </p:nvSpPr>
          <p:spPr>
            <a:xfrm>
              <a:off x="5136328" y="35350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3" name="pt29993"/>
            <p:cNvSpPr/>
            <p:nvPr/>
          </p:nvSpPr>
          <p:spPr>
            <a:xfrm>
              <a:off x="5155302" y="31775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4" name="pt29994"/>
            <p:cNvSpPr/>
            <p:nvPr/>
          </p:nvSpPr>
          <p:spPr>
            <a:xfrm>
              <a:off x="5143339" y="3548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5" name="pt29995"/>
            <p:cNvSpPr/>
            <p:nvPr/>
          </p:nvSpPr>
          <p:spPr>
            <a:xfrm>
              <a:off x="5156486" y="35674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6" name="pt29996"/>
            <p:cNvSpPr/>
            <p:nvPr/>
          </p:nvSpPr>
          <p:spPr>
            <a:xfrm>
              <a:off x="4897357" y="381712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97" name="pt29997"/>
            <p:cNvSpPr/>
            <p:nvPr/>
          </p:nvSpPr>
          <p:spPr>
            <a:xfrm>
              <a:off x="5168217" y="41365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8" name="pt29998"/>
            <p:cNvSpPr/>
            <p:nvPr/>
          </p:nvSpPr>
          <p:spPr>
            <a:xfrm>
              <a:off x="5141970" y="3591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29999" name="pt29999"/>
            <p:cNvSpPr/>
            <p:nvPr/>
          </p:nvSpPr>
          <p:spPr>
            <a:xfrm>
              <a:off x="5153823" y="37546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0" name="pt30000"/>
            <p:cNvSpPr/>
            <p:nvPr/>
          </p:nvSpPr>
          <p:spPr>
            <a:xfrm>
              <a:off x="5156516" y="35501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1" name="pt30001"/>
            <p:cNvSpPr/>
            <p:nvPr/>
          </p:nvSpPr>
          <p:spPr>
            <a:xfrm>
              <a:off x="5153168" y="3503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2" name="pt30002"/>
            <p:cNvSpPr/>
            <p:nvPr/>
          </p:nvSpPr>
          <p:spPr>
            <a:xfrm>
              <a:off x="5131455" y="35207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3" name="pt30003"/>
            <p:cNvSpPr/>
            <p:nvPr/>
          </p:nvSpPr>
          <p:spPr>
            <a:xfrm>
              <a:off x="5145637" y="3510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4" name="pt30004"/>
            <p:cNvSpPr/>
            <p:nvPr/>
          </p:nvSpPr>
          <p:spPr>
            <a:xfrm>
              <a:off x="5159267" y="3602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5" name="pt30005"/>
            <p:cNvSpPr/>
            <p:nvPr/>
          </p:nvSpPr>
          <p:spPr>
            <a:xfrm>
              <a:off x="5164231" y="3666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6" name="pt30006"/>
            <p:cNvSpPr/>
            <p:nvPr/>
          </p:nvSpPr>
          <p:spPr>
            <a:xfrm>
              <a:off x="5116970" y="3579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7" name="pt30007"/>
            <p:cNvSpPr/>
            <p:nvPr/>
          </p:nvSpPr>
          <p:spPr>
            <a:xfrm>
              <a:off x="5137954" y="36949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8" name="pt30008"/>
            <p:cNvSpPr/>
            <p:nvPr/>
          </p:nvSpPr>
          <p:spPr>
            <a:xfrm>
              <a:off x="5173830" y="3499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09" name="pt30009"/>
            <p:cNvSpPr/>
            <p:nvPr/>
          </p:nvSpPr>
          <p:spPr>
            <a:xfrm>
              <a:off x="5130845" y="35879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0" name="pt30010"/>
            <p:cNvSpPr/>
            <p:nvPr/>
          </p:nvSpPr>
          <p:spPr>
            <a:xfrm>
              <a:off x="5196564" y="3522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1" name="pt30011"/>
            <p:cNvSpPr/>
            <p:nvPr/>
          </p:nvSpPr>
          <p:spPr>
            <a:xfrm>
              <a:off x="5129404" y="39959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2" name="pt30012"/>
            <p:cNvSpPr/>
            <p:nvPr/>
          </p:nvSpPr>
          <p:spPr>
            <a:xfrm>
              <a:off x="5149778" y="35870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3" name="pt30013"/>
            <p:cNvSpPr/>
            <p:nvPr/>
          </p:nvSpPr>
          <p:spPr>
            <a:xfrm>
              <a:off x="5112744" y="3637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4" name="pt30014"/>
            <p:cNvSpPr/>
            <p:nvPr/>
          </p:nvSpPr>
          <p:spPr>
            <a:xfrm>
              <a:off x="5165991" y="35631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5" name="pt30015"/>
            <p:cNvSpPr/>
            <p:nvPr/>
          </p:nvSpPr>
          <p:spPr>
            <a:xfrm>
              <a:off x="5149841" y="3511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6" name="pt30016"/>
            <p:cNvSpPr/>
            <p:nvPr/>
          </p:nvSpPr>
          <p:spPr>
            <a:xfrm>
              <a:off x="5156189" y="3554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7" name="pt30017"/>
            <p:cNvSpPr/>
            <p:nvPr/>
          </p:nvSpPr>
          <p:spPr>
            <a:xfrm>
              <a:off x="5157655" y="3512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8" name="pt30018"/>
            <p:cNvSpPr/>
            <p:nvPr/>
          </p:nvSpPr>
          <p:spPr>
            <a:xfrm>
              <a:off x="5185913" y="3321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19" name="pt30019"/>
            <p:cNvSpPr/>
            <p:nvPr/>
          </p:nvSpPr>
          <p:spPr>
            <a:xfrm>
              <a:off x="5157041" y="35512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0" name="pt30020"/>
            <p:cNvSpPr/>
            <p:nvPr/>
          </p:nvSpPr>
          <p:spPr>
            <a:xfrm>
              <a:off x="4925899" y="35758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1" name="pt30021"/>
            <p:cNvSpPr/>
            <p:nvPr/>
          </p:nvSpPr>
          <p:spPr>
            <a:xfrm>
              <a:off x="5140703" y="3489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2" name="pt30022"/>
            <p:cNvSpPr/>
            <p:nvPr/>
          </p:nvSpPr>
          <p:spPr>
            <a:xfrm>
              <a:off x="5156932" y="34307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3" name="pt30023"/>
            <p:cNvSpPr/>
            <p:nvPr/>
          </p:nvSpPr>
          <p:spPr>
            <a:xfrm>
              <a:off x="5133317" y="3484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4" name="pt30024"/>
            <p:cNvSpPr/>
            <p:nvPr/>
          </p:nvSpPr>
          <p:spPr>
            <a:xfrm>
              <a:off x="5160887" y="3916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5" name="pt30025"/>
            <p:cNvSpPr/>
            <p:nvPr/>
          </p:nvSpPr>
          <p:spPr>
            <a:xfrm>
              <a:off x="5134315" y="34467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6" name="pt30026"/>
            <p:cNvSpPr/>
            <p:nvPr/>
          </p:nvSpPr>
          <p:spPr>
            <a:xfrm>
              <a:off x="5120427" y="37449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7" name="pt30027"/>
            <p:cNvSpPr/>
            <p:nvPr/>
          </p:nvSpPr>
          <p:spPr>
            <a:xfrm>
              <a:off x="5178743" y="3671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8" name="pt30028"/>
            <p:cNvSpPr/>
            <p:nvPr/>
          </p:nvSpPr>
          <p:spPr>
            <a:xfrm>
              <a:off x="5167641" y="35629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29" name="pt30029"/>
            <p:cNvSpPr/>
            <p:nvPr/>
          </p:nvSpPr>
          <p:spPr>
            <a:xfrm>
              <a:off x="5139125" y="3547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0" name="pt30030"/>
            <p:cNvSpPr/>
            <p:nvPr/>
          </p:nvSpPr>
          <p:spPr>
            <a:xfrm>
              <a:off x="5144793" y="3674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1" name="pt30031"/>
            <p:cNvSpPr/>
            <p:nvPr/>
          </p:nvSpPr>
          <p:spPr>
            <a:xfrm>
              <a:off x="5153107" y="3559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2" name="pt30032"/>
            <p:cNvSpPr/>
            <p:nvPr/>
          </p:nvSpPr>
          <p:spPr>
            <a:xfrm>
              <a:off x="5130671" y="3792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3" name="pt30033"/>
            <p:cNvSpPr/>
            <p:nvPr/>
          </p:nvSpPr>
          <p:spPr>
            <a:xfrm>
              <a:off x="5176583" y="35683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4" name="pt30034"/>
            <p:cNvSpPr/>
            <p:nvPr/>
          </p:nvSpPr>
          <p:spPr>
            <a:xfrm>
              <a:off x="5144852" y="36160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5" name="pt30035"/>
            <p:cNvSpPr/>
            <p:nvPr/>
          </p:nvSpPr>
          <p:spPr>
            <a:xfrm>
              <a:off x="5138891" y="35539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6" name="pt30036"/>
            <p:cNvSpPr/>
            <p:nvPr/>
          </p:nvSpPr>
          <p:spPr>
            <a:xfrm>
              <a:off x="5068443" y="3260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7" name="pt30037"/>
            <p:cNvSpPr/>
            <p:nvPr/>
          </p:nvSpPr>
          <p:spPr>
            <a:xfrm>
              <a:off x="5137682" y="38385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8" name="pt30038"/>
            <p:cNvSpPr/>
            <p:nvPr/>
          </p:nvSpPr>
          <p:spPr>
            <a:xfrm>
              <a:off x="5153599" y="37246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39" name="pt30039"/>
            <p:cNvSpPr/>
            <p:nvPr/>
          </p:nvSpPr>
          <p:spPr>
            <a:xfrm>
              <a:off x="5180248" y="35543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0" name="pt30040"/>
            <p:cNvSpPr/>
            <p:nvPr/>
          </p:nvSpPr>
          <p:spPr>
            <a:xfrm>
              <a:off x="5139112" y="37935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1" name="pt30041"/>
            <p:cNvSpPr/>
            <p:nvPr/>
          </p:nvSpPr>
          <p:spPr>
            <a:xfrm>
              <a:off x="5127416" y="35476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2" name="pt30042"/>
            <p:cNvSpPr/>
            <p:nvPr/>
          </p:nvSpPr>
          <p:spPr>
            <a:xfrm>
              <a:off x="5234658" y="35111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3" name="pt30043"/>
            <p:cNvSpPr/>
            <p:nvPr/>
          </p:nvSpPr>
          <p:spPr>
            <a:xfrm>
              <a:off x="5155295" y="35868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4" name="pt30044"/>
            <p:cNvSpPr/>
            <p:nvPr/>
          </p:nvSpPr>
          <p:spPr>
            <a:xfrm>
              <a:off x="5161682" y="36235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5" name="pt30045"/>
            <p:cNvSpPr/>
            <p:nvPr/>
          </p:nvSpPr>
          <p:spPr>
            <a:xfrm>
              <a:off x="5153231" y="3587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6" name="pt30046"/>
            <p:cNvSpPr/>
            <p:nvPr/>
          </p:nvSpPr>
          <p:spPr>
            <a:xfrm>
              <a:off x="5140544" y="35365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7" name="pt30047"/>
            <p:cNvSpPr/>
            <p:nvPr/>
          </p:nvSpPr>
          <p:spPr>
            <a:xfrm>
              <a:off x="5134981" y="3939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8" name="pt30048"/>
            <p:cNvSpPr/>
            <p:nvPr/>
          </p:nvSpPr>
          <p:spPr>
            <a:xfrm>
              <a:off x="5044957" y="3935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49" name="pt30049"/>
            <p:cNvSpPr/>
            <p:nvPr/>
          </p:nvSpPr>
          <p:spPr>
            <a:xfrm>
              <a:off x="5162258" y="36749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0" name="pt30050"/>
            <p:cNvSpPr/>
            <p:nvPr/>
          </p:nvSpPr>
          <p:spPr>
            <a:xfrm>
              <a:off x="5184270" y="3592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1" name="pt30051"/>
            <p:cNvSpPr/>
            <p:nvPr/>
          </p:nvSpPr>
          <p:spPr>
            <a:xfrm>
              <a:off x="5162750" y="35344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2" name="pt30052"/>
            <p:cNvSpPr/>
            <p:nvPr/>
          </p:nvSpPr>
          <p:spPr>
            <a:xfrm>
              <a:off x="5141261" y="4145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3" name="pt30053"/>
            <p:cNvSpPr/>
            <p:nvPr/>
          </p:nvSpPr>
          <p:spPr>
            <a:xfrm>
              <a:off x="5161377" y="33919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4" name="pt30054"/>
            <p:cNvSpPr/>
            <p:nvPr/>
          </p:nvSpPr>
          <p:spPr>
            <a:xfrm>
              <a:off x="5163219" y="31895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5" name="pt30055"/>
            <p:cNvSpPr/>
            <p:nvPr/>
          </p:nvSpPr>
          <p:spPr>
            <a:xfrm>
              <a:off x="5206935" y="34054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6" name="pt30056"/>
            <p:cNvSpPr/>
            <p:nvPr/>
          </p:nvSpPr>
          <p:spPr>
            <a:xfrm>
              <a:off x="5155392" y="3590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7" name="pt30057"/>
            <p:cNvSpPr/>
            <p:nvPr/>
          </p:nvSpPr>
          <p:spPr>
            <a:xfrm>
              <a:off x="5159237" y="3369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8" name="pt30058"/>
            <p:cNvSpPr/>
            <p:nvPr/>
          </p:nvSpPr>
          <p:spPr>
            <a:xfrm>
              <a:off x="5173789" y="35445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59" name="pt30059"/>
            <p:cNvSpPr/>
            <p:nvPr/>
          </p:nvSpPr>
          <p:spPr>
            <a:xfrm>
              <a:off x="5158010" y="3641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0" name="pt30060"/>
            <p:cNvSpPr/>
            <p:nvPr/>
          </p:nvSpPr>
          <p:spPr>
            <a:xfrm>
              <a:off x="5123473" y="3386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1" name="pt30061"/>
            <p:cNvSpPr/>
            <p:nvPr/>
          </p:nvSpPr>
          <p:spPr>
            <a:xfrm>
              <a:off x="5138594" y="35946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2" name="pt30062"/>
            <p:cNvSpPr/>
            <p:nvPr/>
          </p:nvSpPr>
          <p:spPr>
            <a:xfrm>
              <a:off x="5100924" y="37199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3" name="pt30063"/>
            <p:cNvSpPr/>
            <p:nvPr/>
          </p:nvSpPr>
          <p:spPr>
            <a:xfrm>
              <a:off x="5146604" y="3558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4" name="pt30064"/>
            <p:cNvSpPr/>
            <p:nvPr/>
          </p:nvSpPr>
          <p:spPr>
            <a:xfrm>
              <a:off x="5136841" y="3585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5" name="pt30065"/>
            <p:cNvSpPr/>
            <p:nvPr/>
          </p:nvSpPr>
          <p:spPr>
            <a:xfrm>
              <a:off x="5118908" y="3905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6" name="pt30066"/>
            <p:cNvSpPr/>
            <p:nvPr/>
          </p:nvSpPr>
          <p:spPr>
            <a:xfrm>
              <a:off x="5146967" y="34991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7" name="pt30067"/>
            <p:cNvSpPr/>
            <p:nvPr/>
          </p:nvSpPr>
          <p:spPr>
            <a:xfrm>
              <a:off x="5154699" y="3553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8" name="pt30068"/>
            <p:cNvSpPr/>
            <p:nvPr/>
          </p:nvSpPr>
          <p:spPr>
            <a:xfrm>
              <a:off x="5158173" y="34693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69" name="pt30069"/>
            <p:cNvSpPr/>
            <p:nvPr/>
          </p:nvSpPr>
          <p:spPr>
            <a:xfrm>
              <a:off x="5189515" y="3467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0" name="pt30070"/>
            <p:cNvSpPr/>
            <p:nvPr/>
          </p:nvSpPr>
          <p:spPr>
            <a:xfrm>
              <a:off x="5161232" y="35427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1" name="pt30071"/>
            <p:cNvSpPr/>
            <p:nvPr/>
          </p:nvSpPr>
          <p:spPr>
            <a:xfrm>
              <a:off x="5150536" y="36215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2" name="pt30072"/>
            <p:cNvSpPr/>
            <p:nvPr/>
          </p:nvSpPr>
          <p:spPr>
            <a:xfrm>
              <a:off x="5169695" y="35508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3" name="pt30073"/>
            <p:cNvSpPr/>
            <p:nvPr/>
          </p:nvSpPr>
          <p:spPr>
            <a:xfrm>
              <a:off x="5165020" y="3513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4" name="pt30074"/>
            <p:cNvSpPr/>
            <p:nvPr/>
          </p:nvSpPr>
          <p:spPr>
            <a:xfrm>
              <a:off x="5209546" y="3425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5" name="pt30075"/>
            <p:cNvSpPr/>
            <p:nvPr/>
          </p:nvSpPr>
          <p:spPr>
            <a:xfrm>
              <a:off x="5130827" y="34226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6" name="pt30076"/>
            <p:cNvSpPr/>
            <p:nvPr/>
          </p:nvSpPr>
          <p:spPr>
            <a:xfrm>
              <a:off x="5163619" y="3617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7" name="pt30077"/>
            <p:cNvSpPr/>
            <p:nvPr/>
          </p:nvSpPr>
          <p:spPr>
            <a:xfrm>
              <a:off x="5142574" y="3749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8" name="pt30078"/>
            <p:cNvSpPr/>
            <p:nvPr/>
          </p:nvSpPr>
          <p:spPr>
            <a:xfrm>
              <a:off x="5161037" y="35805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79" name="pt30079"/>
            <p:cNvSpPr/>
            <p:nvPr/>
          </p:nvSpPr>
          <p:spPr>
            <a:xfrm>
              <a:off x="5135297" y="3650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0" name="pt30080"/>
            <p:cNvSpPr/>
            <p:nvPr/>
          </p:nvSpPr>
          <p:spPr>
            <a:xfrm>
              <a:off x="5169641" y="3781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1" name="pt30081"/>
            <p:cNvSpPr/>
            <p:nvPr/>
          </p:nvSpPr>
          <p:spPr>
            <a:xfrm>
              <a:off x="5145083" y="34596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2" name="pt30082"/>
            <p:cNvSpPr/>
            <p:nvPr/>
          </p:nvSpPr>
          <p:spPr>
            <a:xfrm>
              <a:off x="5157883" y="35593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3" name="pt30083"/>
            <p:cNvSpPr/>
            <p:nvPr/>
          </p:nvSpPr>
          <p:spPr>
            <a:xfrm>
              <a:off x="5125223" y="35059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4" name="pt30084"/>
            <p:cNvSpPr/>
            <p:nvPr/>
          </p:nvSpPr>
          <p:spPr>
            <a:xfrm>
              <a:off x="5188668" y="3498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5" name="pt30085"/>
            <p:cNvSpPr/>
            <p:nvPr/>
          </p:nvSpPr>
          <p:spPr>
            <a:xfrm>
              <a:off x="5150769" y="3668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6" name="pt30086"/>
            <p:cNvSpPr/>
            <p:nvPr/>
          </p:nvSpPr>
          <p:spPr>
            <a:xfrm>
              <a:off x="5074047" y="35944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7" name="pt30087"/>
            <p:cNvSpPr/>
            <p:nvPr/>
          </p:nvSpPr>
          <p:spPr>
            <a:xfrm>
              <a:off x="5157308" y="3463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88" name="pt30088"/>
            <p:cNvSpPr/>
            <p:nvPr/>
          </p:nvSpPr>
          <p:spPr>
            <a:xfrm>
              <a:off x="5265875" y="332127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89" name="pt30089"/>
            <p:cNvSpPr/>
            <p:nvPr/>
          </p:nvSpPr>
          <p:spPr>
            <a:xfrm>
              <a:off x="5156722" y="36525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0" name="pt30090"/>
            <p:cNvSpPr/>
            <p:nvPr/>
          </p:nvSpPr>
          <p:spPr>
            <a:xfrm>
              <a:off x="5174426" y="35806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1" name="pt30091"/>
            <p:cNvSpPr/>
            <p:nvPr/>
          </p:nvSpPr>
          <p:spPr>
            <a:xfrm>
              <a:off x="5084181" y="3559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2" name="pt30092"/>
            <p:cNvSpPr/>
            <p:nvPr/>
          </p:nvSpPr>
          <p:spPr>
            <a:xfrm>
              <a:off x="5111179" y="55521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3" name="pt30093"/>
            <p:cNvSpPr/>
            <p:nvPr/>
          </p:nvSpPr>
          <p:spPr>
            <a:xfrm>
              <a:off x="5227038" y="344135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94" name="pt30094"/>
            <p:cNvSpPr/>
            <p:nvPr/>
          </p:nvSpPr>
          <p:spPr>
            <a:xfrm>
              <a:off x="5135873" y="4088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5" name="pt30095"/>
            <p:cNvSpPr/>
            <p:nvPr/>
          </p:nvSpPr>
          <p:spPr>
            <a:xfrm>
              <a:off x="5134691" y="39017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6" name="pt30096"/>
            <p:cNvSpPr/>
            <p:nvPr/>
          </p:nvSpPr>
          <p:spPr>
            <a:xfrm>
              <a:off x="5132173" y="3664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7" name="pt30097"/>
            <p:cNvSpPr/>
            <p:nvPr/>
          </p:nvSpPr>
          <p:spPr>
            <a:xfrm>
              <a:off x="5161484" y="32888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8" name="pt30098"/>
            <p:cNvSpPr/>
            <p:nvPr/>
          </p:nvSpPr>
          <p:spPr>
            <a:xfrm>
              <a:off x="5160604" y="3592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099" name="pt30099"/>
            <p:cNvSpPr/>
            <p:nvPr/>
          </p:nvSpPr>
          <p:spPr>
            <a:xfrm>
              <a:off x="5173442" y="3512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0" name="pt30100"/>
            <p:cNvSpPr/>
            <p:nvPr/>
          </p:nvSpPr>
          <p:spPr>
            <a:xfrm>
              <a:off x="5143548" y="35259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1" name="pt30101"/>
            <p:cNvSpPr/>
            <p:nvPr/>
          </p:nvSpPr>
          <p:spPr>
            <a:xfrm>
              <a:off x="5228798" y="32627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2" name="pt30102"/>
            <p:cNvSpPr/>
            <p:nvPr/>
          </p:nvSpPr>
          <p:spPr>
            <a:xfrm>
              <a:off x="5203613" y="3518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3" name="pt30103"/>
            <p:cNvSpPr/>
            <p:nvPr/>
          </p:nvSpPr>
          <p:spPr>
            <a:xfrm>
              <a:off x="5147588" y="3791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4" name="pt30104"/>
            <p:cNvSpPr/>
            <p:nvPr/>
          </p:nvSpPr>
          <p:spPr>
            <a:xfrm>
              <a:off x="4956064" y="383403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05" name="pt30105"/>
            <p:cNvSpPr/>
            <p:nvPr/>
          </p:nvSpPr>
          <p:spPr>
            <a:xfrm>
              <a:off x="5135934" y="40280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6" name="pt30106"/>
            <p:cNvSpPr/>
            <p:nvPr/>
          </p:nvSpPr>
          <p:spPr>
            <a:xfrm>
              <a:off x="5155927" y="35525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7" name="pt30107"/>
            <p:cNvSpPr/>
            <p:nvPr/>
          </p:nvSpPr>
          <p:spPr>
            <a:xfrm>
              <a:off x="5156989" y="3388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8" name="pt30108"/>
            <p:cNvSpPr/>
            <p:nvPr/>
          </p:nvSpPr>
          <p:spPr>
            <a:xfrm>
              <a:off x="5155882" y="3449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09" name="pt30109"/>
            <p:cNvSpPr/>
            <p:nvPr/>
          </p:nvSpPr>
          <p:spPr>
            <a:xfrm>
              <a:off x="5181935" y="35404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0" name="pt30110"/>
            <p:cNvSpPr/>
            <p:nvPr/>
          </p:nvSpPr>
          <p:spPr>
            <a:xfrm>
              <a:off x="5161167" y="34516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1" name="pt30111"/>
            <p:cNvSpPr/>
            <p:nvPr/>
          </p:nvSpPr>
          <p:spPr>
            <a:xfrm>
              <a:off x="5394425" y="316365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12" name="pt30112"/>
            <p:cNvSpPr/>
            <p:nvPr/>
          </p:nvSpPr>
          <p:spPr>
            <a:xfrm>
              <a:off x="5128445" y="39951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3" name="pt30113"/>
            <p:cNvSpPr/>
            <p:nvPr/>
          </p:nvSpPr>
          <p:spPr>
            <a:xfrm>
              <a:off x="5035866" y="40522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4" name="pt30114"/>
            <p:cNvSpPr/>
            <p:nvPr/>
          </p:nvSpPr>
          <p:spPr>
            <a:xfrm>
              <a:off x="5180052" y="3435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5" name="pt30115"/>
            <p:cNvSpPr/>
            <p:nvPr/>
          </p:nvSpPr>
          <p:spPr>
            <a:xfrm>
              <a:off x="5164004" y="3608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6" name="pt30116"/>
            <p:cNvSpPr/>
            <p:nvPr/>
          </p:nvSpPr>
          <p:spPr>
            <a:xfrm>
              <a:off x="5168500" y="3888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7" name="pt30117"/>
            <p:cNvSpPr/>
            <p:nvPr/>
          </p:nvSpPr>
          <p:spPr>
            <a:xfrm>
              <a:off x="5168675" y="3550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8" name="pt30118"/>
            <p:cNvSpPr/>
            <p:nvPr/>
          </p:nvSpPr>
          <p:spPr>
            <a:xfrm>
              <a:off x="5110460" y="3838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19" name="pt30119"/>
            <p:cNvSpPr/>
            <p:nvPr/>
          </p:nvSpPr>
          <p:spPr>
            <a:xfrm>
              <a:off x="5215587" y="346701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20" name="pt30120"/>
            <p:cNvSpPr/>
            <p:nvPr/>
          </p:nvSpPr>
          <p:spPr>
            <a:xfrm>
              <a:off x="5182185" y="3578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1" name="pt30121"/>
            <p:cNvSpPr/>
            <p:nvPr/>
          </p:nvSpPr>
          <p:spPr>
            <a:xfrm>
              <a:off x="5119738" y="37300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2" name="pt30122"/>
            <p:cNvSpPr/>
            <p:nvPr/>
          </p:nvSpPr>
          <p:spPr>
            <a:xfrm>
              <a:off x="5119406" y="41984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3" name="pt30123"/>
            <p:cNvSpPr/>
            <p:nvPr/>
          </p:nvSpPr>
          <p:spPr>
            <a:xfrm>
              <a:off x="5144640" y="3600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4" name="pt30124"/>
            <p:cNvSpPr/>
            <p:nvPr/>
          </p:nvSpPr>
          <p:spPr>
            <a:xfrm>
              <a:off x="5053771" y="33034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5" name="pt30125"/>
            <p:cNvSpPr/>
            <p:nvPr/>
          </p:nvSpPr>
          <p:spPr>
            <a:xfrm>
              <a:off x="5144157" y="37169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6" name="pt30126"/>
            <p:cNvSpPr/>
            <p:nvPr/>
          </p:nvSpPr>
          <p:spPr>
            <a:xfrm>
              <a:off x="5165924" y="35312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7" name="pt30127"/>
            <p:cNvSpPr/>
            <p:nvPr/>
          </p:nvSpPr>
          <p:spPr>
            <a:xfrm>
              <a:off x="5136549" y="36527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8" name="pt30128"/>
            <p:cNvSpPr/>
            <p:nvPr/>
          </p:nvSpPr>
          <p:spPr>
            <a:xfrm>
              <a:off x="5159435" y="3657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29" name="pt30129"/>
            <p:cNvSpPr/>
            <p:nvPr/>
          </p:nvSpPr>
          <p:spPr>
            <a:xfrm>
              <a:off x="5161071" y="3479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0" name="pt30130"/>
            <p:cNvSpPr/>
            <p:nvPr/>
          </p:nvSpPr>
          <p:spPr>
            <a:xfrm>
              <a:off x="5153998" y="35532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1" name="pt30131"/>
            <p:cNvSpPr/>
            <p:nvPr/>
          </p:nvSpPr>
          <p:spPr>
            <a:xfrm>
              <a:off x="5141893" y="3563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2" name="pt30132"/>
            <p:cNvSpPr/>
            <p:nvPr/>
          </p:nvSpPr>
          <p:spPr>
            <a:xfrm>
              <a:off x="5124829" y="3934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3" name="pt30133"/>
            <p:cNvSpPr/>
            <p:nvPr/>
          </p:nvSpPr>
          <p:spPr>
            <a:xfrm>
              <a:off x="5155865" y="3411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4" name="pt30134"/>
            <p:cNvSpPr/>
            <p:nvPr/>
          </p:nvSpPr>
          <p:spPr>
            <a:xfrm>
              <a:off x="5145317" y="35612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5" name="pt30135"/>
            <p:cNvSpPr/>
            <p:nvPr/>
          </p:nvSpPr>
          <p:spPr>
            <a:xfrm>
              <a:off x="5146654" y="3712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6" name="pt30136"/>
            <p:cNvSpPr/>
            <p:nvPr/>
          </p:nvSpPr>
          <p:spPr>
            <a:xfrm>
              <a:off x="5069326" y="38821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7" name="pt30137"/>
            <p:cNvSpPr/>
            <p:nvPr/>
          </p:nvSpPr>
          <p:spPr>
            <a:xfrm>
              <a:off x="5179479" y="35264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8" name="pt30138"/>
            <p:cNvSpPr/>
            <p:nvPr/>
          </p:nvSpPr>
          <p:spPr>
            <a:xfrm>
              <a:off x="5133403" y="3735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39" name="pt30139"/>
            <p:cNvSpPr/>
            <p:nvPr/>
          </p:nvSpPr>
          <p:spPr>
            <a:xfrm>
              <a:off x="5149117" y="3271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0" name="pt30140"/>
            <p:cNvSpPr/>
            <p:nvPr/>
          </p:nvSpPr>
          <p:spPr>
            <a:xfrm>
              <a:off x="4993719" y="3575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1" name="pt30141"/>
            <p:cNvSpPr/>
            <p:nvPr/>
          </p:nvSpPr>
          <p:spPr>
            <a:xfrm>
              <a:off x="5144071" y="3579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2" name="pt30142"/>
            <p:cNvSpPr/>
            <p:nvPr/>
          </p:nvSpPr>
          <p:spPr>
            <a:xfrm>
              <a:off x="5157283" y="3607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3" name="pt30143"/>
            <p:cNvSpPr/>
            <p:nvPr/>
          </p:nvSpPr>
          <p:spPr>
            <a:xfrm>
              <a:off x="5165880" y="35377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4" name="pt30144"/>
            <p:cNvSpPr/>
            <p:nvPr/>
          </p:nvSpPr>
          <p:spPr>
            <a:xfrm>
              <a:off x="5138797" y="38751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5" name="pt30145"/>
            <p:cNvSpPr/>
            <p:nvPr/>
          </p:nvSpPr>
          <p:spPr>
            <a:xfrm>
              <a:off x="5116858" y="3884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6" name="pt30146"/>
            <p:cNvSpPr/>
            <p:nvPr/>
          </p:nvSpPr>
          <p:spPr>
            <a:xfrm>
              <a:off x="5156143" y="36518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7" name="pt30147"/>
            <p:cNvSpPr/>
            <p:nvPr/>
          </p:nvSpPr>
          <p:spPr>
            <a:xfrm>
              <a:off x="5041574" y="3618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8" name="pt30148"/>
            <p:cNvSpPr/>
            <p:nvPr/>
          </p:nvSpPr>
          <p:spPr>
            <a:xfrm>
              <a:off x="5123287" y="39246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49" name="pt30149"/>
            <p:cNvSpPr/>
            <p:nvPr/>
          </p:nvSpPr>
          <p:spPr>
            <a:xfrm>
              <a:off x="5156772" y="35496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0" name="pt30150"/>
            <p:cNvSpPr/>
            <p:nvPr/>
          </p:nvSpPr>
          <p:spPr>
            <a:xfrm>
              <a:off x="5158332" y="3537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1" name="pt30151"/>
            <p:cNvSpPr/>
            <p:nvPr/>
          </p:nvSpPr>
          <p:spPr>
            <a:xfrm>
              <a:off x="5147735" y="36329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2" name="pt30152"/>
            <p:cNvSpPr/>
            <p:nvPr/>
          </p:nvSpPr>
          <p:spPr>
            <a:xfrm>
              <a:off x="5156083" y="3639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3" name="pt30153"/>
            <p:cNvSpPr/>
            <p:nvPr/>
          </p:nvSpPr>
          <p:spPr>
            <a:xfrm>
              <a:off x="5140811" y="36071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4" name="pt30154"/>
            <p:cNvSpPr/>
            <p:nvPr/>
          </p:nvSpPr>
          <p:spPr>
            <a:xfrm>
              <a:off x="5092895" y="37384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5" name="pt30155"/>
            <p:cNvSpPr/>
            <p:nvPr/>
          </p:nvSpPr>
          <p:spPr>
            <a:xfrm>
              <a:off x="5212410" y="33217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6" name="pt30156"/>
            <p:cNvSpPr/>
            <p:nvPr/>
          </p:nvSpPr>
          <p:spPr>
            <a:xfrm>
              <a:off x="5135168" y="35721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7" name="pt30157"/>
            <p:cNvSpPr/>
            <p:nvPr/>
          </p:nvSpPr>
          <p:spPr>
            <a:xfrm>
              <a:off x="5158367" y="36084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8" name="pt30158"/>
            <p:cNvSpPr/>
            <p:nvPr/>
          </p:nvSpPr>
          <p:spPr>
            <a:xfrm>
              <a:off x="5129361" y="3438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59" name="pt30159"/>
            <p:cNvSpPr/>
            <p:nvPr/>
          </p:nvSpPr>
          <p:spPr>
            <a:xfrm>
              <a:off x="5113756" y="35368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0" name="pt30160"/>
            <p:cNvSpPr/>
            <p:nvPr/>
          </p:nvSpPr>
          <p:spPr>
            <a:xfrm>
              <a:off x="5350851" y="3631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1" name="pt30161"/>
            <p:cNvSpPr/>
            <p:nvPr/>
          </p:nvSpPr>
          <p:spPr>
            <a:xfrm>
              <a:off x="5145415" y="35862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2" name="pt30162"/>
            <p:cNvSpPr/>
            <p:nvPr/>
          </p:nvSpPr>
          <p:spPr>
            <a:xfrm>
              <a:off x="5149950" y="3601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3" name="pt30163"/>
            <p:cNvSpPr/>
            <p:nvPr/>
          </p:nvSpPr>
          <p:spPr>
            <a:xfrm>
              <a:off x="5155982" y="32141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4" name="pt30164"/>
            <p:cNvSpPr/>
            <p:nvPr/>
          </p:nvSpPr>
          <p:spPr>
            <a:xfrm>
              <a:off x="5164762" y="3620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5" name="pt30165"/>
            <p:cNvSpPr/>
            <p:nvPr/>
          </p:nvSpPr>
          <p:spPr>
            <a:xfrm>
              <a:off x="5116064" y="35703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6" name="pt30166"/>
            <p:cNvSpPr/>
            <p:nvPr/>
          </p:nvSpPr>
          <p:spPr>
            <a:xfrm>
              <a:off x="5210045" y="34837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7" name="pt30167"/>
            <p:cNvSpPr/>
            <p:nvPr/>
          </p:nvSpPr>
          <p:spPr>
            <a:xfrm>
              <a:off x="5166252" y="3466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8" name="pt30168"/>
            <p:cNvSpPr/>
            <p:nvPr/>
          </p:nvSpPr>
          <p:spPr>
            <a:xfrm>
              <a:off x="5147360" y="36332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69" name="pt30169"/>
            <p:cNvSpPr/>
            <p:nvPr/>
          </p:nvSpPr>
          <p:spPr>
            <a:xfrm>
              <a:off x="5151519" y="35144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0" name="pt30170"/>
            <p:cNvSpPr/>
            <p:nvPr/>
          </p:nvSpPr>
          <p:spPr>
            <a:xfrm>
              <a:off x="5094175" y="3467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1" name="pt30171"/>
            <p:cNvSpPr/>
            <p:nvPr/>
          </p:nvSpPr>
          <p:spPr>
            <a:xfrm>
              <a:off x="5105581" y="3656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2" name="pt30172"/>
            <p:cNvSpPr/>
            <p:nvPr/>
          </p:nvSpPr>
          <p:spPr>
            <a:xfrm>
              <a:off x="5181932" y="3511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3" name="pt30173"/>
            <p:cNvSpPr/>
            <p:nvPr/>
          </p:nvSpPr>
          <p:spPr>
            <a:xfrm>
              <a:off x="5139797" y="38737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4" name="pt30174"/>
            <p:cNvSpPr/>
            <p:nvPr/>
          </p:nvSpPr>
          <p:spPr>
            <a:xfrm>
              <a:off x="4953311" y="34927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5" name="pt30175"/>
            <p:cNvSpPr/>
            <p:nvPr/>
          </p:nvSpPr>
          <p:spPr>
            <a:xfrm>
              <a:off x="5204379" y="35057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6" name="pt30176"/>
            <p:cNvSpPr/>
            <p:nvPr/>
          </p:nvSpPr>
          <p:spPr>
            <a:xfrm>
              <a:off x="5136592" y="36455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7" name="pt30177"/>
            <p:cNvSpPr/>
            <p:nvPr/>
          </p:nvSpPr>
          <p:spPr>
            <a:xfrm>
              <a:off x="5165534" y="3523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8" name="pt30178"/>
            <p:cNvSpPr/>
            <p:nvPr/>
          </p:nvSpPr>
          <p:spPr>
            <a:xfrm>
              <a:off x="5158104" y="34217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79" name="pt30179"/>
            <p:cNvSpPr/>
            <p:nvPr/>
          </p:nvSpPr>
          <p:spPr>
            <a:xfrm>
              <a:off x="5200698" y="3405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0" name="pt30180"/>
            <p:cNvSpPr/>
            <p:nvPr/>
          </p:nvSpPr>
          <p:spPr>
            <a:xfrm>
              <a:off x="5207671" y="34704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1" name="pt30181"/>
            <p:cNvSpPr/>
            <p:nvPr/>
          </p:nvSpPr>
          <p:spPr>
            <a:xfrm>
              <a:off x="5155651" y="3610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2" name="pt30182"/>
            <p:cNvSpPr/>
            <p:nvPr/>
          </p:nvSpPr>
          <p:spPr>
            <a:xfrm>
              <a:off x="5163764" y="3579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3" name="pt30183"/>
            <p:cNvSpPr/>
            <p:nvPr/>
          </p:nvSpPr>
          <p:spPr>
            <a:xfrm>
              <a:off x="5146936" y="37206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4" name="pt30184"/>
            <p:cNvSpPr/>
            <p:nvPr/>
          </p:nvSpPr>
          <p:spPr>
            <a:xfrm>
              <a:off x="5158302" y="3492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5" name="pt30185"/>
            <p:cNvSpPr/>
            <p:nvPr/>
          </p:nvSpPr>
          <p:spPr>
            <a:xfrm>
              <a:off x="5167270" y="35894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6" name="pt30186"/>
            <p:cNvSpPr/>
            <p:nvPr/>
          </p:nvSpPr>
          <p:spPr>
            <a:xfrm>
              <a:off x="5129229" y="3700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7" name="pt30187"/>
            <p:cNvSpPr/>
            <p:nvPr/>
          </p:nvSpPr>
          <p:spPr>
            <a:xfrm>
              <a:off x="5130981" y="3593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8" name="pt30188"/>
            <p:cNvSpPr/>
            <p:nvPr/>
          </p:nvSpPr>
          <p:spPr>
            <a:xfrm>
              <a:off x="5119115" y="36705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89" name="pt30189"/>
            <p:cNvSpPr/>
            <p:nvPr/>
          </p:nvSpPr>
          <p:spPr>
            <a:xfrm>
              <a:off x="5150706" y="3547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0" name="pt30190"/>
            <p:cNvSpPr/>
            <p:nvPr/>
          </p:nvSpPr>
          <p:spPr>
            <a:xfrm>
              <a:off x="5132268" y="3623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1" name="pt30191"/>
            <p:cNvSpPr/>
            <p:nvPr/>
          </p:nvSpPr>
          <p:spPr>
            <a:xfrm>
              <a:off x="5151803" y="35513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2" name="pt30192"/>
            <p:cNvSpPr/>
            <p:nvPr/>
          </p:nvSpPr>
          <p:spPr>
            <a:xfrm>
              <a:off x="5197287" y="34095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3" name="pt30193"/>
            <p:cNvSpPr/>
            <p:nvPr/>
          </p:nvSpPr>
          <p:spPr>
            <a:xfrm>
              <a:off x="5123200" y="3603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4" name="pt30194"/>
            <p:cNvSpPr/>
            <p:nvPr/>
          </p:nvSpPr>
          <p:spPr>
            <a:xfrm>
              <a:off x="5146013" y="3601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5" name="pt30195"/>
            <p:cNvSpPr/>
            <p:nvPr/>
          </p:nvSpPr>
          <p:spPr>
            <a:xfrm>
              <a:off x="5177636" y="3407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6" name="pt30196"/>
            <p:cNvSpPr/>
            <p:nvPr/>
          </p:nvSpPr>
          <p:spPr>
            <a:xfrm>
              <a:off x="5167459" y="3614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7" name="pt30197"/>
            <p:cNvSpPr/>
            <p:nvPr/>
          </p:nvSpPr>
          <p:spPr>
            <a:xfrm>
              <a:off x="5157007" y="32001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198" name="pt30198"/>
            <p:cNvSpPr/>
            <p:nvPr/>
          </p:nvSpPr>
          <p:spPr>
            <a:xfrm>
              <a:off x="5318907" y="309591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99" name="pt30199"/>
            <p:cNvSpPr/>
            <p:nvPr/>
          </p:nvSpPr>
          <p:spPr>
            <a:xfrm>
              <a:off x="5141503" y="3657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0" name="pt30200"/>
            <p:cNvSpPr/>
            <p:nvPr/>
          </p:nvSpPr>
          <p:spPr>
            <a:xfrm>
              <a:off x="5152584" y="3569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1" name="pt30201"/>
            <p:cNvSpPr/>
            <p:nvPr/>
          </p:nvSpPr>
          <p:spPr>
            <a:xfrm>
              <a:off x="5162460" y="35966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2" name="pt30202"/>
            <p:cNvSpPr/>
            <p:nvPr/>
          </p:nvSpPr>
          <p:spPr>
            <a:xfrm>
              <a:off x="5177347" y="34245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3" name="pt30203"/>
            <p:cNvSpPr/>
            <p:nvPr/>
          </p:nvSpPr>
          <p:spPr>
            <a:xfrm>
              <a:off x="5219258" y="33657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4" name="pt30204"/>
            <p:cNvSpPr/>
            <p:nvPr/>
          </p:nvSpPr>
          <p:spPr>
            <a:xfrm>
              <a:off x="5230595" y="345180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05" name="pt30205"/>
            <p:cNvSpPr/>
            <p:nvPr/>
          </p:nvSpPr>
          <p:spPr>
            <a:xfrm>
              <a:off x="5147588" y="3640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6" name="pt30206"/>
            <p:cNvSpPr/>
            <p:nvPr/>
          </p:nvSpPr>
          <p:spPr>
            <a:xfrm>
              <a:off x="5143717" y="3500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7" name="pt30207"/>
            <p:cNvSpPr/>
            <p:nvPr/>
          </p:nvSpPr>
          <p:spPr>
            <a:xfrm>
              <a:off x="5162654" y="3461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8" name="pt30208"/>
            <p:cNvSpPr/>
            <p:nvPr/>
          </p:nvSpPr>
          <p:spPr>
            <a:xfrm>
              <a:off x="5142861" y="36145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09" name="pt30209"/>
            <p:cNvSpPr/>
            <p:nvPr/>
          </p:nvSpPr>
          <p:spPr>
            <a:xfrm>
              <a:off x="5141039" y="3848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0" name="pt30210"/>
            <p:cNvSpPr/>
            <p:nvPr/>
          </p:nvSpPr>
          <p:spPr>
            <a:xfrm>
              <a:off x="5093037" y="4031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1" name="pt30211"/>
            <p:cNvSpPr/>
            <p:nvPr/>
          </p:nvSpPr>
          <p:spPr>
            <a:xfrm>
              <a:off x="5164428" y="3546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2" name="pt30212"/>
            <p:cNvSpPr/>
            <p:nvPr/>
          </p:nvSpPr>
          <p:spPr>
            <a:xfrm>
              <a:off x="5155743" y="36522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3" name="pt30213"/>
            <p:cNvSpPr/>
            <p:nvPr/>
          </p:nvSpPr>
          <p:spPr>
            <a:xfrm>
              <a:off x="5152872" y="35926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4" name="pt30214"/>
            <p:cNvSpPr/>
            <p:nvPr/>
          </p:nvSpPr>
          <p:spPr>
            <a:xfrm>
              <a:off x="5162801" y="35388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5" name="pt30215"/>
            <p:cNvSpPr/>
            <p:nvPr/>
          </p:nvSpPr>
          <p:spPr>
            <a:xfrm>
              <a:off x="5109775" y="3850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6" name="pt30216"/>
            <p:cNvSpPr/>
            <p:nvPr/>
          </p:nvSpPr>
          <p:spPr>
            <a:xfrm>
              <a:off x="5160913" y="34860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7" name="pt30217"/>
            <p:cNvSpPr/>
            <p:nvPr/>
          </p:nvSpPr>
          <p:spPr>
            <a:xfrm>
              <a:off x="5158785" y="3592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8" name="pt30218"/>
            <p:cNvSpPr/>
            <p:nvPr/>
          </p:nvSpPr>
          <p:spPr>
            <a:xfrm>
              <a:off x="5155959" y="36021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19" name="pt30219"/>
            <p:cNvSpPr/>
            <p:nvPr/>
          </p:nvSpPr>
          <p:spPr>
            <a:xfrm>
              <a:off x="5144616" y="3710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0" name="pt30220"/>
            <p:cNvSpPr/>
            <p:nvPr/>
          </p:nvSpPr>
          <p:spPr>
            <a:xfrm>
              <a:off x="5108769" y="4023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1" name="pt30221"/>
            <p:cNvSpPr/>
            <p:nvPr/>
          </p:nvSpPr>
          <p:spPr>
            <a:xfrm>
              <a:off x="5140899" y="38463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2" name="pt30222"/>
            <p:cNvSpPr/>
            <p:nvPr/>
          </p:nvSpPr>
          <p:spPr>
            <a:xfrm>
              <a:off x="5102336" y="37984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3" name="pt30223"/>
            <p:cNvSpPr/>
            <p:nvPr/>
          </p:nvSpPr>
          <p:spPr>
            <a:xfrm>
              <a:off x="5155508" y="36375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4" name="pt30224"/>
            <p:cNvSpPr/>
            <p:nvPr/>
          </p:nvSpPr>
          <p:spPr>
            <a:xfrm>
              <a:off x="5128882" y="38811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5" name="pt30225"/>
            <p:cNvSpPr/>
            <p:nvPr/>
          </p:nvSpPr>
          <p:spPr>
            <a:xfrm>
              <a:off x="5190561" y="3480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6" name="pt30226"/>
            <p:cNvSpPr/>
            <p:nvPr/>
          </p:nvSpPr>
          <p:spPr>
            <a:xfrm>
              <a:off x="5153917" y="3472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7" name="pt30227"/>
            <p:cNvSpPr/>
            <p:nvPr/>
          </p:nvSpPr>
          <p:spPr>
            <a:xfrm>
              <a:off x="5147622" y="3528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8" name="pt30228"/>
            <p:cNvSpPr/>
            <p:nvPr/>
          </p:nvSpPr>
          <p:spPr>
            <a:xfrm>
              <a:off x="5166085" y="3548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29" name="pt30229"/>
            <p:cNvSpPr/>
            <p:nvPr/>
          </p:nvSpPr>
          <p:spPr>
            <a:xfrm>
              <a:off x="5122668" y="3666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0" name="pt30230"/>
            <p:cNvSpPr/>
            <p:nvPr/>
          </p:nvSpPr>
          <p:spPr>
            <a:xfrm>
              <a:off x="5129442" y="3794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1" name="pt30231"/>
            <p:cNvSpPr/>
            <p:nvPr/>
          </p:nvSpPr>
          <p:spPr>
            <a:xfrm>
              <a:off x="5133976" y="36753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2" name="pt30232"/>
            <p:cNvSpPr/>
            <p:nvPr/>
          </p:nvSpPr>
          <p:spPr>
            <a:xfrm>
              <a:off x="5134990" y="3572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3" name="pt30233"/>
            <p:cNvSpPr/>
            <p:nvPr/>
          </p:nvSpPr>
          <p:spPr>
            <a:xfrm>
              <a:off x="5191123" y="34412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4" name="pt30234"/>
            <p:cNvSpPr/>
            <p:nvPr/>
          </p:nvSpPr>
          <p:spPr>
            <a:xfrm>
              <a:off x="5145497" y="3383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5" name="pt30235"/>
            <p:cNvSpPr/>
            <p:nvPr/>
          </p:nvSpPr>
          <p:spPr>
            <a:xfrm>
              <a:off x="5149270" y="3454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6" name="pt30236"/>
            <p:cNvSpPr/>
            <p:nvPr/>
          </p:nvSpPr>
          <p:spPr>
            <a:xfrm>
              <a:off x="5134227" y="40095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7" name="pt30237"/>
            <p:cNvSpPr/>
            <p:nvPr/>
          </p:nvSpPr>
          <p:spPr>
            <a:xfrm>
              <a:off x="5141348" y="3549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8" name="pt30238"/>
            <p:cNvSpPr/>
            <p:nvPr/>
          </p:nvSpPr>
          <p:spPr>
            <a:xfrm>
              <a:off x="5147201" y="37669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39" name="pt30239"/>
            <p:cNvSpPr/>
            <p:nvPr/>
          </p:nvSpPr>
          <p:spPr>
            <a:xfrm>
              <a:off x="5101949" y="4066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0" name="pt30240"/>
            <p:cNvSpPr/>
            <p:nvPr/>
          </p:nvSpPr>
          <p:spPr>
            <a:xfrm>
              <a:off x="5161821" y="3422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1" name="pt30241"/>
            <p:cNvSpPr/>
            <p:nvPr/>
          </p:nvSpPr>
          <p:spPr>
            <a:xfrm>
              <a:off x="5146621" y="3729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2" name="pt30242"/>
            <p:cNvSpPr/>
            <p:nvPr/>
          </p:nvSpPr>
          <p:spPr>
            <a:xfrm>
              <a:off x="4086465" y="407932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43" name="pt30243"/>
            <p:cNvSpPr/>
            <p:nvPr/>
          </p:nvSpPr>
          <p:spPr>
            <a:xfrm>
              <a:off x="5170758" y="35775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4" name="pt30244"/>
            <p:cNvSpPr/>
            <p:nvPr/>
          </p:nvSpPr>
          <p:spPr>
            <a:xfrm>
              <a:off x="5166428" y="3691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5" name="pt30245"/>
            <p:cNvSpPr/>
            <p:nvPr/>
          </p:nvSpPr>
          <p:spPr>
            <a:xfrm>
              <a:off x="5127145" y="35305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6" name="pt30246"/>
            <p:cNvSpPr/>
            <p:nvPr/>
          </p:nvSpPr>
          <p:spPr>
            <a:xfrm>
              <a:off x="5110619" y="35431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7" name="pt30247"/>
            <p:cNvSpPr/>
            <p:nvPr/>
          </p:nvSpPr>
          <p:spPr>
            <a:xfrm>
              <a:off x="5162530" y="3549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8" name="pt30248"/>
            <p:cNvSpPr/>
            <p:nvPr/>
          </p:nvSpPr>
          <p:spPr>
            <a:xfrm>
              <a:off x="5143540" y="36634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49" name="pt30249"/>
            <p:cNvSpPr/>
            <p:nvPr/>
          </p:nvSpPr>
          <p:spPr>
            <a:xfrm>
              <a:off x="5137661" y="3556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0" name="pt30250"/>
            <p:cNvSpPr/>
            <p:nvPr/>
          </p:nvSpPr>
          <p:spPr>
            <a:xfrm>
              <a:off x="5154585" y="36001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1" name="pt30251"/>
            <p:cNvSpPr/>
            <p:nvPr/>
          </p:nvSpPr>
          <p:spPr>
            <a:xfrm>
              <a:off x="5154928" y="35441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2" name="pt30252"/>
            <p:cNvSpPr/>
            <p:nvPr/>
          </p:nvSpPr>
          <p:spPr>
            <a:xfrm>
              <a:off x="5078773" y="3685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3" name="pt30253"/>
            <p:cNvSpPr/>
            <p:nvPr/>
          </p:nvSpPr>
          <p:spPr>
            <a:xfrm>
              <a:off x="5138077" y="3635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4" name="pt30254"/>
            <p:cNvSpPr/>
            <p:nvPr/>
          </p:nvSpPr>
          <p:spPr>
            <a:xfrm>
              <a:off x="5020141" y="3949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5" name="pt30255"/>
            <p:cNvSpPr/>
            <p:nvPr/>
          </p:nvSpPr>
          <p:spPr>
            <a:xfrm>
              <a:off x="5078060" y="42700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6" name="pt30256"/>
            <p:cNvSpPr/>
            <p:nvPr/>
          </p:nvSpPr>
          <p:spPr>
            <a:xfrm>
              <a:off x="5186421" y="3359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7" name="pt30257"/>
            <p:cNvSpPr/>
            <p:nvPr/>
          </p:nvSpPr>
          <p:spPr>
            <a:xfrm>
              <a:off x="5151292" y="3631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8" name="pt30258"/>
            <p:cNvSpPr/>
            <p:nvPr/>
          </p:nvSpPr>
          <p:spPr>
            <a:xfrm>
              <a:off x="5176630" y="3582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59" name="pt30259"/>
            <p:cNvSpPr/>
            <p:nvPr/>
          </p:nvSpPr>
          <p:spPr>
            <a:xfrm>
              <a:off x="5146540" y="39751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0" name="pt30260"/>
            <p:cNvSpPr/>
            <p:nvPr/>
          </p:nvSpPr>
          <p:spPr>
            <a:xfrm>
              <a:off x="5190680" y="33849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1" name="pt30261"/>
            <p:cNvSpPr/>
            <p:nvPr/>
          </p:nvSpPr>
          <p:spPr>
            <a:xfrm>
              <a:off x="5166634" y="34578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2" name="pt30262"/>
            <p:cNvSpPr/>
            <p:nvPr/>
          </p:nvSpPr>
          <p:spPr>
            <a:xfrm>
              <a:off x="5173334" y="3572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3" name="pt30263"/>
            <p:cNvSpPr/>
            <p:nvPr/>
          </p:nvSpPr>
          <p:spPr>
            <a:xfrm>
              <a:off x="5160956" y="35360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4" name="pt30264"/>
            <p:cNvSpPr/>
            <p:nvPr/>
          </p:nvSpPr>
          <p:spPr>
            <a:xfrm>
              <a:off x="5169295" y="35269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5" name="pt30265"/>
            <p:cNvSpPr/>
            <p:nvPr/>
          </p:nvSpPr>
          <p:spPr>
            <a:xfrm>
              <a:off x="5155902" y="3521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6" name="pt30266"/>
            <p:cNvSpPr/>
            <p:nvPr/>
          </p:nvSpPr>
          <p:spPr>
            <a:xfrm>
              <a:off x="5104849" y="3618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7" name="pt30267"/>
            <p:cNvSpPr/>
            <p:nvPr/>
          </p:nvSpPr>
          <p:spPr>
            <a:xfrm>
              <a:off x="5158679" y="3554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8" name="pt30268"/>
            <p:cNvSpPr/>
            <p:nvPr/>
          </p:nvSpPr>
          <p:spPr>
            <a:xfrm>
              <a:off x="5148779" y="35195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69" name="pt30269"/>
            <p:cNvSpPr/>
            <p:nvPr/>
          </p:nvSpPr>
          <p:spPr>
            <a:xfrm>
              <a:off x="5154866" y="34109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0" name="pt30270"/>
            <p:cNvSpPr/>
            <p:nvPr/>
          </p:nvSpPr>
          <p:spPr>
            <a:xfrm>
              <a:off x="5150470" y="3646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1" name="pt30271"/>
            <p:cNvSpPr/>
            <p:nvPr/>
          </p:nvSpPr>
          <p:spPr>
            <a:xfrm>
              <a:off x="5164859" y="3518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2" name="pt30272"/>
            <p:cNvSpPr/>
            <p:nvPr/>
          </p:nvSpPr>
          <p:spPr>
            <a:xfrm>
              <a:off x="5179913" y="3366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3" name="pt30273"/>
            <p:cNvSpPr/>
            <p:nvPr/>
          </p:nvSpPr>
          <p:spPr>
            <a:xfrm>
              <a:off x="5173377" y="35249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4" name="pt30274"/>
            <p:cNvSpPr/>
            <p:nvPr/>
          </p:nvSpPr>
          <p:spPr>
            <a:xfrm>
              <a:off x="5143419" y="36919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5" name="pt30275"/>
            <p:cNvSpPr/>
            <p:nvPr/>
          </p:nvSpPr>
          <p:spPr>
            <a:xfrm>
              <a:off x="5157023" y="36196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6" name="pt30276"/>
            <p:cNvSpPr/>
            <p:nvPr/>
          </p:nvSpPr>
          <p:spPr>
            <a:xfrm>
              <a:off x="5154126" y="34248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7" name="pt30277"/>
            <p:cNvSpPr/>
            <p:nvPr/>
          </p:nvSpPr>
          <p:spPr>
            <a:xfrm>
              <a:off x="5129181" y="34884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8" name="pt30278"/>
            <p:cNvSpPr/>
            <p:nvPr/>
          </p:nvSpPr>
          <p:spPr>
            <a:xfrm>
              <a:off x="5155763" y="3572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79" name="pt30279"/>
            <p:cNvSpPr/>
            <p:nvPr/>
          </p:nvSpPr>
          <p:spPr>
            <a:xfrm>
              <a:off x="5178153" y="34689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0" name="pt30280"/>
            <p:cNvSpPr/>
            <p:nvPr/>
          </p:nvSpPr>
          <p:spPr>
            <a:xfrm>
              <a:off x="5137241" y="36101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1" name="pt30281"/>
            <p:cNvSpPr/>
            <p:nvPr/>
          </p:nvSpPr>
          <p:spPr>
            <a:xfrm>
              <a:off x="5164484" y="3551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2" name="pt30282"/>
            <p:cNvSpPr/>
            <p:nvPr/>
          </p:nvSpPr>
          <p:spPr>
            <a:xfrm>
              <a:off x="5160857" y="3704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3" name="pt30283"/>
            <p:cNvSpPr/>
            <p:nvPr/>
          </p:nvSpPr>
          <p:spPr>
            <a:xfrm>
              <a:off x="5200658" y="3587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4" name="pt30284"/>
            <p:cNvSpPr/>
            <p:nvPr/>
          </p:nvSpPr>
          <p:spPr>
            <a:xfrm>
              <a:off x="5168173" y="3665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5" name="pt30285"/>
            <p:cNvSpPr/>
            <p:nvPr/>
          </p:nvSpPr>
          <p:spPr>
            <a:xfrm>
              <a:off x="5156822" y="35388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6" name="pt30286"/>
            <p:cNvSpPr/>
            <p:nvPr/>
          </p:nvSpPr>
          <p:spPr>
            <a:xfrm>
              <a:off x="5185069" y="34217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7" name="pt30287"/>
            <p:cNvSpPr/>
            <p:nvPr/>
          </p:nvSpPr>
          <p:spPr>
            <a:xfrm>
              <a:off x="5148246" y="36151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8" name="pt30288"/>
            <p:cNvSpPr/>
            <p:nvPr/>
          </p:nvSpPr>
          <p:spPr>
            <a:xfrm>
              <a:off x="5137793" y="35014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89" name="pt30289"/>
            <p:cNvSpPr/>
            <p:nvPr/>
          </p:nvSpPr>
          <p:spPr>
            <a:xfrm>
              <a:off x="5154523" y="35490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0" name="pt30290"/>
            <p:cNvSpPr/>
            <p:nvPr/>
          </p:nvSpPr>
          <p:spPr>
            <a:xfrm>
              <a:off x="5130170" y="3491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1" name="pt30291"/>
            <p:cNvSpPr/>
            <p:nvPr/>
          </p:nvSpPr>
          <p:spPr>
            <a:xfrm>
              <a:off x="5153036" y="34969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2" name="pt30292"/>
            <p:cNvSpPr/>
            <p:nvPr/>
          </p:nvSpPr>
          <p:spPr>
            <a:xfrm>
              <a:off x="5153263" y="35334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3" name="pt30293"/>
            <p:cNvSpPr/>
            <p:nvPr/>
          </p:nvSpPr>
          <p:spPr>
            <a:xfrm>
              <a:off x="5144316" y="35927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4" name="pt30294"/>
            <p:cNvSpPr/>
            <p:nvPr/>
          </p:nvSpPr>
          <p:spPr>
            <a:xfrm>
              <a:off x="5162018" y="3487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5" name="pt30295"/>
            <p:cNvSpPr/>
            <p:nvPr/>
          </p:nvSpPr>
          <p:spPr>
            <a:xfrm>
              <a:off x="5156032" y="3572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6" name="pt30296"/>
            <p:cNvSpPr/>
            <p:nvPr/>
          </p:nvSpPr>
          <p:spPr>
            <a:xfrm>
              <a:off x="5177627" y="35340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7" name="pt30297"/>
            <p:cNvSpPr/>
            <p:nvPr/>
          </p:nvSpPr>
          <p:spPr>
            <a:xfrm>
              <a:off x="5145628" y="3509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8" name="pt30298"/>
            <p:cNvSpPr/>
            <p:nvPr/>
          </p:nvSpPr>
          <p:spPr>
            <a:xfrm>
              <a:off x="5139555" y="3579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299" name="pt30299"/>
            <p:cNvSpPr/>
            <p:nvPr/>
          </p:nvSpPr>
          <p:spPr>
            <a:xfrm>
              <a:off x="5165775" y="3603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0" name="pt30300"/>
            <p:cNvSpPr/>
            <p:nvPr/>
          </p:nvSpPr>
          <p:spPr>
            <a:xfrm>
              <a:off x="5112814" y="3428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1" name="pt30301"/>
            <p:cNvSpPr/>
            <p:nvPr/>
          </p:nvSpPr>
          <p:spPr>
            <a:xfrm>
              <a:off x="5126889" y="3605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2" name="pt30302"/>
            <p:cNvSpPr/>
            <p:nvPr/>
          </p:nvSpPr>
          <p:spPr>
            <a:xfrm>
              <a:off x="5153138" y="3628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3" name="pt30303"/>
            <p:cNvSpPr/>
            <p:nvPr/>
          </p:nvSpPr>
          <p:spPr>
            <a:xfrm>
              <a:off x="5055573" y="3360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4" name="pt30304"/>
            <p:cNvSpPr/>
            <p:nvPr/>
          </p:nvSpPr>
          <p:spPr>
            <a:xfrm>
              <a:off x="5081953" y="36916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5" name="pt30305"/>
            <p:cNvSpPr/>
            <p:nvPr/>
          </p:nvSpPr>
          <p:spPr>
            <a:xfrm>
              <a:off x="5189999" y="34045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6" name="pt30306"/>
            <p:cNvSpPr/>
            <p:nvPr/>
          </p:nvSpPr>
          <p:spPr>
            <a:xfrm>
              <a:off x="5177507" y="34567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7" name="pt30307"/>
            <p:cNvSpPr/>
            <p:nvPr/>
          </p:nvSpPr>
          <p:spPr>
            <a:xfrm>
              <a:off x="5162323" y="3290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8" name="pt30308"/>
            <p:cNvSpPr/>
            <p:nvPr/>
          </p:nvSpPr>
          <p:spPr>
            <a:xfrm>
              <a:off x="5192618" y="3508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09" name="pt30309"/>
            <p:cNvSpPr/>
            <p:nvPr/>
          </p:nvSpPr>
          <p:spPr>
            <a:xfrm>
              <a:off x="5138683" y="35986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0" name="pt30310"/>
            <p:cNvSpPr/>
            <p:nvPr/>
          </p:nvSpPr>
          <p:spPr>
            <a:xfrm>
              <a:off x="5169150" y="35142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1" name="pt30311"/>
            <p:cNvSpPr/>
            <p:nvPr/>
          </p:nvSpPr>
          <p:spPr>
            <a:xfrm>
              <a:off x="5133928" y="3615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2" name="pt30312"/>
            <p:cNvSpPr/>
            <p:nvPr/>
          </p:nvSpPr>
          <p:spPr>
            <a:xfrm>
              <a:off x="5149508" y="3487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3" name="pt30313"/>
            <p:cNvSpPr/>
            <p:nvPr/>
          </p:nvSpPr>
          <p:spPr>
            <a:xfrm>
              <a:off x="5073742" y="37762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4" name="pt30314"/>
            <p:cNvSpPr/>
            <p:nvPr/>
          </p:nvSpPr>
          <p:spPr>
            <a:xfrm>
              <a:off x="5168809" y="3557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5" name="pt30315"/>
            <p:cNvSpPr/>
            <p:nvPr/>
          </p:nvSpPr>
          <p:spPr>
            <a:xfrm>
              <a:off x="5152854" y="3626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6" name="pt30316"/>
            <p:cNvSpPr/>
            <p:nvPr/>
          </p:nvSpPr>
          <p:spPr>
            <a:xfrm>
              <a:off x="5198353" y="33033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7" name="pt30317"/>
            <p:cNvSpPr/>
            <p:nvPr/>
          </p:nvSpPr>
          <p:spPr>
            <a:xfrm>
              <a:off x="5208018" y="3539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8" name="pt30318"/>
            <p:cNvSpPr/>
            <p:nvPr/>
          </p:nvSpPr>
          <p:spPr>
            <a:xfrm>
              <a:off x="5153847" y="38486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19" name="pt30319"/>
            <p:cNvSpPr/>
            <p:nvPr/>
          </p:nvSpPr>
          <p:spPr>
            <a:xfrm>
              <a:off x="5126375" y="38071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0" name="pt30320"/>
            <p:cNvSpPr/>
            <p:nvPr/>
          </p:nvSpPr>
          <p:spPr>
            <a:xfrm>
              <a:off x="5163014" y="31243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1" name="pt30321"/>
            <p:cNvSpPr/>
            <p:nvPr/>
          </p:nvSpPr>
          <p:spPr>
            <a:xfrm>
              <a:off x="5144129" y="37037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2" name="pt30322"/>
            <p:cNvSpPr/>
            <p:nvPr/>
          </p:nvSpPr>
          <p:spPr>
            <a:xfrm>
              <a:off x="5150750" y="36769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3" name="pt30323"/>
            <p:cNvSpPr/>
            <p:nvPr/>
          </p:nvSpPr>
          <p:spPr>
            <a:xfrm>
              <a:off x="5157396" y="3625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4" name="pt30324"/>
            <p:cNvSpPr/>
            <p:nvPr/>
          </p:nvSpPr>
          <p:spPr>
            <a:xfrm>
              <a:off x="5173900" y="35673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5" name="pt30325"/>
            <p:cNvSpPr/>
            <p:nvPr/>
          </p:nvSpPr>
          <p:spPr>
            <a:xfrm>
              <a:off x="5235557" y="3450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6" name="pt30326"/>
            <p:cNvSpPr/>
            <p:nvPr/>
          </p:nvSpPr>
          <p:spPr>
            <a:xfrm>
              <a:off x="5221410" y="3531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7" name="pt30327"/>
            <p:cNvSpPr/>
            <p:nvPr/>
          </p:nvSpPr>
          <p:spPr>
            <a:xfrm>
              <a:off x="5153914" y="35112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8" name="pt30328"/>
            <p:cNvSpPr/>
            <p:nvPr/>
          </p:nvSpPr>
          <p:spPr>
            <a:xfrm>
              <a:off x="5114133" y="3774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29" name="pt30329"/>
            <p:cNvSpPr/>
            <p:nvPr/>
          </p:nvSpPr>
          <p:spPr>
            <a:xfrm>
              <a:off x="5127771" y="3775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0" name="pt30330"/>
            <p:cNvSpPr/>
            <p:nvPr/>
          </p:nvSpPr>
          <p:spPr>
            <a:xfrm>
              <a:off x="5143159" y="3666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1" name="pt30331"/>
            <p:cNvSpPr/>
            <p:nvPr/>
          </p:nvSpPr>
          <p:spPr>
            <a:xfrm>
              <a:off x="5156590" y="33281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2" name="pt30332"/>
            <p:cNvSpPr/>
            <p:nvPr/>
          </p:nvSpPr>
          <p:spPr>
            <a:xfrm>
              <a:off x="5129182" y="35884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3" name="pt30333"/>
            <p:cNvSpPr/>
            <p:nvPr/>
          </p:nvSpPr>
          <p:spPr>
            <a:xfrm>
              <a:off x="5141975" y="3563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4" name="pt30334"/>
            <p:cNvSpPr/>
            <p:nvPr/>
          </p:nvSpPr>
          <p:spPr>
            <a:xfrm>
              <a:off x="5141167" y="35309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5" name="pt30335"/>
            <p:cNvSpPr/>
            <p:nvPr/>
          </p:nvSpPr>
          <p:spPr>
            <a:xfrm>
              <a:off x="5156168" y="3700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6" name="pt30336"/>
            <p:cNvSpPr/>
            <p:nvPr/>
          </p:nvSpPr>
          <p:spPr>
            <a:xfrm>
              <a:off x="5166423" y="3536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7" name="pt30337"/>
            <p:cNvSpPr/>
            <p:nvPr/>
          </p:nvSpPr>
          <p:spPr>
            <a:xfrm>
              <a:off x="5118846" y="3626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8" name="pt30338"/>
            <p:cNvSpPr/>
            <p:nvPr/>
          </p:nvSpPr>
          <p:spPr>
            <a:xfrm>
              <a:off x="5151386" y="35262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39" name="pt30339"/>
            <p:cNvSpPr/>
            <p:nvPr/>
          </p:nvSpPr>
          <p:spPr>
            <a:xfrm>
              <a:off x="5185966" y="34448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0" name="pt30340"/>
            <p:cNvSpPr/>
            <p:nvPr/>
          </p:nvSpPr>
          <p:spPr>
            <a:xfrm>
              <a:off x="5151278" y="3745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1" name="pt30341"/>
            <p:cNvSpPr/>
            <p:nvPr/>
          </p:nvSpPr>
          <p:spPr>
            <a:xfrm>
              <a:off x="5149352" y="36459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2" name="pt30342"/>
            <p:cNvSpPr/>
            <p:nvPr/>
          </p:nvSpPr>
          <p:spPr>
            <a:xfrm>
              <a:off x="5157917" y="38097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3" name="pt30343"/>
            <p:cNvSpPr/>
            <p:nvPr/>
          </p:nvSpPr>
          <p:spPr>
            <a:xfrm>
              <a:off x="5119339" y="36893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4" name="pt30344"/>
            <p:cNvSpPr/>
            <p:nvPr/>
          </p:nvSpPr>
          <p:spPr>
            <a:xfrm>
              <a:off x="5131584" y="3873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5" name="pt30345"/>
            <p:cNvSpPr/>
            <p:nvPr/>
          </p:nvSpPr>
          <p:spPr>
            <a:xfrm>
              <a:off x="5147884" y="3600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6" name="pt30346"/>
            <p:cNvSpPr/>
            <p:nvPr/>
          </p:nvSpPr>
          <p:spPr>
            <a:xfrm>
              <a:off x="5134468" y="3558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7" name="pt30347"/>
            <p:cNvSpPr/>
            <p:nvPr/>
          </p:nvSpPr>
          <p:spPr>
            <a:xfrm>
              <a:off x="5129364" y="3594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8" name="pt30348"/>
            <p:cNvSpPr/>
            <p:nvPr/>
          </p:nvSpPr>
          <p:spPr>
            <a:xfrm>
              <a:off x="5136130" y="37412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49" name="pt30349"/>
            <p:cNvSpPr/>
            <p:nvPr/>
          </p:nvSpPr>
          <p:spPr>
            <a:xfrm>
              <a:off x="5143539" y="3515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0" name="pt30350"/>
            <p:cNvSpPr/>
            <p:nvPr/>
          </p:nvSpPr>
          <p:spPr>
            <a:xfrm>
              <a:off x="5141506" y="34792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1" name="pt30351"/>
            <p:cNvSpPr/>
            <p:nvPr/>
          </p:nvSpPr>
          <p:spPr>
            <a:xfrm>
              <a:off x="5135773" y="38809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2" name="pt30352"/>
            <p:cNvSpPr/>
            <p:nvPr/>
          </p:nvSpPr>
          <p:spPr>
            <a:xfrm>
              <a:off x="5135489" y="3620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3" name="pt30353"/>
            <p:cNvSpPr/>
            <p:nvPr/>
          </p:nvSpPr>
          <p:spPr>
            <a:xfrm>
              <a:off x="5148939" y="3361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4" name="pt30354"/>
            <p:cNvSpPr/>
            <p:nvPr/>
          </p:nvSpPr>
          <p:spPr>
            <a:xfrm>
              <a:off x="5112552" y="4141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5" name="pt30355"/>
            <p:cNvSpPr/>
            <p:nvPr/>
          </p:nvSpPr>
          <p:spPr>
            <a:xfrm>
              <a:off x="5170616" y="3559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6" name="pt30356"/>
            <p:cNvSpPr/>
            <p:nvPr/>
          </p:nvSpPr>
          <p:spPr>
            <a:xfrm>
              <a:off x="5126854" y="3581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7" name="pt30357"/>
            <p:cNvSpPr/>
            <p:nvPr/>
          </p:nvSpPr>
          <p:spPr>
            <a:xfrm>
              <a:off x="5122969" y="3594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8" name="pt30358"/>
            <p:cNvSpPr/>
            <p:nvPr/>
          </p:nvSpPr>
          <p:spPr>
            <a:xfrm>
              <a:off x="5142035" y="3832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59" name="pt30359"/>
            <p:cNvSpPr/>
            <p:nvPr/>
          </p:nvSpPr>
          <p:spPr>
            <a:xfrm>
              <a:off x="5151770" y="32771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0" name="pt30360"/>
            <p:cNvSpPr/>
            <p:nvPr/>
          </p:nvSpPr>
          <p:spPr>
            <a:xfrm>
              <a:off x="5178043" y="3589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1" name="pt30361"/>
            <p:cNvSpPr/>
            <p:nvPr/>
          </p:nvSpPr>
          <p:spPr>
            <a:xfrm>
              <a:off x="5134865" y="35710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2" name="pt30362"/>
            <p:cNvSpPr/>
            <p:nvPr/>
          </p:nvSpPr>
          <p:spPr>
            <a:xfrm>
              <a:off x="5280193" y="333960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63" name="pt30363"/>
            <p:cNvSpPr/>
            <p:nvPr/>
          </p:nvSpPr>
          <p:spPr>
            <a:xfrm>
              <a:off x="5156410" y="3489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4" name="pt30364"/>
            <p:cNvSpPr/>
            <p:nvPr/>
          </p:nvSpPr>
          <p:spPr>
            <a:xfrm>
              <a:off x="5156645" y="35991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5" name="pt30365"/>
            <p:cNvSpPr/>
            <p:nvPr/>
          </p:nvSpPr>
          <p:spPr>
            <a:xfrm>
              <a:off x="5132123" y="3610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6" name="pt30366"/>
            <p:cNvSpPr/>
            <p:nvPr/>
          </p:nvSpPr>
          <p:spPr>
            <a:xfrm>
              <a:off x="5208215" y="3290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7" name="pt30367"/>
            <p:cNvSpPr/>
            <p:nvPr/>
          </p:nvSpPr>
          <p:spPr>
            <a:xfrm>
              <a:off x="5129729" y="36756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8" name="pt30368"/>
            <p:cNvSpPr/>
            <p:nvPr/>
          </p:nvSpPr>
          <p:spPr>
            <a:xfrm>
              <a:off x="5153901" y="36608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69" name="pt30369"/>
            <p:cNvSpPr/>
            <p:nvPr/>
          </p:nvSpPr>
          <p:spPr>
            <a:xfrm>
              <a:off x="5154931" y="36870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0" name="pt30370"/>
            <p:cNvSpPr/>
            <p:nvPr/>
          </p:nvSpPr>
          <p:spPr>
            <a:xfrm>
              <a:off x="4980900" y="37689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1" name="pt30371"/>
            <p:cNvSpPr/>
            <p:nvPr/>
          </p:nvSpPr>
          <p:spPr>
            <a:xfrm>
              <a:off x="5140589" y="3664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2" name="pt30372"/>
            <p:cNvSpPr/>
            <p:nvPr/>
          </p:nvSpPr>
          <p:spPr>
            <a:xfrm>
              <a:off x="5138281" y="3535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3" name="pt30373"/>
            <p:cNvSpPr/>
            <p:nvPr/>
          </p:nvSpPr>
          <p:spPr>
            <a:xfrm>
              <a:off x="5137612" y="38976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4" name="pt30374"/>
            <p:cNvSpPr/>
            <p:nvPr/>
          </p:nvSpPr>
          <p:spPr>
            <a:xfrm>
              <a:off x="5173887" y="35718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5" name="pt30375"/>
            <p:cNvSpPr/>
            <p:nvPr/>
          </p:nvSpPr>
          <p:spPr>
            <a:xfrm>
              <a:off x="5139014" y="3558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6" name="pt30376"/>
            <p:cNvSpPr/>
            <p:nvPr/>
          </p:nvSpPr>
          <p:spPr>
            <a:xfrm>
              <a:off x="5176727" y="3487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7" name="pt30377"/>
            <p:cNvSpPr/>
            <p:nvPr/>
          </p:nvSpPr>
          <p:spPr>
            <a:xfrm>
              <a:off x="5173454" y="34613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8" name="pt30378"/>
            <p:cNvSpPr/>
            <p:nvPr/>
          </p:nvSpPr>
          <p:spPr>
            <a:xfrm>
              <a:off x="5153488" y="3638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79" name="pt30379"/>
            <p:cNvSpPr/>
            <p:nvPr/>
          </p:nvSpPr>
          <p:spPr>
            <a:xfrm>
              <a:off x="5145534" y="3528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0" name="pt30380"/>
            <p:cNvSpPr/>
            <p:nvPr/>
          </p:nvSpPr>
          <p:spPr>
            <a:xfrm>
              <a:off x="5209440" y="34267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1" name="pt30381"/>
            <p:cNvSpPr/>
            <p:nvPr/>
          </p:nvSpPr>
          <p:spPr>
            <a:xfrm>
              <a:off x="5160549" y="36007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2" name="pt30382"/>
            <p:cNvSpPr/>
            <p:nvPr/>
          </p:nvSpPr>
          <p:spPr>
            <a:xfrm>
              <a:off x="5068162" y="39479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3" name="pt30383"/>
            <p:cNvSpPr/>
            <p:nvPr/>
          </p:nvSpPr>
          <p:spPr>
            <a:xfrm>
              <a:off x="5162225" y="3507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4" name="pt30384"/>
            <p:cNvSpPr/>
            <p:nvPr/>
          </p:nvSpPr>
          <p:spPr>
            <a:xfrm>
              <a:off x="5144911" y="40776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5" name="pt30385"/>
            <p:cNvSpPr/>
            <p:nvPr/>
          </p:nvSpPr>
          <p:spPr>
            <a:xfrm>
              <a:off x="5176817" y="3298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6" name="pt30386"/>
            <p:cNvSpPr/>
            <p:nvPr/>
          </p:nvSpPr>
          <p:spPr>
            <a:xfrm>
              <a:off x="5178439" y="33866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7" name="pt30387"/>
            <p:cNvSpPr/>
            <p:nvPr/>
          </p:nvSpPr>
          <p:spPr>
            <a:xfrm>
              <a:off x="5169169" y="3541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8" name="pt30388"/>
            <p:cNvSpPr/>
            <p:nvPr/>
          </p:nvSpPr>
          <p:spPr>
            <a:xfrm>
              <a:off x="5215474" y="3309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89" name="pt30389"/>
            <p:cNvSpPr/>
            <p:nvPr/>
          </p:nvSpPr>
          <p:spPr>
            <a:xfrm>
              <a:off x="5185795" y="3203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0" name="pt30390"/>
            <p:cNvSpPr/>
            <p:nvPr/>
          </p:nvSpPr>
          <p:spPr>
            <a:xfrm>
              <a:off x="4388431" y="3555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1" name="pt30391"/>
            <p:cNvSpPr/>
            <p:nvPr/>
          </p:nvSpPr>
          <p:spPr>
            <a:xfrm>
              <a:off x="5133134" y="3602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2" name="pt30392"/>
            <p:cNvSpPr/>
            <p:nvPr/>
          </p:nvSpPr>
          <p:spPr>
            <a:xfrm>
              <a:off x="5108441" y="3655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3" name="pt30393"/>
            <p:cNvSpPr/>
            <p:nvPr/>
          </p:nvSpPr>
          <p:spPr>
            <a:xfrm>
              <a:off x="5162678" y="35116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4" name="pt30394"/>
            <p:cNvSpPr/>
            <p:nvPr/>
          </p:nvSpPr>
          <p:spPr>
            <a:xfrm>
              <a:off x="5179846" y="35962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5" name="pt30395"/>
            <p:cNvSpPr/>
            <p:nvPr/>
          </p:nvSpPr>
          <p:spPr>
            <a:xfrm>
              <a:off x="5197717" y="3522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6" name="pt30396"/>
            <p:cNvSpPr/>
            <p:nvPr/>
          </p:nvSpPr>
          <p:spPr>
            <a:xfrm>
              <a:off x="5145669" y="3538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7" name="pt30397"/>
            <p:cNvSpPr/>
            <p:nvPr/>
          </p:nvSpPr>
          <p:spPr>
            <a:xfrm>
              <a:off x="5123056" y="41040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8" name="pt30398"/>
            <p:cNvSpPr/>
            <p:nvPr/>
          </p:nvSpPr>
          <p:spPr>
            <a:xfrm>
              <a:off x="5144939" y="36141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399" name="pt30399"/>
            <p:cNvSpPr/>
            <p:nvPr/>
          </p:nvSpPr>
          <p:spPr>
            <a:xfrm>
              <a:off x="5070040" y="35901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0" name="pt30400"/>
            <p:cNvSpPr/>
            <p:nvPr/>
          </p:nvSpPr>
          <p:spPr>
            <a:xfrm>
              <a:off x="5128701" y="35859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1" name="pt30401"/>
            <p:cNvSpPr/>
            <p:nvPr/>
          </p:nvSpPr>
          <p:spPr>
            <a:xfrm>
              <a:off x="5084334" y="39950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2" name="pt30402"/>
            <p:cNvSpPr/>
            <p:nvPr/>
          </p:nvSpPr>
          <p:spPr>
            <a:xfrm>
              <a:off x="5184602" y="34813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3" name="pt30403"/>
            <p:cNvSpPr/>
            <p:nvPr/>
          </p:nvSpPr>
          <p:spPr>
            <a:xfrm>
              <a:off x="5147633" y="3488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4" name="pt30404"/>
            <p:cNvSpPr/>
            <p:nvPr/>
          </p:nvSpPr>
          <p:spPr>
            <a:xfrm>
              <a:off x="5153225" y="35535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5" name="pt30405"/>
            <p:cNvSpPr/>
            <p:nvPr/>
          </p:nvSpPr>
          <p:spPr>
            <a:xfrm>
              <a:off x="5142756" y="36384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6" name="pt30406"/>
            <p:cNvSpPr/>
            <p:nvPr/>
          </p:nvSpPr>
          <p:spPr>
            <a:xfrm>
              <a:off x="5181575" y="3369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7" name="pt30407"/>
            <p:cNvSpPr/>
            <p:nvPr/>
          </p:nvSpPr>
          <p:spPr>
            <a:xfrm>
              <a:off x="5162759" y="34514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8" name="pt30408"/>
            <p:cNvSpPr/>
            <p:nvPr/>
          </p:nvSpPr>
          <p:spPr>
            <a:xfrm>
              <a:off x="5143287" y="36060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09" name="pt30409"/>
            <p:cNvSpPr/>
            <p:nvPr/>
          </p:nvSpPr>
          <p:spPr>
            <a:xfrm>
              <a:off x="5174379" y="3604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0" name="pt30410"/>
            <p:cNvSpPr/>
            <p:nvPr/>
          </p:nvSpPr>
          <p:spPr>
            <a:xfrm>
              <a:off x="5157152" y="34129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1" name="pt30411"/>
            <p:cNvSpPr/>
            <p:nvPr/>
          </p:nvSpPr>
          <p:spPr>
            <a:xfrm>
              <a:off x="5131484" y="3623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2" name="pt30412"/>
            <p:cNvSpPr/>
            <p:nvPr/>
          </p:nvSpPr>
          <p:spPr>
            <a:xfrm>
              <a:off x="5147359" y="3792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3" name="pt30413"/>
            <p:cNvSpPr/>
            <p:nvPr/>
          </p:nvSpPr>
          <p:spPr>
            <a:xfrm>
              <a:off x="5128011" y="3705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4" name="pt30414"/>
            <p:cNvSpPr/>
            <p:nvPr/>
          </p:nvSpPr>
          <p:spPr>
            <a:xfrm>
              <a:off x="5121555" y="35417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5" name="pt30415"/>
            <p:cNvSpPr/>
            <p:nvPr/>
          </p:nvSpPr>
          <p:spPr>
            <a:xfrm>
              <a:off x="5156977" y="3528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6" name="pt30416"/>
            <p:cNvSpPr/>
            <p:nvPr/>
          </p:nvSpPr>
          <p:spPr>
            <a:xfrm>
              <a:off x="5150666" y="3707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7" name="pt30417"/>
            <p:cNvSpPr/>
            <p:nvPr/>
          </p:nvSpPr>
          <p:spPr>
            <a:xfrm>
              <a:off x="5157745" y="3449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8" name="pt30418"/>
            <p:cNvSpPr/>
            <p:nvPr/>
          </p:nvSpPr>
          <p:spPr>
            <a:xfrm>
              <a:off x="5132214" y="3609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19" name="pt30419"/>
            <p:cNvSpPr/>
            <p:nvPr/>
          </p:nvSpPr>
          <p:spPr>
            <a:xfrm>
              <a:off x="5132079" y="3540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0" name="pt30420"/>
            <p:cNvSpPr/>
            <p:nvPr/>
          </p:nvSpPr>
          <p:spPr>
            <a:xfrm>
              <a:off x="5144772" y="35173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1" name="pt30421"/>
            <p:cNvSpPr/>
            <p:nvPr/>
          </p:nvSpPr>
          <p:spPr>
            <a:xfrm>
              <a:off x="5127974" y="3599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2" name="pt30422"/>
            <p:cNvSpPr/>
            <p:nvPr/>
          </p:nvSpPr>
          <p:spPr>
            <a:xfrm>
              <a:off x="5141096" y="35656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3" name="pt30423"/>
            <p:cNvSpPr/>
            <p:nvPr/>
          </p:nvSpPr>
          <p:spPr>
            <a:xfrm>
              <a:off x="5158534" y="3595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4" name="pt30424"/>
            <p:cNvSpPr/>
            <p:nvPr/>
          </p:nvSpPr>
          <p:spPr>
            <a:xfrm>
              <a:off x="5169103" y="3580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5" name="pt30425"/>
            <p:cNvSpPr/>
            <p:nvPr/>
          </p:nvSpPr>
          <p:spPr>
            <a:xfrm>
              <a:off x="5152146" y="35875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6" name="pt30426"/>
            <p:cNvSpPr/>
            <p:nvPr/>
          </p:nvSpPr>
          <p:spPr>
            <a:xfrm>
              <a:off x="5151086" y="3613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7" name="pt30427"/>
            <p:cNvSpPr/>
            <p:nvPr/>
          </p:nvSpPr>
          <p:spPr>
            <a:xfrm>
              <a:off x="5134329" y="3772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8" name="pt30428"/>
            <p:cNvSpPr/>
            <p:nvPr/>
          </p:nvSpPr>
          <p:spPr>
            <a:xfrm>
              <a:off x="5122539" y="39325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29" name="pt30429"/>
            <p:cNvSpPr/>
            <p:nvPr/>
          </p:nvSpPr>
          <p:spPr>
            <a:xfrm>
              <a:off x="5061603" y="38889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0" name="pt30430"/>
            <p:cNvSpPr/>
            <p:nvPr/>
          </p:nvSpPr>
          <p:spPr>
            <a:xfrm>
              <a:off x="5155748" y="3671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1" name="pt30431"/>
            <p:cNvSpPr/>
            <p:nvPr/>
          </p:nvSpPr>
          <p:spPr>
            <a:xfrm>
              <a:off x="5155544" y="3727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2" name="pt30432"/>
            <p:cNvSpPr/>
            <p:nvPr/>
          </p:nvSpPr>
          <p:spPr>
            <a:xfrm>
              <a:off x="5118831" y="37509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3" name="pt30433"/>
            <p:cNvSpPr/>
            <p:nvPr/>
          </p:nvSpPr>
          <p:spPr>
            <a:xfrm>
              <a:off x="5140693" y="3362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4" name="pt30434"/>
            <p:cNvSpPr/>
            <p:nvPr/>
          </p:nvSpPr>
          <p:spPr>
            <a:xfrm>
              <a:off x="5197727" y="3572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5" name="pt30435"/>
            <p:cNvSpPr/>
            <p:nvPr/>
          </p:nvSpPr>
          <p:spPr>
            <a:xfrm>
              <a:off x="5129586" y="3866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6" name="pt30436"/>
            <p:cNvSpPr/>
            <p:nvPr/>
          </p:nvSpPr>
          <p:spPr>
            <a:xfrm>
              <a:off x="5130033" y="36076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7" name="pt30437"/>
            <p:cNvSpPr/>
            <p:nvPr/>
          </p:nvSpPr>
          <p:spPr>
            <a:xfrm>
              <a:off x="5075753" y="43569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8" name="pt30438"/>
            <p:cNvSpPr/>
            <p:nvPr/>
          </p:nvSpPr>
          <p:spPr>
            <a:xfrm>
              <a:off x="5133211" y="35509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39" name="pt30439"/>
            <p:cNvSpPr/>
            <p:nvPr/>
          </p:nvSpPr>
          <p:spPr>
            <a:xfrm>
              <a:off x="5175680" y="3565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0" name="pt30440"/>
            <p:cNvSpPr/>
            <p:nvPr/>
          </p:nvSpPr>
          <p:spPr>
            <a:xfrm>
              <a:off x="5181611" y="35671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1" name="pt30441"/>
            <p:cNvSpPr/>
            <p:nvPr/>
          </p:nvSpPr>
          <p:spPr>
            <a:xfrm>
              <a:off x="5120982" y="35145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2" name="pt30442"/>
            <p:cNvSpPr/>
            <p:nvPr/>
          </p:nvSpPr>
          <p:spPr>
            <a:xfrm>
              <a:off x="5143310" y="3611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3" name="pt30443"/>
            <p:cNvSpPr/>
            <p:nvPr/>
          </p:nvSpPr>
          <p:spPr>
            <a:xfrm>
              <a:off x="5175547" y="36143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4" name="pt30444"/>
            <p:cNvSpPr/>
            <p:nvPr/>
          </p:nvSpPr>
          <p:spPr>
            <a:xfrm>
              <a:off x="5147192" y="34699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5" name="pt30445"/>
            <p:cNvSpPr/>
            <p:nvPr/>
          </p:nvSpPr>
          <p:spPr>
            <a:xfrm>
              <a:off x="5143656" y="35040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6" name="pt30446"/>
            <p:cNvSpPr/>
            <p:nvPr/>
          </p:nvSpPr>
          <p:spPr>
            <a:xfrm>
              <a:off x="5046495" y="3535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7" name="pt30447"/>
            <p:cNvSpPr/>
            <p:nvPr/>
          </p:nvSpPr>
          <p:spPr>
            <a:xfrm>
              <a:off x="5153413" y="3506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8" name="pt30448"/>
            <p:cNvSpPr/>
            <p:nvPr/>
          </p:nvSpPr>
          <p:spPr>
            <a:xfrm>
              <a:off x="5139241" y="3496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49" name="pt30449"/>
            <p:cNvSpPr/>
            <p:nvPr/>
          </p:nvSpPr>
          <p:spPr>
            <a:xfrm>
              <a:off x="5149362" y="3577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0" name="pt30450"/>
            <p:cNvSpPr/>
            <p:nvPr/>
          </p:nvSpPr>
          <p:spPr>
            <a:xfrm>
              <a:off x="5130935" y="3462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1" name="pt30451"/>
            <p:cNvSpPr/>
            <p:nvPr/>
          </p:nvSpPr>
          <p:spPr>
            <a:xfrm>
              <a:off x="5137011" y="3663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2" name="pt30452"/>
            <p:cNvSpPr/>
            <p:nvPr/>
          </p:nvSpPr>
          <p:spPr>
            <a:xfrm>
              <a:off x="5177314" y="34370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3" name="pt30453"/>
            <p:cNvSpPr/>
            <p:nvPr/>
          </p:nvSpPr>
          <p:spPr>
            <a:xfrm>
              <a:off x="5182357" y="3425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4" name="pt30454"/>
            <p:cNvSpPr/>
            <p:nvPr/>
          </p:nvSpPr>
          <p:spPr>
            <a:xfrm>
              <a:off x="5166336" y="35897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5" name="pt30455"/>
            <p:cNvSpPr/>
            <p:nvPr/>
          </p:nvSpPr>
          <p:spPr>
            <a:xfrm>
              <a:off x="5071521" y="38317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6" name="pt30456"/>
            <p:cNvSpPr/>
            <p:nvPr/>
          </p:nvSpPr>
          <p:spPr>
            <a:xfrm>
              <a:off x="5161254" y="35903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7" name="pt30457"/>
            <p:cNvSpPr/>
            <p:nvPr/>
          </p:nvSpPr>
          <p:spPr>
            <a:xfrm>
              <a:off x="5159031" y="35975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8" name="pt30458"/>
            <p:cNvSpPr/>
            <p:nvPr/>
          </p:nvSpPr>
          <p:spPr>
            <a:xfrm>
              <a:off x="5183402" y="3368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59" name="pt30459"/>
            <p:cNvSpPr/>
            <p:nvPr/>
          </p:nvSpPr>
          <p:spPr>
            <a:xfrm>
              <a:off x="5102813" y="3496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0" name="pt30460"/>
            <p:cNvSpPr/>
            <p:nvPr/>
          </p:nvSpPr>
          <p:spPr>
            <a:xfrm>
              <a:off x="5135564" y="36429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1" name="pt30461"/>
            <p:cNvSpPr/>
            <p:nvPr/>
          </p:nvSpPr>
          <p:spPr>
            <a:xfrm>
              <a:off x="5151839" y="35214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2" name="pt30462"/>
            <p:cNvSpPr/>
            <p:nvPr/>
          </p:nvSpPr>
          <p:spPr>
            <a:xfrm>
              <a:off x="5156716" y="36938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3" name="pt30463"/>
            <p:cNvSpPr/>
            <p:nvPr/>
          </p:nvSpPr>
          <p:spPr>
            <a:xfrm>
              <a:off x="5154771" y="3694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4" name="pt30464"/>
            <p:cNvSpPr/>
            <p:nvPr/>
          </p:nvSpPr>
          <p:spPr>
            <a:xfrm>
              <a:off x="5187807" y="35624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5" name="pt30465"/>
            <p:cNvSpPr/>
            <p:nvPr/>
          </p:nvSpPr>
          <p:spPr>
            <a:xfrm>
              <a:off x="5158158" y="3592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6" name="pt30466"/>
            <p:cNvSpPr/>
            <p:nvPr/>
          </p:nvSpPr>
          <p:spPr>
            <a:xfrm>
              <a:off x="5140156" y="33333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7" name="pt30467"/>
            <p:cNvSpPr/>
            <p:nvPr/>
          </p:nvSpPr>
          <p:spPr>
            <a:xfrm>
              <a:off x="5132791" y="38183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8" name="pt30468"/>
            <p:cNvSpPr/>
            <p:nvPr/>
          </p:nvSpPr>
          <p:spPr>
            <a:xfrm>
              <a:off x="5135590" y="3544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69" name="pt30469"/>
            <p:cNvSpPr/>
            <p:nvPr/>
          </p:nvSpPr>
          <p:spPr>
            <a:xfrm>
              <a:off x="5125233" y="36237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0" name="pt30470"/>
            <p:cNvSpPr/>
            <p:nvPr/>
          </p:nvSpPr>
          <p:spPr>
            <a:xfrm>
              <a:off x="5203281" y="34247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1" name="pt30471"/>
            <p:cNvSpPr/>
            <p:nvPr/>
          </p:nvSpPr>
          <p:spPr>
            <a:xfrm>
              <a:off x="5187636" y="3434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2" name="pt30472"/>
            <p:cNvSpPr/>
            <p:nvPr/>
          </p:nvSpPr>
          <p:spPr>
            <a:xfrm>
              <a:off x="5149338" y="39158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3" name="pt30473"/>
            <p:cNvSpPr/>
            <p:nvPr/>
          </p:nvSpPr>
          <p:spPr>
            <a:xfrm>
              <a:off x="5129615" y="34269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4" name="pt30474"/>
            <p:cNvSpPr/>
            <p:nvPr/>
          </p:nvSpPr>
          <p:spPr>
            <a:xfrm>
              <a:off x="5152905" y="3443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5" name="pt30475"/>
            <p:cNvSpPr/>
            <p:nvPr/>
          </p:nvSpPr>
          <p:spPr>
            <a:xfrm>
              <a:off x="5157366" y="3407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6" name="pt30476"/>
            <p:cNvSpPr/>
            <p:nvPr/>
          </p:nvSpPr>
          <p:spPr>
            <a:xfrm>
              <a:off x="5181616" y="3565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7" name="pt30477"/>
            <p:cNvSpPr/>
            <p:nvPr/>
          </p:nvSpPr>
          <p:spPr>
            <a:xfrm>
              <a:off x="5130534" y="3762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8" name="pt30478"/>
            <p:cNvSpPr/>
            <p:nvPr/>
          </p:nvSpPr>
          <p:spPr>
            <a:xfrm>
              <a:off x="5151306" y="38301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79" name="pt30479"/>
            <p:cNvSpPr/>
            <p:nvPr/>
          </p:nvSpPr>
          <p:spPr>
            <a:xfrm>
              <a:off x="5113731" y="36042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0" name="pt30480"/>
            <p:cNvSpPr/>
            <p:nvPr/>
          </p:nvSpPr>
          <p:spPr>
            <a:xfrm>
              <a:off x="5125629" y="34291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1" name="pt30481"/>
            <p:cNvSpPr/>
            <p:nvPr/>
          </p:nvSpPr>
          <p:spPr>
            <a:xfrm>
              <a:off x="5176681" y="3522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2" name="pt30482"/>
            <p:cNvSpPr/>
            <p:nvPr/>
          </p:nvSpPr>
          <p:spPr>
            <a:xfrm>
              <a:off x="5120218" y="3806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3" name="pt30483"/>
            <p:cNvSpPr/>
            <p:nvPr/>
          </p:nvSpPr>
          <p:spPr>
            <a:xfrm>
              <a:off x="5156236" y="3586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4" name="pt30484"/>
            <p:cNvSpPr/>
            <p:nvPr/>
          </p:nvSpPr>
          <p:spPr>
            <a:xfrm>
              <a:off x="5148022" y="3613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5" name="pt30485"/>
            <p:cNvSpPr/>
            <p:nvPr/>
          </p:nvSpPr>
          <p:spPr>
            <a:xfrm>
              <a:off x="5174008" y="34597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6" name="pt30486"/>
            <p:cNvSpPr/>
            <p:nvPr/>
          </p:nvSpPr>
          <p:spPr>
            <a:xfrm>
              <a:off x="5162767" y="3458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7" name="pt30487"/>
            <p:cNvSpPr/>
            <p:nvPr/>
          </p:nvSpPr>
          <p:spPr>
            <a:xfrm>
              <a:off x="5153364" y="3581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8" name="pt30488"/>
            <p:cNvSpPr/>
            <p:nvPr/>
          </p:nvSpPr>
          <p:spPr>
            <a:xfrm>
              <a:off x="5157066" y="33595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89" name="pt30489"/>
            <p:cNvSpPr/>
            <p:nvPr/>
          </p:nvSpPr>
          <p:spPr>
            <a:xfrm>
              <a:off x="5155217" y="36217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0" name="pt30490"/>
            <p:cNvSpPr/>
            <p:nvPr/>
          </p:nvSpPr>
          <p:spPr>
            <a:xfrm>
              <a:off x="5147168" y="35609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1" name="pt30491"/>
            <p:cNvSpPr/>
            <p:nvPr/>
          </p:nvSpPr>
          <p:spPr>
            <a:xfrm>
              <a:off x="4843476" y="394194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92" name="pt30492"/>
            <p:cNvSpPr/>
            <p:nvPr/>
          </p:nvSpPr>
          <p:spPr>
            <a:xfrm>
              <a:off x="4471502" y="435380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93" name="pt30493"/>
            <p:cNvSpPr/>
            <p:nvPr/>
          </p:nvSpPr>
          <p:spPr>
            <a:xfrm>
              <a:off x="5156812" y="37222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4" name="pt30494"/>
            <p:cNvSpPr/>
            <p:nvPr/>
          </p:nvSpPr>
          <p:spPr>
            <a:xfrm>
              <a:off x="5163806" y="3637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5" name="pt30495"/>
            <p:cNvSpPr/>
            <p:nvPr/>
          </p:nvSpPr>
          <p:spPr>
            <a:xfrm>
              <a:off x="5087759" y="46499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6" name="pt30496"/>
            <p:cNvSpPr/>
            <p:nvPr/>
          </p:nvSpPr>
          <p:spPr>
            <a:xfrm>
              <a:off x="5021695" y="3323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7" name="pt30497"/>
            <p:cNvSpPr/>
            <p:nvPr/>
          </p:nvSpPr>
          <p:spPr>
            <a:xfrm>
              <a:off x="5176519" y="34905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8" name="pt30498"/>
            <p:cNvSpPr/>
            <p:nvPr/>
          </p:nvSpPr>
          <p:spPr>
            <a:xfrm>
              <a:off x="5143645" y="3533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499" name="pt30499"/>
            <p:cNvSpPr/>
            <p:nvPr/>
          </p:nvSpPr>
          <p:spPr>
            <a:xfrm>
              <a:off x="5175133" y="35632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0" name="pt30500"/>
            <p:cNvSpPr/>
            <p:nvPr/>
          </p:nvSpPr>
          <p:spPr>
            <a:xfrm>
              <a:off x="5140556" y="35429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1" name="pt30501"/>
            <p:cNvSpPr/>
            <p:nvPr/>
          </p:nvSpPr>
          <p:spPr>
            <a:xfrm>
              <a:off x="5103876" y="39432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2" name="pt30502"/>
            <p:cNvSpPr/>
            <p:nvPr/>
          </p:nvSpPr>
          <p:spPr>
            <a:xfrm>
              <a:off x="5138759" y="34907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3" name="pt30503"/>
            <p:cNvSpPr/>
            <p:nvPr/>
          </p:nvSpPr>
          <p:spPr>
            <a:xfrm>
              <a:off x="5133436" y="35326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4" name="pt30504"/>
            <p:cNvSpPr/>
            <p:nvPr/>
          </p:nvSpPr>
          <p:spPr>
            <a:xfrm>
              <a:off x="5112676" y="40651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5" name="pt30505"/>
            <p:cNvSpPr/>
            <p:nvPr/>
          </p:nvSpPr>
          <p:spPr>
            <a:xfrm>
              <a:off x="5129266" y="35942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6" name="pt30506"/>
            <p:cNvSpPr/>
            <p:nvPr/>
          </p:nvSpPr>
          <p:spPr>
            <a:xfrm>
              <a:off x="5148158" y="3564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7" name="pt30507"/>
            <p:cNvSpPr/>
            <p:nvPr/>
          </p:nvSpPr>
          <p:spPr>
            <a:xfrm>
              <a:off x="5136399" y="3605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08" name="pt30508"/>
            <p:cNvSpPr/>
            <p:nvPr/>
          </p:nvSpPr>
          <p:spPr>
            <a:xfrm>
              <a:off x="4784611" y="440987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09" name="pt30509"/>
            <p:cNvSpPr/>
            <p:nvPr/>
          </p:nvSpPr>
          <p:spPr>
            <a:xfrm>
              <a:off x="5146881" y="36083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0" name="pt30510"/>
            <p:cNvSpPr/>
            <p:nvPr/>
          </p:nvSpPr>
          <p:spPr>
            <a:xfrm>
              <a:off x="5168634" y="3460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1" name="pt30511"/>
            <p:cNvSpPr/>
            <p:nvPr/>
          </p:nvSpPr>
          <p:spPr>
            <a:xfrm>
              <a:off x="5167780" y="3473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2" name="pt30512"/>
            <p:cNvSpPr/>
            <p:nvPr/>
          </p:nvSpPr>
          <p:spPr>
            <a:xfrm>
              <a:off x="5051021" y="3803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3" name="pt30513"/>
            <p:cNvSpPr/>
            <p:nvPr/>
          </p:nvSpPr>
          <p:spPr>
            <a:xfrm>
              <a:off x="5149835" y="3312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4" name="pt30514"/>
            <p:cNvSpPr/>
            <p:nvPr/>
          </p:nvSpPr>
          <p:spPr>
            <a:xfrm>
              <a:off x="5141466" y="35741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5" name="pt30515"/>
            <p:cNvSpPr/>
            <p:nvPr/>
          </p:nvSpPr>
          <p:spPr>
            <a:xfrm>
              <a:off x="5166446" y="3426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6" name="pt30516"/>
            <p:cNvSpPr/>
            <p:nvPr/>
          </p:nvSpPr>
          <p:spPr>
            <a:xfrm>
              <a:off x="5164921" y="34857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7" name="pt30517"/>
            <p:cNvSpPr/>
            <p:nvPr/>
          </p:nvSpPr>
          <p:spPr>
            <a:xfrm>
              <a:off x="5154223" y="36059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8" name="pt30518"/>
            <p:cNvSpPr/>
            <p:nvPr/>
          </p:nvSpPr>
          <p:spPr>
            <a:xfrm>
              <a:off x="5167588" y="34626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19" name="pt30519"/>
            <p:cNvSpPr/>
            <p:nvPr/>
          </p:nvSpPr>
          <p:spPr>
            <a:xfrm>
              <a:off x="5136474" y="3518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0" name="pt30520"/>
            <p:cNvSpPr/>
            <p:nvPr/>
          </p:nvSpPr>
          <p:spPr>
            <a:xfrm>
              <a:off x="5137253" y="36141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1" name="pt30521"/>
            <p:cNvSpPr/>
            <p:nvPr/>
          </p:nvSpPr>
          <p:spPr>
            <a:xfrm>
              <a:off x="5126084" y="3596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2" name="pt30522"/>
            <p:cNvSpPr/>
            <p:nvPr/>
          </p:nvSpPr>
          <p:spPr>
            <a:xfrm>
              <a:off x="5148138" y="3587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3" name="pt30523"/>
            <p:cNvSpPr/>
            <p:nvPr/>
          </p:nvSpPr>
          <p:spPr>
            <a:xfrm>
              <a:off x="5158850" y="3568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4" name="pt30524"/>
            <p:cNvSpPr/>
            <p:nvPr/>
          </p:nvSpPr>
          <p:spPr>
            <a:xfrm>
              <a:off x="5051038" y="375687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25" name="pt30525"/>
            <p:cNvSpPr/>
            <p:nvPr/>
          </p:nvSpPr>
          <p:spPr>
            <a:xfrm>
              <a:off x="5201950" y="3269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6" name="pt30526"/>
            <p:cNvSpPr/>
            <p:nvPr/>
          </p:nvSpPr>
          <p:spPr>
            <a:xfrm>
              <a:off x="5196514" y="3343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7" name="pt30527"/>
            <p:cNvSpPr/>
            <p:nvPr/>
          </p:nvSpPr>
          <p:spPr>
            <a:xfrm>
              <a:off x="5073872" y="35831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8" name="pt30528"/>
            <p:cNvSpPr/>
            <p:nvPr/>
          </p:nvSpPr>
          <p:spPr>
            <a:xfrm>
              <a:off x="5169707" y="3498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29" name="pt30529"/>
            <p:cNvSpPr/>
            <p:nvPr/>
          </p:nvSpPr>
          <p:spPr>
            <a:xfrm>
              <a:off x="5120739" y="36075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0" name="pt30530"/>
            <p:cNvSpPr/>
            <p:nvPr/>
          </p:nvSpPr>
          <p:spPr>
            <a:xfrm>
              <a:off x="5158679" y="35653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1" name="pt30531"/>
            <p:cNvSpPr/>
            <p:nvPr/>
          </p:nvSpPr>
          <p:spPr>
            <a:xfrm>
              <a:off x="5142101" y="3520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2" name="pt30532"/>
            <p:cNvSpPr/>
            <p:nvPr/>
          </p:nvSpPr>
          <p:spPr>
            <a:xfrm>
              <a:off x="5142432" y="35625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3" name="pt30533"/>
            <p:cNvSpPr/>
            <p:nvPr/>
          </p:nvSpPr>
          <p:spPr>
            <a:xfrm>
              <a:off x="5223396" y="34357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4" name="pt30534"/>
            <p:cNvSpPr/>
            <p:nvPr/>
          </p:nvSpPr>
          <p:spPr>
            <a:xfrm>
              <a:off x="5165982" y="3547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5" name="pt30535"/>
            <p:cNvSpPr/>
            <p:nvPr/>
          </p:nvSpPr>
          <p:spPr>
            <a:xfrm>
              <a:off x="5139843" y="36826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6" name="pt30536"/>
            <p:cNvSpPr/>
            <p:nvPr/>
          </p:nvSpPr>
          <p:spPr>
            <a:xfrm>
              <a:off x="5141633" y="35724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7" name="pt30537"/>
            <p:cNvSpPr/>
            <p:nvPr/>
          </p:nvSpPr>
          <p:spPr>
            <a:xfrm>
              <a:off x="5205090" y="35892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8" name="pt30538"/>
            <p:cNvSpPr/>
            <p:nvPr/>
          </p:nvSpPr>
          <p:spPr>
            <a:xfrm>
              <a:off x="5178039" y="3524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39" name="pt30539"/>
            <p:cNvSpPr/>
            <p:nvPr/>
          </p:nvSpPr>
          <p:spPr>
            <a:xfrm>
              <a:off x="5155258" y="35921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0" name="pt30540"/>
            <p:cNvSpPr/>
            <p:nvPr/>
          </p:nvSpPr>
          <p:spPr>
            <a:xfrm>
              <a:off x="5077809" y="3783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1" name="pt30541"/>
            <p:cNvSpPr/>
            <p:nvPr/>
          </p:nvSpPr>
          <p:spPr>
            <a:xfrm>
              <a:off x="5156407" y="3375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2" name="pt30542"/>
            <p:cNvSpPr/>
            <p:nvPr/>
          </p:nvSpPr>
          <p:spPr>
            <a:xfrm>
              <a:off x="5146974" y="3534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3" name="pt30543"/>
            <p:cNvSpPr/>
            <p:nvPr/>
          </p:nvSpPr>
          <p:spPr>
            <a:xfrm>
              <a:off x="5116915" y="38734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4" name="pt30544"/>
            <p:cNvSpPr/>
            <p:nvPr/>
          </p:nvSpPr>
          <p:spPr>
            <a:xfrm>
              <a:off x="5061510" y="46689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5" name="pt30545"/>
            <p:cNvSpPr/>
            <p:nvPr/>
          </p:nvSpPr>
          <p:spPr>
            <a:xfrm>
              <a:off x="5081957" y="3653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6" name="pt30546"/>
            <p:cNvSpPr/>
            <p:nvPr/>
          </p:nvSpPr>
          <p:spPr>
            <a:xfrm>
              <a:off x="5152388" y="34514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7" name="pt30547"/>
            <p:cNvSpPr/>
            <p:nvPr/>
          </p:nvSpPr>
          <p:spPr>
            <a:xfrm>
              <a:off x="5209473" y="3570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8" name="pt30548"/>
            <p:cNvSpPr/>
            <p:nvPr/>
          </p:nvSpPr>
          <p:spPr>
            <a:xfrm>
              <a:off x="5182184" y="32852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49" name="pt30549"/>
            <p:cNvSpPr/>
            <p:nvPr/>
          </p:nvSpPr>
          <p:spPr>
            <a:xfrm>
              <a:off x="5134158" y="35758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0" name="pt30550"/>
            <p:cNvSpPr/>
            <p:nvPr/>
          </p:nvSpPr>
          <p:spPr>
            <a:xfrm>
              <a:off x="5157529" y="35141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1" name="pt30551"/>
            <p:cNvSpPr/>
            <p:nvPr/>
          </p:nvSpPr>
          <p:spPr>
            <a:xfrm>
              <a:off x="5144005" y="42893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2" name="pt30552"/>
            <p:cNvSpPr/>
            <p:nvPr/>
          </p:nvSpPr>
          <p:spPr>
            <a:xfrm>
              <a:off x="5158141" y="34539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3" name="pt30553"/>
            <p:cNvSpPr/>
            <p:nvPr/>
          </p:nvSpPr>
          <p:spPr>
            <a:xfrm>
              <a:off x="5187563" y="3418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4" name="pt30554"/>
            <p:cNvSpPr/>
            <p:nvPr/>
          </p:nvSpPr>
          <p:spPr>
            <a:xfrm>
              <a:off x="5132658" y="34577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5" name="pt30555"/>
            <p:cNvSpPr/>
            <p:nvPr/>
          </p:nvSpPr>
          <p:spPr>
            <a:xfrm>
              <a:off x="5178010" y="3474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6" name="pt30556"/>
            <p:cNvSpPr/>
            <p:nvPr/>
          </p:nvSpPr>
          <p:spPr>
            <a:xfrm>
              <a:off x="5197520" y="33732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7" name="pt30557"/>
            <p:cNvSpPr/>
            <p:nvPr/>
          </p:nvSpPr>
          <p:spPr>
            <a:xfrm>
              <a:off x="5120082" y="3550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8" name="pt30558"/>
            <p:cNvSpPr/>
            <p:nvPr/>
          </p:nvSpPr>
          <p:spPr>
            <a:xfrm>
              <a:off x="5132096" y="3698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59" name="pt30559"/>
            <p:cNvSpPr/>
            <p:nvPr/>
          </p:nvSpPr>
          <p:spPr>
            <a:xfrm>
              <a:off x="5168791" y="35439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0" name="pt30560"/>
            <p:cNvSpPr/>
            <p:nvPr/>
          </p:nvSpPr>
          <p:spPr>
            <a:xfrm>
              <a:off x="5153294" y="3614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1" name="pt30561"/>
            <p:cNvSpPr/>
            <p:nvPr/>
          </p:nvSpPr>
          <p:spPr>
            <a:xfrm>
              <a:off x="5166860" y="3603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2" name="pt30562"/>
            <p:cNvSpPr/>
            <p:nvPr/>
          </p:nvSpPr>
          <p:spPr>
            <a:xfrm>
              <a:off x="5165795" y="3523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3" name="pt30563"/>
            <p:cNvSpPr/>
            <p:nvPr/>
          </p:nvSpPr>
          <p:spPr>
            <a:xfrm>
              <a:off x="5149935" y="35643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4" name="pt30564"/>
            <p:cNvSpPr/>
            <p:nvPr/>
          </p:nvSpPr>
          <p:spPr>
            <a:xfrm>
              <a:off x="5123476" y="3654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5" name="pt30565"/>
            <p:cNvSpPr/>
            <p:nvPr/>
          </p:nvSpPr>
          <p:spPr>
            <a:xfrm>
              <a:off x="5160715" y="35162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6" name="pt30566"/>
            <p:cNvSpPr/>
            <p:nvPr/>
          </p:nvSpPr>
          <p:spPr>
            <a:xfrm>
              <a:off x="5151178" y="3248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7" name="pt30567"/>
            <p:cNvSpPr/>
            <p:nvPr/>
          </p:nvSpPr>
          <p:spPr>
            <a:xfrm>
              <a:off x="5163335" y="35528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8" name="pt30568"/>
            <p:cNvSpPr/>
            <p:nvPr/>
          </p:nvSpPr>
          <p:spPr>
            <a:xfrm>
              <a:off x="5160197" y="34856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69" name="pt30569"/>
            <p:cNvSpPr/>
            <p:nvPr/>
          </p:nvSpPr>
          <p:spPr>
            <a:xfrm>
              <a:off x="5168622" y="3550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0" name="pt30570"/>
            <p:cNvSpPr/>
            <p:nvPr/>
          </p:nvSpPr>
          <p:spPr>
            <a:xfrm>
              <a:off x="5174046" y="35664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1" name="pt30571"/>
            <p:cNvSpPr/>
            <p:nvPr/>
          </p:nvSpPr>
          <p:spPr>
            <a:xfrm>
              <a:off x="5063076" y="38465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2" name="pt30572"/>
            <p:cNvSpPr/>
            <p:nvPr/>
          </p:nvSpPr>
          <p:spPr>
            <a:xfrm>
              <a:off x="5107480" y="37092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3" name="pt30573"/>
            <p:cNvSpPr/>
            <p:nvPr/>
          </p:nvSpPr>
          <p:spPr>
            <a:xfrm>
              <a:off x="4820542" y="3583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4" name="pt30574"/>
            <p:cNvSpPr/>
            <p:nvPr/>
          </p:nvSpPr>
          <p:spPr>
            <a:xfrm>
              <a:off x="5166945" y="3497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5" name="pt30575"/>
            <p:cNvSpPr/>
            <p:nvPr/>
          </p:nvSpPr>
          <p:spPr>
            <a:xfrm>
              <a:off x="5179435" y="3493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6" name="pt30576"/>
            <p:cNvSpPr/>
            <p:nvPr/>
          </p:nvSpPr>
          <p:spPr>
            <a:xfrm>
              <a:off x="5117064" y="3575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7" name="pt30577"/>
            <p:cNvSpPr/>
            <p:nvPr/>
          </p:nvSpPr>
          <p:spPr>
            <a:xfrm>
              <a:off x="5126350" y="3612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8" name="pt30578"/>
            <p:cNvSpPr/>
            <p:nvPr/>
          </p:nvSpPr>
          <p:spPr>
            <a:xfrm>
              <a:off x="5134655" y="36127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79" name="pt30579"/>
            <p:cNvSpPr/>
            <p:nvPr/>
          </p:nvSpPr>
          <p:spPr>
            <a:xfrm>
              <a:off x="5126110" y="36773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0" name="pt30580"/>
            <p:cNvSpPr/>
            <p:nvPr/>
          </p:nvSpPr>
          <p:spPr>
            <a:xfrm>
              <a:off x="5152811" y="36914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1" name="pt30581"/>
            <p:cNvSpPr/>
            <p:nvPr/>
          </p:nvSpPr>
          <p:spPr>
            <a:xfrm>
              <a:off x="5139470" y="4777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2" name="pt30582"/>
            <p:cNvSpPr/>
            <p:nvPr/>
          </p:nvSpPr>
          <p:spPr>
            <a:xfrm>
              <a:off x="5191718" y="34620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3" name="pt30583"/>
            <p:cNvSpPr/>
            <p:nvPr/>
          </p:nvSpPr>
          <p:spPr>
            <a:xfrm>
              <a:off x="5164296" y="35129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4" name="pt30584"/>
            <p:cNvSpPr/>
            <p:nvPr/>
          </p:nvSpPr>
          <p:spPr>
            <a:xfrm>
              <a:off x="5148553" y="3729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5" name="pt30585"/>
            <p:cNvSpPr/>
            <p:nvPr/>
          </p:nvSpPr>
          <p:spPr>
            <a:xfrm>
              <a:off x="5173590" y="34756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6" name="pt30586"/>
            <p:cNvSpPr/>
            <p:nvPr/>
          </p:nvSpPr>
          <p:spPr>
            <a:xfrm>
              <a:off x="5196181" y="3576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7" name="pt30587"/>
            <p:cNvSpPr/>
            <p:nvPr/>
          </p:nvSpPr>
          <p:spPr>
            <a:xfrm>
              <a:off x="5149424" y="3429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8" name="pt30588"/>
            <p:cNvSpPr/>
            <p:nvPr/>
          </p:nvSpPr>
          <p:spPr>
            <a:xfrm>
              <a:off x="5138181" y="35117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89" name="pt30589"/>
            <p:cNvSpPr/>
            <p:nvPr/>
          </p:nvSpPr>
          <p:spPr>
            <a:xfrm>
              <a:off x="5154757" y="3576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0" name="pt30590"/>
            <p:cNvSpPr/>
            <p:nvPr/>
          </p:nvSpPr>
          <p:spPr>
            <a:xfrm>
              <a:off x="5174059" y="3436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1" name="pt30591"/>
            <p:cNvSpPr/>
            <p:nvPr/>
          </p:nvSpPr>
          <p:spPr>
            <a:xfrm>
              <a:off x="5155825" y="3492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2" name="pt30592"/>
            <p:cNvSpPr/>
            <p:nvPr/>
          </p:nvSpPr>
          <p:spPr>
            <a:xfrm>
              <a:off x="5166080" y="35426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3" name="pt30593"/>
            <p:cNvSpPr/>
            <p:nvPr/>
          </p:nvSpPr>
          <p:spPr>
            <a:xfrm>
              <a:off x="5239840" y="35454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4" name="pt30594"/>
            <p:cNvSpPr/>
            <p:nvPr/>
          </p:nvSpPr>
          <p:spPr>
            <a:xfrm>
              <a:off x="5158296" y="34647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5" name="pt30595"/>
            <p:cNvSpPr/>
            <p:nvPr/>
          </p:nvSpPr>
          <p:spPr>
            <a:xfrm>
              <a:off x="5164789" y="3452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6" name="pt30596"/>
            <p:cNvSpPr/>
            <p:nvPr/>
          </p:nvSpPr>
          <p:spPr>
            <a:xfrm>
              <a:off x="5229592" y="34922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7" name="pt30597"/>
            <p:cNvSpPr/>
            <p:nvPr/>
          </p:nvSpPr>
          <p:spPr>
            <a:xfrm>
              <a:off x="5164529" y="36118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8" name="pt30598"/>
            <p:cNvSpPr/>
            <p:nvPr/>
          </p:nvSpPr>
          <p:spPr>
            <a:xfrm>
              <a:off x="5147354" y="36101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599" name="pt30599"/>
            <p:cNvSpPr/>
            <p:nvPr/>
          </p:nvSpPr>
          <p:spPr>
            <a:xfrm>
              <a:off x="5148430" y="36204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0" name="pt30600"/>
            <p:cNvSpPr/>
            <p:nvPr/>
          </p:nvSpPr>
          <p:spPr>
            <a:xfrm>
              <a:off x="5187128" y="3382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1" name="pt30601"/>
            <p:cNvSpPr/>
            <p:nvPr/>
          </p:nvSpPr>
          <p:spPr>
            <a:xfrm>
              <a:off x="5189369" y="34787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2" name="pt30602"/>
            <p:cNvSpPr/>
            <p:nvPr/>
          </p:nvSpPr>
          <p:spPr>
            <a:xfrm>
              <a:off x="5132242" y="39283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3" name="pt30603"/>
            <p:cNvSpPr/>
            <p:nvPr/>
          </p:nvSpPr>
          <p:spPr>
            <a:xfrm>
              <a:off x="5158190" y="3626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4" name="pt30604"/>
            <p:cNvSpPr/>
            <p:nvPr/>
          </p:nvSpPr>
          <p:spPr>
            <a:xfrm>
              <a:off x="5222862" y="35113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5" name="pt30605"/>
            <p:cNvSpPr/>
            <p:nvPr/>
          </p:nvSpPr>
          <p:spPr>
            <a:xfrm>
              <a:off x="5121938" y="39060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6" name="pt30606"/>
            <p:cNvSpPr/>
            <p:nvPr/>
          </p:nvSpPr>
          <p:spPr>
            <a:xfrm>
              <a:off x="5133918" y="36946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7" name="pt30607"/>
            <p:cNvSpPr/>
            <p:nvPr/>
          </p:nvSpPr>
          <p:spPr>
            <a:xfrm>
              <a:off x="5185861" y="34597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8" name="pt30608"/>
            <p:cNvSpPr/>
            <p:nvPr/>
          </p:nvSpPr>
          <p:spPr>
            <a:xfrm>
              <a:off x="5200689" y="32137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09" name="pt30609"/>
            <p:cNvSpPr/>
            <p:nvPr/>
          </p:nvSpPr>
          <p:spPr>
            <a:xfrm>
              <a:off x="5148570" y="34534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0" name="pt30610"/>
            <p:cNvSpPr/>
            <p:nvPr/>
          </p:nvSpPr>
          <p:spPr>
            <a:xfrm>
              <a:off x="5114371" y="3598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1" name="pt30611"/>
            <p:cNvSpPr/>
            <p:nvPr/>
          </p:nvSpPr>
          <p:spPr>
            <a:xfrm>
              <a:off x="5182776" y="35223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2" name="pt30612"/>
            <p:cNvSpPr/>
            <p:nvPr/>
          </p:nvSpPr>
          <p:spPr>
            <a:xfrm>
              <a:off x="5172047" y="3429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3" name="pt30613"/>
            <p:cNvSpPr/>
            <p:nvPr/>
          </p:nvSpPr>
          <p:spPr>
            <a:xfrm>
              <a:off x="5185512" y="34381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4" name="pt30614"/>
            <p:cNvSpPr/>
            <p:nvPr/>
          </p:nvSpPr>
          <p:spPr>
            <a:xfrm>
              <a:off x="5155821" y="34832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5" name="pt30615"/>
            <p:cNvSpPr/>
            <p:nvPr/>
          </p:nvSpPr>
          <p:spPr>
            <a:xfrm>
              <a:off x="5186345" y="3570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6" name="pt30616"/>
            <p:cNvSpPr/>
            <p:nvPr/>
          </p:nvSpPr>
          <p:spPr>
            <a:xfrm>
              <a:off x="5190550" y="34472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7" name="pt30617"/>
            <p:cNvSpPr/>
            <p:nvPr/>
          </p:nvSpPr>
          <p:spPr>
            <a:xfrm>
              <a:off x="5179199" y="3572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8" name="pt30618"/>
            <p:cNvSpPr/>
            <p:nvPr/>
          </p:nvSpPr>
          <p:spPr>
            <a:xfrm>
              <a:off x="5142681" y="38114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19" name="pt30619"/>
            <p:cNvSpPr/>
            <p:nvPr/>
          </p:nvSpPr>
          <p:spPr>
            <a:xfrm>
              <a:off x="5120317" y="3552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0" name="pt30620"/>
            <p:cNvSpPr/>
            <p:nvPr/>
          </p:nvSpPr>
          <p:spPr>
            <a:xfrm>
              <a:off x="5150511" y="33017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1" name="pt30621"/>
            <p:cNvSpPr/>
            <p:nvPr/>
          </p:nvSpPr>
          <p:spPr>
            <a:xfrm>
              <a:off x="5143349" y="38295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2" name="pt30622"/>
            <p:cNvSpPr/>
            <p:nvPr/>
          </p:nvSpPr>
          <p:spPr>
            <a:xfrm>
              <a:off x="5112313" y="3654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3" name="pt30623"/>
            <p:cNvSpPr/>
            <p:nvPr/>
          </p:nvSpPr>
          <p:spPr>
            <a:xfrm>
              <a:off x="4996355" y="374996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4" name="pt30624"/>
            <p:cNvSpPr/>
            <p:nvPr/>
          </p:nvSpPr>
          <p:spPr>
            <a:xfrm>
              <a:off x="5147557" y="35836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5" name="pt30625"/>
            <p:cNvSpPr/>
            <p:nvPr/>
          </p:nvSpPr>
          <p:spPr>
            <a:xfrm>
              <a:off x="5190207" y="35755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6" name="pt30626"/>
            <p:cNvSpPr/>
            <p:nvPr/>
          </p:nvSpPr>
          <p:spPr>
            <a:xfrm>
              <a:off x="5211314" y="3390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7" name="pt30627"/>
            <p:cNvSpPr/>
            <p:nvPr/>
          </p:nvSpPr>
          <p:spPr>
            <a:xfrm>
              <a:off x="5144888" y="36423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8" name="pt30628"/>
            <p:cNvSpPr/>
            <p:nvPr/>
          </p:nvSpPr>
          <p:spPr>
            <a:xfrm>
              <a:off x="5161723" y="34773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29" name="pt30629"/>
            <p:cNvSpPr/>
            <p:nvPr/>
          </p:nvSpPr>
          <p:spPr>
            <a:xfrm>
              <a:off x="5023381" y="383719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30" name="pt30630"/>
            <p:cNvSpPr/>
            <p:nvPr/>
          </p:nvSpPr>
          <p:spPr>
            <a:xfrm>
              <a:off x="5146670" y="35344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1" name="pt30631"/>
            <p:cNvSpPr/>
            <p:nvPr/>
          </p:nvSpPr>
          <p:spPr>
            <a:xfrm>
              <a:off x="5144279" y="39100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2" name="pt30632"/>
            <p:cNvSpPr/>
            <p:nvPr/>
          </p:nvSpPr>
          <p:spPr>
            <a:xfrm>
              <a:off x="5154868" y="33662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3" name="pt30633"/>
            <p:cNvSpPr/>
            <p:nvPr/>
          </p:nvSpPr>
          <p:spPr>
            <a:xfrm>
              <a:off x="5175988" y="36786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4" name="pt30634"/>
            <p:cNvSpPr/>
            <p:nvPr/>
          </p:nvSpPr>
          <p:spPr>
            <a:xfrm>
              <a:off x="5129041" y="34915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5" name="pt30635"/>
            <p:cNvSpPr/>
            <p:nvPr/>
          </p:nvSpPr>
          <p:spPr>
            <a:xfrm>
              <a:off x="5163090" y="33966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6" name="pt30636"/>
            <p:cNvSpPr/>
            <p:nvPr/>
          </p:nvSpPr>
          <p:spPr>
            <a:xfrm>
              <a:off x="5154480" y="3402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7" name="pt30637"/>
            <p:cNvSpPr/>
            <p:nvPr/>
          </p:nvSpPr>
          <p:spPr>
            <a:xfrm>
              <a:off x="5156885" y="3486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8" name="pt30638"/>
            <p:cNvSpPr/>
            <p:nvPr/>
          </p:nvSpPr>
          <p:spPr>
            <a:xfrm>
              <a:off x="5140274" y="34532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39" name="pt30639"/>
            <p:cNvSpPr/>
            <p:nvPr/>
          </p:nvSpPr>
          <p:spPr>
            <a:xfrm>
              <a:off x="5198323" y="3535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0" name="pt30640"/>
            <p:cNvSpPr/>
            <p:nvPr/>
          </p:nvSpPr>
          <p:spPr>
            <a:xfrm>
              <a:off x="5164780" y="35747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1" name="pt30641"/>
            <p:cNvSpPr/>
            <p:nvPr/>
          </p:nvSpPr>
          <p:spPr>
            <a:xfrm>
              <a:off x="5156322" y="35646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2" name="pt30642"/>
            <p:cNvSpPr/>
            <p:nvPr/>
          </p:nvSpPr>
          <p:spPr>
            <a:xfrm>
              <a:off x="5171420" y="35879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3" name="pt30643"/>
            <p:cNvSpPr/>
            <p:nvPr/>
          </p:nvSpPr>
          <p:spPr>
            <a:xfrm>
              <a:off x="5132639" y="3937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4" name="pt30644"/>
            <p:cNvSpPr/>
            <p:nvPr/>
          </p:nvSpPr>
          <p:spPr>
            <a:xfrm>
              <a:off x="5159870" y="3523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5" name="pt30645"/>
            <p:cNvSpPr/>
            <p:nvPr/>
          </p:nvSpPr>
          <p:spPr>
            <a:xfrm>
              <a:off x="5163327" y="3465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6" name="pt30646"/>
            <p:cNvSpPr/>
            <p:nvPr/>
          </p:nvSpPr>
          <p:spPr>
            <a:xfrm>
              <a:off x="5113614" y="35151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7" name="pt30647"/>
            <p:cNvSpPr/>
            <p:nvPr/>
          </p:nvSpPr>
          <p:spPr>
            <a:xfrm>
              <a:off x="5161298" y="35877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8" name="pt30648"/>
            <p:cNvSpPr/>
            <p:nvPr/>
          </p:nvSpPr>
          <p:spPr>
            <a:xfrm>
              <a:off x="5153837" y="35658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49" name="pt30649"/>
            <p:cNvSpPr/>
            <p:nvPr/>
          </p:nvSpPr>
          <p:spPr>
            <a:xfrm>
              <a:off x="5086449" y="37889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0" name="pt30650"/>
            <p:cNvSpPr/>
            <p:nvPr/>
          </p:nvSpPr>
          <p:spPr>
            <a:xfrm>
              <a:off x="5153078" y="34894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1" name="pt30651"/>
            <p:cNvSpPr/>
            <p:nvPr/>
          </p:nvSpPr>
          <p:spPr>
            <a:xfrm>
              <a:off x="5159064" y="35707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2" name="pt30652"/>
            <p:cNvSpPr/>
            <p:nvPr/>
          </p:nvSpPr>
          <p:spPr>
            <a:xfrm>
              <a:off x="5140844" y="34875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3" name="pt30653"/>
            <p:cNvSpPr/>
            <p:nvPr/>
          </p:nvSpPr>
          <p:spPr>
            <a:xfrm>
              <a:off x="4716829" y="382962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4" name="pt30654"/>
            <p:cNvSpPr/>
            <p:nvPr/>
          </p:nvSpPr>
          <p:spPr>
            <a:xfrm>
              <a:off x="5154526" y="35329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5" name="pt30655"/>
            <p:cNvSpPr/>
            <p:nvPr/>
          </p:nvSpPr>
          <p:spPr>
            <a:xfrm>
              <a:off x="5159931" y="3559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6" name="pt30656"/>
            <p:cNvSpPr/>
            <p:nvPr/>
          </p:nvSpPr>
          <p:spPr>
            <a:xfrm>
              <a:off x="5117706" y="3868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7" name="pt30657"/>
            <p:cNvSpPr/>
            <p:nvPr/>
          </p:nvSpPr>
          <p:spPr>
            <a:xfrm>
              <a:off x="5170998" y="36041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8" name="pt30658"/>
            <p:cNvSpPr/>
            <p:nvPr/>
          </p:nvSpPr>
          <p:spPr>
            <a:xfrm>
              <a:off x="5120341" y="3555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59" name="pt30659"/>
            <p:cNvSpPr/>
            <p:nvPr/>
          </p:nvSpPr>
          <p:spPr>
            <a:xfrm>
              <a:off x="5131582" y="3410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0" name="pt30660"/>
            <p:cNvSpPr/>
            <p:nvPr/>
          </p:nvSpPr>
          <p:spPr>
            <a:xfrm>
              <a:off x="5144471" y="36363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1" name="pt30661"/>
            <p:cNvSpPr/>
            <p:nvPr/>
          </p:nvSpPr>
          <p:spPr>
            <a:xfrm>
              <a:off x="5168265" y="37558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2" name="pt30662"/>
            <p:cNvSpPr/>
            <p:nvPr/>
          </p:nvSpPr>
          <p:spPr>
            <a:xfrm>
              <a:off x="5170015" y="3571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3" name="pt30663"/>
            <p:cNvSpPr/>
            <p:nvPr/>
          </p:nvSpPr>
          <p:spPr>
            <a:xfrm>
              <a:off x="5149176" y="3636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4" name="pt30664"/>
            <p:cNvSpPr/>
            <p:nvPr/>
          </p:nvSpPr>
          <p:spPr>
            <a:xfrm>
              <a:off x="5154299" y="35917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5" name="pt30665"/>
            <p:cNvSpPr/>
            <p:nvPr/>
          </p:nvSpPr>
          <p:spPr>
            <a:xfrm>
              <a:off x="5143124" y="35872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6" name="pt30666"/>
            <p:cNvSpPr/>
            <p:nvPr/>
          </p:nvSpPr>
          <p:spPr>
            <a:xfrm>
              <a:off x="5140770" y="4061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7" name="pt30667"/>
            <p:cNvSpPr/>
            <p:nvPr/>
          </p:nvSpPr>
          <p:spPr>
            <a:xfrm>
              <a:off x="5062663" y="4362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8" name="pt30668"/>
            <p:cNvSpPr/>
            <p:nvPr/>
          </p:nvSpPr>
          <p:spPr>
            <a:xfrm>
              <a:off x="5130835" y="36247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69" name="pt30669"/>
            <p:cNvSpPr/>
            <p:nvPr/>
          </p:nvSpPr>
          <p:spPr>
            <a:xfrm>
              <a:off x="5148344" y="3742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0" name="pt30670"/>
            <p:cNvSpPr/>
            <p:nvPr/>
          </p:nvSpPr>
          <p:spPr>
            <a:xfrm>
              <a:off x="5199257" y="3379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1" name="pt30671"/>
            <p:cNvSpPr/>
            <p:nvPr/>
          </p:nvSpPr>
          <p:spPr>
            <a:xfrm>
              <a:off x="5134572" y="37060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2" name="pt30672"/>
            <p:cNvSpPr/>
            <p:nvPr/>
          </p:nvSpPr>
          <p:spPr>
            <a:xfrm>
              <a:off x="5152991" y="35946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3" name="pt30673"/>
            <p:cNvSpPr/>
            <p:nvPr/>
          </p:nvSpPr>
          <p:spPr>
            <a:xfrm>
              <a:off x="5126061" y="38567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4" name="pt30674"/>
            <p:cNvSpPr/>
            <p:nvPr/>
          </p:nvSpPr>
          <p:spPr>
            <a:xfrm>
              <a:off x="5154635" y="35669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5" name="pt30675"/>
            <p:cNvSpPr/>
            <p:nvPr/>
          </p:nvSpPr>
          <p:spPr>
            <a:xfrm>
              <a:off x="5154274" y="3516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6" name="pt30676"/>
            <p:cNvSpPr/>
            <p:nvPr/>
          </p:nvSpPr>
          <p:spPr>
            <a:xfrm>
              <a:off x="5102367" y="3550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7" name="pt30677"/>
            <p:cNvSpPr/>
            <p:nvPr/>
          </p:nvSpPr>
          <p:spPr>
            <a:xfrm>
              <a:off x="5167640" y="3599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8" name="pt30678"/>
            <p:cNvSpPr/>
            <p:nvPr/>
          </p:nvSpPr>
          <p:spPr>
            <a:xfrm>
              <a:off x="5144461" y="3505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79" name="pt30679"/>
            <p:cNvSpPr/>
            <p:nvPr/>
          </p:nvSpPr>
          <p:spPr>
            <a:xfrm>
              <a:off x="5156549" y="35706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0" name="pt30680"/>
            <p:cNvSpPr/>
            <p:nvPr/>
          </p:nvSpPr>
          <p:spPr>
            <a:xfrm>
              <a:off x="5133863" y="36390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1" name="pt30681"/>
            <p:cNvSpPr/>
            <p:nvPr/>
          </p:nvSpPr>
          <p:spPr>
            <a:xfrm>
              <a:off x="5155560" y="3503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2" name="pt30682"/>
            <p:cNvSpPr/>
            <p:nvPr/>
          </p:nvSpPr>
          <p:spPr>
            <a:xfrm>
              <a:off x="5162034" y="37557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3" name="pt30683"/>
            <p:cNvSpPr/>
            <p:nvPr/>
          </p:nvSpPr>
          <p:spPr>
            <a:xfrm>
              <a:off x="5135222" y="3574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4" name="pt30684"/>
            <p:cNvSpPr/>
            <p:nvPr/>
          </p:nvSpPr>
          <p:spPr>
            <a:xfrm>
              <a:off x="5152558" y="3541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5" name="pt30685"/>
            <p:cNvSpPr/>
            <p:nvPr/>
          </p:nvSpPr>
          <p:spPr>
            <a:xfrm>
              <a:off x="5154013" y="34128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6" name="pt30686"/>
            <p:cNvSpPr/>
            <p:nvPr/>
          </p:nvSpPr>
          <p:spPr>
            <a:xfrm>
              <a:off x="5138828" y="34848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7" name="pt30687"/>
            <p:cNvSpPr/>
            <p:nvPr/>
          </p:nvSpPr>
          <p:spPr>
            <a:xfrm>
              <a:off x="5164293" y="3518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8" name="pt30688"/>
            <p:cNvSpPr/>
            <p:nvPr/>
          </p:nvSpPr>
          <p:spPr>
            <a:xfrm>
              <a:off x="5218607" y="3522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89" name="pt30689"/>
            <p:cNvSpPr/>
            <p:nvPr/>
          </p:nvSpPr>
          <p:spPr>
            <a:xfrm>
              <a:off x="5110050" y="35647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0" name="pt30690"/>
            <p:cNvSpPr/>
            <p:nvPr/>
          </p:nvSpPr>
          <p:spPr>
            <a:xfrm>
              <a:off x="5183580" y="35951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1" name="pt30691"/>
            <p:cNvSpPr/>
            <p:nvPr/>
          </p:nvSpPr>
          <p:spPr>
            <a:xfrm>
              <a:off x="5144534" y="35286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2" name="pt30692"/>
            <p:cNvSpPr/>
            <p:nvPr/>
          </p:nvSpPr>
          <p:spPr>
            <a:xfrm>
              <a:off x="5157895" y="3538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3" name="pt30693"/>
            <p:cNvSpPr/>
            <p:nvPr/>
          </p:nvSpPr>
          <p:spPr>
            <a:xfrm>
              <a:off x="5162921" y="3599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4" name="pt30694"/>
            <p:cNvSpPr/>
            <p:nvPr/>
          </p:nvSpPr>
          <p:spPr>
            <a:xfrm>
              <a:off x="5240153" y="34176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5" name="pt30695"/>
            <p:cNvSpPr/>
            <p:nvPr/>
          </p:nvSpPr>
          <p:spPr>
            <a:xfrm>
              <a:off x="5144536" y="35386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6" name="pt30696"/>
            <p:cNvSpPr/>
            <p:nvPr/>
          </p:nvSpPr>
          <p:spPr>
            <a:xfrm>
              <a:off x="5160640" y="3676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7" name="pt30697"/>
            <p:cNvSpPr/>
            <p:nvPr/>
          </p:nvSpPr>
          <p:spPr>
            <a:xfrm>
              <a:off x="5154411" y="3374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8" name="pt30698"/>
            <p:cNvSpPr/>
            <p:nvPr/>
          </p:nvSpPr>
          <p:spPr>
            <a:xfrm>
              <a:off x="5173091" y="32881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699" name="pt30699"/>
            <p:cNvSpPr/>
            <p:nvPr/>
          </p:nvSpPr>
          <p:spPr>
            <a:xfrm>
              <a:off x="5147617" y="34513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0" name="pt30700"/>
            <p:cNvSpPr/>
            <p:nvPr/>
          </p:nvSpPr>
          <p:spPr>
            <a:xfrm>
              <a:off x="5140398" y="35437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1" name="pt30701"/>
            <p:cNvSpPr/>
            <p:nvPr/>
          </p:nvSpPr>
          <p:spPr>
            <a:xfrm>
              <a:off x="5132999" y="4009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2" name="pt30702"/>
            <p:cNvSpPr/>
            <p:nvPr/>
          </p:nvSpPr>
          <p:spPr>
            <a:xfrm>
              <a:off x="5199436" y="35496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3" name="pt30703"/>
            <p:cNvSpPr/>
            <p:nvPr/>
          </p:nvSpPr>
          <p:spPr>
            <a:xfrm>
              <a:off x="5135666" y="34784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4" name="pt30704"/>
            <p:cNvSpPr/>
            <p:nvPr/>
          </p:nvSpPr>
          <p:spPr>
            <a:xfrm>
              <a:off x="5135678" y="38892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5" name="pt30705"/>
            <p:cNvSpPr/>
            <p:nvPr/>
          </p:nvSpPr>
          <p:spPr>
            <a:xfrm>
              <a:off x="5165152" y="3532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6" name="pt30706"/>
            <p:cNvSpPr/>
            <p:nvPr/>
          </p:nvSpPr>
          <p:spPr>
            <a:xfrm>
              <a:off x="5178234" y="33427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7" name="pt30707"/>
            <p:cNvSpPr/>
            <p:nvPr/>
          </p:nvSpPr>
          <p:spPr>
            <a:xfrm>
              <a:off x="5183582" y="35484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8" name="pt30708"/>
            <p:cNvSpPr/>
            <p:nvPr/>
          </p:nvSpPr>
          <p:spPr>
            <a:xfrm>
              <a:off x="5219846" y="3424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09" name="pt30709"/>
            <p:cNvSpPr/>
            <p:nvPr/>
          </p:nvSpPr>
          <p:spPr>
            <a:xfrm>
              <a:off x="5149352" y="35617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0" name="pt30710"/>
            <p:cNvSpPr/>
            <p:nvPr/>
          </p:nvSpPr>
          <p:spPr>
            <a:xfrm>
              <a:off x="5154142" y="36305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1" name="pt30711"/>
            <p:cNvSpPr/>
            <p:nvPr/>
          </p:nvSpPr>
          <p:spPr>
            <a:xfrm>
              <a:off x="5160197" y="35304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2" name="pt30712"/>
            <p:cNvSpPr/>
            <p:nvPr/>
          </p:nvSpPr>
          <p:spPr>
            <a:xfrm>
              <a:off x="5628918" y="318374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3" name="pt30713"/>
            <p:cNvSpPr/>
            <p:nvPr/>
          </p:nvSpPr>
          <p:spPr>
            <a:xfrm>
              <a:off x="5167979" y="35096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4" name="pt30714"/>
            <p:cNvSpPr/>
            <p:nvPr/>
          </p:nvSpPr>
          <p:spPr>
            <a:xfrm>
              <a:off x="5151247" y="35575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5" name="pt30715"/>
            <p:cNvSpPr/>
            <p:nvPr/>
          </p:nvSpPr>
          <p:spPr>
            <a:xfrm>
              <a:off x="5132088" y="36158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6" name="pt30716"/>
            <p:cNvSpPr/>
            <p:nvPr/>
          </p:nvSpPr>
          <p:spPr>
            <a:xfrm>
              <a:off x="5138130" y="37887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7" name="pt30717"/>
            <p:cNvSpPr/>
            <p:nvPr/>
          </p:nvSpPr>
          <p:spPr>
            <a:xfrm>
              <a:off x="5141608" y="3542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8" name="pt30718"/>
            <p:cNvSpPr/>
            <p:nvPr/>
          </p:nvSpPr>
          <p:spPr>
            <a:xfrm>
              <a:off x="5134728" y="3616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19" name="pt30719"/>
            <p:cNvSpPr/>
            <p:nvPr/>
          </p:nvSpPr>
          <p:spPr>
            <a:xfrm>
              <a:off x="5014359" y="3940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0" name="pt30720"/>
            <p:cNvSpPr/>
            <p:nvPr/>
          </p:nvSpPr>
          <p:spPr>
            <a:xfrm>
              <a:off x="5208850" y="33677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1" name="pt30721"/>
            <p:cNvSpPr/>
            <p:nvPr/>
          </p:nvSpPr>
          <p:spPr>
            <a:xfrm>
              <a:off x="5135146" y="3633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2" name="pt30722"/>
            <p:cNvSpPr/>
            <p:nvPr/>
          </p:nvSpPr>
          <p:spPr>
            <a:xfrm>
              <a:off x="5217663" y="34688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3" name="pt30723"/>
            <p:cNvSpPr/>
            <p:nvPr/>
          </p:nvSpPr>
          <p:spPr>
            <a:xfrm>
              <a:off x="5133793" y="3669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4" name="pt30724"/>
            <p:cNvSpPr/>
            <p:nvPr/>
          </p:nvSpPr>
          <p:spPr>
            <a:xfrm>
              <a:off x="5111616" y="3410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5" name="pt30725"/>
            <p:cNvSpPr/>
            <p:nvPr/>
          </p:nvSpPr>
          <p:spPr>
            <a:xfrm>
              <a:off x="5178180" y="3573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6" name="pt30726"/>
            <p:cNvSpPr/>
            <p:nvPr/>
          </p:nvSpPr>
          <p:spPr>
            <a:xfrm>
              <a:off x="5146906" y="3419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7" name="pt30727"/>
            <p:cNvSpPr/>
            <p:nvPr/>
          </p:nvSpPr>
          <p:spPr>
            <a:xfrm>
              <a:off x="5166242" y="3612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8" name="pt30728"/>
            <p:cNvSpPr/>
            <p:nvPr/>
          </p:nvSpPr>
          <p:spPr>
            <a:xfrm>
              <a:off x="5181887" y="35847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29" name="pt30729"/>
            <p:cNvSpPr/>
            <p:nvPr/>
          </p:nvSpPr>
          <p:spPr>
            <a:xfrm>
              <a:off x="5163691" y="34644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0" name="pt30730"/>
            <p:cNvSpPr/>
            <p:nvPr/>
          </p:nvSpPr>
          <p:spPr>
            <a:xfrm>
              <a:off x="5160014" y="35914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1" name="pt30731"/>
            <p:cNvSpPr/>
            <p:nvPr/>
          </p:nvSpPr>
          <p:spPr>
            <a:xfrm>
              <a:off x="5175580" y="3485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2" name="pt30732"/>
            <p:cNvSpPr/>
            <p:nvPr/>
          </p:nvSpPr>
          <p:spPr>
            <a:xfrm>
              <a:off x="5124916" y="3476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3" name="pt30733"/>
            <p:cNvSpPr/>
            <p:nvPr/>
          </p:nvSpPr>
          <p:spPr>
            <a:xfrm>
              <a:off x="5165925" y="3639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4" name="pt30734"/>
            <p:cNvSpPr/>
            <p:nvPr/>
          </p:nvSpPr>
          <p:spPr>
            <a:xfrm>
              <a:off x="5163519" y="3466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5" name="pt30735"/>
            <p:cNvSpPr/>
            <p:nvPr/>
          </p:nvSpPr>
          <p:spPr>
            <a:xfrm>
              <a:off x="5159683" y="3636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6" name="pt30736"/>
            <p:cNvSpPr/>
            <p:nvPr/>
          </p:nvSpPr>
          <p:spPr>
            <a:xfrm>
              <a:off x="5148337" y="3411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7" name="pt30737"/>
            <p:cNvSpPr/>
            <p:nvPr/>
          </p:nvSpPr>
          <p:spPr>
            <a:xfrm>
              <a:off x="5145636" y="3570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8" name="pt30738"/>
            <p:cNvSpPr/>
            <p:nvPr/>
          </p:nvSpPr>
          <p:spPr>
            <a:xfrm>
              <a:off x="5167904" y="3521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39" name="pt30739"/>
            <p:cNvSpPr/>
            <p:nvPr/>
          </p:nvSpPr>
          <p:spPr>
            <a:xfrm>
              <a:off x="5157424" y="34919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0" name="pt30740"/>
            <p:cNvSpPr/>
            <p:nvPr/>
          </p:nvSpPr>
          <p:spPr>
            <a:xfrm>
              <a:off x="5144049" y="34364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1" name="pt30741"/>
            <p:cNvSpPr/>
            <p:nvPr/>
          </p:nvSpPr>
          <p:spPr>
            <a:xfrm>
              <a:off x="5153592" y="3528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2" name="pt30742"/>
            <p:cNvSpPr/>
            <p:nvPr/>
          </p:nvSpPr>
          <p:spPr>
            <a:xfrm>
              <a:off x="4617664" y="503576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43" name="pt30743"/>
            <p:cNvSpPr/>
            <p:nvPr/>
          </p:nvSpPr>
          <p:spPr>
            <a:xfrm>
              <a:off x="5185297" y="3748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4" name="pt30744"/>
            <p:cNvSpPr/>
            <p:nvPr/>
          </p:nvSpPr>
          <p:spPr>
            <a:xfrm>
              <a:off x="5003428" y="439500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45" name="pt30745"/>
            <p:cNvSpPr/>
            <p:nvPr/>
          </p:nvSpPr>
          <p:spPr>
            <a:xfrm>
              <a:off x="5160353" y="35424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6" name="pt30746"/>
            <p:cNvSpPr/>
            <p:nvPr/>
          </p:nvSpPr>
          <p:spPr>
            <a:xfrm>
              <a:off x="5172563" y="34845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7" name="pt30747"/>
            <p:cNvSpPr/>
            <p:nvPr/>
          </p:nvSpPr>
          <p:spPr>
            <a:xfrm>
              <a:off x="5174106" y="3553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8" name="pt30748"/>
            <p:cNvSpPr/>
            <p:nvPr/>
          </p:nvSpPr>
          <p:spPr>
            <a:xfrm>
              <a:off x="5202123" y="34296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49" name="pt30749"/>
            <p:cNvSpPr/>
            <p:nvPr/>
          </p:nvSpPr>
          <p:spPr>
            <a:xfrm>
              <a:off x="5146962" y="3620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0" name="pt30750"/>
            <p:cNvSpPr/>
            <p:nvPr/>
          </p:nvSpPr>
          <p:spPr>
            <a:xfrm>
              <a:off x="5174666" y="35818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1" name="pt30751"/>
            <p:cNvSpPr/>
            <p:nvPr/>
          </p:nvSpPr>
          <p:spPr>
            <a:xfrm>
              <a:off x="5159077" y="35006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2" name="pt30752"/>
            <p:cNvSpPr/>
            <p:nvPr/>
          </p:nvSpPr>
          <p:spPr>
            <a:xfrm>
              <a:off x="5163849" y="3586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3" name="pt30753"/>
            <p:cNvSpPr/>
            <p:nvPr/>
          </p:nvSpPr>
          <p:spPr>
            <a:xfrm>
              <a:off x="5126492" y="38516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4" name="pt30754"/>
            <p:cNvSpPr/>
            <p:nvPr/>
          </p:nvSpPr>
          <p:spPr>
            <a:xfrm>
              <a:off x="5140402" y="35224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5" name="pt30755"/>
            <p:cNvSpPr/>
            <p:nvPr/>
          </p:nvSpPr>
          <p:spPr>
            <a:xfrm>
              <a:off x="5209836" y="3568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6" name="pt30756"/>
            <p:cNvSpPr/>
            <p:nvPr/>
          </p:nvSpPr>
          <p:spPr>
            <a:xfrm>
              <a:off x="5225184" y="3460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7" name="pt30757"/>
            <p:cNvSpPr/>
            <p:nvPr/>
          </p:nvSpPr>
          <p:spPr>
            <a:xfrm>
              <a:off x="5140753" y="3546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8" name="pt30758"/>
            <p:cNvSpPr/>
            <p:nvPr/>
          </p:nvSpPr>
          <p:spPr>
            <a:xfrm>
              <a:off x="5151471" y="3774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59" name="pt30759"/>
            <p:cNvSpPr/>
            <p:nvPr/>
          </p:nvSpPr>
          <p:spPr>
            <a:xfrm>
              <a:off x="5178536" y="3474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0" name="pt30760"/>
            <p:cNvSpPr/>
            <p:nvPr/>
          </p:nvSpPr>
          <p:spPr>
            <a:xfrm>
              <a:off x="5131560" y="35458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1" name="pt30761"/>
            <p:cNvSpPr/>
            <p:nvPr/>
          </p:nvSpPr>
          <p:spPr>
            <a:xfrm>
              <a:off x="5152106" y="32553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2" name="pt30762"/>
            <p:cNvSpPr/>
            <p:nvPr/>
          </p:nvSpPr>
          <p:spPr>
            <a:xfrm>
              <a:off x="5309866" y="331972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63" name="pt30763"/>
            <p:cNvSpPr/>
            <p:nvPr/>
          </p:nvSpPr>
          <p:spPr>
            <a:xfrm>
              <a:off x="5104740" y="38253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4" name="pt30764"/>
            <p:cNvSpPr/>
            <p:nvPr/>
          </p:nvSpPr>
          <p:spPr>
            <a:xfrm>
              <a:off x="5139658" y="3497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5" name="pt30765"/>
            <p:cNvSpPr/>
            <p:nvPr/>
          </p:nvSpPr>
          <p:spPr>
            <a:xfrm>
              <a:off x="5158835" y="3585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6" name="pt30766"/>
            <p:cNvSpPr/>
            <p:nvPr/>
          </p:nvSpPr>
          <p:spPr>
            <a:xfrm>
              <a:off x="5185882" y="3443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7" name="pt30767"/>
            <p:cNvSpPr/>
            <p:nvPr/>
          </p:nvSpPr>
          <p:spPr>
            <a:xfrm>
              <a:off x="5152965" y="3278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8" name="pt30768"/>
            <p:cNvSpPr/>
            <p:nvPr/>
          </p:nvSpPr>
          <p:spPr>
            <a:xfrm>
              <a:off x="5120930" y="35864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69" name="pt30769"/>
            <p:cNvSpPr/>
            <p:nvPr/>
          </p:nvSpPr>
          <p:spPr>
            <a:xfrm>
              <a:off x="5132844" y="3743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0" name="pt30770"/>
            <p:cNvSpPr/>
            <p:nvPr/>
          </p:nvSpPr>
          <p:spPr>
            <a:xfrm>
              <a:off x="5118726" y="3592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1" name="pt30771"/>
            <p:cNvSpPr/>
            <p:nvPr/>
          </p:nvSpPr>
          <p:spPr>
            <a:xfrm>
              <a:off x="5179207" y="3516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2" name="pt30772"/>
            <p:cNvSpPr/>
            <p:nvPr/>
          </p:nvSpPr>
          <p:spPr>
            <a:xfrm>
              <a:off x="5189401" y="35361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3" name="pt30773"/>
            <p:cNvSpPr/>
            <p:nvPr/>
          </p:nvSpPr>
          <p:spPr>
            <a:xfrm>
              <a:off x="5183101" y="3384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4" name="pt30774"/>
            <p:cNvSpPr/>
            <p:nvPr/>
          </p:nvSpPr>
          <p:spPr>
            <a:xfrm>
              <a:off x="5190748" y="3573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5" name="pt30775"/>
            <p:cNvSpPr/>
            <p:nvPr/>
          </p:nvSpPr>
          <p:spPr>
            <a:xfrm>
              <a:off x="5091611" y="37499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6" name="pt30776"/>
            <p:cNvSpPr/>
            <p:nvPr/>
          </p:nvSpPr>
          <p:spPr>
            <a:xfrm>
              <a:off x="5170188" y="3474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7" name="pt30777"/>
            <p:cNvSpPr/>
            <p:nvPr/>
          </p:nvSpPr>
          <p:spPr>
            <a:xfrm>
              <a:off x="5181665" y="3562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8" name="pt30778"/>
            <p:cNvSpPr/>
            <p:nvPr/>
          </p:nvSpPr>
          <p:spPr>
            <a:xfrm>
              <a:off x="5112029" y="3592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79" name="pt30779"/>
            <p:cNvSpPr/>
            <p:nvPr/>
          </p:nvSpPr>
          <p:spPr>
            <a:xfrm>
              <a:off x="5154552" y="36189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0" name="pt30780"/>
            <p:cNvSpPr/>
            <p:nvPr/>
          </p:nvSpPr>
          <p:spPr>
            <a:xfrm>
              <a:off x="4742085" y="408791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81" name="pt30781"/>
            <p:cNvSpPr/>
            <p:nvPr/>
          </p:nvSpPr>
          <p:spPr>
            <a:xfrm>
              <a:off x="5152675" y="35768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2" name="pt30782"/>
            <p:cNvSpPr/>
            <p:nvPr/>
          </p:nvSpPr>
          <p:spPr>
            <a:xfrm>
              <a:off x="5141514" y="35421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3" name="pt30783"/>
            <p:cNvSpPr/>
            <p:nvPr/>
          </p:nvSpPr>
          <p:spPr>
            <a:xfrm>
              <a:off x="5149406" y="37524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4" name="pt30784"/>
            <p:cNvSpPr/>
            <p:nvPr/>
          </p:nvSpPr>
          <p:spPr>
            <a:xfrm>
              <a:off x="5188528" y="3455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5" name="pt30785"/>
            <p:cNvSpPr/>
            <p:nvPr/>
          </p:nvSpPr>
          <p:spPr>
            <a:xfrm>
              <a:off x="5148179" y="34911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6" name="pt30786"/>
            <p:cNvSpPr/>
            <p:nvPr/>
          </p:nvSpPr>
          <p:spPr>
            <a:xfrm>
              <a:off x="5175583" y="3417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7" name="pt30787"/>
            <p:cNvSpPr/>
            <p:nvPr/>
          </p:nvSpPr>
          <p:spPr>
            <a:xfrm>
              <a:off x="5067425" y="35332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8" name="pt30788"/>
            <p:cNvSpPr/>
            <p:nvPr/>
          </p:nvSpPr>
          <p:spPr>
            <a:xfrm>
              <a:off x="5183798" y="3475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89" name="pt30789"/>
            <p:cNvSpPr/>
            <p:nvPr/>
          </p:nvSpPr>
          <p:spPr>
            <a:xfrm>
              <a:off x="5165215" y="35078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0" name="pt30790"/>
            <p:cNvSpPr/>
            <p:nvPr/>
          </p:nvSpPr>
          <p:spPr>
            <a:xfrm>
              <a:off x="5155970" y="3578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1" name="pt30791"/>
            <p:cNvSpPr/>
            <p:nvPr/>
          </p:nvSpPr>
          <p:spPr>
            <a:xfrm>
              <a:off x="5165076" y="3614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2" name="pt30792"/>
            <p:cNvSpPr/>
            <p:nvPr/>
          </p:nvSpPr>
          <p:spPr>
            <a:xfrm>
              <a:off x="5155365" y="3594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3" name="pt30793"/>
            <p:cNvSpPr/>
            <p:nvPr/>
          </p:nvSpPr>
          <p:spPr>
            <a:xfrm>
              <a:off x="5300131" y="35053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4" name="pt30794"/>
            <p:cNvSpPr/>
            <p:nvPr/>
          </p:nvSpPr>
          <p:spPr>
            <a:xfrm>
              <a:off x="5149678" y="3536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5" name="pt30795"/>
            <p:cNvSpPr/>
            <p:nvPr/>
          </p:nvSpPr>
          <p:spPr>
            <a:xfrm>
              <a:off x="5164310" y="3621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6" name="pt30796"/>
            <p:cNvSpPr/>
            <p:nvPr/>
          </p:nvSpPr>
          <p:spPr>
            <a:xfrm>
              <a:off x="5159152" y="38921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7" name="pt30797"/>
            <p:cNvSpPr/>
            <p:nvPr/>
          </p:nvSpPr>
          <p:spPr>
            <a:xfrm>
              <a:off x="5159425" y="36520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8" name="pt30798"/>
            <p:cNvSpPr/>
            <p:nvPr/>
          </p:nvSpPr>
          <p:spPr>
            <a:xfrm>
              <a:off x="5181036" y="35568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799" name="pt30799"/>
            <p:cNvSpPr/>
            <p:nvPr/>
          </p:nvSpPr>
          <p:spPr>
            <a:xfrm>
              <a:off x="5103572" y="3701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0" name="pt30800"/>
            <p:cNvSpPr/>
            <p:nvPr/>
          </p:nvSpPr>
          <p:spPr>
            <a:xfrm>
              <a:off x="5166923" y="3494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1" name="pt30801"/>
            <p:cNvSpPr/>
            <p:nvPr/>
          </p:nvSpPr>
          <p:spPr>
            <a:xfrm>
              <a:off x="5129324" y="35818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2" name="pt30802"/>
            <p:cNvSpPr/>
            <p:nvPr/>
          </p:nvSpPr>
          <p:spPr>
            <a:xfrm>
              <a:off x="5155780" y="3471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3" name="pt30803"/>
            <p:cNvSpPr/>
            <p:nvPr/>
          </p:nvSpPr>
          <p:spPr>
            <a:xfrm>
              <a:off x="5158634" y="34486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4" name="pt30804"/>
            <p:cNvSpPr/>
            <p:nvPr/>
          </p:nvSpPr>
          <p:spPr>
            <a:xfrm>
              <a:off x="4279544" y="373435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05" name="pt30805"/>
            <p:cNvSpPr/>
            <p:nvPr/>
          </p:nvSpPr>
          <p:spPr>
            <a:xfrm>
              <a:off x="5150415" y="3396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6" name="pt30806"/>
            <p:cNvSpPr/>
            <p:nvPr/>
          </p:nvSpPr>
          <p:spPr>
            <a:xfrm>
              <a:off x="5153776" y="34248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7" name="pt30807"/>
            <p:cNvSpPr/>
            <p:nvPr/>
          </p:nvSpPr>
          <p:spPr>
            <a:xfrm>
              <a:off x="5186141" y="35065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8" name="pt30808"/>
            <p:cNvSpPr/>
            <p:nvPr/>
          </p:nvSpPr>
          <p:spPr>
            <a:xfrm>
              <a:off x="5186202" y="35086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09" name="pt30809"/>
            <p:cNvSpPr/>
            <p:nvPr/>
          </p:nvSpPr>
          <p:spPr>
            <a:xfrm>
              <a:off x="5156330" y="3605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0" name="pt30810"/>
            <p:cNvSpPr/>
            <p:nvPr/>
          </p:nvSpPr>
          <p:spPr>
            <a:xfrm>
              <a:off x="5118288" y="3713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1" name="pt30811"/>
            <p:cNvSpPr/>
            <p:nvPr/>
          </p:nvSpPr>
          <p:spPr>
            <a:xfrm>
              <a:off x="5119838" y="34587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2" name="pt30812"/>
            <p:cNvSpPr/>
            <p:nvPr/>
          </p:nvSpPr>
          <p:spPr>
            <a:xfrm>
              <a:off x="5172612" y="3471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3" name="pt30813"/>
            <p:cNvSpPr/>
            <p:nvPr/>
          </p:nvSpPr>
          <p:spPr>
            <a:xfrm>
              <a:off x="5211192" y="33158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4" name="pt30814"/>
            <p:cNvSpPr/>
            <p:nvPr/>
          </p:nvSpPr>
          <p:spPr>
            <a:xfrm>
              <a:off x="5125344" y="3474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5" name="pt30815"/>
            <p:cNvSpPr/>
            <p:nvPr/>
          </p:nvSpPr>
          <p:spPr>
            <a:xfrm>
              <a:off x="5090339" y="3446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6" name="pt30816"/>
            <p:cNvSpPr/>
            <p:nvPr/>
          </p:nvSpPr>
          <p:spPr>
            <a:xfrm>
              <a:off x="5138759" y="35135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7" name="pt30817"/>
            <p:cNvSpPr/>
            <p:nvPr/>
          </p:nvSpPr>
          <p:spPr>
            <a:xfrm>
              <a:off x="5159733" y="3454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8" name="pt30818"/>
            <p:cNvSpPr/>
            <p:nvPr/>
          </p:nvSpPr>
          <p:spPr>
            <a:xfrm>
              <a:off x="5153150" y="3486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19" name="pt30819"/>
            <p:cNvSpPr/>
            <p:nvPr/>
          </p:nvSpPr>
          <p:spPr>
            <a:xfrm>
              <a:off x="5145858" y="3618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0" name="pt30820"/>
            <p:cNvSpPr/>
            <p:nvPr/>
          </p:nvSpPr>
          <p:spPr>
            <a:xfrm>
              <a:off x="5169996" y="34330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1" name="pt30821"/>
            <p:cNvSpPr/>
            <p:nvPr/>
          </p:nvSpPr>
          <p:spPr>
            <a:xfrm>
              <a:off x="5136679" y="36957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2" name="pt30822"/>
            <p:cNvSpPr/>
            <p:nvPr/>
          </p:nvSpPr>
          <p:spPr>
            <a:xfrm>
              <a:off x="5147756" y="3796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3" name="pt30823"/>
            <p:cNvSpPr/>
            <p:nvPr/>
          </p:nvSpPr>
          <p:spPr>
            <a:xfrm>
              <a:off x="5157491" y="35403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4" name="pt30824"/>
            <p:cNvSpPr/>
            <p:nvPr/>
          </p:nvSpPr>
          <p:spPr>
            <a:xfrm>
              <a:off x="5187319" y="35196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5" name="pt30825"/>
            <p:cNvSpPr/>
            <p:nvPr/>
          </p:nvSpPr>
          <p:spPr>
            <a:xfrm>
              <a:off x="5261790" y="35111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6" name="pt30826"/>
            <p:cNvSpPr/>
            <p:nvPr/>
          </p:nvSpPr>
          <p:spPr>
            <a:xfrm>
              <a:off x="5144844" y="35992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7" name="pt30827"/>
            <p:cNvSpPr/>
            <p:nvPr/>
          </p:nvSpPr>
          <p:spPr>
            <a:xfrm>
              <a:off x="5162555" y="3483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28" name="pt30828"/>
            <p:cNvSpPr/>
            <p:nvPr/>
          </p:nvSpPr>
          <p:spPr>
            <a:xfrm>
              <a:off x="4992821" y="392490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29" name="pt30829"/>
            <p:cNvSpPr/>
            <p:nvPr/>
          </p:nvSpPr>
          <p:spPr>
            <a:xfrm>
              <a:off x="5141278" y="3566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0" name="pt30830"/>
            <p:cNvSpPr/>
            <p:nvPr/>
          </p:nvSpPr>
          <p:spPr>
            <a:xfrm>
              <a:off x="5075690" y="3801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1" name="pt30831"/>
            <p:cNvSpPr/>
            <p:nvPr/>
          </p:nvSpPr>
          <p:spPr>
            <a:xfrm>
              <a:off x="5211348" y="3401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2" name="pt30832"/>
            <p:cNvSpPr/>
            <p:nvPr/>
          </p:nvSpPr>
          <p:spPr>
            <a:xfrm>
              <a:off x="5188337" y="33534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3" name="pt30833"/>
            <p:cNvSpPr/>
            <p:nvPr/>
          </p:nvSpPr>
          <p:spPr>
            <a:xfrm>
              <a:off x="5178044" y="35955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4" name="pt30834"/>
            <p:cNvSpPr/>
            <p:nvPr/>
          </p:nvSpPr>
          <p:spPr>
            <a:xfrm>
              <a:off x="5150984" y="35091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5" name="pt30835"/>
            <p:cNvSpPr/>
            <p:nvPr/>
          </p:nvSpPr>
          <p:spPr>
            <a:xfrm>
              <a:off x="5135437" y="34627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6" name="pt30836"/>
            <p:cNvSpPr/>
            <p:nvPr/>
          </p:nvSpPr>
          <p:spPr>
            <a:xfrm>
              <a:off x="5151368" y="3613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7" name="pt30837"/>
            <p:cNvSpPr/>
            <p:nvPr/>
          </p:nvSpPr>
          <p:spPr>
            <a:xfrm>
              <a:off x="5113369" y="37314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8" name="pt30838"/>
            <p:cNvSpPr/>
            <p:nvPr/>
          </p:nvSpPr>
          <p:spPr>
            <a:xfrm>
              <a:off x="5132724" y="3605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39" name="pt30839"/>
            <p:cNvSpPr/>
            <p:nvPr/>
          </p:nvSpPr>
          <p:spPr>
            <a:xfrm>
              <a:off x="5145394" y="35313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0" name="pt30840"/>
            <p:cNvSpPr/>
            <p:nvPr/>
          </p:nvSpPr>
          <p:spPr>
            <a:xfrm>
              <a:off x="5162081" y="3358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1" name="pt30841"/>
            <p:cNvSpPr/>
            <p:nvPr/>
          </p:nvSpPr>
          <p:spPr>
            <a:xfrm>
              <a:off x="5165174" y="35763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2" name="pt30842"/>
            <p:cNvSpPr/>
            <p:nvPr/>
          </p:nvSpPr>
          <p:spPr>
            <a:xfrm>
              <a:off x="5207995" y="34378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3" name="pt30843"/>
            <p:cNvSpPr/>
            <p:nvPr/>
          </p:nvSpPr>
          <p:spPr>
            <a:xfrm>
              <a:off x="5061374" y="4357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4" name="pt30844"/>
            <p:cNvSpPr/>
            <p:nvPr/>
          </p:nvSpPr>
          <p:spPr>
            <a:xfrm>
              <a:off x="5143345" y="3484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5" name="pt30845"/>
            <p:cNvSpPr/>
            <p:nvPr/>
          </p:nvSpPr>
          <p:spPr>
            <a:xfrm>
              <a:off x="5193000" y="34557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6" name="pt30846"/>
            <p:cNvSpPr/>
            <p:nvPr/>
          </p:nvSpPr>
          <p:spPr>
            <a:xfrm>
              <a:off x="5170557" y="36733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7" name="pt30847"/>
            <p:cNvSpPr/>
            <p:nvPr/>
          </p:nvSpPr>
          <p:spPr>
            <a:xfrm>
              <a:off x="5153725" y="3575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8" name="pt30848"/>
            <p:cNvSpPr/>
            <p:nvPr/>
          </p:nvSpPr>
          <p:spPr>
            <a:xfrm>
              <a:off x="5153462" y="3742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49" name="pt30849"/>
            <p:cNvSpPr/>
            <p:nvPr/>
          </p:nvSpPr>
          <p:spPr>
            <a:xfrm>
              <a:off x="5106732" y="35329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0" name="pt30850"/>
            <p:cNvSpPr/>
            <p:nvPr/>
          </p:nvSpPr>
          <p:spPr>
            <a:xfrm>
              <a:off x="5187610" y="33434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1" name="pt30851"/>
            <p:cNvSpPr/>
            <p:nvPr/>
          </p:nvSpPr>
          <p:spPr>
            <a:xfrm>
              <a:off x="5190891" y="3402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2" name="pt30852"/>
            <p:cNvSpPr/>
            <p:nvPr/>
          </p:nvSpPr>
          <p:spPr>
            <a:xfrm>
              <a:off x="5159580" y="34753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3" name="pt30853"/>
            <p:cNvSpPr/>
            <p:nvPr/>
          </p:nvSpPr>
          <p:spPr>
            <a:xfrm>
              <a:off x="5152691" y="3450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4" name="pt30854"/>
            <p:cNvSpPr/>
            <p:nvPr/>
          </p:nvSpPr>
          <p:spPr>
            <a:xfrm>
              <a:off x="5136724" y="3762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5" name="pt30855"/>
            <p:cNvSpPr/>
            <p:nvPr/>
          </p:nvSpPr>
          <p:spPr>
            <a:xfrm>
              <a:off x="5091166" y="36213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6" name="pt30856"/>
            <p:cNvSpPr/>
            <p:nvPr/>
          </p:nvSpPr>
          <p:spPr>
            <a:xfrm>
              <a:off x="5094413" y="35877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7" name="pt30857"/>
            <p:cNvSpPr/>
            <p:nvPr/>
          </p:nvSpPr>
          <p:spPr>
            <a:xfrm>
              <a:off x="5130034" y="36101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8" name="pt30858"/>
            <p:cNvSpPr/>
            <p:nvPr/>
          </p:nvSpPr>
          <p:spPr>
            <a:xfrm>
              <a:off x="5158504" y="3419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59" name="pt30859"/>
            <p:cNvSpPr/>
            <p:nvPr/>
          </p:nvSpPr>
          <p:spPr>
            <a:xfrm>
              <a:off x="5173802" y="35374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0" name="pt30860"/>
            <p:cNvSpPr/>
            <p:nvPr/>
          </p:nvSpPr>
          <p:spPr>
            <a:xfrm>
              <a:off x="5087317" y="35034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1" name="pt30861"/>
            <p:cNvSpPr/>
            <p:nvPr/>
          </p:nvSpPr>
          <p:spPr>
            <a:xfrm>
              <a:off x="5150119" y="3072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2" name="pt30862"/>
            <p:cNvSpPr/>
            <p:nvPr/>
          </p:nvSpPr>
          <p:spPr>
            <a:xfrm>
              <a:off x="5158831" y="34309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3" name="pt30863"/>
            <p:cNvSpPr/>
            <p:nvPr/>
          </p:nvSpPr>
          <p:spPr>
            <a:xfrm>
              <a:off x="5161943" y="35036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4" name="pt30864"/>
            <p:cNvSpPr/>
            <p:nvPr/>
          </p:nvSpPr>
          <p:spPr>
            <a:xfrm>
              <a:off x="5142507" y="3548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5" name="pt30865"/>
            <p:cNvSpPr/>
            <p:nvPr/>
          </p:nvSpPr>
          <p:spPr>
            <a:xfrm>
              <a:off x="5103278" y="3723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6" name="pt30866"/>
            <p:cNvSpPr/>
            <p:nvPr/>
          </p:nvSpPr>
          <p:spPr>
            <a:xfrm>
              <a:off x="5144539" y="3460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7" name="pt30867"/>
            <p:cNvSpPr/>
            <p:nvPr/>
          </p:nvSpPr>
          <p:spPr>
            <a:xfrm>
              <a:off x="5153541" y="3562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8" name="pt30868"/>
            <p:cNvSpPr/>
            <p:nvPr/>
          </p:nvSpPr>
          <p:spPr>
            <a:xfrm>
              <a:off x="5182284" y="34698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69" name="pt30869"/>
            <p:cNvSpPr/>
            <p:nvPr/>
          </p:nvSpPr>
          <p:spPr>
            <a:xfrm>
              <a:off x="5174413" y="34961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0" name="pt30870"/>
            <p:cNvSpPr/>
            <p:nvPr/>
          </p:nvSpPr>
          <p:spPr>
            <a:xfrm>
              <a:off x="5126668" y="35484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1" name="pt30871"/>
            <p:cNvSpPr/>
            <p:nvPr/>
          </p:nvSpPr>
          <p:spPr>
            <a:xfrm>
              <a:off x="5054492" y="34936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2" name="pt30872"/>
            <p:cNvSpPr/>
            <p:nvPr/>
          </p:nvSpPr>
          <p:spPr>
            <a:xfrm>
              <a:off x="5148590" y="3426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3" name="pt30873"/>
            <p:cNvSpPr/>
            <p:nvPr/>
          </p:nvSpPr>
          <p:spPr>
            <a:xfrm>
              <a:off x="5143160" y="34678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4" name="pt30874"/>
            <p:cNvSpPr/>
            <p:nvPr/>
          </p:nvSpPr>
          <p:spPr>
            <a:xfrm>
              <a:off x="5151549" y="3548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5" name="pt30875"/>
            <p:cNvSpPr/>
            <p:nvPr/>
          </p:nvSpPr>
          <p:spPr>
            <a:xfrm>
              <a:off x="5105348" y="3569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6" name="pt30876"/>
            <p:cNvSpPr/>
            <p:nvPr/>
          </p:nvSpPr>
          <p:spPr>
            <a:xfrm>
              <a:off x="5145809" y="4051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7" name="pt30877"/>
            <p:cNvSpPr/>
            <p:nvPr/>
          </p:nvSpPr>
          <p:spPr>
            <a:xfrm>
              <a:off x="5172884" y="35111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8" name="pt30878"/>
            <p:cNvSpPr/>
            <p:nvPr/>
          </p:nvSpPr>
          <p:spPr>
            <a:xfrm>
              <a:off x="5167173" y="3369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79" name="pt30879"/>
            <p:cNvSpPr/>
            <p:nvPr/>
          </p:nvSpPr>
          <p:spPr>
            <a:xfrm>
              <a:off x="5152424" y="3599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0" name="pt30880"/>
            <p:cNvSpPr/>
            <p:nvPr/>
          </p:nvSpPr>
          <p:spPr>
            <a:xfrm>
              <a:off x="5178708" y="35525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1" name="pt30881"/>
            <p:cNvSpPr/>
            <p:nvPr/>
          </p:nvSpPr>
          <p:spPr>
            <a:xfrm>
              <a:off x="5124564" y="35468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2" name="pt30882"/>
            <p:cNvSpPr/>
            <p:nvPr/>
          </p:nvSpPr>
          <p:spPr>
            <a:xfrm>
              <a:off x="5156421" y="34116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3" name="pt30883"/>
            <p:cNvSpPr/>
            <p:nvPr/>
          </p:nvSpPr>
          <p:spPr>
            <a:xfrm>
              <a:off x="5136952" y="3631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4" name="pt30884"/>
            <p:cNvSpPr/>
            <p:nvPr/>
          </p:nvSpPr>
          <p:spPr>
            <a:xfrm>
              <a:off x="5137215" y="35201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5" name="pt30885"/>
            <p:cNvSpPr/>
            <p:nvPr/>
          </p:nvSpPr>
          <p:spPr>
            <a:xfrm>
              <a:off x="5188743" y="34419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6" name="pt30886"/>
            <p:cNvSpPr/>
            <p:nvPr/>
          </p:nvSpPr>
          <p:spPr>
            <a:xfrm>
              <a:off x="5148119" y="3453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7" name="pt30887"/>
            <p:cNvSpPr/>
            <p:nvPr/>
          </p:nvSpPr>
          <p:spPr>
            <a:xfrm>
              <a:off x="5177439" y="34298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8" name="pt30888"/>
            <p:cNvSpPr/>
            <p:nvPr/>
          </p:nvSpPr>
          <p:spPr>
            <a:xfrm>
              <a:off x="5132787" y="3708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89" name="pt30889"/>
            <p:cNvSpPr/>
            <p:nvPr/>
          </p:nvSpPr>
          <p:spPr>
            <a:xfrm>
              <a:off x="5121796" y="35181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0" name="pt30890"/>
            <p:cNvSpPr/>
            <p:nvPr/>
          </p:nvSpPr>
          <p:spPr>
            <a:xfrm>
              <a:off x="5154922" y="33963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1" name="pt30891"/>
            <p:cNvSpPr/>
            <p:nvPr/>
          </p:nvSpPr>
          <p:spPr>
            <a:xfrm>
              <a:off x="5190864" y="34105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2" name="pt30892"/>
            <p:cNvSpPr/>
            <p:nvPr/>
          </p:nvSpPr>
          <p:spPr>
            <a:xfrm>
              <a:off x="5153387" y="35418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3" name="pt30893"/>
            <p:cNvSpPr/>
            <p:nvPr/>
          </p:nvSpPr>
          <p:spPr>
            <a:xfrm>
              <a:off x="5151587" y="34861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4" name="pt30894"/>
            <p:cNvSpPr/>
            <p:nvPr/>
          </p:nvSpPr>
          <p:spPr>
            <a:xfrm>
              <a:off x="5115247" y="35809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5" name="pt30895"/>
            <p:cNvSpPr/>
            <p:nvPr/>
          </p:nvSpPr>
          <p:spPr>
            <a:xfrm>
              <a:off x="5162819" y="33620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6" name="pt30896"/>
            <p:cNvSpPr/>
            <p:nvPr/>
          </p:nvSpPr>
          <p:spPr>
            <a:xfrm>
              <a:off x="5194351" y="35390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7" name="pt30897"/>
            <p:cNvSpPr/>
            <p:nvPr/>
          </p:nvSpPr>
          <p:spPr>
            <a:xfrm>
              <a:off x="5159560" y="3541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8" name="pt30898"/>
            <p:cNvSpPr/>
            <p:nvPr/>
          </p:nvSpPr>
          <p:spPr>
            <a:xfrm>
              <a:off x="5130370" y="3919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899" name="pt30899"/>
            <p:cNvSpPr/>
            <p:nvPr/>
          </p:nvSpPr>
          <p:spPr>
            <a:xfrm>
              <a:off x="5174253" y="33267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0" name="pt30900"/>
            <p:cNvSpPr/>
            <p:nvPr/>
          </p:nvSpPr>
          <p:spPr>
            <a:xfrm>
              <a:off x="5131441" y="37238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1" name="pt30901"/>
            <p:cNvSpPr/>
            <p:nvPr/>
          </p:nvSpPr>
          <p:spPr>
            <a:xfrm>
              <a:off x="5146915" y="3729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2" name="pt30902"/>
            <p:cNvSpPr/>
            <p:nvPr/>
          </p:nvSpPr>
          <p:spPr>
            <a:xfrm>
              <a:off x="5132141" y="3710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3" name="pt30903"/>
            <p:cNvSpPr/>
            <p:nvPr/>
          </p:nvSpPr>
          <p:spPr>
            <a:xfrm>
              <a:off x="5196677" y="3490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4" name="pt30904"/>
            <p:cNvSpPr/>
            <p:nvPr/>
          </p:nvSpPr>
          <p:spPr>
            <a:xfrm>
              <a:off x="5132349" y="34618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5" name="pt30905"/>
            <p:cNvSpPr/>
            <p:nvPr/>
          </p:nvSpPr>
          <p:spPr>
            <a:xfrm>
              <a:off x="5128711" y="3528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6" name="pt30906"/>
            <p:cNvSpPr/>
            <p:nvPr/>
          </p:nvSpPr>
          <p:spPr>
            <a:xfrm>
              <a:off x="5163849" y="33423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7" name="pt30907"/>
            <p:cNvSpPr/>
            <p:nvPr/>
          </p:nvSpPr>
          <p:spPr>
            <a:xfrm>
              <a:off x="5148806" y="3541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8" name="pt30908"/>
            <p:cNvSpPr/>
            <p:nvPr/>
          </p:nvSpPr>
          <p:spPr>
            <a:xfrm>
              <a:off x="5078423" y="3775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09" name="pt30909"/>
            <p:cNvSpPr/>
            <p:nvPr/>
          </p:nvSpPr>
          <p:spPr>
            <a:xfrm>
              <a:off x="5172876" y="3492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0" name="pt30910"/>
            <p:cNvSpPr/>
            <p:nvPr/>
          </p:nvSpPr>
          <p:spPr>
            <a:xfrm>
              <a:off x="5196221" y="32832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1" name="pt30911"/>
            <p:cNvSpPr/>
            <p:nvPr/>
          </p:nvSpPr>
          <p:spPr>
            <a:xfrm>
              <a:off x="4846660" y="444230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12" name="pt30912"/>
            <p:cNvSpPr/>
            <p:nvPr/>
          </p:nvSpPr>
          <p:spPr>
            <a:xfrm>
              <a:off x="5163934" y="3492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3" name="pt30913"/>
            <p:cNvSpPr/>
            <p:nvPr/>
          </p:nvSpPr>
          <p:spPr>
            <a:xfrm>
              <a:off x="5140879" y="34888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4" name="pt30914"/>
            <p:cNvSpPr/>
            <p:nvPr/>
          </p:nvSpPr>
          <p:spPr>
            <a:xfrm>
              <a:off x="5124441" y="35924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5" name="pt30915"/>
            <p:cNvSpPr/>
            <p:nvPr/>
          </p:nvSpPr>
          <p:spPr>
            <a:xfrm>
              <a:off x="5125569" y="3721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6" name="pt30916"/>
            <p:cNvSpPr/>
            <p:nvPr/>
          </p:nvSpPr>
          <p:spPr>
            <a:xfrm>
              <a:off x="5139657" y="37257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7" name="pt30917"/>
            <p:cNvSpPr/>
            <p:nvPr/>
          </p:nvSpPr>
          <p:spPr>
            <a:xfrm>
              <a:off x="5209046" y="34821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8" name="pt30918"/>
            <p:cNvSpPr/>
            <p:nvPr/>
          </p:nvSpPr>
          <p:spPr>
            <a:xfrm>
              <a:off x="5123286" y="36475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19" name="pt30919"/>
            <p:cNvSpPr/>
            <p:nvPr/>
          </p:nvSpPr>
          <p:spPr>
            <a:xfrm>
              <a:off x="5165662" y="35258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0" name="pt30920"/>
            <p:cNvSpPr/>
            <p:nvPr/>
          </p:nvSpPr>
          <p:spPr>
            <a:xfrm>
              <a:off x="5121068" y="35632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1" name="pt30921"/>
            <p:cNvSpPr/>
            <p:nvPr/>
          </p:nvSpPr>
          <p:spPr>
            <a:xfrm>
              <a:off x="5100774" y="37694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2" name="pt30922"/>
            <p:cNvSpPr/>
            <p:nvPr/>
          </p:nvSpPr>
          <p:spPr>
            <a:xfrm>
              <a:off x="5126943" y="3673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3" name="pt30923"/>
            <p:cNvSpPr/>
            <p:nvPr/>
          </p:nvSpPr>
          <p:spPr>
            <a:xfrm>
              <a:off x="5137109" y="3403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4" name="pt30924"/>
            <p:cNvSpPr/>
            <p:nvPr/>
          </p:nvSpPr>
          <p:spPr>
            <a:xfrm>
              <a:off x="5167665" y="34753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5" name="pt30925"/>
            <p:cNvSpPr/>
            <p:nvPr/>
          </p:nvSpPr>
          <p:spPr>
            <a:xfrm>
              <a:off x="5148320" y="3577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6" name="pt30926"/>
            <p:cNvSpPr/>
            <p:nvPr/>
          </p:nvSpPr>
          <p:spPr>
            <a:xfrm>
              <a:off x="5164463" y="35294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7" name="pt30927"/>
            <p:cNvSpPr/>
            <p:nvPr/>
          </p:nvSpPr>
          <p:spPr>
            <a:xfrm>
              <a:off x="5115564" y="38107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8" name="pt30928"/>
            <p:cNvSpPr/>
            <p:nvPr/>
          </p:nvSpPr>
          <p:spPr>
            <a:xfrm>
              <a:off x="5140794" y="3562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29" name="pt30929"/>
            <p:cNvSpPr/>
            <p:nvPr/>
          </p:nvSpPr>
          <p:spPr>
            <a:xfrm>
              <a:off x="5622205" y="321362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0" name="pt30930"/>
            <p:cNvSpPr/>
            <p:nvPr/>
          </p:nvSpPr>
          <p:spPr>
            <a:xfrm>
              <a:off x="5145091" y="35625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1" name="pt30931"/>
            <p:cNvSpPr/>
            <p:nvPr/>
          </p:nvSpPr>
          <p:spPr>
            <a:xfrm>
              <a:off x="5175563" y="3553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2" name="pt30932"/>
            <p:cNvSpPr/>
            <p:nvPr/>
          </p:nvSpPr>
          <p:spPr>
            <a:xfrm>
              <a:off x="5166694" y="36093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3" name="pt30933"/>
            <p:cNvSpPr/>
            <p:nvPr/>
          </p:nvSpPr>
          <p:spPr>
            <a:xfrm>
              <a:off x="5153772" y="36010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4" name="pt30934"/>
            <p:cNvSpPr/>
            <p:nvPr/>
          </p:nvSpPr>
          <p:spPr>
            <a:xfrm>
              <a:off x="5134626" y="36093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5" name="pt30935"/>
            <p:cNvSpPr/>
            <p:nvPr/>
          </p:nvSpPr>
          <p:spPr>
            <a:xfrm>
              <a:off x="5173668" y="34830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6" name="pt30936"/>
            <p:cNvSpPr/>
            <p:nvPr/>
          </p:nvSpPr>
          <p:spPr>
            <a:xfrm>
              <a:off x="5153589" y="33731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7" name="pt30937"/>
            <p:cNvSpPr/>
            <p:nvPr/>
          </p:nvSpPr>
          <p:spPr>
            <a:xfrm>
              <a:off x="5310912" y="320920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8" name="pt30938"/>
            <p:cNvSpPr/>
            <p:nvPr/>
          </p:nvSpPr>
          <p:spPr>
            <a:xfrm>
              <a:off x="5154857" y="3645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39" name="pt30939"/>
            <p:cNvSpPr/>
            <p:nvPr/>
          </p:nvSpPr>
          <p:spPr>
            <a:xfrm>
              <a:off x="5121205" y="3530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0" name="pt30940"/>
            <p:cNvSpPr/>
            <p:nvPr/>
          </p:nvSpPr>
          <p:spPr>
            <a:xfrm>
              <a:off x="5160357" y="3416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1" name="pt30941"/>
            <p:cNvSpPr/>
            <p:nvPr/>
          </p:nvSpPr>
          <p:spPr>
            <a:xfrm>
              <a:off x="5163017" y="34398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2" name="pt30942"/>
            <p:cNvSpPr/>
            <p:nvPr/>
          </p:nvSpPr>
          <p:spPr>
            <a:xfrm>
              <a:off x="5148937" y="36680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3" name="pt30943"/>
            <p:cNvSpPr/>
            <p:nvPr/>
          </p:nvSpPr>
          <p:spPr>
            <a:xfrm>
              <a:off x="5142053" y="3646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4" name="pt30944"/>
            <p:cNvSpPr/>
            <p:nvPr/>
          </p:nvSpPr>
          <p:spPr>
            <a:xfrm>
              <a:off x="5199267" y="34277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5" name="pt30945"/>
            <p:cNvSpPr/>
            <p:nvPr/>
          </p:nvSpPr>
          <p:spPr>
            <a:xfrm>
              <a:off x="5171978" y="34143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6" name="pt30946"/>
            <p:cNvSpPr/>
            <p:nvPr/>
          </p:nvSpPr>
          <p:spPr>
            <a:xfrm>
              <a:off x="5104699" y="36392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7" name="pt30947"/>
            <p:cNvSpPr/>
            <p:nvPr/>
          </p:nvSpPr>
          <p:spPr>
            <a:xfrm>
              <a:off x="5161879" y="3496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8" name="pt30948"/>
            <p:cNvSpPr/>
            <p:nvPr/>
          </p:nvSpPr>
          <p:spPr>
            <a:xfrm>
              <a:off x="5146872" y="33242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49" name="pt30949"/>
            <p:cNvSpPr/>
            <p:nvPr/>
          </p:nvSpPr>
          <p:spPr>
            <a:xfrm>
              <a:off x="5167126" y="3601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0" name="pt30950"/>
            <p:cNvSpPr/>
            <p:nvPr/>
          </p:nvSpPr>
          <p:spPr>
            <a:xfrm>
              <a:off x="5142096" y="3710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1" name="pt30951"/>
            <p:cNvSpPr/>
            <p:nvPr/>
          </p:nvSpPr>
          <p:spPr>
            <a:xfrm>
              <a:off x="5221195" y="35785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2" name="pt30952"/>
            <p:cNvSpPr/>
            <p:nvPr/>
          </p:nvSpPr>
          <p:spPr>
            <a:xfrm>
              <a:off x="5179623" y="33712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3" name="pt30953"/>
            <p:cNvSpPr/>
            <p:nvPr/>
          </p:nvSpPr>
          <p:spPr>
            <a:xfrm>
              <a:off x="5119317" y="3618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4" name="pt30954"/>
            <p:cNvSpPr/>
            <p:nvPr/>
          </p:nvSpPr>
          <p:spPr>
            <a:xfrm>
              <a:off x="5170240" y="36075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5" name="pt30955"/>
            <p:cNvSpPr/>
            <p:nvPr/>
          </p:nvSpPr>
          <p:spPr>
            <a:xfrm>
              <a:off x="5140315" y="36288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6" name="pt30956"/>
            <p:cNvSpPr/>
            <p:nvPr/>
          </p:nvSpPr>
          <p:spPr>
            <a:xfrm>
              <a:off x="5118765" y="4068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7" name="pt30957"/>
            <p:cNvSpPr/>
            <p:nvPr/>
          </p:nvSpPr>
          <p:spPr>
            <a:xfrm>
              <a:off x="5128975" y="35566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8" name="pt30958"/>
            <p:cNvSpPr/>
            <p:nvPr/>
          </p:nvSpPr>
          <p:spPr>
            <a:xfrm>
              <a:off x="5075947" y="36931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59" name="pt30959"/>
            <p:cNvSpPr/>
            <p:nvPr/>
          </p:nvSpPr>
          <p:spPr>
            <a:xfrm>
              <a:off x="5139635" y="3667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0" name="pt30960"/>
            <p:cNvSpPr/>
            <p:nvPr/>
          </p:nvSpPr>
          <p:spPr>
            <a:xfrm>
              <a:off x="5234161" y="32180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1" name="pt30961"/>
            <p:cNvSpPr/>
            <p:nvPr/>
          </p:nvSpPr>
          <p:spPr>
            <a:xfrm>
              <a:off x="5185636" y="3457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2" name="pt30962"/>
            <p:cNvSpPr/>
            <p:nvPr/>
          </p:nvSpPr>
          <p:spPr>
            <a:xfrm>
              <a:off x="5181296" y="35266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3" name="pt30963"/>
            <p:cNvSpPr/>
            <p:nvPr/>
          </p:nvSpPr>
          <p:spPr>
            <a:xfrm>
              <a:off x="5146762" y="3624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4" name="pt30964"/>
            <p:cNvSpPr/>
            <p:nvPr/>
          </p:nvSpPr>
          <p:spPr>
            <a:xfrm>
              <a:off x="5153010" y="3578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5" name="pt30965"/>
            <p:cNvSpPr/>
            <p:nvPr/>
          </p:nvSpPr>
          <p:spPr>
            <a:xfrm>
              <a:off x="5146686" y="38166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6" name="pt30966"/>
            <p:cNvSpPr/>
            <p:nvPr/>
          </p:nvSpPr>
          <p:spPr>
            <a:xfrm>
              <a:off x="5159741" y="35083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7" name="pt30967"/>
            <p:cNvSpPr/>
            <p:nvPr/>
          </p:nvSpPr>
          <p:spPr>
            <a:xfrm>
              <a:off x="5249505" y="3442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8" name="pt30968"/>
            <p:cNvSpPr/>
            <p:nvPr/>
          </p:nvSpPr>
          <p:spPr>
            <a:xfrm>
              <a:off x="5165258" y="3504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69" name="pt30969"/>
            <p:cNvSpPr/>
            <p:nvPr/>
          </p:nvSpPr>
          <p:spPr>
            <a:xfrm>
              <a:off x="5132574" y="36934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0" name="pt30970"/>
            <p:cNvSpPr/>
            <p:nvPr/>
          </p:nvSpPr>
          <p:spPr>
            <a:xfrm>
              <a:off x="5149143" y="3532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1" name="pt30971"/>
            <p:cNvSpPr/>
            <p:nvPr/>
          </p:nvSpPr>
          <p:spPr>
            <a:xfrm>
              <a:off x="5122026" y="35037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2" name="pt30972"/>
            <p:cNvSpPr/>
            <p:nvPr/>
          </p:nvSpPr>
          <p:spPr>
            <a:xfrm>
              <a:off x="5193919" y="35011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3" name="pt30973"/>
            <p:cNvSpPr/>
            <p:nvPr/>
          </p:nvSpPr>
          <p:spPr>
            <a:xfrm>
              <a:off x="5142871" y="35893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4" name="pt30974"/>
            <p:cNvSpPr/>
            <p:nvPr/>
          </p:nvSpPr>
          <p:spPr>
            <a:xfrm>
              <a:off x="5150832" y="3553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5" name="pt30975"/>
            <p:cNvSpPr/>
            <p:nvPr/>
          </p:nvSpPr>
          <p:spPr>
            <a:xfrm>
              <a:off x="5189944" y="3550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6" name="pt30976"/>
            <p:cNvSpPr/>
            <p:nvPr/>
          </p:nvSpPr>
          <p:spPr>
            <a:xfrm>
              <a:off x="5144796" y="38766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7" name="pt30977"/>
            <p:cNvSpPr/>
            <p:nvPr/>
          </p:nvSpPr>
          <p:spPr>
            <a:xfrm>
              <a:off x="5048984" y="3625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8" name="pt30978"/>
            <p:cNvSpPr/>
            <p:nvPr/>
          </p:nvSpPr>
          <p:spPr>
            <a:xfrm>
              <a:off x="5145226" y="3572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79" name="pt30979"/>
            <p:cNvSpPr/>
            <p:nvPr/>
          </p:nvSpPr>
          <p:spPr>
            <a:xfrm>
              <a:off x="5178490" y="3512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0" name="pt30980"/>
            <p:cNvSpPr/>
            <p:nvPr/>
          </p:nvSpPr>
          <p:spPr>
            <a:xfrm>
              <a:off x="5066657" y="37041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1" name="pt30981"/>
            <p:cNvSpPr/>
            <p:nvPr/>
          </p:nvSpPr>
          <p:spPr>
            <a:xfrm>
              <a:off x="5143105" y="3592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2" name="pt30982"/>
            <p:cNvSpPr/>
            <p:nvPr/>
          </p:nvSpPr>
          <p:spPr>
            <a:xfrm>
              <a:off x="5158662" y="34059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3" name="pt30983"/>
            <p:cNvSpPr/>
            <p:nvPr/>
          </p:nvSpPr>
          <p:spPr>
            <a:xfrm>
              <a:off x="5152479" y="37105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4" name="pt30984"/>
            <p:cNvSpPr/>
            <p:nvPr/>
          </p:nvSpPr>
          <p:spPr>
            <a:xfrm>
              <a:off x="5113544" y="3729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5" name="pt30985"/>
            <p:cNvSpPr/>
            <p:nvPr/>
          </p:nvSpPr>
          <p:spPr>
            <a:xfrm>
              <a:off x="5142452" y="38583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6" name="pt30986"/>
            <p:cNvSpPr/>
            <p:nvPr/>
          </p:nvSpPr>
          <p:spPr>
            <a:xfrm>
              <a:off x="5173464" y="34494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7" name="pt30987"/>
            <p:cNvSpPr/>
            <p:nvPr/>
          </p:nvSpPr>
          <p:spPr>
            <a:xfrm>
              <a:off x="5126043" y="39764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8" name="pt30988"/>
            <p:cNvSpPr/>
            <p:nvPr/>
          </p:nvSpPr>
          <p:spPr>
            <a:xfrm>
              <a:off x="5179987" y="34648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89" name="pt30989"/>
            <p:cNvSpPr/>
            <p:nvPr/>
          </p:nvSpPr>
          <p:spPr>
            <a:xfrm>
              <a:off x="5142755" y="34566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0" name="pt30990"/>
            <p:cNvSpPr/>
            <p:nvPr/>
          </p:nvSpPr>
          <p:spPr>
            <a:xfrm>
              <a:off x="5133080" y="3647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1" name="pt30991"/>
            <p:cNvSpPr/>
            <p:nvPr/>
          </p:nvSpPr>
          <p:spPr>
            <a:xfrm>
              <a:off x="5180040" y="36179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2" name="pt30992"/>
            <p:cNvSpPr/>
            <p:nvPr/>
          </p:nvSpPr>
          <p:spPr>
            <a:xfrm>
              <a:off x="5154978" y="3630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3" name="pt30993"/>
            <p:cNvSpPr/>
            <p:nvPr/>
          </p:nvSpPr>
          <p:spPr>
            <a:xfrm>
              <a:off x="5152086" y="35141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4" name="pt30994"/>
            <p:cNvSpPr/>
            <p:nvPr/>
          </p:nvSpPr>
          <p:spPr>
            <a:xfrm>
              <a:off x="5156820" y="35936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5" name="pt30995"/>
            <p:cNvSpPr/>
            <p:nvPr/>
          </p:nvSpPr>
          <p:spPr>
            <a:xfrm>
              <a:off x="5159407" y="35138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6" name="pt30996"/>
            <p:cNvSpPr/>
            <p:nvPr/>
          </p:nvSpPr>
          <p:spPr>
            <a:xfrm>
              <a:off x="5157824" y="3533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7" name="pt30997"/>
            <p:cNvSpPr/>
            <p:nvPr/>
          </p:nvSpPr>
          <p:spPr>
            <a:xfrm>
              <a:off x="5165896" y="3578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8" name="pt30998"/>
            <p:cNvSpPr/>
            <p:nvPr/>
          </p:nvSpPr>
          <p:spPr>
            <a:xfrm>
              <a:off x="5155109" y="39250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0999" name="pt30999"/>
            <p:cNvSpPr/>
            <p:nvPr/>
          </p:nvSpPr>
          <p:spPr>
            <a:xfrm>
              <a:off x="5126071" y="3749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0" name="pt31000"/>
            <p:cNvSpPr/>
            <p:nvPr/>
          </p:nvSpPr>
          <p:spPr>
            <a:xfrm>
              <a:off x="5157159" y="36172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1" name="pt31001"/>
            <p:cNvSpPr/>
            <p:nvPr/>
          </p:nvSpPr>
          <p:spPr>
            <a:xfrm>
              <a:off x="5158370" y="36605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2" name="pt31002"/>
            <p:cNvSpPr/>
            <p:nvPr/>
          </p:nvSpPr>
          <p:spPr>
            <a:xfrm>
              <a:off x="5138742" y="33875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3" name="pt31003"/>
            <p:cNvSpPr/>
            <p:nvPr/>
          </p:nvSpPr>
          <p:spPr>
            <a:xfrm>
              <a:off x="5118667" y="36561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4" name="pt31004"/>
            <p:cNvSpPr/>
            <p:nvPr/>
          </p:nvSpPr>
          <p:spPr>
            <a:xfrm>
              <a:off x="4611707" y="446815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05" name="pt31005"/>
            <p:cNvSpPr/>
            <p:nvPr/>
          </p:nvSpPr>
          <p:spPr>
            <a:xfrm>
              <a:off x="5150967" y="3697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6" name="pt31006"/>
            <p:cNvSpPr/>
            <p:nvPr/>
          </p:nvSpPr>
          <p:spPr>
            <a:xfrm>
              <a:off x="5161085" y="3472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7" name="pt31007"/>
            <p:cNvSpPr/>
            <p:nvPr/>
          </p:nvSpPr>
          <p:spPr>
            <a:xfrm>
              <a:off x="5155744" y="3699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8" name="pt31008"/>
            <p:cNvSpPr/>
            <p:nvPr/>
          </p:nvSpPr>
          <p:spPr>
            <a:xfrm>
              <a:off x="5160085" y="3555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09" name="pt31009"/>
            <p:cNvSpPr/>
            <p:nvPr/>
          </p:nvSpPr>
          <p:spPr>
            <a:xfrm>
              <a:off x="5174124" y="3435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0" name="pt31010"/>
            <p:cNvSpPr/>
            <p:nvPr/>
          </p:nvSpPr>
          <p:spPr>
            <a:xfrm>
              <a:off x="5142740" y="34984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1" name="pt31011"/>
            <p:cNvSpPr/>
            <p:nvPr/>
          </p:nvSpPr>
          <p:spPr>
            <a:xfrm>
              <a:off x="5182413" y="35009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2" name="pt31012"/>
            <p:cNvSpPr/>
            <p:nvPr/>
          </p:nvSpPr>
          <p:spPr>
            <a:xfrm>
              <a:off x="5177115" y="3347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3" name="pt31013"/>
            <p:cNvSpPr/>
            <p:nvPr/>
          </p:nvSpPr>
          <p:spPr>
            <a:xfrm>
              <a:off x="5155586" y="34576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4" name="pt31014"/>
            <p:cNvSpPr/>
            <p:nvPr/>
          </p:nvSpPr>
          <p:spPr>
            <a:xfrm>
              <a:off x="5173143" y="35520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5" name="pt31015"/>
            <p:cNvSpPr/>
            <p:nvPr/>
          </p:nvSpPr>
          <p:spPr>
            <a:xfrm>
              <a:off x="5181804" y="3536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6" name="pt31016"/>
            <p:cNvSpPr/>
            <p:nvPr/>
          </p:nvSpPr>
          <p:spPr>
            <a:xfrm>
              <a:off x="4463592" y="3543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7" name="pt31017"/>
            <p:cNvSpPr/>
            <p:nvPr/>
          </p:nvSpPr>
          <p:spPr>
            <a:xfrm>
              <a:off x="5172941" y="34617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8" name="pt31018"/>
            <p:cNvSpPr/>
            <p:nvPr/>
          </p:nvSpPr>
          <p:spPr>
            <a:xfrm>
              <a:off x="5154118" y="3603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19" name="pt31019"/>
            <p:cNvSpPr/>
            <p:nvPr/>
          </p:nvSpPr>
          <p:spPr>
            <a:xfrm>
              <a:off x="5098964" y="3901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0" name="pt31020"/>
            <p:cNvSpPr/>
            <p:nvPr/>
          </p:nvSpPr>
          <p:spPr>
            <a:xfrm>
              <a:off x="5080967" y="5276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1" name="pt31021"/>
            <p:cNvSpPr/>
            <p:nvPr/>
          </p:nvSpPr>
          <p:spPr>
            <a:xfrm>
              <a:off x="5141570" y="3728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2" name="pt31022"/>
            <p:cNvSpPr/>
            <p:nvPr/>
          </p:nvSpPr>
          <p:spPr>
            <a:xfrm>
              <a:off x="5112667" y="3735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3" name="pt31023"/>
            <p:cNvSpPr/>
            <p:nvPr/>
          </p:nvSpPr>
          <p:spPr>
            <a:xfrm>
              <a:off x="5157325" y="34989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4" name="pt31024"/>
            <p:cNvSpPr/>
            <p:nvPr/>
          </p:nvSpPr>
          <p:spPr>
            <a:xfrm>
              <a:off x="5130758" y="3612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5" name="pt31025"/>
            <p:cNvSpPr/>
            <p:nvPr/>
          </p:nvSpPr>
          <p:spPr>
            <a:xfrm>
              <a:off x="5127929" y="34851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6" name="pt31026"/>
            <p:cNvSpPr/>
            <p:nvPr/>
          </p:nvSpPr>
          <p:spPr>
            <a:xfrm>
              <a:off x="5150604" y="3563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7" name="pt31027"/>
            <p:cNvSpPr/>
            <p:nvPr/>
          </p:nvSpPr>
          <p:spPr>
            <a:xfrm>
              <a:off x="5175645" y="34179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8" name="pt31028"/>
            <p:cNvSpPr/>
            <p:nvPr/>
          </p:nvSpPr>
          <p:spPr>
            <a:xfrm>
              <a:off x="5150871" y="3514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29" name="pt31029"/>
            <p:cNvSpPr/>
            <p:nvPr/>
          </p:nvSpPr>
          <p:spPr>
            <a:xfrm>
              <a:off x="5132915" y="35597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0" name="pt31030"/>
            <p:cNvSpPr/>
            <p:nvPr/>
          </p:nvSpPr>
          <p:spPr>
            <a:xfrm>
              <a:off x="5139323" y="35067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1" name="pt31031"/>
            <p:cNvSpPr/>
            <p:nvPr/>
          </p:nvSpPr>
          <p:spPr>
            <a:xfrm>
              <a:off x="5179748" y="3437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2" name="pt31032"/>
            <p:cNvSpPr/>
            <p:nvPr/>
          </p:nvSpPr>
          <p:spPr>
            <a:xfrm>
              <a:off x="5171035" y="36465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3" name="pt31033"/>
            <p:cNvSpPr/>
            <p:nvPr/>
          </p:nvSpPr>
          <p:spPr>
            <a:xfrm>
              <a:off x="5154630" y="35577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4" name="pt31034"/>
            <p:cNvSpPr/>
            <p:nvPr/>
          </p:nvSpPr>
          <p:spPr>
            <a:xfrm>
              <a:off x="5179216" y="33698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5" name="pt31035"/>
            <p:cNvSpPr/>
            <p:nvPr/>
          </p:nvSpPr>
          <p:spPr>
            <a:xfrm>
              <a:off x="5153474" y="3612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6" name="pt31036"/>
            <p:cNvSpPr/>
            <p:nvPr/>
          </p:nvSpPr>
          <p:spPr>
            <a:xfrm>
              <a:off x="5127252" y="36300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7" name="pt31037"/>
            <p:cNvSpPr/>
            <p:nvPr/>
          </p:nvSpPr>
          <p:spPr>
            <a:xfrm>
              <a:off x="5141385" y="35578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8" name="pt31038"/>
            <p:cNvSpPr/>
            <p:nvPr/>
          </p:nvSpPr>
          <p:spPr>
            <a:xfrm>
              <a:off x="5144160" y="36199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39" name="pt31039"/>
            <p:cNvSpPr/>
            <p:nvPr/>
          </p:nvSpPr>
          <p:spPr>
            <a:xfrm>
              <a:off x="5149813" y="35830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0" name="pt31040"/>
            <p:cNvSpPr/>
            <p:nvPr/>
          </p:nvSpPr>
          <p:spPr>
            <a:xfrm>
              <a:off x="5129113" y="38008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1" name="pt31041"/>
            <p:cNvSpPr/>
            <p:nvPr/>
          </p:nvSpPr>
          <p:spPr>
            <a:xfrm>
              <a:off x="5147830" y="35865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2" name="pt31042"/>
            <p:cNvSpPr/>
            <p:nvPr/>
          </p:nvSpPr>
          <p:spPr>
            <a:xfrm>
              <a:off x="5151480" y="35672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3" name="pt31043"/>
            <p:cNvSpPr/>
            <p:nvPr/>
          </p:nvSpPr>
          <p:spPr>
            <a:xfrm>
              <a:off x="5128863" y="34766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4" name="pt31044"/>
            <p:cNvSpPr/>
            <p:nvPr/>
          </p:nvSpPr>
          <p:spPr>
            <a:xfrm>
              <a:off x="4665957" y="35710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5" name="pt31045"/>
            <p:cNvSpPr/>
            <p:nvPr/>
          </p:nvSpPr>
          <p:spPr>
            <a:xfrm>
              <a:off x="5152732" y="35996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6" name="pt31046"/>
            <p:cNvSpPr/>
            <p:nvPr/>
          </p:nvSpPr>
          <p:spPr>
            <a:xfrm>
              <a:off x="5159969" y="36537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7" name="pt31047"/>
            <p:cNvSpPr/>
            <p:nvPr/>
          </p:nvSpPr>
          <p:spPr>
            <a:xfrm>
              <a:off x="5108757" y="3586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8" name="pt31048"/>
            <p:cNvSpPr/>
            <p:nvPr/>
          </p:nvSpPr>
          <p:spPr>
            <a:xfrm>
              <a:off x="5117800" y="35550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49" name="pt31049"/>
            <p:cNvSpPr/>
            <p:nvPr/>
          </p:nvSpPr>
          <p:spPr>
            <a:xfrm>
              <a:off x="5145446" y="34791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0" name="pt31050"/>
            <p:cNvSpPr/>
            <p:nvPr/>
          </p:nvSpPr>
          <p:spPr>
            <a:xfrm>
              <a:off x="5146604" y="3479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1" name="pt31051"/>
            <p:cNvSpPr/>
            <p:nvPr/>
          </p:nvSpPr>
          <p:spPr>
            <a:xfrm>
              <a:off x="5166058" y="3428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2" name="pt31052"/>
            <p:cNvSpPr/>
            <p:nvPr/>
          </p:nvSpPr>
          <p:spPr>
            <a:xfrm>
              <a:off x="5123440" y="34578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3" name="pt31053"/>
            <p:cNvSpPr/>
            <p:nvPr/>
          </p:nvSpPr>
          <p:spPr>
            <a:xfrm>
              <a:off x="5169330" y="3480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4" name="pt31054"/>
            <p:cNvSpPr/>
            <p:nvPr/>
          </p:nvSpPr>
          <p:spPr>
            <a:xfrm>
              <a:off x="5121008" y="37121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5" name="pt31055"/>
            <p:cNvSpPr/>
            <p:nvPr/>
          </p:nvSpPr>
          <p:spPr>
            <a:xfrm>
              <a:off x="5183144" y="3444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6" name="pt31056"/>
            <p:cNvSpPr/>
            <p:nvPr/>
          </p:nvSpPr>
          <p:spPr>
            <a:xfrm>
              <a:off x="5132571" y="3621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7" name="pt31057"/>
            <p:cNvSpPr/>
            <p:nvPr/>
          </p:nvSpPr>
          <p:spPr>
            <a:xfrm>
              <a:off x="5162679" y="35673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8" name="pt31058"/>
            <p:cNvSpPr/>
            <p:nvPr/>
          </p:nvSpPr>
          <p:spPr>
            <a:xfrm>
              <a:off x="5114060" y="3821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59" name="pt31059"/>
            <p:cNvSpPr/>
            <p:nvPr/>
          </p:nvSpPr>
          <p:spPr>
            <a:xfrm>
              <a:off x="5156925" y="35538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0" name="pt31060"/>
            <p:cNvSpPr/>
            <p:nvPr/>
          </p:nvSpPr>
          <p:spPr>
            <a:xfrm>
              <a:off x="5154272" y="35211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1" name="pt31061"/>
            <p:cNvSpPr/>
            <p:nvPr/>
          </p:nvSpPr>
          <p:spPr>
            <a:xfrm>
              <a:off x="5144897" y="3632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2" name="pt31062"/>
            <p:cNvSpPr/>
            <p:nvPr/>
          </p:nvSpPr>
          <p:spPr>
            <a:xfrm>
              <a:off x="5161527" y="3625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3" name="pt31063"/>
            <p:cNvSpPr/>
            <p:nvPr/>
          </p:nvSpPr>
          <p:spPr>
            <a:xfrm>
              <a:off x="5172937" y="35560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4" name="pt31064"/>
            <p:cNvSpPr/>
            <p:nvPr/>
          </p:nvSpPr>
          <p:spPr>
            <a:xfrm>
              <a:off x="5131503" y="36504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5" name="pt31065"/>
            <p:cNvSpPr/>
            <p:nvPr/>
          </p:nvSpPr>
          <p:spPr>
            <a:xfrm>
              <a:off x="5119457" y="35443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6" name="pt31066"/>
            <p:cNvSpPr/>
            <p:nvPr/>
          </p:nvSpPr>
          <p:spPr>
            <a:xfrm>
              <a:off x="5108140" y="35447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7" name="pt31067"/>
            <p:cNvSpPr/>
            <p:nvPr/>
          </p:nvSpPr>
          <p:spPr>
            <a:xfrm>
              <a:off x="5121826" y="3995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8" name="pt31068"/>
            <p:cNvSpPr/>
            <p:nvPr/>
          </p:nvSpPr>
          <p:spPr>
            <a:xfrm>
              <a:off x="5146189" y="40422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69" name="pt31069"/>
            <p:cNvSpPr/>
            <p:nvPr/>
          </p:nvSpPr>
          <p:spPr>
            <a:xfrm>
              <a:off x="5176055" y="3602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0" name="pt31070"/>
            <p:cNvSpPr/>
            <p:nvPr/>
          </p:nvSpPr>
          <p:spPr>
            <a:xfrm>
              <a:off x="5146592" y="38570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1" name="pt31071"/>
            <p:cNvSpPr/>
            <p:nvPr/>
          </p:nvSpPr>
          <p:spPr>
            <a:xfrm>
              <a:off x="5140544" y="38882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2" name="pt31072"/>
            <p:cNvSpPr/>
            <p:nvPr/>
          </p:nvSpPr>
          <p:spPr>
            <a:xfrm>
              <a:off x="5099719" y="3555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3" name="pt31073"/>
            <p:cNvSpPr/>
            <p:nvPr/>
          </p:nvSpPr>
          <p:spPr>
            <a:xfrm>
              <a:off x="5137126" y="35407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4" name="pt31074"/>
            <p:cNvSpPr/>
            <p:nvPr/>
          </p:nvSpPr>
          <p:spPr>
            <a:xfrm>
              <a:off x="5130161" y="35824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5" name="pt31075"/>
            <p:cNvSpPr/>
            <p:nvPr/>
          </p:nvSpPr>
          <p:spPr>
            <a:xfrm>
              <a:off x="5164314" y="3540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6" name="pt31076"/>
            <p:cNvSpPr/>
            <p:nvPr/>
          </p:nvSpPr>
          <p:spPr>
            <a:xfrm>
              <a:off x="5132562" y="34921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7" name="pt31077"/>
            <p:cNvSpPr/>
            <p:nvPr/>
          </p:nvSpPr>
          <p:spPr>
            <a:xfrm>
              <a:off x="5153084" y="36186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8" name="pt31078"/>
            <p:cNvSpPr/>
            <p:nvPr/>
          </p:nvSpPr>
          <p:spPr>
            <a:xfrm>
              <a:off x="5169424" y="3424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79" name="pt31079"/>
            <p:cNvSpPr/>
            <p:nvPr/>
          </p:nvSpPr>
          <p:spPr>
            <a:xfrm>
              <a:off x="5037951" y="3561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0" name="pt31080"/>
            <p:cNvSpPr/>
            <p:nvPr/>
          </p:nvSpPr>
          <p:spPr>
            <a:xfrm>
              <a:off x="5174631" y="32383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1" name="pt31081"/>
            <p:cNvSpPr/>
            <p:nvPr/>
          </p:nvSpPr>
          <p:spPr>
            <a:xfrm>
              <a:off x="5170230" y="34393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2" name="pt31082"/>
            <p:cNvSpPr/>
            <p:nvPr/>
          </p:nvSpPr>
          <p:spPr>
            <a:xfrm>
              <a:off x="5194603" y="3397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3" name="pt31083"/>
            <p:cNvSpPr/>
            <p:nvPr/>
          </p:nvSpPr>
          <p:spPr>
            <a:xfrm>
              <a:off x="5184392" y="3562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4" name="pt31084"/>
            <p:cNvSpPr/>
            <p:nvPr/>
          </p:nvSpPr>
          <p:spPr>
            <a:xfrm>
              <a:off x="5168152" y="35253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5" name="pt31085"/>
            <p:cNvSpPr/>
            <p:nvPr/>
          </p:nvSpPr>
          <p:spPr>
            <a:xfrm>
              <a:off x="5153557" y="38518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6" name="pt31086"/>
            <p:cNvSpPr/>
            <p:nvPr/>
          </p:nvSpPr>
          <p:spPr>
            <a:xfrm>
              <a:off x="5139601" y="3496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7" name="pt31087"/>
            <p:cNvSpPr/>
            <p:nvPr/>
          </p:nvSpPr>
          <p:spPr>
            <a:xfrm>
              <a:off x="5159301" y="3557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8" name="pt31088"/>
            <p:cNvSpPr/>
            <p:nvPr/>
          </p:nvSpPr>
          <p:spPr>
            <a:xfrm>
              <a:off x="5152700" y="3544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89" name="pt31089"/>
            <p:cNvSpPr/>
            <p:nvPr/>
          </p:nvSpPr>
          <p:spPr>
            <a:xfrm>
              <a:off x="5175547" y="37031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0" name="pt31090"/>
            <p:cNvSpPr/>
            <p:nvPr/>
          </p:nvSpPr>
          <p:spPr>
            <a:xfrm>
              <a:off x="5151345" y="35602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1" name="pt31091"/>
            <p:cNvSpPr/>
            <p:nvPr/>
          </p:nvSpPr>
          <p:spPr>
            <a:xfrm>
              <a:off x="5127354" y="3532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2" name="pt31092"/>
            <p:cNvSpPr/>
            <p:nvPr/>
          </p:nvSpPr>
          <p:spPr>
            <a:xfrm>
              <a:off x="5150359" y="35279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3" name="pt31093"/>
            <p:cNvSpPr/>
            <p:nvPr/>
          </p:nvSpPr>
          <p:spPr>
            <a:xfrm>
              <a:off x="5118138" y="3756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4" name="pt31094"/>
            <p:cNvSpPr/>
            <p:nvPr/>
          </p:nvSpPr>
          <p:spPr>
            <a:xfrm>
              <a:off x="5122724" y="34604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5" name="pt31095"/>
            <p:cNvSpPr/>
            <p:nvPr/>
          </p:nvSpPr>
          <p:spPr>
            <a:xfrm>
              <a:off x="5159674" y="35001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6" name="pt31096"/>
            <p:cNvSpPr/>
            <p:nvPr/>
          </p:nvSpPr>
          <p:spPr>
            <a:xfrm>
              <a:off x="5107347" y="36028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7" name="pt31097"/>
            <p:cNvSpPr/>
            <p:nvPr/>
          </p:nvSpPr>
          <p:spPr>
            <a:xfrm>
              <a:off x="5104157" y="3601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8" name="pt31098"/>
            <p:cNvSpPr/>
            <p:nvPr/>
          </p:nvSpPr>
          <p:spPr>
            <a:xfrm>
              <a:off x="5168353" y="34657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099" name="pt31099"/>
            <p:cNvSpPr/>
            <p:nvPr/>
          </p:nvSpPr>
          <p:spPr>
            <a:xfrm>
              <a:off x="5134336" y="3765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0" name="pt31100"/>
            <p:cNvSpPr/>
            <p:nvPr/>
          </p:nvSpPr>
          <p:spPr>
            <a:xfrm>
              <a:off x="5173604" y="3606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1" name="pt31101"/>
            <p:cNvSpPr/>
            <p:nvPr/>
          </p:nvSpPr>
          <p:spPr>
            <a:xfrm>
              <a:off x="5106877" y="3717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2" name="pt31102"/>
            <p:cNvSpPr/>
            <p:nvPr/>
          </p:nvSpPr>
          <p:spPr>
            <a:xfrm>
              <a:off x="5173111" y="34023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3" name="pt31103"/>
            <p:cNvSpPr/>
            <p:nvPr/>
          </p:nvSpPr>
          <p:spPr>
            <a:xfrm>
              <a:off x="5156415" y="3547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4" name="pt31104"/>
            <p:cNvSpPr/>
            <p:nvPr/>
          </p:nvSpPr>
          <p:spPr>
            <a:xfrm>
              <a:off x="5165706" y="3590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5" name="pt31105"/>
            <p:cNvSpPr/>
            <p:nvPr/>
          </p:nvSpPr>
          <p:spPr>
            <a:xfrm>
              <a:off x="5128259" y="36571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6" name="pt31106"/>
            <p:cNvSpPr/>
            <p:nvPr/>
          </p:nvSpPr>
          <p:spPr>
            <a:xfrm>
              <a:off x="5158497" y="34857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7" name="pt31107"/>
            <p:cNvSpPr/>
            <p:nvPr/>
          </p:nvSpPr>
          <p:spPr>
            <a:xfrm>
              <a:off x="5108865" y="38430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8" name="pt31108"/>
            <p:cNvSpPr/>
            <p:nvPr/>
          </p:nvSpPr>
          <p:spPr>
            <a:xfrm>
              <a:off x="5152113" y="36383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09" name="pt31109"/>
            <p:cNvSpPr/>
            <p:nvPr/>
          </p:nvSpPr>
          <p:spPr>
            <a:xfrm>
              <a:off x="5120992" y="35985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0" name="pt31110"/>
            <p:cNvSpPr/>
            <p:nvPr/>
          </p:nvSpPr>
          <p:spPr>
            <a:xfrm>
              <a:off x="5164615" y="34478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1" name="pt31111"/>
            <p:cNvSpPr/>
            <p:nvPr/>
          </p:nvSpPr>
          <p:spPr>
            <a:xfrm>
              <a:off x="5155061" y="3507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2" name="pt31112"/>
            <p:cNvSpPr/>
            <p:nvPr/>
          </p:nvSpPr>
          <p:spPr>
            <a:xfrm>
              <a:off x="5166439" y="35045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3" name="pt31113"/>
            <p:cNvSpPr/>
            <p:nvPr/>
          </p:nvSpPr>
          <p:spPr>
            <a:xfrm>
              <a:off x="5179602" y="3485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4" name="pt31114"/>
            <p:cNvSpPr/>
            <p:nvPr/>
          </p:nvSpPr>
          <p:spPr>
            <a:xfrm>
              <a:off x="5165152" y="36293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5" name="pt31115"/>
            <p:cNvSpPr/>
            <p:nvPr/>
          </p:nvSpPr>
          <p:spPr>
            <a:xfrm>
              <a:off x="5182941" y="34693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6" name="pt31116"/>
            <p:cNvSpPr/>
            <p:nvPr/>
          </p:nvSpPr>
          <p:spPr>
            <a:xfrm>
              <a:off x="5157637" y="3399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7" name="pt31117"/>
            <p:cNvSpPr/>
            <p:nvPr/>
          </p:nvSpPr>
          <p:spPr>
            <a:xfrm>
              <a:off x="5154187" y="35081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8" name="pt31118"/>
            <p:cNvSpPr/>
            <p:nvPr/>
          </p:nvSpPr>
          <p:spPr>
            <a:xfrm>
              <a:off x="5224805" y="35093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19" name="pt31119"/>
            <p:cNvSpPr/>
            <p:nvPr/>
          </p:nvSpPr>
          <p:spPr>
            <a:xfrm>
              <a:off x="5166308" y="37057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0" name="pt31120"/>
            <p:cNvSpPr/>
            <p:nvPr/>
          </p:nvSpPr>
          <p:spPr>
            <a:xfrm>
              <a:off x="5177784" y="34789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1" name="pt31121"/>
            <p:cNvSpPr/>
            <p:nvPr/>
          </p:nvSpPr>
          <p:spPr>
            <a:xfrm>
              <a:off x="5165641" y="3572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2" name="pt31122"/>
            <p:cNvSpPr/>
            <p:nvPr/>
          </p:nvSpPr>
          <p:spPr>
            <a:xfrm>
              <a:off x="5122381" y="35811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3" name="pt31123"/>
            <p:cNvSpPr/>
            <p:nvPr/>
          </p:nvSpPr>
          <p:spPr>
            <a:xfrm>
              <a:off x="5171952" y="34411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4" name="pt31124"/>
            <p:cNvSpPr/>
            <p:nvPr/>
          </p:nvSpPr>
          <p:spPr>
            <a:xfrm>
              <a:off x="5103100" y="34929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5" name="pt31125"/>
            <p:cNvSpPr/>
            <p:nvPr/>
          </p:nvSpPr>
          <p:spPr>
            <a:xfrm>
              <a:off x="5197230" y="3402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6" name="pt31126"/>
            <p:cNvSpPr/>
            <p:nvPr/>
          </p:nvSpPr>
          <p:spPr>
            <a:xfrm>
              <a:off x="5147254" y="35885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7" name="pt31127"/>
            <p:cNvSpPr/>
            <p:nvPr/>
          </p:nvSpPr>
          <p:spPr>
            <a:xfrm>
              <a:off x="5141863" y="3542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8" name="pt31128"/>
            <p:cNvSpPr/>
            <p:nvPr/>
          </p:nvSpPr>
          <p:spPr>
            <a:xfrm>
              <a:off x="5162277" y="34662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29" name="pt31129"/>
            <p:cNvSpPr/>
            <p:nvPr/>
          </p:nvSpPr>
          <p:spPr>
            <a:xfrm>
              <a:off x="5164578" y="35481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0" name="pt31130"/>
            <p:cNvSpPr/>
            <p:nvPr/>
          </p:nvSpPr>
          <p:spPr>
            <a:xfrm>
              <a:off x="5099561" y="40521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1" name="pt31131"/>
            <p:cNvSpPr/>
            <p:nvPr/>
          </p:nvSpPr>
          <p:spPr>
            <a:xfrm>
              <a:off x="5202577" y="35446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2" name="pt31132"/>
            <p:cNvSpPr/>
            <p:nvPr/>
          </p:nvSpPr>
          <p:spPr>
            <a:xfrm>
              <a:off x="5161062" y="38698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3" name="pt31133"/>
            <p:cNvSpPr/>
            <p:nvPr/>
          </p:nvSpPr>
          <p:spPr>
            <a:xfrm>
              <a:off x="5141659" y="3758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4" name="pt31134"/>
            <p:cNvSpPr/>
            <p:nvPr/>
          </p:nvSpPr>
          <p:spPr>
            <a:xfrm>
              <a:off x="5143294" y="35841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5" name="pt31135"/>
            <p:cNvSpPr/>
            <p:nvPr/>
          </p:nvSpPr>
          <p:spPr>
            <a:xfrm>
              <a:off x="5151466" y="3639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6" name="pt31136"/>
            <p:cNvSpPr/>
            <p:nvPr/>
          </p:nvSpPr>
          <p:spPr>
            <a:xfrm>
              <a:off x="5173108" y="33985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7" name="pt31137"/>
            <p:cNvSpPr/>
            <p:nvPr/>
          </p:nvSpPr>
          <p:spPr>
            <a:xfrm>
              <a:off x="5111052" y="35209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8" name="pt31138"/>
            <p:cNvSpPr/>
            <p:nvPr/>
          </p:nvSpPr>
          <p:spPr>
            <a:xfrm>
              <a:off x="5126667" y="3782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39" name="pt31139"/>
            <p:cNvSpPr/>
            <p:nvPr/>
          </p:nvSpPr>
          <p:spPr>
            <a:xfrm>
              <a:off x="5158419" y="35662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0" name="pt31140"/>
            <p:cNvSpPr/>
            <p:nvPr/>
          </p:nvSpPr>
          <p:spPr>
            <a:xfrm>
              <a:off x="5194828" y="33041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1" name="pt31141"/>
            <p:cNvSpPr/>
            <p:nvPr/>
          </p:nvSpPr>
          <p:spPr>
            <a:xfrm>
              <a:off x="5107523" y="37696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2" name="pt31142"/>
            <p:cNvSpPr/>
            <p:nvPr/>
          </p:nvSpPr>
          <p:spPr>
            <a:xfrm>
              <a:off x="5131907" y="36039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3" name="pt31143"/>
            <p:cNvSpPr/>
            <p:nvPr/>
          </p:nvSpPr>
          <p:spPr>
            <a:xfrm>
              <a:off x="5079425" y="37356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4" name="pt31144"/>
            <p:cNvSpPr/>
            <p:nvPr/>
          </p:nvSpPr>
          <p:spPr>
            <a:xfrm>
              <a:off x="5092280" y="35617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5" name="pt31145"/>
            <p:cNvSpPr/>
            <p:nvPr/>
          </p:nvSpPr>
          <p:spPr>
            <a:xfrm>
              <a:off x="5166663" y="3451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6" name="pt31146"/>
            <p:cNvSpPr/>
            <p:nvPr/>
          </p:nvSpPr>
          <p:spPr>
            <a:xfrm>
              <a:off x="5198302" y="35188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7" name="pt31147"/>
            <p:cNvSpPr/>
            <p:nvPr/>
          </p:nvSpPr>
          <p:spPr>
            <a:xfrm>
              <a:off x="5130762" y="3724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8" name="pt31148"/>
            <p:cNvSpPr/>
            <p:nvPr/>
          </p:nvSpPr>
          <p:spPr>
            <a:xfrm>
              <a:off x="5154097" y="35093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49" name="pt31149"/>
            <p:cNvSpPr/>
            <p:nvPr/>
          </p:nvSpPr>
          <p:spPr>
            <a:xfrm>
              <a:off x="5147431" y="34503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0" name="pt31150"/>
            <p:cNvSpPr/>
            <p:nvPr/>
          </p:nvSpPr>
          <p:spPr>
            <a:xfrm>
              <a:off x="5158049" y="3590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1" name="pt31151"/>
            <p:cNvSpPr/>
            <p:nvPr/>
          </p:nvSpPr>
          <p:spPr>
            <a:xfrm>
              <a:off x="5145322" y="3577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2" name="pt31152"/>
            <p:cNvSpPr/>
            <p:nvPr/>
          </p:nvSpPr>
          <p:spPr>
            <a:xfrm>
              <a:off x="5195678" y="3491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3" name="pt31153"/>
            <p:cNvSpPr/>
            <p:nvPr/>
          </p:nvSpPr>
          <p:spPr>
            <a:xfrm>
              <a:off x="5170638" y="3541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4" name="pt31154"/>
            <p:cNvSpPr/>
            <p:nvPr/>
          </p:nvSpPr>
          <p:spPr>
            <a:xfrm>
              <a:off x="5129931" y="35545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5" name="pt31155"/>
            <p:cNvSpPr/>
            <p:nvPr/>
          </p:nvSpPr>
          <p:spPr>
            <a:xfrm>
              <a:off x="5104841" y="35980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6" name="pt31156"/>
            <p:cNvSpPr/>
            <p:nvPr/>
          </p:nvSpPr>
          <p:spPr>
            <a:xfrm>
              <a:off x="5085189" y="3693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7" name="pt31157"/>
            <p:cNvSpPr/>
            <p:nvPr/>
          </p:nvSpPr>
          <p:spPr>
            <a:xfrm>
              <a:off x="5189885" y="34124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8" name="pt31158"/>
            <p:cNvSpPr/>
            <p:nvPr/>
          </p:nvSpPr>
          <p:spPr>
            <a:xfrm>
              <a:off x="5157798" y="34441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59" name="pt31159"/>
            <p:cNvSpPr/>
            <p:nvPr/>
          </p:nvSpPr>
          <p:spPr>
            <a:xfrm>
              <a:off x="5156850" y="35594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0" name="pt31160"/>
            <p:cNvSpPr/>
            <p:nvPr/>
          </p:nvSpPr>
          <p:spPr>
            <a:xfrm>
              <a:off x="5156328" y="3530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1" name="pt31161"/>
            <p:cNvSpPr/>
            <p:nvPr/>
          </p:nvSpPr>
          <p:spPr>
            <a:xfrm>
              <a:off x="5163730" y="35625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2" name="pt31162"/>
            <p:cNvSpPr/>
            <p:nvPr/>
          </p:nvSpPr>
          <p:spPr>
            <a:xfrm>
              <a:off x="5167385" y="34733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3" name="pt31163"/>
            <p:cNvSpPr/>
            <p:nvPr/>
          </p:nvSpPr>
          <p:spPr>
            <a:xfrm>
              <a:off x="5161973" y="35242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4" name="pt31164"/>
            <p:cNvSpPr/>
            <p:nvPr/>
          </p:nvSpPr>
          <p:spPr>
            <a:xfrm>
              <a:off x="5115594" y="36933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5" name="pt31165"/>
            <p:cNvSpPr/>
            <p:nvPr/>
          </p:nvSpPr>
          <p:spPr>
            <a:xfrm>
              <a:off x="5164444" y="35482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6" name="pt31166"/>
            <p:cNvSpPr/>
            <p:nvPr/>
          </p:nvSpPr>
          <p:spPr>
            <a:xfrm>
              <a:off x="5148686" y="37111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7" name="pt31167"/>
            <p:cNvSpPr/>
            <p:nvPr/>
          </p:nvSpPr>
          <p:spPr>
            <a:xfrm>
              <a:off x="5256239" y="334934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68" name="pt31168"/>
            <p:cNvSpPr/>
            <p:nvPr/>
          </p:nvSpPr>
          <p:spPr>
            <a:xfrm>
              <a:off x="5166693" y="33852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69" name="pt31169"/>
            <p:cNvSpPr/>
            <p:nvPr/>
          </p:nvSpPr>
          <p:spPr>
            <a:xfrm>
              <a:off x="5178221" y="3417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0" name="pt31170"/>
            <p:cNvSpPr/>
            <p:nvPr/>
          </p:nvSpPr>
          <p:spPr>
            <a:xfrm>
              <a:off x="5119808" y="36826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1" name="pt31171"/>
            <p:cNvSpPr/>
            <p:nvPr/>
          </p:nvSpPr>
          <p:spPr>
            <a:xfrm>
              <a:off x="5136487" y="3569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2" name="pt31172"/>
            <p:cNvSpPr/>
            <p:nvPr/>
          </p:nvSpPr>
          <p:spPr>
            <a:xfrm>
              <a:off x="5187859" y="35168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3" name="pt31173"/>
            <p:cNvSpPr/>
            <p:nvPr/>
          </p:nvSpPr>
          <p:spPr>
            <a:xfrm>
              <a:off x="5139603" y="36102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4" name="pt31174"/>
            <p:cNvSpPr/>
            <p:nvPr/>
          </p:nvSpPr>
          <p:spPr>
            <a:xfrm>
              <a:off x="5080590" y="3756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5" name="pt31175"/>
            <p:cNvSpPr/>
            <p:nvPr/>
          </p:nvSpPr>
          <p:spPr>
            <a:xfrm>
              <a:off x="5162910" y="35542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6" name="pt31176"/>
            <p:cNvSpPr/>
            <p:nvPr/>
          </p:nvSpPr>
          <p:spPr>
            <a:xfrm>
              <a:off x="5137577" y="3613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7" name="pt31177"/>
            <p:cNvSpPr/>
            <p:nvPr/>
          </p:nvSpPr>
          <p:spPr>
            <a:xfrm>
              <a:off x="5140991" y="3427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8" name="pt31178"/>
            <p:cNvSpPr/>
            <p:nvPr/>
          </p:nvSpPr>
          <p:spPr>
            <a:xfrm>
              <a:off x="5053724" y="3536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79" name="pt31179"/>
            <p:cNvSpPr/>
            <p:nvPr/>
          </p:nvSpPr>
          <p:spPr>
            <a:xfrm>
              <a:off x="5120955" y="35695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0" name="pt31180"/>
            <p:cNvSpPr/>
            <p:nvPr/>
          </p:nvSpPr>
          <p:spPr>
            <a:xfrm>
              <a:off x="5130235" y="37128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1" name="pt31181"/>
            <p:cNvSpPr/>
            <p:nvPr/>
          </p:nvSpPr>
          <p:spPr>
            <a:xfrm>
              <a:off x="5170770" y="35376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2" name="pt31182"/>
            <p:cNvSpPr/>
            <p:nvPr/>
          </p:nvSpPr>
          <p:spPr>
            <a:xfrm>
              <a:off x="5135925" y="3647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3" name="pt31183"/>
            <p:cNvSpPr/>
            <p:nvPr/>
          </p:nvSpPr>
          <p:spPr>
            <a:xfrm>
              <a:off x="5143262" y="3489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4" name="pt31184"/>
            <p:cNvSpPr/>
            <p:nvPr/>
          </p:nvSpPr>
          <p:spPr>
            <a:xfrm>
              <a:off x="5133380" y="3564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5" name="pt31185"/>
            <p:cNvSpPr/>
            <p:nvPr/>
          </p:nvSpPr>
          <p:spPr>
            <a:xfrm>
              <a:off x="5135097" y="3622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6" name="pt31186"/>
            <p:cNvSpPr/>
            <p:nvPr/>
          </p:nvSpPr>
          <p:spPr>
            <a:xfrm>
              <a:off x="5177702" y="3492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7" name="pt31187"/>
            <p:cNvSpPr/>
            <p:nvPr/>
          </p:nvSpPr>
          <p:spPr>
            <a:xfrm>
              <a:off x="5136043" y="38667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8" name="pt31188"/>
            <p:cNvSpPr/>
            <p:nvPr/>
          </p:nvSpPr>
          <p:spPr>
            <a:xfrm>
              <a:off x="5143428" y="36077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89" name="pt31189"/>
            <p:cNvSpPr/>
            <p:nvPr/>
          </p:nvSpPr>
          <p:spPr>
            <a:xfrm>
              <a:off x="5159241" y="34434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0" name="pt31190"/>
            <p:cNvSpPr/>
            <p:nvPr/>
          </p:nvSpPr>
          <p:spPr>
            <a:xfrm>
              <a:off x="5146827" y="3563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1" name="pt31191"/>
            <p:cNvSpPr/>
            <p:nvPr/>
          </p:nvSpPr>
          <p:spPr>
            <a:xfrm>
              <a:off x="5165955" y="3522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2" name="pt31192"/>
            <p:cNvSpPr/>
            <p:nvPr/>
          </p:nvSpPr>
          <p:spPr>
            <a:xfrm>
              <a:off x="5145929" y="3614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3" name="pt31193"/>
            <p:cNvSpPr/>
            <p:nvPr/>
          </p:nvSpPr>
          <p:spPr>
            <a:xfrm>
              <a:off x="5167229" y="3584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4" name="pt31194"/>
            <p:cNvSpPr/>
            <p:nvPr/>
          </p:nvSpPr>
          <p:spPr>
            <a:xfrm>
              <a:off x="5137828" y="36428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5" name="pt31195"/>
            <p:cNvSpPr/>
            <p:nvPr/>
          </p:nvSpPr>
          <p:spPr>
            <a:xfrm>
              <a:off x="5112312" y="37655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6" name="pt31196"/>
            <p:cNvSpPr/>
            <p:nvPr/>
          </p:nvSpPr>
          <p:spPr>
            <a:xfrm>
              <a:off x="5130779" y="3433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7" name="pt31197"/>
            <p:cNvSpPr/>
            <p:nvPr/>
          </p:nvSpPr>
          <p:spPr>
            <a:xfrm>
              <a:off x="5126458" y="3649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8" name="pt31198"/>
            <p:cNvSpPr/>
            <p:nvPr/>
          </p:nvSpPr>
          <p:spPr>
            <a:xfrm>
              <a:off x="5183052" y="34620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199" name="pt31199"/>
            <p:cNvSpPr/>
            <p:nvPr/>
          </p:nvSpPr>
          <p:spPr>
            <a:xfrm>
              <a:off x="5147510" y="34699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0" name="pt31200"/>
            <p:cNvSpPr/>
            <p:nvPr/>
          </p:nvSpPr>
          <p:spPr>
            <a:xfrm>
              <a:off x="5134220" y="3586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1" name="pt31201"/>
            <p:cNvSpPr/>
            <p:nvPr/>
          </p:nvSpPr>
          <p:spPr>
            <a:xfrm>
              <a:off x="5148363" y="34413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2" name="pt31202"/>
            <p:cNvSpPr/>
            <p:nvPr/>
          </p:nvSpPr>
          <p:spPr>
            <a:xfrm>
              <a:off x="5109212" y="3685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3" name="pt31203"/>
            <p:cNvSpPr/>
            <p:nvPr/>
          </p:nvSpPr>
          <p:spPr>
            <a:xfrm>
              <a:off x="5162987" y="35649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4" name="pt31204"/>
            <p:cNvSpPr/>
            <p:nvPr/>
          </p:nvSpPr>
          <p:spPr>
            <a:xfrm>
              <a:off x="5222570" y="317974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05" name="pt31205"/>
            <p:cNvSpPr/>
            <p:nvPr/>
          </p:nvSpPr>
          <p:spPr>
            <a:xfrm>
              <a:off x="5157746" y="3425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6" name="pt31206"/>
            <p:cNvSpPr/>
            <p:nvPr/>
          </p:nvSpPr>
          <p:spPr>
            <a:xfrm>
              <a:off x="5147741" y="3553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7" name="pt31207"/>
            <p:cNvSpPr/>
            <p:nvPr/>
          </p:nvSpPr>
          <p:spPr>
            <a:xfrm>
              <a:off x="5143310" y="3610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8" name="pt31208"/>
            <p:cNvSpPr/>
            <p:nvPr/>
          </p:nvSpPr>
          <p:spPr>
            <a:xfrm>
              <a:off x="5101188" y="3692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09" name="pt31209"/>
            <p:cNvSpPr/>
            <p:nvPr/>
          </p:nvSpPr>
          <p:spPr>
            <a:xfrm>
              <a:off x="5142694" y="3567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0" name="pt31210"/>
            <p:cNvSpPr/>
            <p:nvPr/>
          </p:nvSpPr>
          <p:spPr>
            <a:xfrm>
              <a:off x="5180902" y="3508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1" name="pt31211"/>
            <p:cNvSpPr/>
            <p:nvPr/>
          </p:nvSpPr>
          <p:spPr>
            <a:xfrm>
              <a:off x="5149382" y="35865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2" name="pt31212"/>
            <p:cNvSpPr/>
            <p:nvPr/>
          </p:nvSpPr>
          <p:spPr>
            <a:xfrm>
              <a:off x="5094775" y="3758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3" name="pt31213"/>
            <p:cNvSpPr/>
            <p:nvPr/>
          </p:nvSpPr>
          <p:spPr>
            <a:xfrm>
              <a:off x="5181370" y="3578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4" name="pt31214"/>
            <p:cNvSpPr/>
            <p:nvPr/>
          </p:nvSpPr>
          <p:spPr>
            <a:xfrm>
              <a:off x="5156118" y="34596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5" name="pt31215"/>
            <p:cNvSpPr/>
            <p:nvPr/>
          </p:nvSpPr>
          <p:spPr>
            <a:xfrm>
              <a:off x="5146662" y="3550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6" name="pt31216"/>
            <p:cNvSpPr/>
            <p:nvPr/>
          </p:nvSpPr>
          <p:spPr>
            <a:xfrm>
              <a:off x="5163178" y="35596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7" name="pt31217"/>
            <p:cNvSpPr/>
            <p:nvPr/>
          </p:nvSpPr>
          <p:spPr>
            <a:xfrm>
              <a:off x="5151358" y="34852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8" name="pt31218"/>
            <p:cNvSpPr/>
            <p:nvPr/>
          </p:nvSpPr>
          <p:spPr>
            <a:xfrm>
              <a:off x="5080239" y="37158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19" name="pt31219"/>
            <p:cNvSpPr/>
            <p:nvPr/>
          </p:nvSpPr>
          <p:spPr>
            <a:xfrm>
              <a:off x="5159297" y="34495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0" name="pt31220"/>
            <p:cNvSpPr/>
            <p:nvPr/>
          </p:nvSpPr>
          <p:spPr>
            <a:xfrm>
              <a:off x="5146420" y="35452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1" name="pt31221"/>
            <p:cNvSpPr/>
            <p:nvPr/>
          </p:nvSpPr>
          <p:spPr>
            <a:xfrm>
              <a:off x="5220622" y="34475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2" name="pt31222"/>
            <p:cNvSpPr/>
            <p:nvPr/>
          </p:nvSpPr>
          <p:spPr>
            <a:xfrm>
              <a:off x="5153084" y="3546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3" name="pt31223"/>
            <p:cNvSpPr/>
            <p:nvPr/>
          </p:nvSpPr>
          <p:spPr>
            <a:xfrm>
              <a:off x="5125573" y="3530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4" name="pt31224"/>
            <p:cNvSpPr/>
            <p:nvPr/>
          </p:nvSpPr>
          <p:spPr>
            <a:xfrm>
              <a:off x="5140175" y="36477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5" name="pt31225"/>
            <p:cNvSpPr/>
            <p:nvPr/>
          </p:nvSpPr>
          <p:spPr>
            <a:xfrm>
              <a:off x="5162372" y="35306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6" name="pt31226"/>
            <p:cNvSpPr/>
            <p:nvPr/>
          </p:nvSpPr>
          <p:spPr>
            <a:xfrm>
              <a:off x="5161021" y="34834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7" name="pt31227"/>
            <p:cNvSpPr/>
            <p:nvPr/>
          </p:nvSpPr>
          <p:spPr>
            <a:xfrm>
              <a:off x="5173274" y="34878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8" name="pt31228"/>
            <p:cNvSpPr/>
            <p:nvPr/>
          </p:nvSpPr>
          <p:spPr>
            <a:xfrm>
              <a:off x="5116235" y="34455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29" name="pt31229"/>
            <p:cNvSpPr/>
            <p:nvPr/>
          </p:nvSpPr>
          <p:spPr>
            <a:xfrm>
              <a:off x="5134166" y="3674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0" name="pt31230"/>
            <p:cNvSpPr/>
            <p:nvPr/>
          </p:nvSpPr>
          <p:spPr>
            <a:xfrm>
              <a:off x="5153340" y="36941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1" name="pt31231"/>
            <p:cNvSpPr/>
            <p:nvPr/>
          </p:nvSpPr>
          <p:spPr>
            <a:xfrm>
              <a:off x="5177338" y="34697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2" name="pt31232"/>
            <p:cNvSpPr/>
            <p:nvPr/>
          </p:nvSpPr>
          <p:spPr>
            <a:xfrm>
              <a:off x="5164363" y="3508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3" name="pt31233"/>
            <p:cNvSpPr/>
            <p:nvPr/>
          </p:nvSpPr>
          <p:spPr>
            <a:xfrm>
              <a:off x="5146074" y="34873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4" name="pt31234"/>
            <p:cNvSpPr/>
            <p:nvPr/>
          </p:nvSpPr>
          <p:spPr>
            <a:xfrm>
              <a:off x="5137544" y="3547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5" name="pt31235"/>
            <p:cNvSpPr/>
            <p:nvPr/>
          </p:nvSpPr>
          <p:spPr>
            <a:xfrm>
              <a:off x="5124257" y="3584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6" name="pt31236"/>
            <p:cNvSpPr/>
            <p:nvPr/>
          </p:nvSpPr>
          <p:spPr>
            <a:xfrm>
              <a:off x="5096648" y="36145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7" name="pt31237"/>
            <p:cNvSpPr/>
            <p:nvPr/>
          </p:nvSpPr>
          <p:spPr>
            <a:xfrm>
              <a:off x="5061219" y="39607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8" name="pt31238"/>
            <p:cNvSpPr/>
            <p:nvPr/>
          </p:nvSpPr>
          <p:spPr>
            <a:xfrm>
              <a:off x="5188163" y="3361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39" name="pt31239"/>
            <p:cNvSpPr/>
            <p:nvPr/>
          </p:nvSpPr>
          <p:spPr>
            <a:xfrm>
              <a:off x="5152011" y="3554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0" name="pt31240"/>
            <p:cNvSpPr/>
            <p:nvPr/>
          </p:nvSpPr>
          <p:spPr>
            <a:xfrm>
              <a:off x="5146873" y="3535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1" name="pt31241"/>
            <p:cNvSpPr/>
            <p:nvPr/>
          </p:nvSpPr>
          <p:spPr>
            <a:xfrm>
              <a:off x="5174807" y="35441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2" name="pt31242"/>
            <p:cNvSpPr/>
            <p:nvPr/>
          </p:nvSpPr>
          <p:spPr>
            <a:xfrm>
              <a:off x="5152849" y="35748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3" name="pt31243"/>
            <p:cNvSpPr/>
            <p:nvPr/>
          </p:nvSpPr>
          <p:spPr>
            <a:xfrm>
              <a:off x="4906133" y="35846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4" name="pt31244"/>
            <p:cNvSpPr/>
            <p:nvPr/>
          </p:nvSpPr>
          <p:spPr>
            <a:xfrm>
              <a:off x="5138787" y="3588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5" name="pt31245"/>
            <p:cNvSpPr/>
            <p:nvPr/>
          </p:nvSpPr>
          <p:spPr>
            <a:xfrm>
              <a:off x="5188554" y="34360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6" name="pt31246"/>
            <p:cNvSpPr/>
            <p:nvPr/>
          </p:nvSpPr>
          <p:spPr>
            <a:xfrm>
              <a:off x="5146333" y="3642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7" name="pt31247"/>
            <p:cNvSpPr/>
            <p:nvPr/>
          </p:nvSpPr>
          <p:spPr>
            <a:xfrm>
              <a:off x="5182027" y="3593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8" name="pt31248"/>
            <p:cNvSpPr/>
            <p:nvPr/>
          </p:nvSpPr>
          <p:spPr>
            <a:xfrm>
              <a:off x="5091888" y="3623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49" name="pt31249"/>
            <p:cNvSpPr/>
            <p:nvPr/>
          </p:nvSpPr>
          <p:spPr>
            <a:xfrm>
              <a:off x="5162878" y="35017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0" name="pt31250"/>
            <p:cNvSpPr/>
            <p:nvPr/>
          </p:nvSpPr>
          <p:spPr>
            <a:xfrm>
              <a:off x="5129601" y="36810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1" name="pt31251"/>
            <p:cNvSpPr/>
            <p:nvPr/>
          </p:nvSpPr>
          <p:spPr>
            <a:xfrm>
              <a:off x="5203781" y="34544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2" name="pt31252"/>
            <p:cNvSpPr/>
            <p:nvPr/>
          </p:nvSpPr>
          <p:spPr>
            <a:xfrm>
              <a:off x="5139235" y="35075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3" name="pt31253"/>
            <p:cNvSpPr/>
            <p:nvPr/>
          </p:nvSpPr>
          <p:spPr>
            <a:xfrm>
              <a:off x="5155467" y="3572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4" name="pt31254"/>
            <p:cNvSpPr/>
            <p:nvPr/>
          </p:nvSpPr>
          <p:spPr>
            <a:xfrm>
              <a:off x="5142640" y="3681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5" name="pt31255"/>
            <p:cNvSpPr/>
            <p:nvPr/>
          </p:nvSpPr>
          <p:spPr>
            <a:xfrm>
              <a:off x="5163968" y="35336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6" name="pt31256"/>
            <p:cNvSpPr/>
            <p:nvPr/>
          </p:nvSpPr>
          <p:spPr>
            <a:xfrm>
              <a:off x="5163819" y="35211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7" name="pt31257"/>
            <p:cNvSpPr/>
            <p:nvPr/>
          </p:nvSpPr>
          <p:spPr>
            <a:xfrm>
              <a:off x="5150187" y="35657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8" name="pt31258"/>
            <p:cNvSpPr/>
            <p:nvPr/>
          </p:nvSpPr>
          <p:spPr>
            <a:xfrm>
              <a:off x="5139386" y="36141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59" name="pt31259"/>
            <p:cNvSpPr/>
            <p:nvPr/>
          </p:nvSpPr>
          <p:spPr>
            <a:xfrm>
              <a:off x="5206894" y="34496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0" name="pt31260"/>
            <p:cNvSpPr/>
            <p:nvPr/>
          </p:nvSpPr>
          <p:spPr>
            <a:xfrm>
              <a:off x="5162344" y="3643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1" name="pt31261"/>
            <p:cNvSpPr/>
            <p:nvPr/>
          </p:nvSpPr>
          <p:spPr>
            <a:xfrm>
              <a:off x="5142259" y="3597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2" name="pt31262"/>
            <p:cNvSpPr/>
            <p:nvPr/>
          </p:nvSpPr>
          <p:spPr>
            <a:xfrm>
              <a:off x="4943389" y="35063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3" name="pt31263"/>
            <p:cNvSpPr/>
            <p:nvPr/>
          </p:nvSpPr>
          <p:spPr>
            <a:xfrm>
              <a:off x="5147895" y="3578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4" name="pt31264"/>
            <p:cNvSpPr/>
            <p:nvPr/>
          </p:nvSpPr>
          <p:spPr>
            <a:xfrm>
              <a:off x="5168246" y="35373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5" name="pt31265"/>
            <p:cNvSpPr/>
            <p:nvPr/>
          </p:nvSpPr>
          <p:spPr>
            <a:xfrm>
              <a:off x="5192542" y="35093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6" name="pt31266"/>
            <p:cNvSpPr/>
            <p:nvPr/>
          </p:nvSpPr>
          <p:spPr>
            <a:xfrm>
              <a:off x="5157106" y="36699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7" name="pt31267"/>
            <p:cNvSpPr/>
            <p:nvPr/>
          </p:nvSpPr>
          <p:spPr>
            <a:xfrm>
              <a:off x="4891215" y="336386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68" name="pt31268"/>
            <p:cNvSpPr/>
            <p:nvPr/>
          </p:nvSpPr>
          <p:spPr>
            <a:xfrm>
              <a:off x="5202289" y="3617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69" name="pt31269"/>
            <p:cNvSpPr/>
            <p:nvPr/>
          </p:nvSpPr>
          <p:spPr>
            <a:xfrm>
              <a:off x="5164432" y="34469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0" name="pt31270"/>
            <p:cNvSpPr/>
            <p:nvPr/>
          </p:nvSpPr>
          <p:spPr>
            <a:xfrm>
              <a:off x="5187496" y="3350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1" name="pt31271"/>
            <p:cNvSpPr/>
            <p:nvPr/>
          </p:nvSpPr>
          <p:spPr>
            <a:xfrm>
              <a:off x="5188366" y="34483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2" name="pt31272"/>
            <p:cNvSpPr/>
            <p:nvPr/>
          </p:nvSpPr>
          <p:spPr>
            <a:xfrm>
              <a:off x="5145646" y="38388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3" name="pt31273"/>
            <p:cNvSpPr/>
            <p:nvPr/>
          </p:nvSpPr>
          <p:spPr>
            <a:xfrm>
              <a:off x="5120840" y="3824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4" name="pt31274"/>
            <p:cNvSpPr/>
            <p:nvPr/>
          </p:nvSpPr>
          <p:spPr>
            <a:xfrm>
              <a:off x="5158256" y="3613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5" name="pt31275"/>
            <p:cNvSpPr/>
            <p:nvPr/>
          </p:nvSpPr>
          <p:spPr>
            <a:xfrm>
              <a:off x="5148321" y="35590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6" name="pt31276"/>
            <p:cNvSpPr/>
            <p:nvPr/>
          </p:nvSpPr>
          <p:spPr>
            <a:xfrm>
              <a:off x="5205861" y="3279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7" name="pt31277"/>
            <p:cNvSpPr/>
            <p:nvPr/>
          </p:nvSpPr>
          <p:spPr>
            <a:xfrm>
              <a:off x="5123336" y="34267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8" name="pt31278"/>
            <p:cNvSpPr/>
            <p:nvPr/>
          </p:nvSpPr>
          <p:spPr>
            <a:xfrm>
              <a:off x="5169376" y="3461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79" name="pt31279"/>
            <p:cNvSpPr/>
            <p:nvPr/>
          </p:nvSpPr>
          <p:spPr>
            <a:xfrm>
              <a:off x="5176806" y="3586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0" name="pt31280"/>
            <p:cNvSpPr/>
            <p:nvPr/>
          </p:nvSpPr>
          <p:spPr>
            <a:xfrm>
              <a:off x="5135659" y="35544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1" name="pt31281"/>
            <p:cNvSpPr/>
            <p:nvPr/>
          </p:nvSpPr>
          <p:spPr>
            <a:xfrm>
              <a:off x="5137021" y="3464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2" name="pt31282"/>
            <p:cNvSpPr/>
            <p:nvPr/>
          </p:nvSpPr>
          <p:spPr>
            <a:xfrm>
              <a:off x="5149068" y="34406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3" name="pt31283"/>
            <p:cNvSpPr/>
            <p:nvPr/>
          </p:nvSpPr>
          <p:spPr>
            <a:xfrm>
              <a:off x="5164548" y="36368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4" name="pt31284"/>
            <p:cNvSpPr/>
            <p:nvPr/>
          </p:nvSpPr>
          <p:spPr>
            <a:xfrm>
              <a:off x="5145823" y="3575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5" name="pt31285"/>
            <p:cNvSpPr/>
            <p:nvPr/>
          </p:nvSpPr>
          <p:spPr>
            <a:xfrm>
              <a:off x="5151287" y="3524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6" name="pt31286"/>
            <p:cNvSpPr/>
            <p:nvPr/>
          </p:nvSpPr>
          <p:spPr>
            <a:xfrm>
              <a:off x="5132895" y="3660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7" name="pt31287"/>
            <p:cNvSpPr/>
            <p:nvPr/>
          </p:nvSpPr>
          <p:spPr>
            <a:xfrm>
              <a:off x="5171640" y="35283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8" name="pt31288"/>
            <p:cNvSpPr/>
            <p:nvPr/>
          </p:nvSpPr>
          <p:spPr>
            <a:xfrm>
              <a:off x="5152319" y="36445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89" name="pt31289"/>
            <p:cNvSpPr/>
            <p:nvPr/>
          </p:nvSpPr>
          <p:spPr>
            <a:xfrm>
              <a:off x="5196924" y="35203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0" name="pt31290"/>
            <p:cNvSpPr/>
            <p:nvPr/>
          </p:nvSpPr>
          <p:spPr>
            <a:xfrm>
              <a:off x="5149690" y="35075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1" name="pt31291"/>
            <p:cNvSpPr/>
            <p:nvPr/>
          </p:nvSpPr>
          <p:spPr>
            <a:xfrm>
              <a:off x="5177636" y="3519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2" name="pt31292"/>
            <p:cNvSpPr/>
            <p:nvPr/>
          </p:nvSpPr>
          <p:spPr>
            <a:xfrm>
              <a:off x="5187761" y="3370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3" name="pt31293"/>
            <p:cNvSpPr/>
            <p:nvPr/>
          </p:nvSpPr>
          <p:spPr>
            <a:xfrm>
              <a:off x="5115904" y="36159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4" name="pt31294"/>
            <p:cNvSpPr/>
            <p:nvPr/>
          </p:nvSpPr>
          <p:spPr>
            <a:xfrm>
              <a:off x="5156754" y="34265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5" name="pt31295"/>
            <p:cNvSpPr/>
            <p:nvPr/>
          </p:nvSpPr>
          <p:spPr>
            <a:xfrm>
              <a:off x="5164833" y="3556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6" name="pt31296"/>
            <p:cNvSpPr/>
            <p:nvPr/>
          </p:nvSpPr>
          <p:spPr>
            <a:xfrm>
              <a:off x="5137229" y="3516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7" name="pt31297"/>
            <p:cNvSpPr/>
            <p:nvPr/>
          </p:nvSpPr>
          <p:spPr>
            <a:xfrm>
              <a:off x="5149179" y="35894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8" name="pt31298"/>
            <p:cNvSpPr/>
            <p:nvPr/>
          </p:nvSpPr>
          <p:spPr>
            <a:xfrm>
              <a:off x="5114645" y="3786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299" name="pt31299"/>
            <p:cNvSpPr/>
            <p:nvPr/>
          </p:nvSpPr>
          <p:spPr>
            <a:xfrm>
              <a:off x="5216970" y="33866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0" name="pt31300"/>
            <p:cNvSpPr/>
            <p:nvPr/>
          </p:nvSpPr>
          <p:spPr>
            <a:xfrm>
              <a:off x="5160654" y="35700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1" name="pt31301"/>
            <p:cNvSpPr/>
            <p:nvPr/>
          </p:nvSpPr>
          <p:spPr>
            <a:xfrm>
              <a:off x="5160676" y="36248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2" name="pt31302"/>
            <p:cNvSpPr/>
            <p:nvPr/>
          </p:nvSpPr>
          <p:spPr>
            <a:xfrm>
              <a:off x="5196636" y="3433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3" name="pt31303"/>
            <p:cNvSpPr/>
            <p:nvPr/>
          </p:nvSpPr>
          <p:spPr>
            <a:xfrm>
              <a:off x="4956160" y="396765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04" name="pt31304"/>
            <p:cNvSpPr/>
            <p:nvPr/>
          </p:nvSpPr>
          <p:spPr>
            <a:xfrm>
              <a:off x="5162227" y="32298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5" name="pt31305"/>
            <p:cNvSpPr/>
            <p:nvPr/>
          </p:nvSpPr>
          <p:spPr>
            <a:xfrm>
              <a:off x="5155275" y="3495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6" name="pt31306"/>
            <p:cNvSpPr/>
            <p:nvPr/>
          </p:nvSpPr>
          <p:spPr>
            <a:xfrm>
              <a:off x="5051409" y="3907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7" name="pt31307"/>
            <p:cNvSpPr/>
            <p:nvPr/>
          </p:nvSpPr>
          <p:spPr>
            <a:xfrm>
              <a:off x="5151776" y="3487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08" name="pt31308"/>
            <p:cNvSpPr/>
            <p:nvPr/>
          </p:nvSpPr>
          <p:spPr>
            <a:xfrm>
              <a:off x="5023778" y="398458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09" name="pt31309"/>
            <p:cNvSpPr/>
            <p:nvPr/>
          </p:nvSpPr>
          <p:spPr>
            <a:xfrm>
              <a:off x="5072547" y="36475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0" name="pt31310"/>
            <p:cNvSpPr/>
            <p:nvPr/>
          </p:nvSpPr>
          <p:spPr>
            <a:xfrm>
              <a:off x="5169548" y="3594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1" name="pt31311"/>
            <p:cNvSpPr/>
            <p:nvPr/>
          </p:nvSpPr>
          <p:spPr>
            <a:xfrm>
              <a:off x="5158138" y="3693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2" name="pt31312"/>
            <p:cNvSpPr/>
            <p:nvPr/>
          </p:nvSpPr>
          <p:spPr>
            <a:xfrm>
              <a:off x="5116380" y="3571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3" name="pt31313"/>
            <p:cNvSpPr/>
            <p:nvPr/>
          </p:nvSpPr>
          <p:spPr>
            <a:xfrm>
              <a:off x="5137006" y="3510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4" name="pt31314"/>
            <p:cNvSpPr/>
            <p:nvPr/>
          </p:nvSpPr>
          <p:spPr>
            <a:xfrm>
              <a:off x="5173151" y="35484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5" name="pt31315"/>
            <p:cNvSpPr/>
            <p:nvPr/>
          </p:nvSpPr>
          <p:spPr>
            <a:xfrm>
              <a:off x="5140030" y="3558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6" name="pt31316"/>
            <p:cNvSpPr/>
            <p:nvPr/>
          </p:nvSpPr>
          <p:spPr>
            <a:xfrm>
              <a:off x="5158363" y="3689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7" name="pt31317"/>
            <p:cNvSpPr/>
            <p:nvPr/>
          </p:nvSpPr>
          <p:spPr>
            <a:xfrm>
              <a:off x="5124361" y="34544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8" name="pt31318"/>
            <p:cNvSpPr/>
            <p:nvPr/>
          </p:nvSpPr>
          <p:spPr>
            <a:xfrm>
              <a:off x="5147618" y="35408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19" name="pt31319"/>
            <p:cNvSpPr/>
            <p:nvPr/>
          </p:nvSpPr>
          <p:spPr>
            <a:xfrm>
              <a:off x="5179519" y="34927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0" name="pt31320"/>
            <p:cNvSpPr/>
            <p:nvPr/>
          </p:nvSpPr>
          <p:spPr>
            <a:xfrm>
              <a:off x="5186758" y="34758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1" name="pt31321"/>
            <p:cNvSpPr/>
            <p:nvPr/>
          </p:nvSpPr>
          <p:spPr>
            <a:xfrm>
              <a:off x="5104669" y="36785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2" name="pt31322"/>
            <p:cNvSpPr/>
            <p:nvPr/>
          </p:nvSpPr>
          <p:spPr>
            <a:xfrm>
              <a:off x="5155702" y="35255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3" name="pt31323"/>
            <p:cNvSpPr/>
            <p:nvPr/>
          </p:nvSpPr>
          <p:spPr>
            <a:xfrm>
              <a:off x="5153988" y="3667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4" name="pt31324"/>
            <p:cNvSpPr/>
            <p:nvPr/>
          </p:nvSpPr>
          <p:spPr>
            <a:xfrm>
              <a:off x="5165375" y="3504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5" name="pt31325"/>
            <p:cNvSpPr/>
            <p:nvPr/>
          </p:nvSpPr>
          <p:spPr>
            <a:xfrm>
              <a:off x="5107997" y="3684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6" name="pt31326"/>
            <p:cNvSpPr/>
            <p:nvPr/>
          </p:nvSpPr>
          <p:spPr>
            <a:xfrm>
              <a:off x="5140964" y="35168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7" name="pt31327"/>
            <p:cNvSpPr/>
            <p:nvPr/>
          </p:nvSpPr>
          <p:spPr>
            <a:xfrm>
              <a:off x="5142875" y="4044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8" name="pt31328"/>
            <p:cNvSpPr/>
            <p:nvPr/>
          </p:nvSpPr>
          <p:spPr>
            <a:xfrm>
              <a:off x="5138022" y="37283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29" name="pt31329"/>
            <p:cNvSpPr/>
            <p:nvPr/>
          </p:nvSpPr>
          <p:spPr>
            <a:xfrm>
              <a:off x="5089336" y="3624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0" name="pt31330"/>
            <p:cNvSpPr/>
            <p:nvPr/>
          </p:nvSpPr>
          <p:spPr>
            <a:xfrm>
              <a:off x="5128464" y="36473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1" name="pt31331"/>
            <p:cNvSpPr/>
            <p:nvPr/>
          </p:nvSpPr>
          <p:spPr>
            <a:xfrm>
              <a:off x="5139158" y="3487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2" name="pt31332"/>
            <p:cNvSpPr/>
            <p:nvPr/>
          </p:nvSpPr>
          <p:spPr>
            <a:xfrm>
              <a:off x="5149515" y="3685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3" name="pt31333"/>
            <p:cNvSpPr/>
            <p:nvPr/>
          </p:nvSpPr>
          <p:spPr>
            <a:xfrm>
              <a:off x="5181422" y="3572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4" name="pt31334"/>
            <p:cNvSpPr/>
            <p:nvPr/>
          </p:nvSpPr>
          <p:spPr>
            <a:xfrm>
              <a:off x="5117633" y="35385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5" name="pt31335"/>
            <p:cNvSpPr/>
            <p:nvPr/>
          </p:nvSpPr>
          <p:spPr>
            <a:xfrm>
              <a:off x="5167912" y="3457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6" name="pt31336"/>
            <p:cNvSpPr/>
            <p:nvPr/>
          </p:nvSpPr>
          <p:spPr>
            <a:xfrm>
              <a:off x="5149394" y="34895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7" name="pt31337"/>
            <p:cNvSpPr/>
            <p:nvPr/>
          </p:nvSpPr>
          <p:spPr>
            <a:xfrm>
              <a:off x="5123677" y="34887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8" name="pt31338"/>
            <p:cNvSpPr/>
            <p:nvPr/>
          </p:nvSpPr>
          <p:spPr>
            <a:xfrm>
              <a:off x="5158617" y="35629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39" name="pt31339"/>
            <p:cNvSpPr/>
            <p:nvPr/>
          </p:nvSpPr>
          <p:spPr>
            <a:xfrm>
              <a:off x="5164396" y="35168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0" name="pt31340"/>
            <p:cNvSpPr/>
            <p:nvPr/>
          </p:nvSpPr>
          <p:spPr>
            <a:xfrm>
              <a:off x="5125626" y="34531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1" name="pt31341"/>
            <p:cNvSpPr/>
            <p:nvPr/>
          </p:nvSpPr>
          <p:spPr>
            <a:xfrm>
              <a:off x="5175125" y="34959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2" name="pt31342"/>
            <p:cNvSpPr/>
            <p:nvPr/>
          </p:nvSpPr>
          <p:spPr>
            <a:xfrm>
              <a:off x="5144624" y="35636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3" name="pt31343"/>
            <p:cNvSpPr/>
            <p:nvPr/>
          </p:nvSpPr>
          <p:spPr>
            <a:xfrm>
              <a:off x="5146665" y="3491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4" name="pt31344"/>
            <p:cNvSpPr/>
            <p:nvPr/>
          </p:nvSpPr>
          <p:spPr>
            <a:xfrm>
              <a:off x="5124958" y="3704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5" name="pt31345"/>
            <p:cNvSpPr/>
            <p:nvPr/>
          </p:nvSpPr>
          <p:spPr>
            <a:xfrm>
              <a:off x="5171799" y="37186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6" name="pt31346"/>
            <p:cNvSpPr/>
            <p:nvPr/>
          </p:nvSpPr>
          <p:spPr>
            <a:xfrm>
              <a:off x="5148072" y="35432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7" name="pt31347"/>
            <p:cNvSpPr/>
            <p:nvPr/>
          </p:nvSpPr>
          <p:spPr>
            <a:xfrm>
              <a:off x="5182758" y="35543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8" name="pt31348"/>
            <p:cNvSpPr/>
            <p:nvPr/>
          </p:nvSpPr>
          <p:spPr>
            <a:xfrm>
              <a:off x="5143959" y="35097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49" name="pt31349"/>
            <p:cNvSpPr/>
            <p:nvPr/>
          </p:nvSpPr>
          <p:spPr>
            <a:xfrm>
              <a:off x="5173837" y="34597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0" name="pt31350"/>
            <p:cNvSpPr/>
            <p:nvPr/>
          </p:nvSpPr>
          <p:spPr>
            <a:xfrm>
              <a:off x="5129946" y="35916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1" name="pt31351"/>
            <p:cNvSpPr/>
            <p:nvPr/>
          </p:nvSpPr>
          <p:spPr>
            <a:xfrm>
              <a:off x="5125419" y="3635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2" name="pt31352"/>
            <p:cNvSpPr/>
            <p:nvPr/>
          </p:nvSpPr>
          <p:spPr>
            <a:xfrm>
              <a:off x="5158693" y="3468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3" name="pt31353"/>
            <p:cNvSpPr/>
            <p:nvPr/>
          </p:nvSpPr>
          <p:spPr>
            <a:xfrm>
              <a:off x="5192692" y="3653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4" name="pt31354"/>
            <p:cNvSpPr/>
            <p:nvPr/>
          </p:nvSpPr>
          <p:spPr>
            <a:xfrm>
              <a:off x="5153739" y="33742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5" name="pt31355"/>
            <p:cNvSpPr/>
            <p:nvPr/>
          </p:nvSpPr>
          <p:spPr>
            <a:xfrm>
              <a:off x="5120697" y="3483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6" name="pt31356"/>
            <p:cNvSpPr/>
            <p:nvPr/>
          </p:nvSpPr>
          <p:spPr>
            <a:xfrm>
              <a:off x="5139630" y="3596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7" name="pt31357"/>
            <p:cNvSpPr/>
            <p:nvPr/>
          </p:nvSpPr>
          <p:spPr>
            <a:xfrm>
              <a:off x="5163205" y="3486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8" name="pt31358"/>
            <p:cNvSpPr/>
            <p:nvPr/>
          </p:nvSpPr>
          <p:spPr>
            <a:xfrm>
              <a:off x="5150096" y="34997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59" name="pt31359"/>
            <p:cNvSpPr/>
            <p:nvPr/>
          </p:nvSpPr>
          <p:spPr>
            <a:xfrm>
              <a:off x="5176361" y="3398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0" name="pt31360"/>
            <p:cNvSpPr/>
            <p:nvPr/>
          </p:nvSpPr>
          <p:spPr>
            <a:xfrm>
              <a:off x="5172153" y="34828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1" name="pt31361"/>
            <p:cNvSpPr/>
            <p:nvPr/>
          </p:nvSpPr>
          <p:spPr>
            <a:xfrm>
              <a:off x="5211232" y="3371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2" name="pt31362"/>
            <p:cNvSpPr/>
            <p:nvPr/>
          </p:nvSpPr>
          <p:spPr>
            <a:xfrm>
              <a:off x="5171058" y="3425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3" name="pt31363"/>
            <p:cNvSpPr/>
            <p:nvPr/>
          </p:nvSpPr>
          <p:spPr>
            <a:xfrm>
              <a:off x="5121051" y="34729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4" name="pt31364"/>
            <p:cNvSpPr/>
            <p:nvPr/>
          </p:nvSpPr>
          <p:spPr>
            <a:xfrm>
              <a:off x="5192810" y="31819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5" name="pt31365"/>
            <p:cNvSpPr/>
            <p:nvPr/>
          </p:nvSpPr>
          <p:spPr>
            <a:xfrm>
              <a:off x="5152685" y="3572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6" name="pt31366"/>
            <p:cNvSpPr/>
            <p:nvPr/>
          </p:nvSpPr>
          <p:spPr>
            <a:xfrm>
              <a:off x="5163636" y="34903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7" name="pt31367"/>
            <p:cNvSpPr/>
            <p:nvPr/>
          </p:nvSpPr>
          <p:spPr>
            <a:xfrm>
              <a:off x="5123298" y="3883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8" name="pt31368"/>
            <p:cNvSpPr/>
            <p:nvPr/>
          </p:nvSpPr>
          <p:spPr>
            <a:xfrm>
              <a:off x="5143886" y="3642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69" name="pt31369"/>
            <p:cNvSpPr/>
            <p:nvPr/>
          </p:nvSpPr>
          <p:spPr>
            <a:xfrm>
              <a:off x="5086053" y="3552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0" name="pt31370"/>
            <p:cNvSpPr/>
            <p:nvPr/>
          </p:nvSpPr>
          <p:spPr>
            <a:xfrm>
              <a:off x="5135053" y="3601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1" name="pt31371"/>
            <p:cNvSpPr/>
            <p:nvPr/>
          </p:nvSpPr>
          <p:spPr>
            <a:xfrm>
              <a:off x="5153440" y="3614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2" name="pt31372"/>
            <p:cNvSpPr/>
            <p:nvPr/>
          </p:nvSpPr>
          <p:spPr>
            <a:xfrm>
              <a:off x="5152505" y="3387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3" name="pt31373"/>
            <p:cNvSpPr/>
            <p:nvPr/>
          </p:nvSpPr>
          <p:spPr>
            <a:xfrm>
              <a:off x="5142735" y="36936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4" name="pt31374"/>
            <p:cNvSpPr/>
            <p:nvPr/>
          </p:nvSpPr>
          <p:spPr>
            <a:xfrm>
              <a:off x="5164329" y="35274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5" name="pt31375"/>
            <p:cNvSpPr/>
            <p:nvPr/>
          </p:nvSpPr>
          <p:spPr>
            <a:xfrm>
              <a:off x="5119643" y="3866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6" name="pt31376"/>
            <p:cNvSpPr/>
            <p:nvPr/>
          </p:nvSpPr>
          <p:spPr>
            <a:xfrm>
              <a:off x="5152159" y="3487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7" name="pt31377"/>
            <p:cNvSpPr/>
            <p:nvPr/>
          </p:nvSpPr>
          <p:spPr>
            <a:xfrm>
              <a:off x="5144676" y="3654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8" name="pt31378"/>
            <p:cNvSpPr/>
            <p:nvPr/>
          </p:nvSpPr>
          <p:spPr>
            <a:xfrm>
              <a:off x="5154878" y="35951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79" name="pt31379"/>
            <p:cNvSpPr/>
            <p:nvPr/>
          </p:nvSpPr>
          <p:spPr>
            <a:xfrm>
              <a:off x="5127988" y="37356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0" name="pt31380"/>
            <p:cNvSpPr/>
            <p:nvPr/>
          </p:nvSpPr>
          <p:spPr>
            <a:xfrm>
              <a:off x="5163685" y="3518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1" name="pt31381"/>
            <p:cNvSpPr/>
            <p:nvPr/>
          </p:nvSpPr>
          <p:spPr>
            <a:xfrm>
              <a:off x="5113703" y="3776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2" name="pt31382"/>
            <p:cNvSpPr/>
            <p:nvPr/>
          </p:nvSpPr>
          <p:spPr>
            <a:xfrm>
              <a:off x="5155865" y="34749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3" name="pt31383"/>
            <p:cNvSpPr/>
            <p:nvPr/>
          </p:nvSpPr>
          <p:spPr>
            <a:xfrm>
              <a:off x="5147293" y="38909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4" name="pt31384"/>
            <p:cNvSpPr/>
            <p:nvPr/>
          </p:nvSpPr>
          <p:spPr>
            <a:xfrm>
              <a:off x="5165459" y="34386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5" name="pt31385"/>
            <p:cNvSpPr/>
            <p:nvPr/>
          </p:nvSpPr>
          <p:spPr>
            <a:xfrm>
              <a:off x="5121475" y="35806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6" name="pt31386"/>
            <p:cNvSpPr/>
            <p:nvPr/>
          </p:nvSpPr>
          <p:spPr>
            <a:xfrm>
              <a:off x="5204087" y="31035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7" name="pt31387"/>
            <p:cNvSpPr/>
            <p:nvPr/>
          </p:nvSpPr>
          <p:spPr>
            <a:xfrm>
              <a:off x="5170315" y="36125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8" name="pt31388"/>
            <p:cNvSpPr/>
            <p:nvPr/>
          </p:nvSpPr>
          <p:spPr>
            <a:xfrm>
              <a:off x="5142685" y="35194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89" name="pt31389"/>
            <p:cNvSpPr/>
            <p:nvPr/>
          </p:nvSpPr>
          <p:spPr>
            <a:xfrm>
              <a:off x="5134124" y="3494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0" name="pt31390"/>
            <p:cNvSpPr/>
            <p:nvPr/>
          </p:nvSpPr>
          <p:spPr>
            <a:xfrm>
              <a:off x="5151197" y="35483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1" name="pt31391"/>
            <p:cNvSpPr/>
            <p:nvPr/>
          </p:nvSpPr>
          <p:spPr>
            <a:xfrm>
              <a:off x="5285326" y="323190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92" name="pt31392"/>
            <p:cNvSpPr/>
            <p:nvPr/>
          </p:nvSpPr>
          <p:spPr>
            <a:xfrm>
              <a:off x="5154446" y="3643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3" name="pt31393"/>
            <p:cNvSpPr/>
            <p:nvPr/>
          </p:nvSpPr>
          <p:spPr>
            <a:xfrm>
              <a:off x="5152814" y="3717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4" name="pt31394"/>
            <p:cNvSpPr/>
            <p:nvPr/>
          </p:nvSpPr>
          <p:spPr>
            <a:xfrm>
              <a:off x="5149864" y="3496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5" name="pt31395"/>
            <p:cNvSpPr/>
            <p:nvPr/>
          </p:nvSpPr>
          <p:spPr>
            <a:xfrm>
              <a:off x="5174697" y="3470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6" name="pt31396"/>
            <p:cNvSpPr/>
            <p:nvPr/>
          </p:nvSpPr>
          <p:spPr>
            <a:xfrm>
              <a:off x="5138845" y="3536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7" name="pt31397"/>
            <p:cNvSpPr/>
            <p:nvPr/>
          </p:nvSpPr>
          <p:spPr>
            <a:xfrm>
              <a:off x="5168338" y="36170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8" name="pt31398"/>
            <p:cNvSpPr/>
            <p:nvPr/>
          </p:nvSpPr>
          <p:spPr>
            <a:xfrm>
              <a:off x="5230856" y="35193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399" name="pt31399"/>
            <p:cNvSpPr/>
            <p:nvPr/>
          </p:nvSpPr>
          <p:spPr>
            <a:xfrm>
              <a:off x="5054970" y="43341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0" name="pt31400"/>
            <p:cNvSpPr/>
            <p:nvPr/>
          </p:nvSpPr>
          <p:spPr>
            <a:xfrm>
              <a:off x="5174526" y="35817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1" name="pt31401"/>
            <p:cNvSpPr/>
            <p:nvPr/>
          </p:nvSpPr>
          <p:spPr>
            <a:xfrm>
              <a:off x="5150403" y="36166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2" name="pt31402"/>
            <p:cNvSpPr/>
            <p:nvPr/>
          </p:nvSpPr>
          <p:spPr>
            <a:xfrm>
              <a:off x="5173000" y="3555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3" name="pt31403"/>
            <p:cNvSpPr/>
            <p:nvPr/>
          </p:nvSpPr>
          <p:spPr>
            <a:xfrm>
              <a:off x="5298877" y="35735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4" name="pt31404"/>
            <p:cNvSpPr/>
            <p:nvPr/>
          </p:nvSpPr>
          <p:spPr>
            <a:xfrm>
              <a:off x="5158486" y="35589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5" name="pt31405"/>
            <p:cNvSpPr/>
            <p:nvPr/>
          </p:nvSpPr>
          <p:spPr>
            <a:xfrm>
              <a:off x="5150442" y="35633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6" name="pt31406"/>
            <p:cNvSpPr/>
            <p:nvPr/>
          </p:nvSpPr>
          <p:spPr>
            <a:xfrm>
              <a:off x="5172816" y="3442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7" name="pt31407"/>
            <p:cNvSpPr/>
            <p:nvPr/>
          </p:nvSpPr>
          <p:spPr>
            <a:xfrm>
              <a:off x="5159793" y="3536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8" name="pt31408"/>
            <p:cNvSpPr/>
            <p:nvPr/>
          </p:nvSpPr>
          <p:spPr>
            <a:xfrm>
              <a:off x="5103955" y="3611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09" name="pt31409"/>
            <p:cNvSpPr/>
            <p:nvPr/>
          </p:nvSpPr>
          <p:spPr>
            <a:xfrm>
              <a:off x="5105738" y="3531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0" name="pt31410"/>
            <p:cNvSpPr/>
            <p:nvPr/>
          </p:nvSpPr>
          <p:spPr>
            <a:xfrm>
              <a:off x="5167687" y="33912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1" name="pt31411"/>
            <p:cNvSpPr/>
            <p:nvPr/>
          </p:nvSpPr>
          <p:spPr>
            <a:xfrm>
              <a:off x="5156601" y="35099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2" name="pt31412"/>
            <p:cNvSpPr/>
            <p:nvPr/>
          </p:nvSpPr>
          <p:spPr>
            <a:xfrm>
              <a:off x="5164105" y="34908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3" name="pt31413"/>
            <p:cNvSpPr/>
            <p:nvPr/>
          </p:nvSpPr>
          <p:spPr>
            <a:xfrm>
              <a:off x="5182801" y="34563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4" name="pt31414"/>
            <p:cNvSpPr/>
            <p:nvPr/>
          </p:nvSpPr>
          <p:spPr>
            <a:xfrm>
              <a:off x="5134175" y="37579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5" name="pt31415"/>
            <p:cNvSpPr/>
            <p:nvPr/>
          </p:nvSpPr>
          <p:spPr>
            <a:xfrm>
              <a:off x="5022423" y="374399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16" name="pt31416"/>
            <p:cNvSpPr/>
            <p:nvPr/>
          </p:nvSpPr>
          <p:spPr>
            <a:xfrm>
              <a:off x="5116282" y="3684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7" name="pt31417"/>
            <p:cNvSpPr/>
            <p:nvPr/>
          </p:nvSpPr>
          <p:spPr>
            <a:xfrm>
              <a:off x="5148627" y="35669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8" name="pt31418"/>
            <p:cNvSpPr/>
            <p:nvPr/>
          </p:nvSpPr>
          <p:spPr>
            <a:xfrm>
              <a:off x="5160929" y="3481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19" name="pt31419"/>
            <p:cNvSpPr/>
            <p:nvPr/>
          </p:nvSpPr>
          <p:spPr>
            <a:xfrm>
              <a:off x="5168226" y="3552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0" name="pt31420"/>
            <p:cNvSpPr/>
            <p:nvPr/>
          </p:nvSpPr>
          <p:spPr>
            <a:xfrm>
              <a:off x="5152844" y="34743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1" name="pt31421"/>
            <p:cNvSpPr/>
            <p:nvPr/>
          </p:nvSpPr>
          <p:spPr>
            <a:xfrm>
              <a:off x="5157568" y="3504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2" name="pt31422"/>
            <p:cNvSpPr/>
            <p:nvPr/>
          </p:nvSpPr>
          <p:spPr>
            <a:xfrm>
              <a:off x="5151445" y="3371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3" name="pt31423"/>
            <p:cNvSpPr/>
            <p:nvPr/>
          </p:nvSpPr>
          <p:spPr>
            <a:xfrm>
              <a:off x="5168624" y="3497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4" name="pt31424"/>
            <p:cNvSpPr/>
            <p:nvPr/>
          </p:nvSpPr>
          <p:spPr>
            <a:xfrm>
              <a:off x="4975882" y="3606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5" name="pt31425"/>
            <p:cNvSpPr/>
            <p:nvPr/>
          </p:nvSpPr>
          <p:spPr>
            <a:xfrm>
              <a:off x="5164540" y="34385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6" name="pt31426"/>
            <p:cNvSpPr/>
            <p:nvPr/>
          </p:nvSpPr>
          <p:spPr>
            <a:xfrm>
              <a:off x="5192883" y="3516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7" name="pt31427"/>
            <p:cNvSpPr/>
            <p:nvPr/>
          </p:nvSpPr>
          <p:spPr>
            <a:xfrm>
              <a:off x="5198804" y="3447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8" name="pt31428"/>
            <p:cNvSpPr/>
            <p:nvPr/>
          </p:nvSpPr>
          <p:spPr>
            <a:xfrm>
              <a:off x="5251388" y="3265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29" name="pt31429"/>
            <p:cNvSpPr/>
            <p:nvPr/>
          </p:nvSpPr>
          <p:spPr>
            <a:xfrm>
              <a:off x="5164056" y="35554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0" name="pt31430"/>
            <p:cNvSpPr/>
            <p:nvPr/>
          </p:nvSpPr>
          <p:spPr>
            <a:xfrm>
              <a:off x="5128787" y="37374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1" name="pt31431"/>
            <p:cNvSpPr/>
            <p:nvPr/>
          </p:nvSpPr>
          <p:spPr>
            <a:xfrm>
              <a:off x="5150186" y="3552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2" name="pt31432"/>
            <p:cNvSpPr/>
            <p:nvPr/>
          </p:nvSpPr>
          <p:spPr>
            <a:xfrm>
              <a:off x="4067952" y="36232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3" name="pt31433"/>
            <p:cNvSpPr/>
            <p:nvPr/>
          </p:nvSpPr>
          <p:spPr>
            <a:xfrm>
              <a:off x="5159667" y="3470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4" name="pt31434"/>
            <p:cNvSpPr/>
            <p:nvPr/>
          </p:nvSpPr>
          <p:spPr>
            <a:xfrm>
              <a:off x="5192742" y="3426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5" name="pt31435"/>
            <p:cNvSpPr/>
            <p:nvPr/>
          </p:nvSpPr>
          <p:spPr>
            <a:xfrm>
              <a:off x="5202868" y="34637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6" name="pt31436"/>
            <p:cNvSpPr/>
            <p:nvPr/>
          </p:nvSpPr>
          <p:spPr>
            <a:xfrm>
              <a:off x="5197286" y="3452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7" name="pt31437"/>
            <p:cNvSpPr/>
            <p:nvPr/>
          </p:nvSpPr>
          <p:spPr>
            <a:xfrm>
              <a:off x="5160900" y="35710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8" name="pt31438"/>
            <p:cNvSpPr/>
            <p:nvPr/>
          </p:nvSpPr>
          <p:spPr>
            <a:xfrm>
              <a:off x="5144029" y="37995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39" name="pt31439"/>
            <p:cNvSpPr/>
            <p:nvPr/>
          </p:nvSpPr>
          <p:spPr>
            <a:xfrm>
              <a:off x="5157004" y="3755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0" name="pt31440"/>
            <p:cNvSpPr/>
            <p:nvPr/>
          </p:nvSpPr>
          <p:spPr>
            <a:xfrm>
              <a:off x="5115603" y="3692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1" name="pt31441"/>
            <p:cNvSpPr/>
            <p:nvPr/>
          </p:nvSpPr>
          <p:spPr>
            <a:xfrm>
              <a:off x="5133268" y="3473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2" name="pt31442"/>
            <p:cNvSpPr/>
            <p:nvPr/>
          </p:nvSpPr>
          <p:spPr>
            <a:xfrm>
              <a:off x="5283855" y="336968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43" name="pt31443"/>
            <p:cNvSpPr/>
            <p:nvPr/>
          </p:nvSpPr>
          <p:spPr>
            <a:xfrm>
              <a:off x="5119110" y="35409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4" name="pt31444"/>
            <p:cNvSpPr/>
            <p:nvPr/>
          </p:nvSpPr>
          <p:spPr>
            <a:xfrm>
              <a:off x="5153949" y="3478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5" name="pt31445"/>
            <p:cNvSpPr/>
            <p:nvPr/>
          </p:nvSpPr>
          <p:spPr>
            <a:xfrm>
              <a:off x="5163354" y="3575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6" name="pt31446"/>
            <p:cNvSpPr/>
            <p:nvPr/>
          </p:nvSpPr>
          <p:spPr>
            <a:xfrm>
              <a:off x="5153415" y="3677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7" name="pt31447"/>
            <p:cNvSpPr/>
            <p:nvPr/>
          </p:nvSpPr>
          <p:spPr>
            <a:xfrm>
              <a:off x="5166091" y="34164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8" name="pt31448"/>
            <p:cNvSpPr/>
            <p:nvPr/>
          </p:nvSpPr>
          <p:spPr>
            <a:xfrm>
              <a:off x="5155477" y="35612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49" name="pt31449"/>
            <p:cNvSpPr/>
            <p:nvPr/>
          </p:nvSpPr>
          <p:spPr>
            <a:xfrm>
              <a:off x="5140448" y="35288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0" name="pt31450"/>
            <p:cNvSpPr/>
            <p:nvPr/>
          </p:nvSpPr>
          <p:spPr>
            <a:xfrm>
              <a:off x="5085448" y="42440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1" name="pt31451"/>
            <p:cNvSpPr/>
            <p:nvPr/>
          </p:nvSpPr>
          <p:spPr>
            <a:xfrm>
              <a:off x="5169893" y="35652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2" name="pt31452"/>
            <p:cNvSpPr/>
            <p:nvPr/>
          </p:nvSpPr>
          <p:spPr>
            <a:xfrm>
              <a:off x="5171945" y="35379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3" name="pt31453"/>
            <p:cNvSpPr/>
            <p:nvPr/>
          </p:nvSpPr>
          <p:spPr>
            <a:xfrm>
              <a:off x="5139181" y="34711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4" name="pt31454"/>
            <p:cNvSpPr/>
            <p:nvPr/>
          </p:nvSpPr>
          <p:spPr>
            <a:xfrm>
              <a:off x="5107433" y="39481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5" name="pt31455"/>
            <p:cNvSpPr/>
            <p:nvPr/>
          </p:nvSpPr>
          <p:spPr>
            <a:xfrm>
              <a:off x="5151094" y="34472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6" name="pt31456"/>
            <p:cNvSpPr/>
            <p:nvPr/>
          </p:nvSpPr>
          <p:spPr>
            <a:xfrm>
              <a:off x="5120867" y="3850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7" name="pt31457"/>
            <p:cNvSpPr/>
            <p:nvPr/>
          </p:nvSpPr>
          <p:spPr>
            <a:xfrm>
              <a:off x="5166854" y="34157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8" name="pt31458"/>
            <p:cNvSpPr/>
            <p:nvPr/>
          </p:nvSpPr>
          <p:spPr>
            <a:xfrm>
              <a:off x="5135958" y="3401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59" name="pt31459"/>
            <p:cNvSpPr/>
            <p:nvPr/>
          </p:nvSpPr>
          <p:spPr>
            <a:xfrm>
              <a:off x="5141476" y="3589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0" name="pt31460"/>
            <p:cNvSpPr/>
            <p:nvPr/>
          </p:nvSpPr>
          <p:spPr>
            <a:xfrm>
              <a:off x="5173024" y="3373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1" name="pt31461"/>
            <p:cNvSpPr/>
            <p:nvPr/>
          </p:nvSpPr>
          <p:spPr>
            <a:xfrm>
              <a:off x="5135358" y="3801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2" name="pt31462"/>
            <p:cNvSpPr/>
            <p:nvPr/>
          </p:nvSpPr>
          <p:spPr>
            <a:xfrm>
              <a:off x="5166217" y="3408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3" name="pt31463"/>
            <p:cNvSpPr/>
            <p:nvPr/>
          </p:nvSpPr>
          <p:spPr>
            <a:xfrm>
              <a:off x="5143436" y="34866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4" name="pt31464"/>
            <p:cNvSpPr/>
            <p:nvPr/>
          </p:nvSpPr>
          <p:spPr>
            <a:xfrm>
              <a:off x="5167207" y="34770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5" name="pt31465"/>
            <p:cNvSpPr/>
            <p:nvPr/>
          </p:nvSpPr>
          <p:spPr>
            <a:xfrm>
              <a:off x="5216858" y="34287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6" name="pt31466"/>
            <p:cNvSpPr/>
            <p:nvPr/>
          </p:nvSpPr>
          <p:spPr>
            <a:xfrm>
              <a:off x="5181535" y="3487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7" name="pt31467"/>
            <p:cNvSpPr/>
            <p:nvPr/>
          </p:nvSpPr>
          <p:spPr>
            <a:xfrm>
              <a:off x="5223295" y="35909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8" name="pt31468"/>
            <p:cNvSpPr/>
            <p:nvPr/>
          </p:nvSpPr>
          <p:spPr>
            <a:xfrm>
              <a:off x="5277450" y="34983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69" name="pt31469"/>
            <p:cNvSpPr/>
            <p:nvPr/>
          </p:nvSpPr>
          <p:spPr>
            <a:xfrm>
              <a:off x="5144305" y="3541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0" name="pt31470"/>
            <p:cNvSpPr/>
            <p:nvPr/>
          </p:nvSpPr>
          <p:spPr>
            <a:xfrm>
              <a:off x="5160005" y="36512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1" name="pt31471"/>
            <p:cNvSpPr/>
            <p:nvPr/>
          </p:nvSpPr>
          <p:spPr>
            <a:xfrm>
              <a:off x="5141755" y="3458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2" name="pt31472"/>
            <p:cNvSpPr/>
            <p:nvPr/>
          </p:nvSpPr>
          <p:spPr>
            <a:xfrm>
              <a:off x="5151210" y="3606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3" name="pt31473"/>
            <p:cNvSpPr/>
            <p:nvPr/>
          </p:nvSpPr>
          <p:spPr>
            <a:xfrm>
              <a:off x="5144651" y="35297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4" name="pt31474"/>
            <p:cNvSpPr/>
            <p:nvPr/>
          </p:nvSpPr>
          <p:spPr>
            <a:xfrm>
              <a:off x="5148425" y="3488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5" name="pt31475"/>
            <p:cNvSpPr/>
            <p:nvPr/>
          </p:nvSpPr>
          <p:spPr>
            <a:xfrm>
              <a:off x="5098052" y="36426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6" name="pt31476"/>
            <p:cNvSpPr/>
            <p:nvPr/>
          </p:nvSpPr>
          <p:spPr>
            <a:xfrm>
              <a:off x="5229631" y="3476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7" name="pt31477"/>
            <p:cNvSpPr/>
            <p:nvPr/>
          </p:nvSpPr>
          <p:spPr>
            <a:xfrm>
              <a:off x="5153913" y="3409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8" name="pt31478"/>
            <p:cNvSpPr/>
            <p:nvPr/>
          </p:nvSpPr>
          <p:spPr>
            <a:xfrm>
              <a:off x="5153868" y="3536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79" name="pt31479"/>
            <p:cNvSpPr/>
            <p:nvPr/>
          </p:nvSpPr>
          <p:spPr>
            <a:xfrm>
              <a:off x="5176934" y="3412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0" name="pt31480"/>
            <p:cNvSpPr/>
            <p:nvPr/>
          </p:nvSpPr>
          <p:spPr>
            <a:xfrm>
              <a:off x="5211422" y="35328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1" name="pt31481"/>
            <p:cNvSpPr/>
            <p:nvPr/>
          </p:nvSpPr>
          <p:spPr>
            <a:xfrm>
              <a:off x="5126000" y="3674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2" name="pt31482"/>
            <p:cNvSpPr/>
            <p:nvPr/>
          </p:nvSpPr>
          <p:spPr>
            <a:xfrm>
              <a:off x="5183282" y="3565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3" name="pt31483"/>
            <p:cNvSpPr/>
            <p:nvPr/>
          </p:nvSpPr>
          <p:spPr>
            <a:xfrm>
              <a:off x="5120548" y="3840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4" name="pt31484"/>
            <p:cNvSpPr/>
            <p:nvPr/>
          </p:nvSpPr>
          <p:spPr>
            <a:xfrm>
              <a:off x="5154620" y="3470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5" name="pt31485"/>
            <p:cNvSpPr/>
            <p:nvPr/>
          </p:nvSpPr>
          <p:spPr>
            <a:xfrm>
              <a:off x="5129923" y="40342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6" name="pt31486"/>
            <p:cNvSpPr/>
            <p:nvPr/>
          </p:nvSpPr>
          <p:spPr>
            <a:xfrm>
              <a:off x="5166652" y="3457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7" name="pt31487"/>
            <p:cNvSpPr/>
            <p:nvPr/>
          </p:nvSpPr>
          <p:spPr>
            <a:xfrm>
              <a:off x="5153464" y="36561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8" name="pt31488"/>
            <p:cNvSpPr/>
            <p:nvPr/>
          </p:nvSpPr>
          <p:spPr>
            <a:xfrm>
              <a:off x="5174954" y="33830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89" name="pt31489"/>
            <p:cNvSpPr/>
            <p:nvPr/>
          </p:nvSpPr>
          <p:spPr>
            <a:xfrm>
              <a:off x="5158965" y="38027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0" name="pt31490"/>
            <p:cNvSpPr/>
            <p:nvPr/>
          </p:nvSpPr>
          <p:spPr>
            <a:xfrm>
              <a:off x="5135456" y="3564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1" name="pt31491"/>
            <p:cNvSpPr/>
            <p:nvPr/>
          </p:nvSpPr>
          <p:spPr>
            <a:xfrm>
              <a:off x="5139978" y="3579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2" name="pt31492"/>
            <p:cNvSpPr/>
            <p:nvPr/>
          </p:nvSpPr>
          <p:spPr>
            <a:xfrm>
              <a:off x="5019536" y="41149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3" name="pt31493"/>
            <p:cNvSpPr/>
            <p:nvPr/>
          </p:nvSpPr>
          <p:spPr>
            <a:xfrm>
              <a:off x="5129230" y="38021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4" name="pt31494"/>
            <p:cNvSpPr/>
            <p:nvPr/>
          </p:nvSpPr>
          <p:spPr>
            <a:xfrm>
              <a:off x="5140634" y="36429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5" name="pt31495"/>
            <p:cNvSpPr/>
            <p:nvPr/>
          </p:nvSpPr>
          <p:spPr>
            <a:xfrm>
              <a:off x="5107987" y="3610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6" name="pt31496"/>
            <p:cNvSpPr/>
            <p:nvPr/>
          </p:nvSpPr>
          <p:spPr>
            <a:xfrm>
              <a:off x="5164821" y="34385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7" name="pt31497"/>
            <p:cNvSpPr/>
            <p:nvPr/>
          </p:nvSpPr>
          <p:spPr>
            <a:xfrm>
              <a:off x="5184344" y="35298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8" name="pt31498"/>
            <p:cNvSpPr/>
            <p:nvPr/>
          </p:nvSpPr>
          <p:spPr>
            <a:xfrm>
              <a:off x="5167384" y="36637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499" name="pt31499"/>
            <p:cNvSpPr/>
            <p:nvPr/>
          </p:nvSpPr>
          <p:spPr>
            <a:xfrm>
              <a:off x="5148284" y="3613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0" name="pt31500"/>
            <p:cNvSpPr/>
            <p:nvPr/>
          </p:nvSpPr>
          <p:spPr>
            <a:xfrm>
              <a:off x="5094571" y="4048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1" name="pt31501"/>
            <p:cNvSpPr/>
            <p:nvPr/>
          </p:nvSpPr>
          <p:spPr>
            <a:xfrm>
              <a:off x="5126142" y="3745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2" name="pt31502"/>
            <p:cNvSpPr/>
            <p:nvPr/>
          </p:nvSpPr>
          <p:spPr>
            <a:xfrm>
              <a:off x="5151743" y="34479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3" name="pt31503"/>
            <p:cNvSpPr/>
            <p:nvPr/>
          </p:nvSpPr>
          <p:spPr>
            <a:xfrm>
              <a:off x="5162842" y="36506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4" name="pt31504"/>
            <p:cNvSpPr/>
            <p:nvPr/>
          </p:nvSpPr>
          <p:spPr>
            <a:xfrm>
              <a:off x="5206722" y="34989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5" name="pt31505"/>
            <p:cNvSpPr/>
            <p:nvPr/>
          </p:nvSpPr>
          <p:spPr>
            <a:xfrm>
              <a:off x="5135255" y="35444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6" name="pt31506"/>
            <p:cNvSpPr/>
            <p:nvPr/>
          </p:nvSpPr>
          <p:spPr>
            <a:xfrm>
              <a:off x="5504892" y="325782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07" name="pt31507"/>
            <p:cNvSpPr/>
            <p:nvPr/>
          </p:nvSpPr>
          <p:spPr>
            <a:xfrm>
              <a:off x="5071813" y="3503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8" name="pt31508"/>
            <p:cNvSpPr/>
            <p:nvPr/>
          </p:nvSpPr>
          <p:spPr>
            <a:xfrm>
              <a:off x="5120909" y="34577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09" name="pt31509"/>
            <p:cNvSpPr/>
            <p:nvPr/>
          </p:nvSpPr>
          <p:spPr>
            <a:xfrm>
              <a:off x="5140882" y="38163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0" name="pt31510"/>
            <p:cNvSpPr/>
            <p:nvPr/>
          </p:nvSpPr>
          <p:spPr>
            <a:xfrm>
              <a:off x="5148016" y="3476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1" name="pt31511"/>
            <p:cNvSpPr/>
            <p:nvPr/>
          </p:nvSpPr>
          <p:spPr>
            <a:xfrm>
              <a:off x="5164878" y="35552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2" name="pt31512"/>
            <p:cNvSpPr/>
            <p:nvPr/>
          </p:nvSpPr>
          <p:spPr>
            <a:xfrm>
              <a:off x="5127892" y="36727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3" name="pt31513"/>
            <p:cNvSpPr/>
            <p:nvPr/>
          </p:nvSpPr>
          <p:spPr>
            <a:xfrm>
              <a:off x="5083576" y="39980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4" name="pt31514"/>
            <p:cNvSpPr/>
            <p:nvPr/>
          </p:nvSpPr>
          <p:spPr>
            <a:xfrm>
              <a:off x="5150787" y="34239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5" name="pt31515"/>
            <p:cNvSpPr/>
            <p:nvPr/>
          </p:nvSpPr>
          <p:spPr>
            <a:xfrm>
              <a:off x="5161554" y="3624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6" name="pt31516"/>
            <p:cNvSpPr/>
            <p:nvPr/>
          </p:nvSpPr>
          <p:spPr>
            <a:xfrm>
              <a:off x="5163935" y="3522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7" name="pt31517"/>
            <p:cNvSpPr/>
            <p:nvPr/>
          </p:nvSpPr>
          <p:spPr>
            <a:xfrm>
              <a:off x="5182125" y="3667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8" name="pt31518"/>
            <p:cNvSpPr/>
            <p:nvPr/>
          </p:nvSpPr>
          <p:spPr>
            <a:xfrm>
              <a:off x="5170389" y="35722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19" name="pt31519"/>
            <p:cNvSpPr/>
            <p:nvPr/>
          </p:nvSpPr>
          <p:spPr>
            <a:xfrm>
              <a:off x="5152357" y="37283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0" name="pt31520"/>
            <p:cNvSpPr/>
            <p:nvPr/>
          </p:nvSpPr>
          <p:spPr>
            <a:xfrm>
              <a:off x="5179172" y="35452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1" name="pt31521"/>
            <p:cNvSpPr/>
            <p:nvPr/>
          </p:nvSpPr>
          <p:spPr>
            <a:xfrm>
              <a:off x="5169778" y="36395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2" name="pt31522"/>
            <p:cNvSpPr/>
            <p:nvPr/>
          </p:nvSpPr>
          <p:spPr>
            <a:xfrm>
              <a:off x="5195234" y="3469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3" name="pt31523"/>
            <p:cNvSpPr/>
            <p:nvPr/>
          </p:nvSpPr>
          <p:spPr>
            <a:xfrm>
              <a:off x="5127564" y="3598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4" name="pt31524"/>
            <p:cNvSpPr/>
            <p:nvPr/>
          </p:nvSpPr>
          <p:spPr>
            <a:xfrm>
              <a:off x="5142171" y="34789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5" name="pt31525"/>
            <p:cNvSpPr/>
            <p:nvPr/>
          </p:nvSpPr>
          <p:spPr>
            <a:xfrm>
              <a:off x="5144609" y="39870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6" name="pt31526"/>
            <p:cNvSpPr/>
            <p:nvPr/>
          </p:nvSpPr>
          <p:spPr>
            <a:xfrm>
              <a:off x="5136604" y="34726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7" name="pt31527"/>
            <p:cNvSpPr/>
            <p:nvPr/>
          </p:nvSpPr>
          <p:spPr>
            <a:xfrm>
              <a:off x="5150288" y="36519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8" name="pt31528"/>
            <p:cNvSpPr/>
            <p:nvPr/>
          </p:nvSpPr>
          <p:spPr>
            <a:xfrm>
              <a:off x="5206806" y="3428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29" name="pt31529"/>
            <p:cNvSpPr/>
            <p:nvPr/>
          </p:nvSpPr>
          <p:spPr>
            <a:xfrm>
              <a:off x="5143789" y="37317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0" name="pt31530"/>
            <p:cNvSpPr/>
            <p:nvPr/>
          </p:nvSpPr>
          <p:spPr>
            <a:xfrm>
              <a:off x="5089832" y="36966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1" name="pt31531"/>
            <p:cNvSpPr/>
            <p:nvPr/>
          </p:nvSpPr>
          <p:spPr>
            <a:xfrm>
              <a:off x="5142465" y="3641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2" name="pt31532"/>
            <p:cNvSpPr/>
            <p:nvPr/>
          </p:nvSpPr>
          <p:spPr>
            <a:xfrm>
              <a:off x="5135039" y="36531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3" name="pt31533"/>
            <p:cNvSpPr/>
            <p:nvPr/>
          </p:nvSpPr>
          <p:spPr>
            <a:xfrm>
              <a:off x="5184064" y="36095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4" name="pt31534"/>
            <p:cNvSpPr/>
            <p:nvPr/>
          </p:nvSpPr>
          <p:spPr>
            <a:xfrm>
              <a:off x="5163649" y="34811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5" name="pt31535"/>
            <p:cNvSpPr/>
            <p:nvPr/>
          </p:nvSpPr>
          <p:spPr>
            <a:xfrm>
              <a:off x="5165669" y="3536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6" name="pt31536"/>
            <p:cNvSpPr/>
            <p:nvPr/>
          </p:nvSpPr>
          <p:spPr>
            <a:xfrm>
              <a:off x="5128615" y="34549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7" name="pt31537"/>
            <p:cNvSpPr/>
            <p:nvPr/>
          </p:nvSpPr>
          <p:spPr>
            <a:xfrm>
              <a:off x="5078850" y="3751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38" name="pt31538"/>
            <p:cNvSpPr/>
            <p:nvPr/>
          </p:nvSpPr>
          <p:spPr>
            <a:xfrm>
              <a:off x="5348860" y="331980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39" name="pt31539"/>
            <p:cNvSpPr/>
            <p:nvPr/>
          </p:nvSpPr>
          <p:spPr>
            <a:xfrm>
              <a:off x="5125615" y="36026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0" name="pt31540"/>
            <p:cNvSpPr/>
            <p:nvPr/>
          </p:nvSpPr>
          <p:spPr>
            <a:xfrm>
              <a:off x="5110371" y="37966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1" name="pt31541"/>
            <p:cNvSpPr/>
            <p:nvPr/>
          </p:nvSpPr>
          <p:spPr>
            <a:xfrm>
              <a:off x="5148836" y="3524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2" name="pt31542"/>
            <p:cNvSpPr/>
            <p:nvPr/>
          </p:nvSpPr>
          <p:spPr>
            <a:xfrm>
              <a:off x="5095583" y="37640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3" name="pt31543"/>
            <p:cNvSpPr/>
            <p:nvPr/>
          </p:nvSpPr>
          <p:spPr>
            <a:xfrm>
              <a:off x="5154638" y="3563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4" name="pt31544"/>
            <p:cNvSpPr/>
            <p:nvPr/>
          </p:nvSpPr>
          <p:spPr>
            <a:xfrm>
              <a:off x="5160100" y="35301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5" name="pt31545"/>
            <p:cNvSpPr/>
            <p:nvPr/>
          </p:nvSpPr>
          <p:spPr>
            <a:xfrm>
              <a:off x="5153064" y="3485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6" name="pt31546"/>
            <p:cNvSpPr/>
            <p:nvPr/>
          </p:nvSpPr>
          <p:spPr>
            <a:xfrm>
              <a:off x="5136180" y="36221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7" name="pt31547"/>
            <p:cNvSpPr/>
            <p:nvPr/>
          </p:nvSpPr>
          <p:spPr>
            <a:xfrm>
              <a:off x="5167949" y="36491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8" name="pt31548"/>
            <p:cNvSpPr/>
            <p:nvPr/>
          </p:nvSpPr>
          <p:spPr>
            <a:xfrm>
              <a:off x="5187356" y="34791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49" name="pt31549"/>
            <p:cNvSpPr/>
            <p:nvPr/>
          </p:nvSpPr>
          <p:spPr>
            <a:xfrm>
              <a:off x="5096457" y="4095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0" name="pt31550"/>
            <p:cNvSpPr/>
            <p:nvPr/>
          </p:nvSpPr>
          <p:spPr>
            <a:xfrm>
              <a:off x="5103677" y="3455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1" name="pt31551"/>
            <p:cNvSpPr/>
            <p:nvPr/>
          </p:nvSpPr>
          <p:spPr>
            <a:xfrm>
              <a:off x="5145718" y="3520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2" name="pt31552"/>
            <p:cNvSpPr/>
            <p:nvPr/>
          </p:nvSpPr>
          <p:spPr>
            <a:xfrm>
              <a:off x="5087410" y="3632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3" name="pt31553"/>
            <p:cNvSpPr/>
            <p:nvPr/>
          </p:nvSpPr>
          <p:spPr>
            <a:xfrm>
              <a:off x="5155539" y="35769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4" name="pt31554"/>
            <p:cNvSpPr/>
            <p:nvPr/>
          </p:nvSpPr>
          <p:spPr>
            <a:xfrm>
              <a:off x="5154847" y="3490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5" name="pt31555"/>
            <p:cNvSpPr/>
            <p:nvPr/>
          </p:nvSpPr>
          <p:spPr>
            <a:xfrm>
              <a:off x="4998441" y="391962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56" name="pt31556"/>
            <p:cNvSpPr/>
            <p:nvPr/>
          </p:nvSpPr>
          <p:spPr>
            <a:xfrm>
              <a:off x="5149268" y="36898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7" name="pt31557"/>
            <p:cNvSpPr/>
            <p:nvPr/>
          </p:nvSpPr>
          <p:spPr>
            <a:xfrm>
              <a:off x="5165918" y="35050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8" name="pt31558"/>
            <p:cNvSpPr/>
            <p:nvPr/>
          </p:nvSpPr>
          <p:spPr>
            <a:xfrm>
              <a:off x="5146623" y="35522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59" name="pt31559"/>
            <p:cNvSpPr/>
            <p:nvPr/>
          </p:nvSpPr>
          <p:spPr>
            <a:xfrm>
              <a:off x="5095573" y="38978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0" name="pt31560"/>
            <p:cNvSpPr/>
            <p:nvPr/>
          </p:nvSpPr>
          <p:spPr>
            <a:xfrm>
              <a:off x="5169116" y="3594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1" name="pt31561"/>
            <p:cNvSpPr/>
            <p:nvPr/>
          </p:nvSpPr>
          <p:spPr>
            <a:xfrm>
              <a:off x="5172448" y="3413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2" name="pt31562"/>
            <p:cNvSpPr/>
            <p:nvPr/>
          </p:nvSpPr>
          <p:spPr>
            <a:xfrm>
              <a:off x="5154481" y="3414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3" name="pt31563"/>
            <p:cNvSpPr/>
            <p:nvPr/>
          </p:nvSpPr>
          <p:spPr>
            <a:xfrm>
              <a:off x="5155838" y="34765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4" name="pt31564"/>
            <p:cNvSpPr/>
            <p:nvPr/>
          </p:nvSpPr>
          <p:spPr>
            <a:xfrm>
              <a:off x="5153162" y="36023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5" name="pt31565"/>
            <p:cNvSpPr/>
            <p:nvPr/>
          </p:nvSpPr>
          <p:spPr>
            <a:xfrm>
              <a:off x="5148096" y="3543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6" name="pt31566"/>
            <p:cNvSpPr/>
            <p:nvPr/>
          </p:nvSpPr>
          <p:spPr>
            <a:xfrm>
              <a:off x="5134475" y="36327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7" name="pt31567"/>
            <p:cNvSpPr/>
            <p:nvPr/>
          </p:nvSpPr>
          <p:spPr>
            <a:xfrm>
              <a:off x="5162128" y="35262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8" name="pt31568"/>
            <p:cNvSpPr/>
            <p:nvPr/>
          </p:nvSpPr>
          <p:spPr>
            <a:xfrm>
              <a:off x="5136485" y="3728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69" name="pt31569"/>
            <p:cNvSpPr/>
            <p:nvPr/>
          </p:nvSpPr>
          <p:spPr>
            <a:xfrm>
              <a:off x="5160577" y="36017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0" name="pt31570"/>
            <p:cNvSpPr/>
            <p:nvPr/>
          </p:nvSpPr>
          <p:spPr>
            <a:xfrm>
              <a:off x="5161119" y="34272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1" name="pt31571"/>
            <p:cNvSpPr/>
            <p:nvPr/>
          </p:nvSpPr>
          <p:spPr>
            <a:xfrm>
              <a:off x="5111497" y="3811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2" name="pt31572"/>
            <p:cNvSpPr/>
            <p:nvPr/>
          </p:nvSpPr>
          <p:spPr>
            <a:xfrm>
              <a:off x="5129426" y="3292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3" name="pt31573"/>
            <p:cNvSpPr/>
            <p:nvPr/>
          </p:nvSpPr>
          <p:spPr>
            <a:xfrm>
              <a:off x="5145029" y="3565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4" name="pt31574"/>
            <p:cNvSpPr/>
            <p:nvPr/>
          </p:nvSpPr>
          <p:spPr>
            <a:xfrm>
              <a:off x="5161817" y="3366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5" name="pt31575"/>
            <p:cNvSpPr/>
            <p:nvPr/>
          </p:nvSpPr>
          <p:spPr>
            <a:xfrm>
              <a:off x="5168566" y="34595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6" name="pt31576"/>
            <p:cNvSpPr/>
            <p:nvPr/>
          </p:nvSpPr>
          <p:spPr>
            <a:xfrm>
              <a:off x="5179931" y="34599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7" name="pt31577"/>
            <p:cNvSpPr/>
            <p:nvPr/>
          </p:nvSpPr>
          <p:spPr>
            <a:xfrm>
              <a:off x="5141274" y="3502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8" name="pt31578"/>
            <p:cNvSpPr/>
            <p:nvPr/>
          </p:nvSpPr>
          <p:spPr>
            <a:xfrm>
              <a:off x="5154076" y="35264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79" name="pt31579"/>
            <p:cNvSpPr/>
            <p:nvPr/>
          </p:nvSpPr>
          <p:spPr>
            <a:xfrm>
              <a:off x="5117742" y="3651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0" name="pt31580"/>
            <p:cNvSpPr/>
            <p:nvPr/>
          </p:nvSpPr>
          <p:spPr>
            <a:xfrm>
              <a:off x="5080394" y="3802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1" name="pt31581"/>
            <p:cNvSpPr/>
            <p:nvPr/>
          </p:nvSpPr>
          <p:spPr>
            <a:xfrm>
              <a:off x="5115638" y="35134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2" name="pt31582"/>
            <p:cNvSpPr/>
            <p:nvPr/>
          </p:nvSpPr>
          <p:spPr>
            <a:xfrm>
              <a:off x="5568546" y="332962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83" name="pt31583"/>
            <p:cNvSpPr/>
            <p:nvPr/>
          </p:nvSpPr>
          <p:spPr>
            <a:xfrm>
              <a:off x="5167442" y="3503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4" name="pt31584"/>
            <p:cNvSpPr/>
            <p:nvPr/>
          </p:nvSpPr>
          <p:spPr>
            <a:xfrm>
              <a:off x="5164863" y="35602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5" name="pt31585"/>
            <p:cNvSpPr/>
            <p:nvPr/>
          </p:nvSpPr>
          <p:spPr>
            <a:xfrm>
              <a:off x="5128467" y="3703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6" name="pt31586"/>
            <p:cNvSpPr/>
            <p:nvPr/>
          </p:nvSpPr>
          <p:spPr>
            <a:xfrm>
              <a:off x="5161037" y="34998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7" name="pt31587"/>
            <p:cNvSpPr/>
            <p:nvPr/>
          </p:nvSpPr>
          <p:spPr>
            <a:xfrm>
              <a:off x="5051746" y="382813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88" name="pt31588"/>
            <p:cNvSpPr/>
            <p:nvPr/>
          </p:nvSpPr>
          <p:spPr>
            <a:xfrm>
              <a:off x="5158695" y="34630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89" name="pt31589"/>
            <p:cNvSpPr/>
            <p:nvPr/>
          </p:nvSpPr>
          <p:spPr>
            <a:xfrm>
              <a:off x="5089303" y="35993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0" name="pt31590"/>
            <p:cNvSpPr/>
            <p:nvPr/>
          </p:nvSpPr>
          <p:spPr>
            <a:xfrm>
              <a:off x="5126943" y="35165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1" name="pt31591"/>
            <p:cNvSpPr/>
            <p:nvPr/>
          </p:nvSpPr>
          <p:spPr>
            <a:xfrm>
              <a:off x="5126865" y="40373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2" name="pt31592"/>
            <p:cNvSpPr/>
            <p:nvPr/>
          </p:nvSpPr>
          <p:spPr>
            <a:xfrm>
              <a:off x="5135125" y="3490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3" name="pt31593"/>
            <p:cNvSpPr/>
            <p:nvPr/>
          </p:nvSpPr>
          <p:spPr>
            <a:xfrm>
              <a:off x="5164274" y="34784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4" name="pt31594"/>
            <p:cNvSpPr/>
            <p:nvPr/>
          </p:nvSpPr>
          <p:spPr>
            <a:xfrm>
              <a:off x="5180642" y="3446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5" name="pt31595"/>
            <p:cNvSpPr/>
            <p:nvPr/>
          </p:nvSpPr>
          <p:spPr>
            <a:xfrm>
              <a:off x="5150790" y="3559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6" name="pt31596"/>
            <p:cNvSpPr/>
            <p:nvPr/>
          </p:nvSpPr>
          <p:spPr>
            <a:xfrm>
              <a:off x="5148266" y="3560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7" name="pt31597"/>
            <p:cNvSpPr/>
            <p:nvPr/>
          </p:nvSpPr>
          <p:spPr>
            <a:xfrm>
              <a:off x="5206905" y="3320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8" name="pt31598"/>
            <p:cNvSpPr/>
            <p:nvPr/>
          </p:nvSpPr>
          <p:spPr>
            <a:xfrm>
              <a:off x="5149648" y="3505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599" name="pt31599"/>
            <p:cNvSpPr/>
            <p:nvPr/>
          </p:nvSpPr>
          <p:spPr>
            <a:xfrm>
              <a:off x="5140651" y="35633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0" name="pt31600"/>
            <p:cNvSpPr/>
            <p:nvPr/>
          </p:nvSpPr>
          <p:spPr>
            <a:xfrm>
              <a:off x="5124612" y="34228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1" name="pt31601"/>
            <p:cNvSpPr/>
            <p:nvPr/>
          </p:nvSpPr>
          <p:spPr>
            <a:xfrm>
              <a:off x="5138476" y="34712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2" name="pt31602"/>
            <p:cNvSpPr/>
            <p:nvPr/>
          </p:nvSpPr>
          <p:spPr>
            <a:xfrm>
              <a:off x="4810015" y="406048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03" name="pt31603"/>
            <p:cNvSpPr/>
            <p:nvPr/>
          </p:nvSpPr>
          <p:spPr>
            <a:xfrm>
              <a:off x="5159887" y="35279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4" name="pt31604"/>
            <p:cNvSpPr/>
            <p:nvPr/>
          </p:nvSpPr>
          <p:spPr>
            <a:xfrm>
              <a:off x="5158107" y="34752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5" name="pt31605"/>
            <p:cNvSpPr/>
            <p:nvPr/>
          </p:nvSpPr>
          <p:spPr>
            <a:xfrm>
              <a:off x="5180164" y="34290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6" name="pt31606"/>
            <p:cNvSpPr/>
            <p:nvPr/>
          </p:nvSpPr>
          <p:spPr>
            <a:xfrm>
              <a:off x="5160233" y="35031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7" name="pt31607"/>
            <p:cNvSpPr/>
            <p:nvPr/>
          </p:nvSpPr>
          <p:spPr>
            <a:xfrm>
              <a:off x="5140218" y="3510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8" name="pt31608"/>
            <p:cNvSpPr/>
            <p:nvPr/>
          </p:nvSpPr>
          <p:spPr>
            <a:xfrm>
              <a:off x="5103542" y="38405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09" name="pt31609"/>
            <p:cNvSpPr/>
            <p:nvPr/>
          </p:nvSpPr>
          <p:spPr>
            <a:xfrm>
              <a:off x="5182909" y="34267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0" name="pt31610"/>
            <p:cNvSpPr/>
            <p:nvPr/>
          </p:nvSpPr>
          <p:spPr>
            <a:xfrm>
              <a:off x="5148746" y="36011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1" name="pt31611"/>
            <p:cNvSpPr/>
            <p:nvPr/>
          </p:nvSpPr>
          <p:spPr>
            <a:xfrm>
              <a:off x="5141903" y="35093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2" name="pt31612"/>
            <p:cNvSpPr/>
            <p:nvPr/>
          </p:nvSpPr>
          <p:spPr>
            <a:xfrm>
              <a:off x="5151208" y="34967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3" name="pt31613"/>
            <p:cNvSpPr/>
            <p:nvPr/>
          </p:nvSpPr>
          <p:spPr>
            <a:xfrm>
              <a:off x="5123499" y="35582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4" name="pt31614"/>
            <p:cNvSpPr/>
            <p:nvPr/>
          </p:nvSpPr>
          <p:spPr>
            <a:xfrm>
              <a:off x="5186131" y="3533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5" name="pt31615"/>
            <p:cNvSpPr/>
            <p:nvPr/>
          </p:nvSpPr>
          <p:spPr>
            <a:xfrm>
              <a:off x="5146910" y="3451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6" name="pt31616"/>
            <p:cNvSpPr/>
            <p:nvPr/>
          </p:nvSpPr>
          <p:spPr>
            <a:xfrm>
              <a:off x="5162489" y="35068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7" name="pt31617"/>
            <p:cNvSpPr/>
            <p:nvPr/>
          </p:nvSpPr>
          <p:spPr>
            <a:xfrm>
              <a:off x="5201227" y="3404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8" name="pt31618"/>
            <p:cNvSpPr/>
            <p:nvPr/>
          </p:nvSpPr>
          <p:spPr>
            <a:xfrm>
              <a:off x="5116239" y="3532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19" name="pt31619"/>
            <p:cNvSpPr/>
            <p:nvPr/>
          </p:nvSpPr>
          <p:spPr>
            <a:xfrm>
              <a:off x="5175019" y="35733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0" name="pt31620"/>
            <p:cNvSpPr/>
            <p:nvPr/>
          </p:nvSpPr>
          <p:spPr>
            <a:xfrm>
              <a:off x="5158088" y="3460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1" name="pt31621"/>
            <p:cNvSpPr/>
            <p:nvPr/>
          </p:nvSpPr>
          <p:spPr>
            <a:xfrm>
              <a:off x="5167788" y="35478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2" name="pt31622"/>
            <p:cNvSpPr/>
            <p:nvPr/>
          </p:nvSpPr>
          <p:spPr>
            <a:xfrm>
              <a:off x="5185341" y="35714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3" name="pt31623"/>
            <p:cNvSpPr/>
            <p:nvPr/>
          </p:nvSpPr>
          <p:spPr>
            <a:xfrm>
              <a:off x="5121832" y="3496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4" name="pt31624"/>
            <p:cNvSpPr/>
            <p:nvPr/>
          </p:nvSpPr>
          <p:spPr>
            <a:xfrm>
              <a:off x="5203445" y="34698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5" name="pt31625"/>
            <p:cNvSpPr/>
            <p:nvPr/>
          </p:nvSpPr>
          <p:spPr>
            <a:xfrm>
              <a:off x="5173224" y="3546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6" name="pt31626"/>
            <p:cNvSpPr/>
            <p:nvPr/>
          </p:nvSpPr>
          <p:spPr>
            <a:xfrm>
              <a:off x="5138110" y="3347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7" name="pt31627"/>
            <p:cNvSpPr/>
            <p:nvPr/>
          </p:nvSpPr>
          <p:spPr>
            <a:xfrm>
              <a:off x="5126157" y="3623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8" name="pt31628"/>
            <p:cNvSpPr/>
            <p:nvPr/>
          </p:nvSpPr>
          <p:spPr>
            <a:xfrm>
              <a:off x="5145562" y="3565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29" name="pt31629"/>
            <p:cNvSpPr/>
            <p:nvPr/>
          </p:nvSpPr>
          <p:spPr>
            <a:xfrm>
              <a:off x="5124326" y="3594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0" name="pt31630"/>
            <p:cNvSpPr/>
            <p:nvPr/>
          </p:nvSpPr>
          <p:spPr>
            <a:xfrm>
              <a:off x="5170287" y="3623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1" name="pt31631"/>
            <p:cNvSpPr/>
            <p:nvPr/>
          </p:nvSpPr>
          <p:spPr>
            <a:xfrm>
              <a:off x="5146324" y="35286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2" name="pt31632"/>
            <p:cNvSpPr/>
            <p:nvPr/>
          </p:nvSpPr>
          <p:spPr>
            <a:xfrm>
              <a:off x="5181846" y="34303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3" name="pt31633"/>
            <p:cNvSpPr/>
            <p:nvPr/>
          </p:nvSpPr>
          <p:spPr>
            <a:xfrm>
              <a:off x="5148596" y="34853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4" name="pt31634"/>
            <p:cNvSpPr/>
            <p:nvPr/>
          </p:nvSpPr>
          <p:spPr>
            <a:xfrm>
              <a:off x="5123705" y="35850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5" name="pt31635"/>
            <p:cNvSpPr/>
            <p:nvPr/>
          </p:nvSpPr>
          <p:spPr>
            <a:xfrm>
              <a:off x="5101085" y="36367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6" name="pt31636"/>
            <p:cNvSpPr/>
            <p:nvPr/>
          </p:nvSpPr>
          <p:spPr>
            <a:xfrm>
              <a:off x="5185354" y="33703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7" name="pt31637"/>
            <p:cNvSpPr/>
            <p:nvPr/>
          </p:nvSpPr>
          <p:spPr>
            <a:xfrm>
              <a:off x="5126500" y="37077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8" name="pt31638"/>
            <p:cNvSpPr/>
            <p:nvPr/>
          </p:nvSpPr>
          <p:spPr>
            <a:xfrm>
              <a:off x="5151578" y="35769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39" name="pt31639"/>
            <p:cNvSpPr/>
            <p:nvPr/>
          </p:nvSpPr>
          <p:spPr>
            <a:xfrm>
              <a:off x="5174956" y="3509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0" name="pt31640"/>
            <p:cNvSpPr/>
            <p:nvPr/>
          </p:nvSpPr>
          <p:spPr>
            <a:xfrm>
              <a:off x="5165306" y="3454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1" name="pt31641"/>
            <p:cNvSpPr/>
            <p:nvPr/>
          </p:nvSpPr>
          <p:spPr>
            <a:xfrm>
              <a:off x="5214763" y="3468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2" name="pt31642"/>
            <p:cNvSpPr/>
            <p:nvPr/>
          </p:nvSpPr>
          <p:spPr>
            <a:xfrm>
              <a:off x="5182274" y="3401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3" name="pt31643"/>
            <p:cNvSpPr/>
            <p:nvPr/>
          </p:nvSpPr>
          <p:spPr>
            <a:xfrm>
              <a:off x="5157894" y="33651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4" name="pt31644"/>
            <p:cNvSpPr/>
            <p:nvPr/>
          </p:nvSpPr>
          <p:spPr>
            <a:xfrm>
              <a:off x="5170946" y="3544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5" name="pt31645"/>
            <p:cNvSpPr/>
            <p:nvPr/>
          </p:nvSpPr>
          <p:spPr>
            <a:xfrm>
              <a:off x="5126040" y="36290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6" name="pt31646"/>
            <p:cNvSpPr/>
            <p:nvPr/>
          </p:nvSpPr>
          <p:spPr>
            <a:xfrm>
              <a:off x="5174707" y="3561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7" name="pt31647"/>
            <p:cNvSpPr/>
            <p:nvPr/>
          </p:nvSpPr>
          <p:spPr>
            <a:xfrm>
              <a:off x="5125037" y="35409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8" name="pt31648"/>
            <p:cNvSpPr/>
            <p:nvPr/>
          </p:nvSpPr>
          <p:spPr>
            <a:xfrm>
              <a:off x="5142737" y="36442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49" name="pt31649"/>
            <p:cNvSpPr/>
            <p:nvPr/>
          </p:nvSpPr>
          <p:spPr>
            <a:xfrm>
              <a:off x="5182665" y="3527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0" name="pt31650"/>
            <p:cNvSpPr/>
            <p:nvPr/>
          </p:nvSpPr>
          <p:spPr>
            <a:xfrm>
              <a:off x="5150563" y="3449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1" name="pt31651"/>
            <p:cNvSpPr/>
            <p:nvPr/>
          </p:nvSpPr>
          <p:spPr>
            <a:xfrm>
              <a:off x="5168609" y="34730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2" name="pt31652"/>
            <p:cNvSpPr/>
            <p:nvPr/>
          </p:nvSpPr>
          <p:spPr>
            <a:xfrm>
              <a:off x="5166758" y="34487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3" name="pt31653"/>
            <p:cNvSpPr/>
            <p:nvPr/>
          </p:nvSpPr>
          <p:spPr>
            <a:xfrm>
              <a:off x="5163131" y="3524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4" name="pt31654"/>
            <p:cNvSpPr/>
            <p:nvPr/>
          </p:nvSpPr>
          <p:spPr>
            <a:xfrm>
              <a:off x="5150654" y="3461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5" name="pt31655"/>
            <p:cNvSpPr/>
            <p:nvPr/>
          </p:nvSpPr>
          <p:spPr>
            <a:xfrm>
              <a:off x="5132401" y="37394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6" name="pt31656"/>
            <p:cNvSpPr/>
            <p:nvPr/>
          </p:nvSpPr>
          <p:spPr>
            <a:xfrm>
              <a:off x="5182163" y="34844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7" name="pt31657"/>
            <p:cNvSpPr/>
            <p:nvPr/>
          </p:nvSpPr>
          <p:spPr>
            <a:xfrm>
              <a:off x="5182402" y="35041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8" name="pt31658"/>
            <p:cNvSpPr/>
            <p:nvPr/>
          </p:nvSpPr>
          <p:spPr>
            <a:xfrm>
              <a:off x="5167295" y="3570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59" name="pt31659"/>
            <p:cNvSpPr/>
            <p:nvPr/>
          </p:nvSpPr>
          <p:spPr>
            <a:xfrm>
              <a:off x="5152850" y="34940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0" name="pt31660"/>
            <p:cNvSpPr/>
            <p:nvPr/>
          </p:nvSpPr>
          <p:spPr>
            <a:xfrm>
              <a:off x="5161025" y="35598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1" name="pt31661"/>
            <p:cNvSpPr/>
            <p:nvPr/>
          </p:nvSpPr>
          <p:spPr>
            <a:xfrm>
              <a:off x="5172550" y="35525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2" name="pt31662"/>
            <p:cNvSpPr/>
            <p:nvPr/>
          </p:nvSpPr>
          <p:spPr>
            <a:xfrm>
              <a:off x="5137761" y="3449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3" name="pt31663"/>
            <p:cNvSpPr/>
            <p:nvPr/>
          </p:nvSpPr>
          <p:spPr>
            <a:xfrm>
              <a:off x="5151540" y="3463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4" name="pt31664"/>
            <p:cNvSpPr/>
            <p:nvPr/>
          </p:nvSpPr>
          <p:spPr>
            <a:xfrm>
              <a:off x="5156602" y="35953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5" name="pt31665"/>
            <p:cNvSpPr/>
            <p:nvPr/>
          </p:nvSpPr>
          <p:spPr>
            <a:xfrm>
              <a:off x="5157330" y="3511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6" name="pt31666"/>
            <p:cNvSpPr/>
            <p:nvPr/>
          </p:nvSpPr>
          <p:spPr>
            <a:xfrm>
              <a:off x="5154829" y="3699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7" name="pt31667"/>
            <p:cNvSpPr/>
            <p:nvPr/>
          </p:nvSpPr>
          <p:spPr>
            <a:xfrm>
              <a:off x="5135159" y="3758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8" name="pt31668"/>
            <p:cNvSpPr/>
            <p:nvPr/>
          </p:nvSpPr>
          <p:spPr>
            <a:xfrm>
              <a:off x="5123248" y="35940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69" name="pt31669"/>
            <p:cNvSpPr/>
            <p:nvPr/>
          </p:nvSpPr>
          <p:spPr>
            <a:xfrm>
              <a:off x="5147448" y="37435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0" name="pt31670"/>
            <p:cNvSpPr/>
            <p:nvPr/>
          </p:nvSpPr>
          <p:spPr>
            <a:xfrm>
              <a:off x="5163691" y="33837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1" name="pt31671"/>
            <p:cNvSpPr/>
            <p:nvPr/>
          </p:nvSpPr>
          <p:spPr>
            <a:xfrm>
              <a:off x="5154909" y="3642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2" name="pt31672"/>
            <p:cNvSpPr/>
            <p:nvPr/>
          </p:nvSpPr>
          <p:spPr>
            <a:xfrm>
              <a:off x="5149489" y="3561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3" name="pt31673"/>
            <p:cNvSpPr/>
            <p:nvPr/>
          </p:nvSpPr>
          <p:spPr>
            <a:xfrm>
              <a:off x="5132966" y="35902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4" name="pt31674"/>
            <p:cNvSpPr/>
            <p:nvPr/>
          </p:nvSpPr>
          <p:spPr>
            <a:xfrm>
              <a:off x="5159495" y="3565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5" name="pt31675"/>
            <p:cNvSpPr/>
            <p:nvPr/>
          </p:nvSpPr>
          <p:spPr>
            <a:xfrm>
              <a:off x="5144552" y="35491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6" name="pt31676"/>
            <p:cNvSpPr/>
            <p:nvPr/>
          </p:nvSpPr>
          <p:spPr>
            <a:xfrm>
              <a:off x="5131338" y="3570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7" name="pt31677"/>
            <p:cNvSpPr/>
            <p:nvPr/>
          </p:nvSpPr>
          <p:spPr>
            <a:xfrm>
              <a:off x="5159199" y="36365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8" name="pt31678"/>
            <p:cNvSpPr/>
            <p:nvPr/>
          </p:nvSpPr>
          <p:spPr>
            <a:xfrm>
              <a:off x="5191762" y="3490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79" name="pt31679"/>
            <p:cNvSpPr/>
            <p:nvPr/>
          </p:nvSpPr>
          <p:spPr>
            <a:xfrm>
              <a:off x="5140317" y="3377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0" name="pt31680"/>
            <p:cNvSpPr/>
            <p:nvPr/>
          </p:nvSpPr>
          <p:spPr>
            <a:xfrm>
              <a:off x="5164032" y="3565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1" name="pt31681"/>
            <p:cNvSpPr/>
            <p:nvPr/>
          </p:nvSpPr>
          <p:spPr>
            <a:xfrm>
              <a:off x="5204193" y="34157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2" name="pt31682"/>
            <p:cNvSpPr/>
            <p:nvPr/>
          </p:nvSpPr>
          <p:spPr>
            <a:xfrm>
              <a:off x="5143035" y="3490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3" name="pt31683"/>
            <p:cNvSpPr/>
            <p:nvPr/>
          </p:nvSpPr>
          <p:spPr>
            <a:xfrm>
              <a:off x="5154867" y="3639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4" name="pt31684"/>
            <p:cNvSpPr/>
            <p:nvPr/>
          </p:nvSpPr>
          <p:spPr>
            <a:xfrm>
              <a:off x="5147478" y="3520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5" name="pt31685"/>
            <p:cNvSpPr/>
            <p:nvPr/>
          </p:nvSpPr>
          <p:spPr>
            <a:xfrm>
              <a:off x="5163053" y="3492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6" name="pt31686"/>
            <p:cNvSpPr/>
            <p:nvPr/>
          </p:nvSpPr>
          <p:spPr>
            <a:xfrm>
              <a:off x="5171454" y="35522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7" name="pt31687"/>
            <p:cNvSpPr/>
            <p:nvPr/>
          </p:nvSpPr>
          <p:spPr>
            <a:xfrm>
              <a:off x="5160509" y="3573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8" name="pt31688"/>
            <p:cNvSpPr/>
            <p:nvPr/>
          </p:nvSpPr>
          <p:spPr>
            <a:xfrm>
              <a:off x="5149491" y="35008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89" name="pt31689"/>
            <p:cNvSpPr/>
            <p:nvPr/>
          </p:nvSpPr>
          <p:spPr>
            <a:xfrm>
              <a:off x="5142008" y="3474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0" name="pt31690"/>
            <p:cNvSpPr/>
            <p:nvPr/>
          </p:nvSpPr>
          <p:spPr>
            <a:xfrm>
              <a:off x="5188672" y="34349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1" name="pt31691"/>
            <p:cNvSpPr/>
            <p:nvPr/>
          </p:nvSpPr>
          <p:spPr>
            <a:xfrm>
              <a:off x="5162030" y="3595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2" name="pt31692"/>
            <p:cNvSpPr/>
            <p:nvPr/>
          </p:nvSpPr>
          <p:spPr>
            <a:xfrm>
              <a:off x="5178406" y="3505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3" name="pt31693"/>
            <p:cNvSpPr/>
            <p:nvPr/>
          </p:nvSpPr>
          <p:spPr>
            <a:xfrm>
              <a:off x="5198175" y="3486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4" name="pt31694"/>
            <p:cNvSpPr/>
            <p:nvPr/>
          </p:nvSpPr>
          <p:spPr>
            <a:xfrm>
              <a:off x="5173203" y="3364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5" name="pt31695"/>
            <p:cNvSpPr/>
            <p:nvPr/>
          </p:nvSpPr>
          <p:spPr>
            <a:xfrm>
              <a:off x="5144700" y="3395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6" name="pt31696"/>
            <p:cNvSpPr/>
            <p:nvPr/>
          </p:nvSpPr>
          <p:spPr>
            <a:xfrm>
              <a:off x="5223790" y="345211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97" name="pt31697"/>
            <p:cNvSpPr/>
            <p:nvPr/>
          </p:nvSpPr>
          <p:spPr>
            <a:xfrm>
              <a:off x="5144495" y="3581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698" name="pt31698"/>
            <p:cNvSpPr/>
            <p:nvPr/>
          </p:nvSpPr>
          <p:spPr>
            <a:xfrm>
              <a:off x="4928523" y="411260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99" name="pt31699"/>
            <p:cNvSpPr/>
            <p:nvPr/>
          </p:nvSpPr>
          <p:spPr>
            <a:xfrm>
              <a:off x="5122479" y="35679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0" name="pt31700"/>
            <p:cNvSpPr/>
            <p:nvPr/>
          </p:nvSpPr>
          <p:spPr>
            <a:xfrm>
              <a:off x="5077027" y="3518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1" name="pt31701"/>
            <p:cNvSpPr/>
            <p:nvPr/>
          </p:nvSpPr>
          <p:spPr>
            <a:xfrm>
              <a:off x="5225192" y="334277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02" name="pt31702"/>
            <p:cNvSpPr/>
            <p:nvPr/>
          </p:nvSpPr>
          <p:spPr>
            <a:xfrm>
              <a:off x="5178738" y="3486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3" name="pt31703"/>
            <p:cNvSpPr/>
            <p:nvPr/>
          </p:nvSpPr>
          <p:spPr>
            <a:xfrm>
              <a:off x="5144390" y="3636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4" name="pt31704"/>
            <p:cNvSpPr/>
            <p:nvPr/>
          </p:nvSpPr>
          <p:spPr>
            <a:xfrm>
              <a:off x="5106980" y="37483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5" name="pt31705"/>
            <p:cNvSpPr/>
            <p:nvPr/>
          </p:nvSpPr>
          <p:spPr>
            <a:xfrm>
              <a:off x="5159993" y="3673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6" name="pt31706"/>
            <p:cNvSpPr/>
            <p:nvPr/>
          </p:nvSpPr>
          <p:spPr>
            <a:xfrm>
              <a:off x="5149790" y="34821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7" name="pt31707"/>
            <p:cNvSpPr/>
            <p:nvPr/>
          </p:nvSpPr>
          <p:spPr>
            <a:xfrm>
              <a:off x="5135427" y="41138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8" name="pt31708"/>
            <p:cNvSpPr/>
            <p:nvPr/>
          </p:nvSpPr>
          <p:spPr>
            <a:xfrm>
              <a:off x="5152646" y="3577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09" name="pt31709"/>
            <p:cNvSpPr/>
            <p:nvPr/>
          </p:nvSpPr>
          <p:spPr>
            <a:xfrm>
              <a:off x="5141750" y="35934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0" name="pt31710"/>
            <p:cNvSpPr/>
            <p:nvPr/>
          </p:nvSpPr>
          <p:spPr>
            <a:xfrm>
              <a:off x="5152955" y="36105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1" name="pt31711"/>
            <p:cNvSpPr/>
            <p:nvPr/>
          </p:nvSpPr>
          <p:spPr>
            <a:xfrm>
              <a:off x="5142708" y="35174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2" name="pt31712"/>
            <p:cNvSpPr/>
            <p:nvPr/>
          </p:nvSpPr>
          <p:spPr>
            <a:xfrm>
              <a:off x="5131459" y="38673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3" name="pt31713"/>
            <p:cNvSpPr/>
            <p:nvPr/>
          </p:nvSpPr>
          <p:spPr>
            <a:xfrm>
              <a:off x="5137740" y="36179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4" name="pt31714"/>
            <p:cNvSpPr/>
            <p:nvPr/>
          </p:nvSpPr>
          <p:spPr>
            <a:xfrm>
              <a:off x="5144504" y="35398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5" name="pt31715"/>
            <p:cNvSpPr/>
            <p:nvPr/>
          </p:nvSpPr>
          <p:spPr>
            <a:xfrm>
              <a:off x="5155908" y="3615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6" name="pt31716"/>
            <p:cNvSpPr/>
            <p:nvPr/>
          </p:nvSpPr>
          <p:spPr>
            <a:xfrm>
              <a:off x="5143435" y="36655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7" name="pt31717"/>
            <p:cNvSpPr/>
            <p:nvPr/>
          </p:nvSpPr>
          <p:spPr>
            <a:xfrm>
              <a:off x="5139791" y="3542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8" name="pt31718"/>
            <p:cNvSpPr/>
            <p:nvPr/>
          </p:nvSpPr>
          <p:spPr>
            <a:xfrm>
              <a:off x="5164726" y="3526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19" name="pt31719"/>
            <p:cNvSpPr/>
            <p:nvPr/>
          </p:nvSpPr>
          <p:spPr>
            <a:xfrm>
              <a:off x="5153826" y="35641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0" name="pt31720"/>
            <p:cNvSpPr/>
            <p:nvPr/>
          </p:nvSpPr>
          <p:spPr>
            <a:xfrm>
              <a:off x="5122331" y="3690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1" name="pt31721"/>
            <p:cNvSpPr/>
            <p:nvPr/>
          </p:nvSpPr>
          <p:spPr>
            <a:xfrm>
              <a:off x="5147432" y="35103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2" name="pt31722"/>
            <p:cNvSpPr/>
            <p:nvPr/>
          </p:nvSpPr>
          <p:spPr>
            <a:xfrm>
              <a:off x="5181998" y="3472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3" name="pt31723"/>
            <p:cNvSpPr/>
            <p:nvPr/>
          </p:nvSpPr>
          <p:spPr>
            <a:xfrm>
              <a:off x="5130989" y="35619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4" name="pt31724"/>
            <p:cNvSpPr/>
            <p:nvPr/>
          </p:nvSpPr>
          <p:spPr>
            <a:xfrm>
              <a:off x="5147659" y="35199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5" name="pt31725"/>
            <p:cNvSpPr/>
            <p:nvPr/>
          </p:nvSpPr>
          <p:spPr>
            <a:xfrm>
              <a:off x="4964552" y="3322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6" name="pt31726"/>
            <p:cNvSpPr/>
            <p:nvPr/>
          </p:nvSpPr>
          <p:spPr>
            <a:xfrm>
              <a:off x="5196034" y="3539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7" name="pt31727"/>
            <p:cNvSpPr/>
            <p:nvPr/>
          </p:nvSpPr>
          <p:spPr>
            <a:xfrm>
              <a:off x="5200970" y="36271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28" name="pt31728"/>
            <p:cNvSpPr/>
            <p:nvPr/>
          </p:nvSpPr>
          <p:spPr>
            <a:xfrm>
              <a:off x="5215230" y="343281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29" name="pt31729"/>
            <p:cNvSpPr/>
            <p:nvPr/>
          </p:nvSpPr>
          <p:spPr>
            <a:xfrm>
              <a:off x="5171172" y="35968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0" name="pt31730"/>
            <p:cNvSpPr/>
            <p:nvPr/>
          </p:nvSpPr>
          <p:spPr>
            <a:xfrm>
              <a:off x="5148926" y="35443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1" name="pt31731"/>
            <p:cNvSpPr/>
            <p:nvPr/>
          </p:nvSpPr>
          <p:spPr>
            <a:xfrm>
              <a:off x="5118790" y="35783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2" name="pt31732"/>
            <p:cNvSpPr/>
            <p:nvPr/>
          </p:nvSpPr>
          <p:spPr>
            <a:xfrm>
              <a:off x="5181147" y="34537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3" name="pt31733"/>
            <p:cNvSpPr/>
            <p:nvPr/>
          </p:nvSpPr>
          <p:spPr>
            <a:xfrm>
              <a:off x="5190014" y="34165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4" name="pt31734"/>
            <p:cNvSpPr/>
            <p:nvPr/>
          </p:nvSpPr>
          <p:spPr>
            <a:xfrm>
              <a:off x="5158105" y="3549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5" name="pt31735"/>
            <p:cNvSpPr/>
            <p:nvPr/>
          </p:nvSpPr>
          <p:spPr>
            <a:xfrm>
              <a:off x="5149492" y="35387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6" name="pt31736"/>
            <p:cNvSpPr/>
            <p:nvPr/>
          </p:nvSpPr>
          <p:spPr>
            <a:xfrm>
              <a:off x="5145196" y="35324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7" name="pt31737"/>
            <p:cNvSpPr/>
            <p:nvPr/>
          </p:nvSpPr>
          <p:spPr>
            <a:xfrm>
              <a:off x="5202741" y="3479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8" name="pt31738"/>
            <p:cNvSpPr/>
            <p:nvPr/>
          </p:nvSpPr>
          <p:spPr>
            <a:xfrm>
              <a:off x="5152739" y="35473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39" name="pt31739"/>
            <p:cNvSpPr/>
            <p:nvPr/>
          </p:nvSpPr>
          <p:spPr>
            <a:xfrm>
              <a:off x="5144719" y="3442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0" name="pt31740"/>
            <p:cNvSpPr/>
            <p:nvPr/>
          </p:nvSpPr>
          <p:spPr>
            <a:xfrm>
              <a:off x="5138652" y="3575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1" name="pt31741"/>
            <p:cNvSpPr/>
            <p:nvPr/>
          </p:nvSpPr>
          <p:spPr>
            <a:xfrm>
              <a:off x="5126710" y="35733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2" name="pt31742"/>
            <p:cNvSpPr/>
            <p:nvPr/>
          </p:nvSpPr>
          <p:spPr>
            <a:xfrm>
              <a:off x="5167895" y="35050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3" name="pt31743"/>
            <p:cNvSpPr/>
            <p:nvPr/>
          </p:nvSpPr>
          <p:spPr>
            <a:xfrm>
              <a:off x="5148070" y="3595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4" name="pt31744"/>
            <p:cNvSpPr/>
            <p:nvPr/>
          </p:nvSpPr>
          <p:spPr>
            <a:xfrm>
              <a:off x="5151451" y="32280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5" name="pt31745"/>
            <p:cNvSpPr/>
            <p:nvPr/>
          </p:nvSpPr>
          <p:spPr>
            <a:xfrm>
              <a:off x="5221393" y="342272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46" name="pt31746"/>
            <p:cNvSpPr/>
            <p:nvPr/>
          </p:nvSpPr>
          <p:spPr>
            <a:xfrm>
              <a:off x="5158963" y="35338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7" name="pt31747"/>
            <p:cNvSpPr/>
            <p:nvPr/>
          </p:nvSpPr>
          <p:spPr>
            <a:xfrm>
              <a:off x="4913627" y="427562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48" name="pt31748"/>
            <p:cNvSpPr/>
            <p:nvPr/>
          </p:nvSpPr>
          <p:spPr>
            <a:xfrm>
              <a:off x="5141938" y="36752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49" name="pt31749"/>
            <p:cNvSpPr/>
            <p:nvPr/>
          </p:nvSpPr>
          <p:spPr>
            <a:xfrm>
              <a:off x="5189793" y="3537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0" name="pt31750"/>
            <p:cNvSpPr/>
            <p:nvPr/>
          </p:nvSpPr>
          <p:spPr>
            <a:xfrm>
              <a:off x="5139067" y="3461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1" name="pt31751"/>
            <p:cNvSpPr/>
            <p:nvPr/>
          </p:nvSpPr>
          <p:spPr>
            <a:xfrm>
              <a:off x="5163739" y="34665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2" name="pt31752"/>
            <p:cNvSpPr/>
            <p:nvPr/>
          </p:nvSpPr>
          <p:spPr>
            <a:xfrm>
              <a:off x="5159062" y="3539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3" name="pt31753"/>
            <p:cNvSpPr/>
            <p:nvPr/>
          </p:nvSpPr>
          <p:spPr>
            <a:xfrm>
              <a:off x="5111062" y="3627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4" name="pt31754"/>
            <p:cNvSpPr/>
            <p:nvPr/>
          </p:nvSpPr>
          <p:spPr>
            <a:xfrm>
              <a:off x="5119164" y="38001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5" name="pt31755"/>
            <p:cNvSpPr/>
            <p:nvPr/>
          </p:nvSpPr>
          <p:spPr>
            <a:xfrm>
              <a:off x="5135852" y="35905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6" name="pt31756"/>
            <p:cNvSpPr/>
            <p:nvPr/>
          </p:nvSpPr>
          <p:spPr>
            <a:xfrm>
              <a:off x="5138394" y="36640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7" name="pt31757"/>
            <p:cNvSpPr/>
            <p:nvPr/>
          </p:nvSpPr>
          <p:spPr>
            <a:xfrm>
              <a:off x="5150502" y="3590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8" name="pt31758"/>
            <p:cNvSpPr/>
            <p:nvPr/>
          </p:nvSpPr>
          <p:spPr>
            <a:xfrm>
              <a:off x="5154617" y="3453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59" name="pt31759"/>
            <p:cNvSpPr/>
            <p:nvPr/>
          </p:nvSpPr>
          <p:spPr>
            <a:xfrm>
              <a:off x="5104039" y="3667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0" name="pt31760"/>
            <p:cNvSpPr/>
            <p:nvPr/>
          </p:nvSpPr>
          <p:spPr>
            <a:xfrm>
              <a:off x="5159782" y="35689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1" name="pt31761"/>
            <p:cNvSpPr/>
            <p:nvPr/>
          </p:nvSpPr>
          <p:spPr>
            <a:xfrm>
              <a:off x="5132803" y="35098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2" name="pt31762"/>
            <p:cNvSpPr/>
            <p:nvPr/>
          </p:nvSpPr>
          <p:spPr>
            <a:xfrm>
              <a:off x="5100166" y="4017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3" name="pt31763"/>
            <p:cNvSpPr/>
            <p:nvPr/>
          </p:nvSpPr>
          <p:spPr>
            <a:xfrm>
              <a:off x="5207216" y="3178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4" name="pt31764"/>
            <p:cNvSpPr/>
            <p:nvPr/>
          </p:nvSpPr>
          <p:spPr>
            <a:xfrm>
              <a:off x="5154321" y="35941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5" name="pt31765"/>
            <p:cNvSpPr/>
            <p:nvPr/>
          </p:nvSpPr>
          <p:spPr>
            <a:xfrm>
              <a:off x="5127127" y="3502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6" name="pt31766"/>
            <p:cNvSpPr/>
            <p:nvPr/>
          </p:nvSpPr>
          <p:spPr>
            <a:xfrm>
              <a:off x="5140391" y="4002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7" name="pt31767"/>
            <p:cNvSpPr/>
            <p:nvPr/>
          </p:nvSpPr>
          <p:spPr>
            <a:xfrm>
              <a:off x="5146066" y="3904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8" name="pt31768"/>
            <p:cNvSpPr/>
            <p:nvPr/>
          </p:nvSpPr>
          <p:spPr>
            <a:xfrm>
              <a:off x="5153174" y="34670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69" name="pt31769"/>
            <p:cNvSpPr/>
            <p:nvPr/>
          </p:nvSpPr>
          <p:spPr>
            <a:xfrm>
              <a:off x="5206127" y="34767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0" name="pt31770"/>
            <p:cNvSpPr/>
            <p:nvPr/>
          </p:nvSpPr>
          <p:spPr>
            <a:xfrm>
              <a:off x="5144728" y="3576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1" name="pt31771"/>
            <p:cNvSpPr/>
            <p:nvPr/>
          </p:nvSpPr>
          <p:spPr>
            <a:xfrm>
              <a:off x="5167272" y="35352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2" name="pt31772"/>
            <p:cNvSpPr/>
            <p:nvPr/>
          </p:nvSpPr>
          <p:spPr>
            <a:xfrm>
              <a:off x="5148365" y="3565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3" name="pt31773"/>
            <p:cNvSpPr/>
            <p:nvPr/>
          </p:nvSpPr>
          <p:spPr>
            <a:xfrm>
              <a:off x="5152077" y="40121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4" name="pt31774"/>
            <p:cNvSpPr/>
            <p:nvPr/>
          </p:nvSpPr>
          <p:spPr>
            <a:xfrm>
              <a:off x="4958415" y="341658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75" name="pt31775"/>
            <p:cNvSpPr/>
            <p:nvPr/>
          </p:nvSpPr>
          <p:spPr>
            <a:xfrm>
              <a:off x="5178288" y="32972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6" name="pt31776"/>
            <p:cNvSpPr/>
            <p:nvPr/>
          </p:nvSpPr>
          <p:spPr>
            <a:xfrm>
              <a:off x="5145300" y="37339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7" name="pt31777"/>
            <p:cNvSpPr/>
            <p:nvPr/>
          </p:nvSpPr>
          <p:spPr>
            <a:xfrm>
              <a:off x="5166962" y="3447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8" name="pt31778"/>
            <p:cNvSpPr/>
            <p:nvPr/>
          </p:nvSpPr>
          <p:spPr>
            <a:xfrm>
              <a:off x="5156250" y="36270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79" name="pt31779"/>
            <p:cNvSpPr/>
            <p:nvPr/>
          </p:nvSpPr>
          <p:spPr>
            <a:xfrm>
              <a:off x="5144656" y="34264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0" name="pt31780"/>
            <p:cNvSpPr/>
            <p:nvPr/>
          </p:nvSpPr>
          <p:spPr>
            <a:xfrm>
              <a:off x="5155821" y="35477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1" name="pt31781"/>
            <p:cNvSpPr/>
            <p:nvPr/>
          </p:nvSpPr>
          <p:spPr>
            <a:xfrm>
              <a:off x="5180775" y="35127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2" name="pt31782"/>
            <p:cNvSpPr/>
            <p:nvPr/>
          </p:nvSpPr>
          <p:spPr>
            <a:xfrm>
              <a:off x="5158749" y="35005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3" name="pt31783"/>
            <p:cNvSpPr/>
            <p:nvPr/>
          </p:nvSpPr>
          <p:spPr>
            <a:xfrm>
              <a:off x="5153009" y="3586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4" name="pt31784"/>
            <p:cNvSpPr/>
            <p:nvPr/>
          </p:nvSpPr>
          <p:spPr>
            <a:xfrm>
              <a:off x="5146619" y="3549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5" name="pt31785"/>
            <p:cNvSpPr/>
            <p:nvPr/>
          </p:nvSpPr>
          <p:spPr>
            <a:xfrm>
              <a:off x="5158923" y="36130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6" name="pt31786"/>
            <p:cNvSpPr/>
            <p:nvPr/>
          </p:nvSpPr>
          <p:spPr>
            <a:xfrm>
              <a:off x="5131475" y="34881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7" name="pt31787"/>
            <p:cNvSpPr/>
            <p:nvPr/>
          </p:nvSpPr>
          <p:spPr>
            <a:xfrm>
              <a:off x="5143201" y="3480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8" name="pt31788"/>
            <p:cNvSpPr/>
            <p:nvPr/>
          </p:nvSpPr>
          <p:spPr>
            <a:xfrm>
              <a:off x="5099184" y="37009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89" name="pt31789"/>
            <p:cNvSpPr/>
            <p:nvPr/>
          </p:nvSpPr>
          <p:spPr>
            <a:xfrm>
              <a:off x="5120829" y="33899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0" name="pt31790"/>
            <p:cNvSpPr/>
            <p:nvPr/>
          </p:nvSpPr>
          <p:spPr>
            <a:xfrm>
              <a:off x="5137971" y="37317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1" name="pt31791"/>
            <p:cNvSpPr/>
            <p:nvPr/>
          </p:nvSpPr>
          <p:spPr>
            <a:xfrm>
              <a:off x="5081748" y="36944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2" name="pt31792"/>
            <p:cNvSpPr/>
            <p:nvPr/>
          </p:nvSpPr>
          <p:spPr>
            <a:xfrm>
              <a:off x="5078738" y="38604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3" name="pt31793"/>
            <p:cNvSpPr/>
            <p:nvPr/>
          </p:nvSpPr>
          <p:spPr>
            <a:xfrm>
              <a:off x="5175556" y="34431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4" name="pt31794"/>
            <p:cNvSpPr/>
            <p:nvPr/>
          </p:nvSpPr>
          <p:spPr>
            <a:xfrm>
              <a:off x="5143886" y="3542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5" name="pt31795"/>
            <p:cNvSpPr/>
            <p:nvPr/>
          </p:nvSpPr>
          <p:spPr>
            <a:xfrm>
              <a:off x="5155482" y="36070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6" name="pt31796"/>
            <p:cNvSpPr/>
            <p:nvPr/>
          </p:nvSpPr>
          <p:spPr>
            <a:xfrm>
              <a:off x="5199013" y="3441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7" name="pt31797"/>
            <p:cNvSpPr/>
            <p:nvPr/>
          </p:nvSpPr>
          <p:spPr>
            <a:xfrm>
              <a:off x="5178523" y="33828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8" name="pt31798"/>
            <p:cNvSpPr/>
            <p:nvPr/>
          </p:nvSpPr>
          <p:spPr>
            <a:xfrm>
              <a:off x="5157563" y="35425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799" name="pt31799"/>
            <p:cNvSpPr/>
            <p:nvPr/>
          </p:nvSpPr>
          <p:spPr>
            <a:xfrm>
              <a:off x="5153281" y="3464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0" name="pt31800"/>
            <p:cNvSpPr/>
            <p:nvPr/>
          </p:nvSpPr>
          <p:spPr>
            <a:xfrm>
              <a:off x="5157492" y="3526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1" name="pt31801"/>
            <p:cNvSpPr/>
            <p:nvPr/>
          </p:nvSpPr>
          <p:spPr>
            <a:xfrm>
              <a:off x="5149454" y="3634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2" name="pt31802"/>
            <p:cNvSpPr/>
            <p:nvPr/>
          </p:nvSpPr>
          <p:spPr>
            <a:xfrm>
              <a:off x="5162492" y="3462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3" name="pt31803"/>
            <p:cNvSpPr/>
            <p:nvPr/>
          </p:nvSpPr>
          <p:spPr>
            <a:xfrm>
              <a:off x="5238331" y="337587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04" name="pt31804"/>
            <p:cNvSpPr/>
            <p:nvPr/>
          </p:nvSpPr>
          <p:spPr>
            <a:xfrm>
              <a:off x="5153468" y="3571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5" name="pt31805"/>
            <p:cNvSpPr/>
            <p:nvPr/>
          </p:nvSpPr>
          <p:spPr>
            <a:xfrm>
              <a:off x="5110467" y="3691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6" name="pt31806"/>
            <p:cNvSpPr/>
            <p:nvPr/>
          </p:nvSpPr>
          <p:spPr>
            <a:xfrm>
              <a:off x="5137968" y="35859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7" name="pt31807"/>
            <p:cNvSpPr/>
            <p:nvPr/>
          </p:nvSpPr>
          <p:spPr>
            <a:xfrm>
              <a:off x="5155858" y="3500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8" name="pt31808"/>
            <p:cNvSpPr/>
            <p:nvPr/>
          </p:nvSpPr>
          <p:spPr>
            <a:xfrm>
              <a:off x="5117735" y="34866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09" name="pt31809"/>
            <p:cNvSpPr/>
            <p:nvPr/>
          </p:nvSpPr>
          <p:spPr>
            <a:xfrm>
              <a:off x="5143108" y="35503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0" name="pt31810"/>
            <p:cNvSpPr/>
            <p:nvPr/>
          </p:nvSpPr>
          <p:spPr>
            <a:xfrm>
              <a:off x="5125637" y="36160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1" name="pt31811"/>
            <p:cNvSpPr/>
            <p:nvPr/>
          </p:nvSpPr>
          <p:spPr>
            <a:xfrm>
              <a:off x="5169152" y="34433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2" name="pt31812"/>
            <p:cNvSpPr/>
            <p:nvPr/>
          </p:nvSpPr>
          <p:spPr>
            <a:xfrm>
              <a:off x="5176982" y="34451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3" name="pt31813"/>
            <p:cNvSpPr/>
            <p:nvPr/>
          </p:nvSpPr>
          <p:spPr>
            <a:xfrm>
              <a:off x="5147321" y="3500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4" name="pt31814"/>
            <p:cNvSpPr/>
            <p:nvPr/>
          </p:nvSpPr>
          <p:spPr>
            <a:xfrm>
              <a:off x="5162909" y="35969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5" name="pt31815"/>
            <p:cNvSpPr/>
            <p:nvPr/>
          </p:nvSpPr>
          <p:spPr>
            <a:xfrm>
              <a:off x="5158309" y="3716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6" name="pt31816"/>
            <p:cNvSpPr/>
            <p:nvPr/>
          </p:nvSpPr>
          <p:spPr>
            <a:xfrm>
              <a:off x="5131870" y="3579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7" name="pt31817"/>
            <p:cNvSpPr/>
            <p:nvPr/>
          </p:nvSpPr>
          <p:spPr>
            <a:xfrm>
              <a:off x="5174833" y="35550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8" name="pt31818"/>
            <p:cNvSpPr/>
            <p:nvPr/>
          </p:nvSpPr>
          <p:spPr>
            <a:xfrm>
              <a:off x="5099385" y="3708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19" name="pt31819"/>
            <p:cNvSpPr/>
            <p:nvPr/>
          </p:nvSpPr>
          <p:spPr>
            <a:xfrm>
              <a:off x="5177697" y="3536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0" name="pt31820"/>
            <p:cNvSpPr/>
            <p:nvPr/>
          </p:nvSpPr>
          <p:spPr>
            <a:xfrm>
              <a:off x="5158566" y="3418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1" name="pt31821"/>
            <p:cNvSpPr/>
            <p:nvPr/>
          </p:nvSpPr>
          <p:spPr>
            <a:xfrm>
              <a:off x="5159866" y="34998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2" name="pt31822"/>
            <p:cNvSpPr/>
            <p:nvPr/>
          </p:nvSpPr>
          <p:spPr>
            <a:xfrm>
              <a:off x="5143211" y="35899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3" name="pt31823"/>
            <p:cNvSpPr/>
            <p:nvPr/>
          </p:nvSpPr>
          <p:spPr>
            <a:xfrm>
              <a:off x="5135692" y="35743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4" name="pt31824"/>
            <p:cNvSpPr/>
            <p:nvPr/>
          </p:nvSpPr>
          <p:spPr>
            <a:xfrm>
              <a:off x="5129924" y="34968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5" name="pt31825"/>
            <p:cNvSpPr/>
            <p:nvPr/>
          </p:nvSpPr>
          <p:spPr>
            <a:xfrm>
              <a:off x="5148401" y="34912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6" name="pt31826"/>
            <p:cNvSpPr/>
            <p:nvPr/>
          </p:nvSpPr>
          <p:spPr>
            <a:xfrm>
              <a:off x="5217437" y="34380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7" name="pt31827"/>
            <p:cNvSpPr/>
            <p:nvPr/>
          </p:nvSpPr>
          <p:spPr>
            <a:xfrm>
              <a:off x="5162003" y="36441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8" name="pt31828"/>
            <p:cNvSpPr/>
            <p:nvPr/>
          </p:nvSpPr>
          <p:spPr>
            <a:xfrm>
              <a:off x="5144131" y="35652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29" name="pt31829"/>
            <p:cNvSpPr/>
            <p:nvPr/>
          </p:nvSpPr>
          <p:spPr>
            <a:xfrm>
              <a:off x="5135960" y="36426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0" name="pt31830"/>
            <p:cNvSpPr/>
            <p:nvPr/>
          </p:nvSpPr>
          <p:spPr>
            <a:xfrm>
              <a:off x="5167836" y="3567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1" name="pt31831"/>
            <p:cNvSpPr/>
            <p:nvPr/>
          </p:nvSpPr>
          <p:spPr>
            <a:xfrm>
              <a:off x="5186634" y="34559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2" name="pt31832"/>
            <p:cNvSpPr/>
            <p:nvPr/>
          </p:nvSpPr>
          <p:spPr>
            <a:xfrm>
              <a:off x="5158138" y="3466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3" name="pt31833"/>
            <p:cNvSpPr/>
            <p:nvPr/>
          </p:nvSpPr>
          <p:spPr>
            <a:xfrm>
              <a:off x="5151172" y="35121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4" name="pt31834"/>
            <p:cNvSpPr/>
            <p:nvPr/>
          </p:nvSpPr>
          <p:spPr>
            <a:xfrm>
              <a:off x="5137145" y="34222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5" name="pt31835"/>
            <p:cNvSpPr/>
            <p:nvPr/>
          </p:nvSpPr>
          <p:spPr>
            <a:xfrm>
              <a:off x="5145620" y="35170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6" name="pt31836"/>
            <p:cNvSpPr/>
            <p:nvPr/>
          </p:nvSpPr>
          <p:spPr>
            <a:xfrm>
              <a:off x="5158322" y="34642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7" name="pt31837"/>
            <p:cNvSpPr/>
            <p:nvPr/>
          </p:nvSpPr>
          <p:spPr>
            <a:xfrm>
              <a:off x="5081612" y="4085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8" name="pt31838"/>
            <p:cNvSpPr/>
            <p:nvPr/>
          </p:nvSpPr>
          <p:spPr>
            <a:xfrm>
              <a:off x="5169544" y="3526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39" name="pt31839"/>
            <p:cNvSpPr/>
            <p:nvPr/>
          </p:nvSpPr>
          <p:spPr>
            <a:xfrm>
              <a:off x="5093694" y="3764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0" name="pt31840"/>
            <p:cNvSpPr/>
            <p:nvPr/>
          </p:nvSpPr>
          <p:spPr>
            <a:xfrm>
              <a:off x="5118780" y="36445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1" name="pt31841"/>
            <p:cNvSpPr/>
            <p:nvPr/>
          </p:nvSpPr>
          <p:spPr>
            <a:xfrm>
              <a:off x="5113211" y="3521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2" name="pt31842"/>
            <p:cNvSpPr/>
            <p:nvPr/>
          </p:nvSpPr>
          <p:spPr>
            <a:xfrm>
              <a:off x="5158622" y="35561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3" name="pt31843"/>
            <p:cNvSpPr/>
            <p:nvPr/>
          </p:nvSpPr>
          <p:spPr>
            <a:xfrm>
              <a:off x="5157449" y="3521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4" name="pt31844"/>
            <p:cNvSpPr/>
            <p:nvPr/>
          </p:nvSpPr>
          <p:spPr>
            <a:xfrm>
              <a:off x="5162095" y="34141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5" name="pt31845"/>
            <p:cNvSpPr/>
            <p:nvPr/>
          </p:nvSpPr>
          <p:spPr>
            <a:xfrm>
              <a:off x="5163990" y="35682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6" name="pt31846"/>
            <p:cNvSpPr/>
            <p:nvPr/>
          </p:nvSpPr>
          <p:spPr>
            <a:xfrm>
              <a:off x="5255426" y="3389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7" name="pt31847"/>
            <p:cNvSpPr/>
            <p:nvPr/>
          </p:nvSpPr>
          <p:spPr>
            <a:xfrm>
              <a:off x="5176373" y="3405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8" name="pt31848"/>
            <p:cNvSpPr/>
            <p:nvPr/>
          </p:nvSpPr>
          <p:spPr>
            <a:xfrm>
              <a:off x="5153703" y="34606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49" name="pt31849"/>
            <p:cNvSpPr/>
            <p:nvPr/>
          </p:nvSpPr>
          <p:spPr>
            <a:xfrm>
              <a:off x="5153215" y="34756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0" name="pt31850"/>
            <p:cNvSpPr/>
            <p:nvPr/>
          </p:nvSpPr>
          <p:spPr>
            <a:xfrm>
              <a:off x="5133959" y="3649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1" name="pt31851"/>
            <p:cNvSpPr/>
            <p:nvPr/>
          </p:nvSpPr>
          <p:spPr>
            <a:xfrm>
              <a:off x="5156608" y="3656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2" name="pt31852"/>
            <p:cNvSpPr/>
            <p:nvPr/>
          </p:nvSpPr>
          <p:spPr>
            <a:xfrm>
              <a:off x="5190340" y="3464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3" name="pt31853"/>
            <p:cNvSpPr/>
            <p:nvPr/>
          </p:nvSpPr>
          <p:spPr>
            <a:xfrm>
              <a:off x="5125427" y="35990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4" name="pt31854"/>
            <p:cNvSpPr/>
            <p:nvPr/>
          </p:nvSpPr>
          <p:spPr>
            <a:xfrm>
              <a:off x="5104501" y="37942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5" name="pt31855"/>
            <p:cNvSpPr/>
            <p:nvPr/>
          </p:nvSpPr>
          <p:spPr>
            <a:xfrm>
              <a:off x="5139264" y="3532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6" name="pt31856"/>
            <p:cNvSpPr/>
            <p:nvPr/>
          </p:nvSpPr>
          <p:spPr>
            <a:xfrm>
              <a:off x="5121986" y="3475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7" name="pt31857"/>
            <p:cNvSpPr/>
            <p:nvPr/>
          </p:nvSpPr>
          <p:spPr>
            <a:xfrm>
              <a:off x="5158852" y="34573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8" name="pt31858"/>
            <p:cNvSpPr/>
            <p:nvPr/>
          </p:nvSpPr>
          <p:spPr>
            <a:xfrm>
              <a:off x="5138986" y="3567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59" name="pt31859"/>
            <p:cNvSpPr/>
            <p:nvPr/>
          </p:nvSpPr>
          <p:spPr>
            <a:xfrm>
              <a:off x="5136511" y="3586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0" name="pt31860"/>
            <p:cNvSpPr/>
            <p:nvPr/>
          </p:nvSpPr>
          <p:spPr>
            <a:xfrm>
              <a:off x="5000710" y="421926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61" name="pt31861"/>
            <p:cNvSpPr/>
            <p:nvPr/>
          </p:nvSpPr>
          <p:spPr>
            <a:xfrm>
              <a:off x="5105197" y="36842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2" name="pt31862"/>
            <p:cNvSpPr/>
            <p:nvPr/>
          </p:nvSpPr>
          <p:spPr>
            <a:xfrm>
              <a:off x="5160422" y="35452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3" name="pt31863"/>
            <p:cNvSpPr/>
            <p:nvPr/>
          </p:nvSpPr>
          <p:spPr>
            <a:xfrm>
              <a:off x="5128479" y="38301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4" name="pt31864"/>
            <p:cNvSpPr/>
            <p:nvPr/>
          </p:nvSpPr>
          <p:spPr>
            <a:xfrm>
              <a:off x="5134869" y="3580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5" name="pt31865"/>
            <p:cNvSpPr/>
            <p:nvPr/>
          </p:nvSpPr>
          <p:spPr>
            <a:xfrm>
              <a:off x="5120771" y="36522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6" name="pt31866"/>
            <p:cNvSpPr/>
            <p:nvPr/>
          </p:nvSpPr>
          <p:spPr>
            <a:xfrm>
              <a:off x="5139337" y="3546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7" name="pt31867"/>
            <p:cNvSpPr/>
            <p:nvPr/>
          </p:nvSpPr>
          <p:spPr>
            <a:xfrm>
              <a:off x="5155863" y="3371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8" name="pt31868"/>
            <p:cNvSpPr/>
            <p:nvPr/>
          </p:nvSpPr>
          <p:spPr>
            <a:xfrm>
              <a:off x="5130313" y="36940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69" name="pt31869"/>
            <p:cNvSpPr/>
            <p:nvPr/>
          </p:nvSpPr>
          <p:spPr>
            <a:xfrm>
              <a:off x="5191583" y="3474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0" name="pt31870"/>
            <p:cNvSpPr/>
            <p:nvPr/>
          </p:nvSpPr>
          <p:spPr>
            <a:xfrm>
              <a:off x="5154703" y="35644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1" name="pt31871"/>
            <p:cNvSpPr/>
            <p:nvPr/>
          </p:nvSpPr>
          <p:spPr>
            <a:xfrm>
              <a:off x="5120729" y="36511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2" name="pt31872"/>
            <p:cNvSpPr/>
            <p:nvPr/>
          </p:nvSpPr>
          <p:spPr>
            <a:xfrm>
              <a:off x="5145165" y="33261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3" name="pt31873"/>
            <p:cNvSpPr/>
            <p:nvPr/>
          </p:nvSpPr>
          <p:spPr>
            <a:xfrm>
              <a:off x="5119886" y="38210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4" name="pt31874"/>
            <p:cNvSpPr/>
            <p:nvPr/>
          </p:nvSpPr>
          <p:spPr>
            <a:xfrm>
              <a:off x="5182740" y="35639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5" name="pt31875"/>
            <p:cNvSpPr/>
            <p:nvPr/>
          </p:nvSpPr>
          <p:spPr>
            <a:xfrm>
              <a:off x="5133973" y="3584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6" name="pt31876"/>
            <p:cNvSpPr/>
            <p:nvPr/>
          </p:nvSpPr>
          <p:spPr>
            <a:xfrm>
              <a:off x="5151117" y="35828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7" name="pt31877"/>
            <p:cNvSpPr/>
            <p:nvPr/>
          </p:nvSpPr>
          <p:spPr>
            <a:xfrm>
              <a:off x="5149666" y="3615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8" name="pt31878"/>
            <p:cNvSpPr/>
            <p:nvPr/>
          </p:nvSpPr>
          <p:spPr>
            <a:xfrm>
              <a:off x="5141506" y="35566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79" name="pt31879"/>
            <p:cNvSpPr/>
            <p:nvPr/>
          </p:nvSpPr>
          <p:spPr>
            <a:xfrm>
              <a:off x="5170175" y="3586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0" name="pt31880"/>
            <p:cNvSpPr/>
            <p:nvPr/>
          </p:nvSpPr>
          <p:spPr>
            <a:xfrm>
              <a:off x="5164707" y="3460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1" name="pt31881"/>
            <p:cNvSpPr/>
            <p:nvPr/>
          </p:nvSpPr>
          <p:spPr>
            <a:xfrm>
              <a:off x="5137444" y="34477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2" name="pt31882"/>
            <p:cNvSpPr/>
            <p:nvPr/>
          </p:nvSpPr>
          <p:spPr>
            <a:xfrm>
              <a:off x="5146206" y="3603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3" name="pt31883"/>
            <p:cNvSpPr/>
            <p:nvPr/>
          </p:nvSpPr>
          <p:spPr>
            <a:xfrm>
              <a:off x="5172719" y="34382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4" name="pt31884"/>
            <p:cNvSpPr/>
            <p:nvPr/>
          </p:nvSpPr>
          <p:spPr>
            <a:xfrm>
              <a:off x="5077138" y="367500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85" name="pt31885"/>
            <p:cNvSpPr/>
            <p:nvPr/>
          </p:nvSpPr>
          <p:spPr>
            <a:xfrm>
              <a:off x="5113181" y="35456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6" name="pt31886"/>
            <p:cNvSpPr/>
            <p:nvPr/>
          </p:nvSpPr>
          <p:spPr>
            <a:xfrm>
              <a:off x="5187403" y="3530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7" name="pt31887"/>
            <p:cNvSpPr/>
            <p:nvPr/>
          </p:nvSpPr>
          <p:spPr>
            <a:xfrm>
              <a:off x="5159699" y="34287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8" name="pt31888"/>
            <p:cNvSpPr/>
            <p:nvPr/>
          </p:nvSpPr>
          <p:spPr>
            <a:xfrm>
              <a:off x="5127111" y="3510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89" name="pt31889"/>
            <p:cNvSpPr/>
            <p:nvPr/>
          </p:nvSpPr>
          <p:spPr>
            <a:xfrm>
              <a:off x="5139324" y="3676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0" name="pt31890"/>
            <p:cNvSpPr/>
            <p:nvPr/>
          </p:nvSpPr>
          <p:spPr>
            <a:xfrm>
              <a:off x="5113270" y="35507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1" name="pt31891"/>
            <p:cNvSpPr/>
            <p:nvPr/>
          </p:nvSpPr>
          <p:spPr>
            <a:xfrm>
              <a:off x="5100563" y="3632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2" name="pt31892"/>
            <p:cNvSpPr/>
            <p:nvPr/>
          </p:nvSpPr>
          <p:spPr>
            <a:xfrm>
              <a:off x="5143045" y="3541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3" name="pt31893"/>
            <p:cNvSpPr/>
            <p:nvPr/>
          </p:nvSpPr>
          <p:spPr>
            <a:xfrm>
              <a:off x="5191109" y="34790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4" name="pt31894"/>
            <p:cNvSpPr/>
            <p:nvPr/>
          </p:nvSpPr>
          <p:spPr>
            <a:xfrm>
              <a:off x="5016528" y="381625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95" name="pt31895"/>
            <p:cNvSpPr/>
            <p:nvPr/>
          </p:nvSpPr>
          <p:spPr>
            <a:xfrm>
              <a:off x="4529189" y="3473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6" name="pt31896"/>
            <p:cNvSpPr/>
            <p:nvPr/>
          </p:nvSpPr>
          <p:spPr>
            <a:xfrm>
              <a:off x="5124707" y="3719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7" name="pt31897"/>
            <p:cNvSpPr/>
            <p:nvPr/>
          </p:nvSpPr>
          <p:spPr>
            <a:xfrm>
              <a:off x="5152838" y="3564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8" name="pt31898"/>
            <p:cNvSpPr/>
            <p:nvPr/>
          </p:nvSpPr>
          <p:spPr>
            <a:xfrm>
              <a:off x="5151432" y="3538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899" name="pt31899"/>
            <p:cNvSpPr/>
            <p:nvPr/>
          </p:nvSpPr>
          <p:spPr>
            <a:xfrm>
              <a:off x="5141987" y="3568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0" name="pt31900"/>
            <p:cNvSpPr/>
            <p:nvPr/>
          </p:nvSpPr>
          <p:spPr>
            <a:xfrm>
              <a:off x="5134620" y="3504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1" name="pt31901"/>
            <p:cNvSpPr/>
            <p:nvPr/>
          </p:nvSpPr>
          <p:spPr>
            <a:xfrm>
              <a:off x="5141023" y="3551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2" name="pt31902"/>
            <p:cNvSpPr/>
            <p:nvPr/>
          </p:nvSpPr>
          <p:spPr>
            <a:xfrm>
              <a:off x="5155578" y="34686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3" name="pt31903"/>
            <p:cNvSpPr/>
            <p:nvPr/>
          </p:nvSpPr>
          <p:spPr>
            <a:xfrm>
              <a:off x="5167635" y="3446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4" name="pt31904"/>
            <p:cNvSpPr/>
            <p:nvPr/>
          </p:nvSpPr>
          <p:spPr>
            <a:xfrm>
              <a:off x="5147452" y="35882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5" name="pt31905"/>
            <p:cNvSpPr/>
            <p:nvPr/>
          </p:nvSpPr>
          <p:spPr>
            <a:xfrm>
              <a:off x="5062594" y="36228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6" name="pt31906"/>
            <p:cNvSpPr/>
            <p:nvPr/>
          </p:nvSpPr>
          <p:spPr>
            <a:xfrm>
              <a:off x="5144338" y="3594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7" name="pt31907"/>
            <p:cNvSpPr/>
            <p:nvPr/>
          </p:nvSpPr>
          <p:spPr>
            <a:xfrm>
              <a:off x="5100133" y="37701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8" name="pt31908"/>
            <p:cNvSpPr/>
            <p:nvPr/>
          </p:nvSpPr>
          <p:spPr>
            <a:xfrm>
              <a:off x="5159378" y="35067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09" name="pt31909"/>
            <p:cNvSpPr/>
            <p:nvPr/>
          </p:nvSpPr>
          <p:spPr>
            <a:xfrm>
              <a:off x="5088872" y="39011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0" name="pt31910"/>
            <p:cNvSpPr/>
            <p:nvPr/>
          </p:nvSpPr>
          <p:spPr>
            <a:xfrm>
              <a:off x="5191878" y="3564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1" name="pt31911"/>
            <p:cNvSpPr/>
            <p:nvPr/>
          </p:nvSpPr>
          <p:spPr>
            <a:xfrm>
              <a:off x="5153217" y="35927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2" name="pt31912"/>
            <p:cNvSpPr/>
            <p:nvPr/>
          </p:nvSpPr>
          <p:spPr>
            <a:xfrm>
              <a:off x="5135125" y="3753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3" name="pt31913"/>
            <p:cNvSpPr/>
            <p:nvPr/>
          </p:nvSpPr>
          <p:spPr>
            <a:xfrm>
              <a:off x="5168846" y="3476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4" name="pt31914"/>
            <p:cNvSpPr/>
            <p:nvPr/>
          </p:nvSpPr>
          <p:spPr>
            <a:xfrm>
              <a:off x="5151068" y="3503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5" name="pt31915"/>
            <p:cNvSpPr/>
            <p:nvPr/>
          </p:nvSpPr>
          <p:spPr>
            <a:xfrm>
              <a:off x="5144866" y="3550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6" name="pt31916"/>
            <p:cNvSpPr/>
            <p:nvPr/>
          </p:nvSpPr>
          <p:spPr>
            <a:xfrm>
              <a:off x="5136849" y="3540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7" name="pt31917"/>
            <p:cNvSpPr/>
            <p:nvPr/>
          </p:nvSpPr>
          <p:spPr>
            <a:xfrm>
              <a:off x="5070075" y="35308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8" name="pt31918"/>
            <p:cNvSpPr/>
            <p:nvPr/>
          </p:nvSpPr>
          <p:spPr>
            <a:xfrm>
              <a:off x="5173253" y="3481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19" name="pt31919"/>
            <p:cNvSpPr/>
            <p:nvPr/>
          </p:nvSpPr>
          <p:spPr>
            <a:xfrm>
              <a:off x="5159429" y="34436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0" name="pt31920"/>
            <p:cNvSpPr/>
            <p:nvPr/>
          </p:nvSpPr>
          <p:spPr>
            <a:xfrm>
              <a:off x="5128466" y="38962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1" name="pt31921"/>
            <p:cNvSpPr/>
            <p:nvPr/>
          </p:nvSpPr>
          <p:spPr>
            <a:xfrm>
              <a:off x="5172140" y="36048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2" name="pt31922"/>
            <p:cNvSpPr/>
            <p:nvPr/>
          </p:nvSpPr>
          <p:spPr>
            <a:xfrm>
              <a:off x="5147488" y="3565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3" name="pt31923"/>
            <p:cNvSpPr/>
            <p:nvPr/>
          </p:nvSpPr>
          <p:spPr>
            <a:xfrm>
              <a:off x="5127181" y="35405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4" name="pt31924"/>
            <p:cNvSpPr/>
            <p:nvPr/>
          </p:nvSpPr>
          <p:spPr>
            <a:xfrm>
              <a:off x="5149400" y="3659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5" name="pt31925"/>
            <p:cNvSpPr/>
            <p:nvPr/>
          </p:nvSpPr>
          <p:spPr>
            <a:xfrm>
              <a:off x="5158066" y="35200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6" name="pt31926"/>
            <p:cNvSpPr/>
            <p:nvPr/>
          </p:nvSpPr>
          <p:spPr>
            <a:xfrm>
              <a:off x="5136335" y="3715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7" name="pt31927"/>
            <p:cNvSpPr/>
            <p:nvPr/>
          </p:nvSpPr>
          <p:spPr>
            <a:xfrm>
              <a:off x="5175079" y="3589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8" name="pt31928"/>
            <p:cNvSpPr/>
            <p:nvPr/>
          </p:nvSpPr>
          <p:spPr>
            <a:xfrm>
              <a:off x="5165676" y="36121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29" name="pt31929"/>
            <p:cNvSpPr/>
            <p:nvPr/>
          </p:nvSpPr>
          <p:spPr>
            <a:xfrm>
              <a:off x="5179722" y="3547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0" name="pt31930"/>
            <p:cNvSpPr/>
            <p:nvPr/>
          </p:nvSpPr>
          <p:spPr>
            <a:xfrm>
              <a:off x="5135997" y="3591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1" name="pt31931"/>
            <p:cNvSpPr/>
            <p:nvPr/>
          </p:nvSpPr>
          <p:spPr>
            <a:xfrm>
              <a:off x="5124727" y="3630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2" name="pt31932"/>
            <p:cNvSpPr/>
            <p:nvPr/>
          </p:nvSpPr>
          <p:spPr>
            <a:xfrm>
              <a:off x="5184512" y="35035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3" name="pt31933"/>
            <p:cNvSpPr/>
            <p:nvPr/>
          </p:nvSpPr>
          <p:spPr>
            <a:xfrm>
              <a:off x="5144272" y="3586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4" name="pt31934"/>
            <p:cNvSpPr/>
            <p:nvPr/>
          </p:nvSpPr>
          <p:spPr>
            <a:xfrm>
              <a:off x="5164180" y="3396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5" name="pt31935"/>
            <p:cNvSpPr/>
            <p:nvPr/>
          </p:nvSpPr>
          <p:spPr>
            <a:xfrm>
              <a:off x="5144386" y="34879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6" name="pt31936"/>
            <p:cNvSpPr/>
            <p:nvPr/>
          </p:nvSpPr>
          <p:spPr>
            <a:xfrm>
              <a:off x="5156831" y="35494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7" name="pt31937"/>
            <p:cNvSpPr/>
            <p:nvPr/>
          </p:nvSpPr>
          <p:spPr>
            <a:xfrm>
              <a:off x="5176279" y="34385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8" name="pt31938"/>
            <p:cNvSpPr/>
            <p:nvPr/>
          </p:nvSpPr>
          <p:spPr>
            <a:xfrm>
              <a:off x="5161103" y="3600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39" name="pt31939"/>
            <p:cNvSpPr/>
            <p:nvPr/>
          </p:nvSpPr>
          <p:spPr>
            <a:xfrm>
              <a:off x="5201175" y="3488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0" name="pt31940"/>
            <p:cNvSpPr/>
            <p:nvPr/>
          </p:nvSpPr>
          <p:spPr>
            <a:xfrm>
              <a:off x="5123857" y="35953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1" name="pt31941"/>
            <p:cNvSpPr/>
            <p:nvPr/>
          </p:nvSpPr>
          <p:spPr>
            <a:xfrm>
              <a:off x="5160141" y="35275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2" name="pt31942"/>
            <p:cNvSpPr/>
            <p:nvPr/>
          </p:nvSpPr>
          <p:spPr>
            <a:xfrm>
              <a:off x="5149763" y="35331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3" name="pt31943"/>
            <p:cNvSpPr/>
            <p:nvPr/>
          </p:nvSpPr>
          <p:spPr>
            <a:xfrm>
              <a:off x="5150726" y="35857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4" name="pt31944"/>
            <p:cNvSpPr/>
            <p:nvPr/>
          </p:nvSpPr>
          <p:spPr>
            <a:xfrm>
              <a:off x="5088674" y="38352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5" name="pt31945"/>
            <p:cNvSpPr/>
            <p:nvPr/>
          </p:nvSpPr>
          <p:spPr>
            <a:xfrm>
              <a:off x="5156437" y="3631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6" name="pt31946"/>
            <p:cNvSpPr/>
            <p:nvPr/>
          </p:nvSpPr>
          <p:spPr>
            <a:xfrm>
              <a:off x="5171536" y="3565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7" name="pt31947"/>
            <p:cNvSpPr/>
            <p:nvPr/>
          </p:nvSpPr>
          <p:spPr>
            <a:xfrm>
              <a:off x="5142758" y="34953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8" name="pt31948"/>
            <p:cNvSpPr/>
            <p:nvPr/>
          </p:nvSpPr>
          <p:spPr>
            <a:xfrm>
              <a:off x="5128708" y="36149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49" name="pt31949"/>
            <p:cNvSpPr/>
            <p:nvPr/>
          </p:nvSpPr>
          <p:spPr>
            <a:xfrm>
              <a:off x="5184102" y="34892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0" name="pt31950"/>
            <p:cNvSpPr/>
            <p:nvPr/>
          </p:nvSpPr>
          <p:spPr>
            <a:xfrm>
              <a:off x="5148893" y="3516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1" name="pt31951"/>
            <p:cNvSpPr/>
            <p:nvPr/>
          </p:nvSpPr>
          <p:spPr>
            <a:xfrm>
              <a:off x="5156975" y="35045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2" name="pt31952"/>
            <p:cNvSpPr/>
            <p:nvPr/>
          </p:nvSpPr>
          <p:spPr>
            <a:xfrm>
              <a:off x="5154414" y="34673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3" name="pt31953"/>
            <p:cNvSpPr/>
            <p:nvPr/>
          </p:nvSpPr>
          <p:spPr>
            <a:xfrm>
              <a:off x="5203428" y="36548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4" name="pt31954"/>
            <p:cNvSpPr/>
            <p:nvPr/>
          </p:nvSpPr>
          <p:spPr>
            <a:xfrm>
              <a:off x="5158174" y="34661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5" name="pt31955"/>
            <p:cNvSpPr/>
            <p:nvPr/>
          </p:nvSpPr>
          <p:spPr>
            <a:xfrm>
              <a:off x="5134398" y="3971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6" name="pt31956"/>
            <p:cNvSpPr/>
            <p:nvPr/>
          </p:nvSpPr>
          <p:spPr>
            <a:xfrm>
              <a:off x="5132039" y="38514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7" name="pt31957"/>
            <p:cNvSpPr/>
            <p:nvPr/>
          </p:nvSpPr>
          <p:spPr>
            <a:xfrm>
              <a:off x="5161588" y="35131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8" name="pt31958"/>
            <p:cNvSpPr/>
            <p:nvPr/>
          </p:nvSpPr>
          <p:spPr>
            <a:xfrm>
              <a:off x="5120593" y="36788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59" name="pt31959"/>
            <p:cNvSpPr/>
            <p:nvPr/>
          </p:nvSpPr>
          <p:spPr>
            <a:xfrm>
              <a:off x="5167000" y="34398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0" name="pt31960"/>
            <p:cNvSpPr/>
            <p:nvPr/>
          </p:nvSpPr>
          <p:spPr>
            <a:xfrm>
              <a:off x="5178689" y="34667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1" name="pt31961"/>
            <p:cNvSpPr/>
            <p:nvPr/>
          </p:nvSpPr>
          <p:spPr>
            <a:xfrm>
              <a:off x="5192760" y="33920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2" name="pt31962"/>
            <p:cNvSpPr/>
            <p:nvPr/>
          </p:nvSpPr>
          <p:spPr>
            <a:xfrm>
              <a:off x="5178814" y="3313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3" name="pt31963"/>
            <p:cNvSpPr/>
            <p:nvPr/>
          </p:nvSpPr>
          <p:spPr>
            <a:xfrm>
              <a:off x="5140234" y="35615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4" name="pt31964"/>
            <p:cNvSpPr/>
            <p:nvPr/>
          </p:nvSpPr>
          <p:spPr>
            <a:xfrm>
              <a:off x="5195977" y="3567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5" name="pt31965"/>
            <p:cNvSpPr/>
            <p:nvPr/>
          </p:nvSpPr>
          <p:spPr>
            <a:xfrm>
              <a:off x="5141132" y="35905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6" name="pt31966"/>
            <p:cNvSpPr/>
            <p:nvPr/>
          </p:nvSpPr>
          <p:spPr>
            <a:xfrm>
              <a:off x="5113042" y="34816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7" name="pt31967"/>
            <p:cNvSpPr/>
            <p:nvPr/>
          </p:nvSpPr>
          <p:spPr>
            <a:xfrm>
              <a:off x="5149455" y="3472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8" name="pt31968"/>
            <p:cNvSpPr/>
            <p:nvPr/>
          </p:nvSpPr>
          <p:spPr>
            <a:xfrm>
              <a:off x="5193071" y="34666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69" name="pt31969"/>
            <p:cNvSpPr/>
            <p:nvPr/>
          </p:nvSpPr>
          <p:spPr>
            <a:xfrm>
              <a:off x="5132954" y="3796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0" name="pt31970"/>
            <p:cNvSpPr/>
            <p:nvPr/>
          </p:nvSpPr>
          <p:spPr>
            <a:xfrm>
              <a:off x="5148818" y="36328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1" name="pt31971"/>
            <p:cNvSpPr/>
            <p:nvPr/>
          </p:nvSpPr>
          <p:spPr>
            <a:xfrm>
              <a:off x="5212059" y="3422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2" name="pt31972"/>
            <p:cNvSpPr/>
            <p:nvPr/>
          </p:nvSpPr>
          <p:spPr>
            <a:xfrm>
              <a:off x="5147160" y="34709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3" name="pt31973"/>
            <p:cNvSpPr/>
            <p:nvPr/>
          </p:nvSpPr>
          <p:spPr>
            <a:xfrm>
              <a:off x="5168510" y="36464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4" name="pt31974"/>
            <p:cNvSpPr/>
            <p:nvPr/>
          </p:nvSpPr>
          <p:spPr>
            <a:xfrm>
              <a:off x="5179975" y="3455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5" name="pt31975"/>
            <p:cNvSpPr/>
            <p:nvPr/>
          </p:nvSpPr>
          <p:spPr>
            <a:xfrm>
              <a:off x="5143843" y="3478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6" name="pt31976"/>
            <p:cNvSpPr/>
            <p:nvPr/>
          </p:nvSpPr>
          <p:spPr>
            <a:xfrm>
              <a:off x="5174863" y="33388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7" name="pt31977"/>
            <p:cNvSpPr/>
            <p:nvPr/>
          </p:nvSpPr>
          <p:spPr>
            <a:xfrm>
              <a:off x="5168659" y="34726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8" name="pt31978"/>
            <p:cNvSpPr/>
            <p:nvPr/>
          </p:nvSpPr>
          <p:spPr>
            <a:xfrm>
              <a:off x="5175154" y="34776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79" name="pt31979"/>
            <p:cNvSpPr/>
            <p:nvPr/>
          </p:nvSpPr>
          <p:spPr>
            <a:xfrm>
              <a:off x="5173257" y="35145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0" name="pt31980"/>
            <p:cNvSpPr/>
            <p:nvPr/>
          </p:nvSpPr>
          <p:spPr>
            <a:xfrm>
              <a:off x="5176008" y="34860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1" name="pt31981"/>
            <p:cNvSpPr/>
            <p:nvPr/>
          </p:nvSpPr>
          <p:spPr>
            <a:xfrm>
              <a:off x="5094356" y="3981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2" name="pt31982"/>
            <p:cNvSpPr/>
            <p:nvPr/>
          </p:nvSpPr>
          <p:spPr>
            <a:xfrm>
              <a:off x="5154988" y="3655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3" name="pt31983"/>
            <p:cNvSpPr/>
            <p:nvPr/>
          </p:nvSpPr>
          <p:spPr>
            <a:xfrm>
              <a:off x="5143537" y="3872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4" name="pt31984"/>
            <p:cNvSpPr/>
            <p:nvPr/>
          </p:nvSpPr>
          <p:spPr>
            <a:xfrm>
              <a:off x="5123399" y="38714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5" name="pt31985"/>
            <p:cNvSpPr/>
            <p:nvPr/>
          </p:nvSpPr>
          <p:spPr>
            <a:xfrm>
              <a:off x="5161773" y="35378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6" name="pt31986"/>
            <p:cNvSpPr/>
            <p:nvPr/>
          </p:nvSpPr>
          <p:spPr>
            <a:xfrm>
              <a:off x="5134915" y="35410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7" name="pt31987"/>
            <p:cNvSpPr/>
            <p:nvPr/>
          </p:nvSpPr>
          <p:spPr>
            <a:xfrm>
              <a:off x="5147890" y="35205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8" name="pt31988"/>
            <p:cNvSpPr/>
            <p:nvPr/>
          </p:nvSpPr>
          <p:spPr>
            <a:xfrm>
              <a:off x="5137882" y="35366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89" name="pt31989"/>
            <p:cNvSpPr/>
            <p:nvPr/>
          </p:nvSpPr>
          <p:spPr>
            <a:xfrm>
              <a:off x="5178016" y="34724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0" name="pt31990"/>
            <p:cNvSpPr/>
            <p:nvPr/>
          </p:nvSpPr>
          <p:spPr>
            <a:xfrm>
              <a:off x="5130388" y="35394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1" name="pt31991"/>
            <p:cNvSpPr/>
            <p:nvPr/>
          </p:nvSpPr>
          <p:spPr>
            <a:xfrm>
              <a:off x="5127277" y="3605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2" name="pt31992"/>
            <p:cNvSpPr/>
            <p:nvPr/>
          </p:nvSpPr>
          <p:spPr>
            <a:xfrm>
              <a:off x="5114003" y="3530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3" name="pt31993"/>
            <p:cNvSpPr/>
            <p:nvPr/>
          </p:nvSpPr>
          <p:spPr>
            <a:xfrm>
              <a:off x="5153525" y="35816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4" name="pt31994"/>
            <p:cNvSpPr/>
            <p:nvPr/>
          </p:nvSpPr>
          <p:spPr>
            <a:xfrm>
              <a:off x="5215136" y="3349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5" name="pt31995"/>
            <p:cNvSpPr/>
            <p:nvPr/>
          </p:nvSpPr>
          <p:spPr>
            <a:xfrm>
              <a:off x="5150264" y="34140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6" name="pt31996"/>
            <p:cNvSpPr/>
            <p:nvPr/>
          </p:nvSpPr>
          <p:spPr>
            <a:xfrm>
              <a:off x="5042946" y="51750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7" name="pt31997"/>
            <p:cNvSpPr/>
            <p:nvPr/>
          </p:nvSpPr>
          <p:spPr>
            <a:xfrm>
              <a:off x="5154258" y="34017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8" name="pt31998"/>
            <p:cNvSpPr/>
            <p:nvPr/>
          </p:nvSpPr>
          <p:spPr>
            <a:xfrm>
              <a:off x="5178179" y="36466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999" name="pt31999"/>
            <p:cNvSpPr/>
            <p:nvPr/>
          </p:nvSpPr>
          <p:spPr>
            <a:xfrm>
              <a:off x="5108244" y="35535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0" name="pt32000"/>
            <p:cNvSpPr/>
            <p:nvPr/>
          </p:nvSpPr>
          <p:spPr>
            <a:xfrm>
              <a:off x="5221800" y="3353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1" name="pt32001"/>
            <p:cNvSpPr/>
            <p:nvPr/>
          </p:nvSpPr>
          <p:spPr>
            <a:xfrm>
              <a:off x="5153760" y="3595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2" name="pt32002"/>
            <p:cNvSpPr/>
            <p:nvPr/>
          </p:nvSpPr>
          <p:spPr>
            <a:xfrm>
              <a:off x="5140761" y="3663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3" name="pt32003"/>
            <p:cNvSpPr/>
            <p:nvPr/>
          </p:nvSpPr>
          <p:spPr>
            <a:xfrm>
              <a:off x="5189997" y="35374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4" name="pt32004"/>
            <p:cNvSpPr/>
            <p:nvPr/>
          </p:nvSpPr>
          <p:spPr>
            <a:xfrm>
              <a:off x="5203267" y="35085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5" name="pt32005"/>
            <p:cNvSpPr/>
            <p:nvPr/>
          </p:nvSpPr>
          <p:spPr>
            <a:xfrm>
              <a:off x="4419131" y="390828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06" name="pt32006"/>
            <p:cNvSpPr/>
            <p:nvPr/>
          </p:nvSpPr>
          <p:spPr>
            <a:xfrm>
              <a:off x="5132798" y="35381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7" name="pt32007"/>
            <p:cNvSpPr/>
            <p:nvPr/>
          </p:nvSpPr>
          <p:spPr>
            <a:xfrm>
              <a:off x="5179484" y="35221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8" name="pt32008"/>
            <p:cNvSpPr/>
            <p:nvPr/>
          </p:nvSpPr>
          <p:spPr>
            <a:xfrm>
              <a:off x="5181733" y="32063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09" name="pt32009"/>
            <p:cNvSpPr/>
            <p:nvPr/>
          </p:nvSpPr>
          <p:spPr>
            <a:xfrm>
              <a:off x="5174690" y="3452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0" name="pt32010"/>
            <p:cNvSpPr/>
            <p:nvPr/>
          </p:nvSpPr>
          <p:spPr>
            <a:xfrm>
              <a:off x="5179641" y="34918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1" name="pt32011"/>
            <p:cNvSpPr/>
            <p:nvPr/>
          </p:nvSpPr>
          <p:spPr>
            <a:xfrm>
              <a:off x="5154764" y="3647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2" name="pt32012"/>
            <p:cNvSpPr/>
            <p:nvPr/>
          </p:nvSpPr>
          <p:spPr>
            <a:xfrm>
              <a:off x="5107018" y="3670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3" name="pt32013"/>
            <p:cNvSpPr/>
            <p:nvPr/>
          </p:nvSpPr>
          <p:spPr>
            <a:xfrm>
              <a:off x="5118050" y="3929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4" name="pt32014"/>
            <p:cNvSpPr/>
            <p:nvPr/>
          </p:nvSpPr>
          <p:spPr>
            <a:xfrm>
              <a:off x="5117994" y="34533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5" name="pt32015"/>
            <p:cNvSpPr/>
            <p:nvPr/>
          </p:nvSpPr>
          <p:spPr>
            <a:xfrm>
              <a:off x="5166916" y="3500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6" name="pt32016"/>
            <p:cNvSpPr/>
            <p:nvPr/>
          </p:nvSpPr>
          <p:spPr>
            <a:xfrm>
              <a:off x="5101686" y="36278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7" name="pt32017"/>
            <p:cNvSpPr/>
            <p:nvPr/>
          </p:nvSpPr>
          <p:spPr>
            <a:xfrm>
              <a:off x="5142791" y="35004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8" name="pt32018"/>
            <p:cNvSpPr/>
            <p:nvPr/>
          </p:nvSpPr>
          <p:spPr>
            <a:xfrm>
              <a:off x="5117248" y="36560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19" name="pt32019"/>
            <p:cNvSpPr/>
            <p:nvPr/>
          </p:nvSpPr>
          <p:spPr>
            <a:xfrm>
              <a:off x="5190956" y="3552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0" name="pt32020"/>
            <p:cNvSpPr/>
            <p:nvPr/>
          </p:nvSpPr>
          <p:spPr>
            <a:xfrm>
              <a:off x="5171393" y="3463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1" name="pt32021"/>
            <p:cNvSpPr/>
            <p:nvPr/>
          </p:nvSpPr>
          <p:spPr>
            <a:xfrm>
              <a:off x="5120168" y="36467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2" name="pt32022"/>
            <p:cNvSpPr/>
            <p:nvPr/>
          </p:nvSpPr>
          <p:spPr>
            <a:xfrm>
              <a:off x="5175604" y="35028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3" name="pt32023"/>
            <p:cNvSpPr/>
            <p:nvPr/>
          </p:nvSpPr>
          <p:spPr>
            <a:xfrm>
              <a:off x="5139230" y="3542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4" name="pt32024"/>
            <p:cNvSpPr/>
            <p:nvPr/>
          </p:nvSpPr>
          <p:spPr>
            <a:xfrm>
              <a:off x="5151052" y="3443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5" name="pt32025"/>
            <p:cNvSpPr/>
            <p:nvPr/>
          </p:nvSpPr>
          <p:spPr>
            <a:xfrm>
              <a:off x="5144230" y="34637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6" name="pt32026"/>
            <p:cNvSpPr/>
            <p:nvPr/>
          </p:nvSpPr>
          <p:spPr>
            <a:xfrm>
              <a:off x="5206628" y="3567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7" name="pt32027"/>
            <p:cNvSpPr/>
            <p:nvPr/>
          </p:nvSpPr>
          <p:spPr>
            <a:xfrm>
              <a:off x="5177524" y="34825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8" name="pt32028"/>
            <p:cNvSpPr/>
            <p:nvPr/>
          </p:nvSpPr>
          <p:spPr>
            <a:xfrm>
              <a:off x="5157799" y="3537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29" name="pt32029"/>
            <p:cNvSpPr/>
            <p:nvPr/>
          </p:nvSpPr>
          <p:spPr>
            <a:xfrm>
              <a:off x="5141288" y="3522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0" name="pt32030"/>
            <p:cNvSpPr/>
            <p:nvPr/>
          </p:nvSpPr>
          <p:spPr>
            <a:xfrm>
              <a:off x="5132530" y="35614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1" name="pt32031"/>
            <p:cNvSpPr/>
            <p:nvPr/>
          </p:nvSpPr>
          <p:spPr>
            <a:xfrm>
              <a:off x="5166929" y="34581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2" name="pt32032"/>
            <p:cNvSpPr/>
            <p:nvPr/>
          </p:nvSpPr>
          <p:spPr>
            <a:xfrm>
              <a:off x="5070402" y="35322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3" name="pt32033"/>
            <p:cNvSpPr/>
            <p:nvPr/>
          </p:nvSpPr>
          <p:spPr>
            <a:xfrm>
              <a:off x="5159607" y="36006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4" name="pt32034"/>
            <p:cNvSpPr/>
            <p:nvPr/>
          </p:nvSpPr>
          <p:spPr>
            <a:xfrm>
              <a:off x="5159224" y="34642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5" name="pt32035"/>
            <p:cNvSpPr/>
            <p:nvPr/>
          </p:nvSpPr>
          <p:spPr>
            <a:xfrm>
              <a:off x="5166327" y="34182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6" name="pt32036"/>
            <p:cNvSpPr/>
            <p:nvPr/>
          </p:nvSpPr>
          <p:spPr>
            <a:xfrm>
              <a:off x="5157491" y="35221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7" name="pt32037"/>
            <p:cNvSpPr/>
            <p:nvPr/>
          </p:nvSpPr>
          <p:spPr>
            <a:xfrm>
              <a:off x="5121459" y="36127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8" name="pt32038"/>
            <p:cNvSpPr/>
            <p:nvPr/>
          </p:nvSpPr>
          <p:spPr>
            <a:xfrm>
              <a:off x="5067202" y="3869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39" name="pt32039"/>
            <p:cNvSpPr/>
            <p:nvPr/>
          </p:nvSpPr>
          <p:spPr>
            <a:xfrm>
              <a:off x="5104153" y="36874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0" name="pt32040"/>
            <p:cNvSpPr/>
            <p:nvPr/>
          </p:nvSpPr>
          <p:spPr>
            <a:xfrm>
              <a:off x="5158288" y="3601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1" name="pt32041"/>
            <p:cNvSpPr/>
            <p:nvPr/>
          </p:nvSpPr>
          <p:spPr>
            <a:xfrm>
              <a:off x="5133053" y="35324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2" name="pt32042"/>
            <p:cNvSpPr/>
            <p:nvPr/>
          </p:nvSpPr>
          <p:spPr>
            <a:xfrm>
              <a:off x="5133289" y="3596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3" name="pt32043"/>
            <p:cNvSpPr/>
            <p:nvPr/>
          </p:nvSpPr>
          <p:spPr>
            <a:xfrm>
              <a:off x="5138499" y="3765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4" name="pt32044"/>
            <p:cNvSpPr/>
            <p:nvPr/>
          </p:nvSpPr>
          <p:spPr>
            <a:xfrm>
              <a:off x="5153609" y="34461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5" name="pt32045"/>
            <p:cNvSpPr/>
            <p:nvPr/>
          </p:nvSpPr>
          <p:spPr>
            <a:xfrm>
              <a:off x="5149214" y="3539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6" name="pt32046"/>
            <p:cNvSpPr/>
            <p:nvPr/>
          </p:nvSpPr>
          <p:spPr>
            <a:xfrm>
              <a:off x="5185514" y="35216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7" name="pt32047"/>
            <p:cNvSpPr/>
            <p:nvPr/>
          </p:nvSpPr>
          <p:spPr>
            <a:xfrm>
              <a:off x="5221873" y="3536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8" name="pt32048"/>
            <p:cNvSpPr/>
            <p:nvPr/>
          </p:nvSpPr>
          <p:spPr>
            <a:xfrm>
              <a:off x="5132131" y="37649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49" name="pt32049"/>
            <p:cNvSpPr/>
            <p:nvPr/>
          </p:nvSpPr>
          <p:spPr>
            <a:xfrm>
              <a:off x="5155663" y="36268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0" name="pt32050"/>
            <p:cNvSpPr/>
            <p:nvPr/>
          </p:nvSpPr>
          <p:spPr>
            <a:xfrm>
              <a:off x="5123178" y="35380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1" name="pt32051"/>
            <p:cNvSpPr/>
            <p:nvPr/>
          </p:nvSpPr>
          <p:spPr>
            <a:xfrm>
              <a:off x="5135455" y="36116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2" name="pt32052"/>
            <p:cNvSpPr/>
            <p:nvPr/>
          </p:nvSpPr>
          <p:spPr>
            <a:xfrm>
              <a:off x="5138105" y="3522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3" name="pt32053"/>
            <p:cNvSpPr/>
            <p:nvPr/>
          </p:nvSpPr>
          <p:spPr>
            <a:xfrm>
              <a:off x="5165061" y="35130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4" name="pt32054"/>
            <p:cNvSpPr/>
            <p:nvPr/>
          </p:nvSpPr>
          <p:spPr>
            <a:xfrm>
              <a:off x="5147100" y="3554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5" name="pt32055"/>
            <p:cNvSpPr/>
            <p:nvPr/>
          </p:nvSpPr>
          <p:spPr>
            <a:xfrm>
              <a:off x="5149743" y="3401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6" name="pt32056"/>
            <p:cNvSpPr/>
            <p:nvPr/>
          </p:nvSpPr>
          <p:spPr>
            <a:xfrm>
              <a:off x="5155981" y="3291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7" name="pt32057"/>
            <p:cNvSpPr/>
            <p:nvPr/>
          </p:nvSpPr>
          <p:spPr>
            <a:xfrm>
              <a:off x="5159396" y="3471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8" name="pt32058"/>
            <p:cNvSpPr/>
            <p:nvPr/>
          </p:nvSpPr>
          <p:spPr>
            <a:xfrm>
              <a:off x="5170100" y="36147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59" name="pt32059"/>
            <p:cNvSpPr/>
            <p:nvPr/>
          </p:nvSpPr>
          <p:spPr>
            <a:xfrm>
              <a:off x="5150229" y="36456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0" name="pt32060"/>
            <p:cNvSpPr/>
            <p:nvPr/>
          </p:nvSpPr>
          <p:spPr>
            <a:xfrm>
              <a:off x="5121346" y="34884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1" name="pt32061"/>
            <p:cNvSpPr/>
            <p:nvPr/>
          </p:nvSpPr>
          <p:spPr>
            <a:xfrm>
              <a:off x="5165862" y="3536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2" name="pt32062"/>
            <p:cNvSpPr/>
            <p:nvPr/>
          </p:nvSpPr>
          <p:spPr>
            <a:xfrm>
              <a:off x="5093962" y="35877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3" name="pt32063"/>
            <p:cNvSpPr/>
            <p:nvPr/>
          </p:nvSpPr>
          <p:spPr>
            <a:xfrm>
              <a:off x="5177740" y="3399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4" name="pt32064"/>
            <p:cNvSpPr/>
            <p:nvPr/>
          </p:nvSpPr>
          <p:spPr>
            <a:xfrm>
              <a:off x="5192932" y="3502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5" name="pt32065"/>
            <p:cNvSpPr/>
            <p:nvPr/>
          </p:nvSpPr>
          <p:spPr>
            <a:xfrm>
              <a:off x="5161751" y="35191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6" name="pt32066"/>
            <p:cNvSpPr/>
            <p:nvPr/>
          </p:nvSpPr>
          <p:spPr>
            <a:xfrm>
              <a:off x="5154506" y="34359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7" name="pt32067"/>
            <p:cNvSpPr/>
            <p:nvPr/>
          </p:nvSpPr>
          <p:spPr>
            <a:xfrm>
              <a:off x="5152011" y="38273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8" name="pt32068"/>
            <p:cNvSpPr/>
            <p:nvPr/>
          </p:nvSpPr>
          <p:spPr>
            <a:xfrm>
              <a:off x="5145923" y="3546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69" name="pt32069"/>
            <p:cNvSpPr/>
            <p:nvPr/>
          </p:nvSpPr>
          <p:spPr>
            <a:xfrm>
              <a:off x="5144681" y="4024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0" name="pt32070"/>
            <p:cNvSpPr/>
            <p:nvPr/>
          </p:nvSpPr>
          <p:spPr>
            <a:xfrm>
              <a:off x="5154418" y="34256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1" name="pt32071"/>
            <p:cNvSpPr/>
            <p:nvPr/>
          </p:nvSpPr>
          <p:spPr>
            <a:xfrm>
              <a:off x="5125356" y="36918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2" name="pt32072"/>
            <p:cNvSpPr/>
            <p:nvPr/>
          </p:nvSpPr>
          <p:spPr>
            <a:xfrm>
              <a:off x="5157046" y="3472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3" name="pt32073"/>
            <p:cNvSpPr/>
            <p:nvPr/>
          </p:nvSpPr>
          <p:spPr>
            <a:xfrm>
              <a:off x="5178423" y="3659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4" name="pt32074"/>
            <p:cNvSpPr/>
            <p:nvPr/>
          </p:nvSpPr>
          <p:spPr>
            <a:xfrm>
              <a:off x="5092233" y="4332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5" name="pt32075"/>
            <p:cNvSpPr/>
            <p:nvPr/>
          </p:nvSpPr>
          <p:spPr>
            <a:xfrm>
              <a:off x="5181750" y="3311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6" name="pt32076"/>
            <p:cNvSpPr/>
            <p:nvPr/>
          </p:nvSpPr>
          <p:spPr>
            <a:xfrm>
              <a:off x="5135217" y="3697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7" name="pt32077"/>
            <p:cNvSpPr/>
            <p:nvPr/>
          </p:nvSpPr>
          <p:spPr>
            <a:xfrm>
              <a:off x="5151409" y="35852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8" name="pt32078"/>
            <p:cNvSpPr/>
            <p:nvPr/>
          </p:nvSpPr>
          <p:spPr>
            <a:xfrm>
              <a:off x="5144472" y="35013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79" name="pt32079"/>
            <p:cNvSpPr/>
            <p:nvPr/>
          </p:nvSpPr>
          <p:spPr>
            <a:xfrm>
              <a:off x="5136569" y="36610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0" name="pt32080"/>
            <p:cNvSpPr/>
            <p:nvPr/>
          </p:nvSpPr>
          <p:spPr>
            <a:xfrm>
              <a:off x="4729904" y="379829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81" name="pt32081"/>
            <p:cNvSpPr/>
            <p:nvPr/>
          </p:nvSpPr>
          <p:spPr>
            <a:xfrm>
              <a:off x="5125708" y="3498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2" name="pt32082"/>
            <p:cNvSpPr/>
            <p:nvPr/>
          </p:nvSpPr>
          <p:spPr>
            <a:xfrm>
              <a:off x="5144794" y="35753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3" name="pt32083"/>
            <p:cNvSpPr/>
            <p:nvPr/>
          </p:nvSpPr>
          <p:spPr>
            <a:xfrm>
              <a:off x="5123618" y="41260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4" name="pt32084"/>
            <p:cNvSpPr/>
            <p:nvPr/>
          </p:nvSpPr>
          <p:spPr>
            <a:xfrm>
              <a:off x="5164781" y="35983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5" name="pt32085"/>
            <p:cNvSpPr/>
            <p:nvPr/>
          </p:nvSpPr>
          <p:spPr>
            <a:xfrm>
              <a:off x="5146521" y="36204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6" name="pt32086"/>
            <p:cNvSpPr/>
            <p:nvPr/>
          </p:nvSpPr>
          <p:spPr>
            <a:xfrm>
              <a:off x="5122543" y="4104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7" name="pt32087"/>
            <p:cNvSpPr/>
            <p:nvPr/>
          </p:nvSpPr>
          <p:spPr>
            <a:xfrm>
              <a:off x="5161420" y="3363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8" name="pt32088"/>
            <p:cNvSpPr/>
            <p:nvPr/>
          </p:nvSpPr>
          <p:spPr>
            <a:xfrm>
              <a:off x="5158121" y="34483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89" name="pt32089"/>
            <p:cNvSpPr/>
            <p:nvPr/>
          </p:nvSpPr>
          <p:spPr>
            <a:xfrm>
              <a:off x="5165134" y="3472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0" name="pt32090"/>
            <p:cNvSpPr/>
            <p:nvPr/>
          </p:nvSpPr>
          <p:spPr>
            <a:xfrm>
              <a:off x="5163143" y="3526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1" name="pt32091"/>
            <p:cNvSpPr/>
            <p:nvPr/>
          </p:nvSpPr>
          <p:spPr>
            <a:xfrm>
              <a:off x="5158126" y="3450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2" name="pt32092"/>
            <p:cNvSpPr/>
            <p:nvPr/>
          </p:nvSpPr>
          <p:spPr>
            <a:xfrm>
              <a:off x="5177564" y="3575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3" name="pt32093"/>
            <p:cNvSpPr/>
            <p:nvPr/>
          </p:nvSpPr>
          <p:spPr>
            <a:xfrm>
              <a:off x="5145231" y="3640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4" name="pt32094"/>
            <p:cNvSpPr/>
            <p:nvPr/>
          </p:nvSpPr>
          <p:spPr>
            <a:xfrm>
              <a:off x="5121347" y="3716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5" name="pt32095"/>
            <p:cNvSpPr/>
            <p:nvPr/>
          </p:nvSpPr>
          <p:spPr>
            <a:xfrm>
              <a:off x="5154332" y="34064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6" name="pt32096"/>
            <p:cNvSpPr/>
            <p:nvPr/>
          </p:nvSpPr>
          <p:spPr>
            <a:xfrm>
              <a:off x="5127880" y="40629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7" name="pt32097"/>
            <p:cNvSpPr/>
            <p:nvPr/>
          </p:nvSpPr>
          <p:spPr>
            <a:xfrm>
              <a:off x="5124736" y="3761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8" name="pt32098"/>
            <p:cNvSpPr/>
            <p:nvPr/>
          </p:nvSpPr>
          <p:spPr>
            <a:xfrm>
              <a:off x="5162919" y="3502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099" name="pt32099"/>
            <p:cNvSpPr/>
            <p:nvPr/>
          </p:nvSpPr>
          <p:spPr>
            <a:xfrm>
              <a:off x="5121807" y="35832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0" name="pt32100"/>
            <p:cNvSpPr/>
            <p:nvPr/>
          </p:nvSpPr>
          <p:spPr>
            <a:xfrm>
              <a:off x="5159658" y="34661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1" name="pt32101"/>
            <p:cNvSpPr/>
            <p:nvPr/>
          </p:nvSpPr>
          <p:spPr>
            <a:xfrm>
              <a:off x="5190781" y="34517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2" name="pt32102"/>
            <p:cNvSpPr/>
            <p:nvPr/>
          </p:nvSpPr>
          <p:spPr>
            <a:xfrm>
              <a:off x="5131733" y="3428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3" name="pt32103"/>
            <p:cNvSpPr/>
            <p:nvPr/>
          </p:nvSpPr>
          <p:spPr>
            <a:xfrm>
              <a:off x="5219581" y="3290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4" name="pt32104"/>
            <p:cNvSpPr/>
            <p:nvPr/>
          </p:nvSpPr>
          <p:spPr>
            <a:xfrm>
              <a:off x="5202167" y="35086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5" name="pt32105"/>
            <p:cNvSpPr/>
            <p:nvPr/>
          </p:nvSpPr>
          <p:spPr>
            <a:xfrm>
              <a:off x="5262313" y="327023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06" name="pt32106"/>
            <p:cNvSpPr/>
            <p:nvPr/>
          </p:nvSpPr>
          <p:spPr>
            <a:xfrm>
              <a:off x="5095114" y="3836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7" name="pt32107"/>
            <p:cNvSpPr/>
            <p:nvPr/>
          </p:nvSpPr>
          <p:spPr>
            <a:xfrm>
              <a:off x="5163788" y="3468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8" name="pt32108"/>
            <p:cNvSpPr/>
            <p:nvPr/>
          </p:nvSpPr>
          <p:spPr>
            <a:xfrm>
              <a:off x="5088557" y="39163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09" name="pt32109"/>
            <p:cNvSpPr/>
            <p:nvPr/>
          </p:nvSpPr>
          <p:spPr>
            <a:xfrm>
              <a:off x="5159895" y="35927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0" name="pt32110"/>
            <p:cNvSpPr/>
            <p:nvPr/>
          </p:nvSpPr>
          <p:spPr>
            <a:xfrm>
              <a:off x="5097696" y="3509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1" name="pt32111"/>
            <p:cNvSpPr/>
            <p:nvPr/>
          </p:nvSpPr>
          <p:spPr>
            <a:xfrm>
              <a:off x="5151351" y="3535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2" name="pt32112"/>
            <p:cNvSpPr/>
            <p:nvPr/>
          </p:nvSpPr>
          <p:spPr>
            <a:xfrm>
              <a:off x="5162933" y="35034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3" name="pt32113"/>
            <p:cNvSpPr/>
            <p:nvPr/>
          </p:nvSpPr>
          <p:spPr>
            <a:xfrm>
              <a:off x="5161132" y="34590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4" name="pt32114"/>
            <p:cNvSpPr/>
            <p:nvPr/>
          </p:nvSpPr>
          <p:spPr>
            <a:xfrm>
              <a:off x="5156360" y="3415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5" name="pt32115"/>
            <p:cNvSpPr/>
            <p:nvPr/>
          </p:nvSpPr>
          <p:spPr>
            <a:xfrm>
              <a:off x="5135952" y="3591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6" name="pt32116"/>
            <p:cNvSpPr/>
            <p:nvPr/>
          </p:nvSpPr>
          <p:spPr>
            <a:xfrm>
              <a:off x="5109934" y="39623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7" name="pt32117"/>
            <p:cNvSpPr/>
            <p:nvPr/>
          </p:nvSpPr>
          <p:spPr>
            <a:xfrm>
              <a:off x="5151569" y="35409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8" name="pt32118"/>
            <p:cNvSpPr/>
            <p:nvPr/>
          </p:nvSpPr>
          <p:spPr>
            <a:xfrm>
              <a:off x="5117643" y="3568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19" name="pt32119"/>
            <p:cNvSpPr/>
            <p:nvPr/>
          </p:nvSpPr>
          <p:spPr>
            <a:xfrm>
              <a:off x="5141478" y="35043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0" name="pt32120"/>
            <p:cNvSpPr/>
            <p:nvPr/>
          </p:nvSpPr>
          <p:spPr>
            <a:xfrm>
              <a:off x="5149709" y="3499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1" name="pt32121"/>
            <p:cNvSpPr/>
            <p:nvPr/>
          </p:nvSpPr>
          <p:spPr>
            <a:xfrm>
              <a:off x="5143091" y="39795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2" name="pt32122"/>
            <p:cNvSpPr/>
            <p:nvPr/>
          </p:nvSpPr>
          <p:spPr>
            <a:xfrm>
              <a:off x="5150188" y="37822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3" name="pt32123"/>
            <p:cNvSpPr/>
            <p:nvPr/>
          </p:nvSpPr>
          <p:spPr>
            <a:xfrm>
              <a:off x="5164590" y="3548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4" name="pt32124"/>
            <p:cNvSpPr/>
            <p:nvPr/>
          </p:nvSpPr>
          <p:spPr>
            <a:xfrm>
              <a:off x="5129945" y="35812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5" name="pt32125"/>
            <p:cNvSpPr/>
            <p:nvPr/>
          </p:nvSpPr>
          <p:spPr>
            <a:xfrm>
              <a:off x="5144372" y="35784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6" name="pt32126"/>
            <p:cNvSpPr/>
            <p:nvPr/>
          </p:nvSpPr>
          <p:spPr>
            <a:xfrm>
              <a:off x="5129908" y="38593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7" name="pt32127"/>
            <p:cNvSpPr/>
            <p:nvPr/>
          </p:nvSpPr>
          <p:spPr>
            <a:xfrm>
              <a:off x="5096686" y="39045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8" name="pt32128"/>
            <p:cNvSpPr/>
            <p:nvPr/>
          </p:nvSpPr>
          <p:spPr>
            <a:xfrm>
              <a:off x="5143842" y="3688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29" name="pt32129"/>
            <p:cNvSpPr/>
            <p:nvPr/>
          </p:nvSpPr>
          <p:spPr>
            <a:xfrm>
              <a:off x="5120671" y="40235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0" name="pt32130"/>
            <p:cNvSpPr/>
            <p:nvPr/>
          </p:nvSpPr>
          <p:spPr>
            <a:xfrm>
              <a:off x="5155004" y="3507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1" name="pt32131"/>
            <p:cNvSpPr/>
            <p:nvPr/>
          </p:nvSpPr>
          <p:spPr>
            <a:xfrm>
              <a:off x="5155344" y="3625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2" name="pt32132"/>
            <p:cNvSpPr/>
            <p:nvPr/>
          </p:nvSpPr>
          <p:spPr>
            <a:xfrm>
              <a:off x="5147728" y="37144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3" name="pt32133"/>
            <p:cNvSpPr/>
            <p:nvPr/>
          </p:nvSpPr>
          <p:spPr>
            <a:xfrm>
              <a:off x="5166207" y="3615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4" name="pt32134"/>
            <p:cNvSpPr/>
            <p:nvPr/>
          </p:nvSpPr>
          <p:spPr>
            <a:xfrm>
              <a:off x="5128035" y="3669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5" name="pt32135"/>
            <p:cNvSpPr/>
            <p:nvPr/>
          </p:nvSpPr>
          <p:spPr>
            <a:xfrm>
              <a:off x="5158071" y="35269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6" name="pt32136"/>
            <p:cNvSpPr/>
            <p:nvPr/>
          </p:nvSpPr>
          <p:spPr>
            <a:xfrm>
              <a:off x="5149263" y="3498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7" name="pt32137"/>
            <p:cNvSpPr/>
            <p:nvPr/>
          </p:nvSpPr>
          <p:spPr>
            <a:xfrm>
              <a:off x="5140812" y="3438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8" name="pt32138"/>
            <p:cNvSpPr/>
            <p:nvPr/>
          </p:nvSpPr>
          <p:spPr>
            <a:xfrm>
              <a:off x="5163725" y="36083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39" name="pt32139"/>
            <p:cNvSpPr/>
            <p:nvPr/>
          </p:nvSpPr>
          <p:spPr>
            <a:xfrm>
              <a:off x="5134224" y="3431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0" name="pt32140"/>
            <p:cNvSpPr/>
            <p:nvPr/>
          </p:nvSpPr>
          <p:spPr>
            <a:xfrm>
              <a:off x="5176662" y="3504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1" name="pt32141"/>
            <p:cNvSpPr/>
            <p:nvPr/>
          </p:nvSpPr>
          <p:spPr>
            <a:xfrm>
              <a:off x="5165193" y="36011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2" name="pt32142"/>
            <p:cNvSpPr/>
            <p:nvPr/>
          </p:nvSpPr>
          <p:spPr>
            <a:xfrm>
              <a:off x="5151694" y="3465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3" name="pt32143"/>
            <p:cNvSpPr/>
            <p:nvPr/>
          </p:nvSpPr>
          <p:spPr>
            <a:xfrm>
              <a:off x="5216137" y="347963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44" name="pt32144"/>
            <p:cNvSpPr/>
            <p:nvPr/>
          </p:nvSpPr>
          <p:spPr>
            <a:xfrm>
              <a:off x="5114244" y="36346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5" name="pt32145"/>
            <p:cNvSpPr/>
            <p:nvPr/>
          </p:nvSpPr>
          <p:spPr>
            <a:xfrm>
              <a:off x="5188812" y="35511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6" name="pt32146"/>
            <p:cNvSpPr/>
            <p:nvPr/>
          </p:nvSpPr>
          <p:spPr>
            <a:xfrm>
              <a:off x="5160626" y="35415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7" name="pt32147"/>
            <p:cNvSpPr/>
            <p:nvPr/>
          </p:nvSpPr>
          <p:spPr>
            <a:xfrm>
              <a:off x="5138965" y="3567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8" name="pt32148"/>
            <p:cNvSpPr/>
            <p:nvPr/>
          </p:nvSpPr>
          <p:spPr>
            <a:xfrm>
              <a:off x="5151448" y="35690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49" name="pt32149"/>
            <p:cNvSpPr/>
            <p:nvPr/>
          </p:nvSpPr>
          <p:spPr>
            <a:xfrm>
              <a:off x="5173042" y="34707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0" name="pt32150"/>
            <p:cNvSpPr/>
            <p:nvPr/>
          </p:nvSpPr>
          <p:spPr>
            <a:xfrm>
              <a:off x="5080272" y="35156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1" name="pt32151"/>
            <p:cNvSpPr/>
            <p:nvPr/>
          </p:nvSpPr>
          <p:spPr>
            <a:xfrm>
              <a:off x="5174277" y="3433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2" name="pt32152"/>
            <p:cNvSpPr/>
            <p:nvPr/>
          </p:nvSpPr>
          <p:spPr>
            <a:xfrm>
              <a:off x="5192891" y="3339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3" name="pt32153"/>
            <p:cNvSpPr/>
            <p:nvPr/>
          </p:nvSpPr>
          <p:spPr>
            <a:xfrm>
              <a:off x="5143471" y="3575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4" name="pt32154"/>
            <p:cNvSpPr/>
            <p:nvPr/>
          </p:nvSpPr>
          <p:spPr>
            <a:xfrm>
              <a:off x="5143854" y="3494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5" name="pt32155"/>
            <p:cNvSpPr/>
            <p:nvPr/>
          </p:nvSpPr>
          <p:spPr>
            <a:xfrm>
              <a:off x="5168539" y="34894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6" name="pt32156"/>
            <p:cNvSpPr/>
            <p:nvPr/>
          </p:nvSpPr>
          <p:spPr>
            <a:xfrm>
              <a:off x="5145237" y="36417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7" name="pt32157"/>
            <p:cNvSpPr/>
            <p:nvPr/>
          </p:nvSpPr>
          <p:spPr>
            <a:xfrm>
              <a:off x="5162185" y="3530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8" name="pt32158"/>
            <p:cNvSpPr/>
            <p:nvPr/>
          </p:nvSpPr>
          <p:spPr>
            <a:xfrm>
              <a:off x="5145391" y="37394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59" name="pt32159"/>
            <p:cNvSpPr/>
            <p:nvPr/>
          </p:nvSpPr>
          <p:spPr>
            <a:xfrm>
              <a:off x="5158420" y="34519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0" name="pt32160"/>
            <p:cNvSpPr/>
            <p:nvPr/>
          </p:nvSpPr>
          <p:spPr>
            <a:xfrm>
              <a:off x="5128670" y="34136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1" name="pt32161"/>
            <p:cNvSpPr/>
            <p:nvPr/>
          </p:nvSpPr>
          <p:spPr>
            <a:xfrm>
              <a:off x="5157859" y="34857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2" name="pt32162"/>
            <p:cNvSpPr/>
            <p:nvPr/>
          </p:nvSpPr>
          <p:spPr>
            <a:xfrm>
              <a:off x="5176844" y="34212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3" name="pt32163"/>
            <p:cNvSpPr/>
            <p:nvPr/>
          </p:nvSpPr>
          <p:spPr>
            <a:xfrm>
              <a:off x="5164527" y="3453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4" name="pt32164"/>
            <p:cNvSpPr/>
            <p:nvPr/>
          </p:nvSpPr>
          <p:spPr>
            <a:xfrm>
              <a:off x="5160916" y="35976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5" name="pt32165"/>
            <p:cNvSpPr/>
            <p:nvPr/>
          </p:nvSpPr>
          <p:spPr>
            <a:xfrm>
              <a:off x="5174288" y="35358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6" name="pt32166"/>
            <p:cNvSpPr/>
            <p:nvPr/>
          </p:nvSpPr>
          <p:spPr>
            <a:xfrm>
              <a:off x="5155109" y="3469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7" name="pt32167"/>
            <p:cNvSpPr/>
            <p:nvPr/>
          </p:nvSpPr>
          <p:spPr>
            <a:xfrm>
              <a:off x="5193805" y="34698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8" name="pt32168"/>
            <p:cNvSpPr/>
            <p:nvPr/>
          </p:nvSpPr>
          <p:spPr>
            <a:xfrm>
              <a:off x="5183643" y="3439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69" name="pt32169"/>
            <p:cNvSpPr/>
            <p:nvPr/>
          </p:nvSpPr>
          <p:spPr>
            <a:xfrm>
              <a:off x="5124608" y="3679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0" name="pt32170"/>
            <p:cNvSpPr/>
            <p:nvPr/>
          </p:nvSpPr>
          <p:spPr>
            <a:xfrm>
              <a:off x="5126753" y="3705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1" name="pt32171"/>
            <p:cNvSpPr/>
            <p:nvPr/>
          </p:nvSpPr>
          <p:spPr>
            <a:xfrm>
              <a:off x="5138485" y="3501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2" name="pt32172"/>
            <p:cNvSpPr/>
            <p:nvPr/>
          </p:nvSpPr>
          <p:spPr>
            <a:xfrm>
              <a:off x="5159696" y="3546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3" name="pt32173"/>
            <p:cNvSpPr/>
            <p:nvPr/>
          </p:nvSpPr>
          <p:spPr>
            <a:xfrm>
              <a:off x="5199015" y="3545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4" name="pt32174"/>
            <p:cNvSpPr/>
            <p:nvPr/>
          </p:nvSpPr>
          <p:spPr>
            <a:xfrm>
              <a:off x="5111380" y="3689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5" name="pt32175"/>
            <p:cNvSpPr/>
            <p:nvPr/>
          </p:nvSpPr>
          <p:spPr>
            <a:xfrm>
              <a:off x="5129288" y="3645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6" name="pt32176"/>
            <p:cNvSpPr/>
            <p:nvPr/>
          </p:nvSpPr>
          <p:spPr>
            <a:xfrm>
              <a:off x="5114825" y="35600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77" name="pt32177"/>
            <p:cNvSpPr/>
            <p:nvPr/>
          </p:nvSpPr>
          <p:spPr>
            <a:xfrm>
              <a:off x="4839797" y="454015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78" name="pt32178"/>
            <p:cNvSpPr/>
            <p:nvPr/>
          </p:nvSpPr>
          <p:spPr>
            <a:xfrm>
              <a:off x="5223391" y="340961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79" name="pt32179"/>
            <p:cNvSpPr/>
            <p:nvPr/>
          </p:nvSpPr>
          <p:spPr>
            <a:xfrm>
              <a:off x="5153765" y="3532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0" name="pt32180"/>
            <p:cNvSpPr/>
            <p:nvPr/>
          </p:nvSpPr>
          <p:spPr>
            <a:xfrm>
              <a:off x="5198686" y="3488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1" name="pt32181"/>
            <p:cNvSpPr/>
            <p:nvPr/>
          </p:nvSpPr>
          <p:spPr>
            <a:xfrm>
              <a:off x="5132346" y="35302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2" name="pt32182"/>
            <p:cNvSpPr/>
            <p:nvPr/>
          </p:nvSpPr>
          <p:spPr>
            <a:xfrm>
              <a:off x="5141860" y="36053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3" name="pt32183"/>
            <p:cNvSpPr/>
            <p:nvPr/>
          </p:nvSpPr>
          <p:spPr>
            <a:xfrm>
              <a:off x="5156488" y="35068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4" name="pt32184"/>
            <p:cNvSpPr/>
            <p:nvPr/>
          </p:nvSpPr>
          <p:spPr>
            <a:xfrm>
              <a:off x="5137530" y="3494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5" name="pt32185"/>
            <p:cNvSpPr/>
            <p:nvPr/>
          </p:nvSpPr>
          <p:spPr>
            <a:xfrm>
              <a:off x="5173804" y="34045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6" name="pt32186"/>
            <p:cNvSpPr/>
            <p:nvPr/>
          </p:nvSpPr>
          <p:spPr>
            <a:xfrm>
              <a:off x="5165412" y="3604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7" name="pt32187"/>
            <p:cNvSpPr/>
            <p:nvPr/>
          </p:nvSpPr>
          <p:spPr>
            <a:xfrm>
              <a:off x="5134186" y="35157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8" name="pt32188"/>
            <p:cNvSpPr/>
            <p:nvPr/>
          </p:nvSpPr>
          <p:spPr>
            <a:xfrm>
              <a:off x="5162153" y="3519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89" name="pt32189"/>
            <p:cNvSpPr/>
            <p:nvPr/>
          </p:nvSpPr>
          <p:spPr>
            <a:xfrm>
              <a:off x="5161263" y="34737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0" name="pt32190"/>
            <p:cNvSpPr/>
            <p:nvPr/>
          </p:nvSpPr>
          <p:spPr>
            <a:xfrm>
              <a:off x="5132689" y="3573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1" name="pt32191"/>
            <p:cNvSpPr/>
            <p:nvPr/>
          </p:nvSpPr>
          <p:spPr>
            <a:xfrm>
              <a:off x="5165759" y="37055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2" name="pt32192"/>
            <p:cNvSpPr/>
            <p:nvPr/>
          </p:nvSpPr>
          <p:spPr>
            <a:xfrm>
              <a:off x="5166433" y="3744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3" name="pt32193"/>
            <p:cNvSpPr/>
            <p:nvPr/>
          </p:nvSpPr>
          <p:spPr>
            <a:xfrm>
              <a:off x="5163787" y="38477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4" name="pt32194"/>
            <p:cNvSpPr/>
            <p:nvPr/>
          </p:nvSpPr>
          <p:spPr>
            <a:xfrm>
              <a:off x="5179643" y="3438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5" name="pt32195"/>
            <p:cNvSpPr/>
            <p:nvPr/>
          </p:nvSpPr>
          <p:spPr>
            <a:xfrm>
              <a:off x="5116482" y="35666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6" name="pt32196"/>
            <p:cNvSpPr/>
            <p:nvPr/>
          </p:nvSpPr>
          <p:spPr>
            <a:xfrm>
              <a:off x="5162530" y="35427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7" name="pt32197"/>
            <p:cNvSpPr/>
            <p:nvPr/>
          </p:nvSpPr>
          <p:spPr>
            <a:xfrm>
              <a:off x="5142719" y="35101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8" name="pt32198"/>
            <p:cNvSpPr/>
            <p:nvPr/>
          </p:nvSpPr>
          <p:spPr>
            <a:xfrm>
              <a:off x="5156228" y="3614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199" name="pt32199"/>
            <p:cNvSpPr/>
            <p:nvPr/>
          </p:nvSpPr>
          <p:spPr>
            <a:xfrm>
              <a:off x="5151781" y="36212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0" name="pt32200"/>
            <p:cNvSpPr/>
            <p:nvPr/>
          </p:nvSpPr>
          <p:spPr>
            <a:xfrm>
              <a:off x="5173354" y="35235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1" name="pt32201"/>
            <p:cNvSpPr/>
            <p:nvPr/>
          </p:nvSpPr>
          <p:spPr>
            <a:xfrm>
              <a:off x="5136623" y="3520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2" name="pt32202"/>
            <p:cNvSpPr/>
            <p:nvPr/>
          </p:nvSpPr>
          <p:spPr>
            <a:xfrm>
              <a:off x="5157710" y="36346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3" name="pt32203"/>
            <p:cNvSpPr/>
            <p:nvPr/>
          </p:nvSpPr>
          <p:spPr>
            <a:xfrm>
              <a:off x="5142068" y="3589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4" name="pt32204"/>
            <p:cNvSpPr/>
            <p:nvPr/>
          </p:nvSpPr>
          <p:spPr>
            <a:xfrm>
              <a:off x="5132735" y="36436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5" name="pt32205"/>
            <p:cNvSpPr/>
            <p:nvPr/>
          </p:nvSpPr>
          <p:spPr>
            <a:xfrm>
              <a:off x="5170148" y="36326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6" name="pt32206"/>
            <p:cNvSpPr/>
            <p:nvPr/>
          </p:nvSpPr>
          <p:spPr>
            <a:xfrm>
              <a:off x="5157669" y="35057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7" name="pt32207"/>
            <p:cNvSpPr/>
            <p:nvPr/>
          </p:nvSpPr>
          <p:spPr>
            <a:xfrm>
              <a:off x="5142560" y="35484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8" name="pt32208"/>
            <p:cNvSpPr/>
            <p:nvPr/>
          </p:nvSpPr>
          <p:spPr>
            <a:xfrm>
              <a:off x="5167882" y="3394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09" name="pt32209"/>
            <p:cNvSpPr/>
            <p:nvPr/>
          </p:nvSpPr>
          <p:spPr>
            <a:xfrm>
              <a:off x="5142768" y="3596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0" name="pt32210"/>
            <p:cNvSpPr/>
            <p:nvPr/>
          </p:nvSpPr>
          <p:spPr>
            <a:xfrm>
              <a:off x="5154949" y="3693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1" name="pt32211"/>
            <p:cNvSpPr/>
            <p:nvPr/>
          </p:nvSpPr>
          <p:spPr>
            <a:xfrm>
              <a:off x="5150144" y="3609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2" name="pt32212"/>
            <p:cNvSpPr/>
            <p:nvPr/>
          </p:nvSpPr>
          <p:spPr>
            <a:xfrm>
              <a:off x="5165459" y="3552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3" name="pt32213"/>
            <p:cNvSpPr/>
            <p:nvPr/>
          </p:nvSpPr>
          <p:spPr>
            <a:xfrm>
              <a:off x="5105903" y="3567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4" name="pt32214"/>
            <p:cNvSpPr/>
            <p:nvPr/>
          </p:nvSpPr>
          <p:spPr>
            <a:xfrm>
              <a:off x="5166930" y="3500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5" name="pt32215"/>
            <p:cNvSpPr/>
            <p:nvPr/>
          </p:nvSpPr>
          <p:spPr>
            <a:xfrm>
              <a:off x="5154881" y="3522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6" name="pt32216"/>
            <p:cNvSpPr/>
            <p:nvPr/>
          </p:nvSpPr>
          <p:spPr>
            <a:xfrm>
              <a:off x="5156291" y="34791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7" name="pt32217"/>
            <p:cNvSpPr/>
            <p:nvPr/>
          </p:nvSpPr>
          <p:spPr>
            <a:xfrm>
              <a:off x="5214201" y="3430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8" name="pt32218"/>
            <p:cNvSpPr/>
            <p:nvPr/>
          </p:nvSpPr>
          <p:spPr>
            <a:xfrm>
              <a:off x="5128764" y="3660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19" name="pt32219"/>
            <p:cNvSpPr/>
            <p:nvPr/>
          </p:nvSpPr>
          <p:spPr>
            <a:xfrm>
              <a:off x="5151487" y="3587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0" name="pt32220"/>
            <p:cNvSpPr/>
            <p:nvPr/>
          </p:nvSpPr>
          <p:spPr>
            <a:xfrm>
              <a:off x="5211914" y="36099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1" name="pt32221"/>
            <p:cNvSpPr/>
            <p:nvPr/>
          </p:nvSpPr>
          <p:spPr>
            <a:xfrm>
              <a:off x="5144969" y="35393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2" name="pt32222"/>
            <p:cNvSpPr/>
            <p:nvPr/>
          </p:nvSpPr>
          <p:spPr>
            <a:xfrm>
              <a:off x="5144952" y="38862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3" name="pt32223"/>
            <p:cNvSpPr/>
            <p:nvPr/>
          </p:nvSpPr>
          <p:spPr>
            <a:xfrm>
              <a:off x="5147938" y="34584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4" name="pt32224"/>
            <p:cNvSpPr/>
            <p:nvPr/>
          </p:nvSpPr>
          <p:spPr>
            <a:xfrm>
              <a:off x="5166048" y="3461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5" name="pt32225"/>
            <p:cNvSpPr/>
            <p:nvPr/>
          </p:nvSpPr>
          <p:spPr>
            <a:xfrm>
              <a:off x="5144590" y="3541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6" name="pt32226"/>
            <p:cNvSpPr/>
            <p:nvPr/>
          </p:nvSpPr>
          <p:spPr>
            <a:xfrm>
              <a:off x="5125089" y="34549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7" name="pt32227"/>
            <p:cNvSpPr/>
            <p:nvPr/>
          </p:nvSpPr>
          <p:spPr>
            <a:xfrm>
              <a:off x="5171487" y="3541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8" name="pt32228"/>
            <p:cNvSpPr/>
            <p:nvPr/>
          </p:nvSpPr>
          <p:spPr>
            <a:xfrm>
              <a:off x="5134606" y="35284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29" name="pt32229"/>
            <p:cNvSpPr/>
            <p:nvPr/>
          </p:nvSpPr>
          <p:spPr>
            <a:xfrm>
              <a:off x="5136220" y="35302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0" name="pt32230"/>
            <p:cNvSpPr/>
            <p:nvPr/>
          </p:nvSpPr>
          <p:spPr>
            <a:xfrm>
              <a:off x="5125136" y="37148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1" name="pt32231"/>
            <p:cNvSpPr/>
            <p:nvPr/>
          </p:nvSpPr>
          <p:spPr>
            <a:xfrm>
              <a:off x="5147785" y="36360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2" name="pt32232"/>
            <p:cNvSpPr/>
            <p:nvPr/>
          </p:nvSpPr>
          <p:spPr>
            <a:xfrm>
              <a:off x="5120607" y="3417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3" name="pt32233"/>
            <p:cNvSpPr/>
            <p:nvPr/>
          </p:nvSpPr>
          <p:spPr>
            <a:xfrm>
              <a:off x="5189866" y="3531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4" name="pt32234"/>
            <p:cNvSpPr/>
            <p:nvPr/>
          </p:nvSpPr>
          <p:spPr>
            <a:xfrm>
              <a:off x="5165759" y="3576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5" name="pt32235"/>
            <p:cNvSpPr/>
            <p:nvPr/>
          </p:nvSpPr>
          <p:spPr>
            <a:xfrm>
              <a:off x="5134274" y="32713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6" name="pt32236"/>
            <p:cNvSpPr/>
            <p:nvPr/>
          </p:nvSpPr>
          <p:spPr>
            <a:xfrm>
              <a:off x="5167521" y="35554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7" name="pt32237"/>
            <p:cNvSpPr/>
            <p:nvPr/>
          </p:nvSpPr>
          <p:spPr>
            <a:xfrm>
              <a:off x="5151989" y="35127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8" name="pt32238"/>
            <p:cNvSpPr/>
            <p:nvPr/>
          </p:nvSpPr>
          <p:spPr>
            <a:xfrm>
              <a:off x="5105705" y="3731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39" name="pt32239"/>
            <p:cNvSpPr/>
            <p:nvPr/>
          </p:nvSpPr>
          <p:spPr>
            <a:xfrm>
              <a:off x="5139502" y="36013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0" name="pt32240"/>
            <p:cNvSpPr/>
            <p:nvPr/>
          </p:nvSpPr>
          <p:spPr>
            <a:xfrm>
              <a:off x="5164350" y="35259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1" name="pt32241"/>
            <p:cNvSpPr/>
            <p:nvPr/>
          </p:nvSpPr>
          <p:spPr>
            <a:xfrm>
              <a:off x="5112688" y="3531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2" name="pt32242"/>
            <p:cNvSpPr/>
            <p:nvPr/>
          </p:nvSpPr>
          <p:spPr>
            <a:xfrm>
              <a:off x="5124797" y="34795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3" name="pt32243"/>
            <p:cNvSpPr/>
            <p:nvPr/>
          </p:nvSpPr>
          <p:spPr>
            <a:xfrm>
              <a:off x="5148931" y="3541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4" name="pt32244"/>
            <p:cNvSpPr/>
            <p:nvPr/>
          </p:nvSpPr>
          <p:spPr>
            <a:xfrm>
              <a:off x="5137342" y="38923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5" name="pt32245"/>
            <p:cNvSpPr/>
            <p:nvPr/>
          </p:nvSpPr>
          <p:spPr>
            <a:xfrm>
              <a:off x="5189841" y="3212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6" name="pt32246"/>
            <p:cNvSpPr/>
            <p:nvPr/>
          </p:nvSpPr>
          <p:spPr>
            <a:xfrm>
              <a:off x="5114288" y="34871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7" name="pt32247"/>
            <p:cNvSpPr/>
            <p:nvPr/>
          </p:nvSpPr>
          <p:spPr>
            <a:xfrm>
              <a:off x="5135781" y="36137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8" name="pt32248"/>
            <p:cNvSpPr/>
            <p:nvPr/>
          </p:nvSpPr>
          <p:spPr>
            <a:xfrm>
              <a:off x="5152916" y="34733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49" name="pt32249"/>
            <p:cNvSpPr/>
            <p:nvPr/>
          </p:nvSpPr>
          <p:spPr>
            <a:xfrm>
              <a:off x="5196694" y="3471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0" name="pt32250"/>
            <p:cNvSpPr/>
            <p:nvPr/>
          </p:nvSpPr>
          <p:spPr>
            <a:xfrm>
              <a:off x="5152648" y="3535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1" name="pt32251"/>
            <p:cNvSpPr/>
            <p:nvPr/>
          </p:nvSpPr>
          <p:spPr>
            <a:xfrm>
              <a:off x="5139398" y="3555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2" name="pt32252"/>
            <p:cNvSpPr/>
            <p:nvPr/>
          </p:nvSpPr>
          <p:spPr>
            <a:xfrm>
              <a:off x="5147217" y="3516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3" name="pt32253"/>
            <p:cNvSpPr/>
            <p:nvPr/>
          </p:nvSpPr>
          <p:spPr>
            <a:xfrm>
              <a:off x="5157522" y="34356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4" name="pt32254"/>
            <p:cNvSpPr/>
            <p:nvPr/>
          </p:nvSpPr>
          <p:spPr>
            <a:xfrm>
              <a:off x="5132524" y="3719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5" name="pt32255"/>
            <p:cNvSpPr/>
            <p:nvPr/>
          </p:nvSpPr>
          <p:spPr>
            <a:xfrm>
              <a:off x="5150644" y="3628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6" name="pt32256"/>
            <p:cNvSpPr/>
            <p:nvPr/>
          </p:nvSpPr>
          <p:spPr>
            <a:xfrm>
              <a:off x="5151452" y="35919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7" name="pt32257"/>
            <p:cNvSpPr/>
            <p:nvPr/>
          </p:nvSpPr>
          <p:spPr>
            <a:xfrm>
              <a:off x="5155498" y="35708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8" name="pt32258"/>
            <p:cNvSpPr/>
            <p:nvPr/>
          </p:nvSpPr>
          <p:spPr>
            <a:xfrm>
              <a:off x="5148673" y="3983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59" name="pt32259"/>
            <p:cNvSpPr/>
            <p:nvPr/>
          </p:nvSpPr>
          <p:spPr>
            <a:xfrm>
              <a:off x="5147594" y="3578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0" name="pt32260"/>
            <p:cNvSpPr/>
            <p:nvPr/>
          </p:nvSpPr>
          <p:spPr>
            <a:xfrm>
              <a:off x="5198399" y="3468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1" name="pt32261"/>
            <p:cNvSpPr/>
            <p:nvPr/>
          </p:nvSpPr>
          <p:spPr>
            <a:xfrm>
              <a:off x="5168530" y="3590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2" name="pt32262"/>
            <p:cNvSpPr/>
            <p:nvPr/>
          </p:nvSpPr>
          <p:spPr>
            <a:xfrm>
              <a:off x="5165559" y="3629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3" name="pt32263"/>
            <p:cNvSpPr/>
            <p:nvPr/>
          </p:nvSpPr>
          <p:spPr>
            <a:xfrm>
              <a:off x="5149551" y="35272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4" name="pt32264"/>
            <p:cNvSpPr/>
            <p:nvPr/>
          </p:nvSpPr>
          <p:spPr>
            <a:xfrm>
              <a:off x="5152488" y="35766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5" name="pt32265"/>
            <p:cNvSpPr/>
            <p:nvPr/>
          </p:nvSpPr>
          <p:spPr>
            <a:xfrm>
              <a:off x="5121908" y="37041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6" name="pt32266"/>
            <p:cNvSpPr/>
            <p:nvPr/>
          </p:nvSpPr>
          <p:spPr>
            <a:xfrm>
              <a:off x="5191750" y="34383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7" name="pt32267"/>
            <p:cNvSpPr/>
            <p:nvPr/>
          </p:nvSpPr>
          <p:spPr>
            <a:xfrm>
              <a:off x="5165096" y="36045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8" name="pt32268"/>
            <p:cNvSpPr/>
            <p:nvPr/>
          </p:nvSpPr>
          <p:spPr>
            <a:xfrm>
              <a:off x="5138139" y="35388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69" name="pt32269"/>
            <p:cNvSpPr/>
            <p:nvPr/>
          </p:nvSpPr>
          <p:spPr>
            <a:xfrm>
              <a:off x="5154054" y="34568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0" name="pt32270"/>
            <p:cNvSpPr/>
            <p:nvPr/>
          </p:nvSpPr>
          <p:spPr>
            <a:xfrm>
              <a:off x="5117657" y="41772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1" name="pt32271"/>
            <p:cNvSpPr/>
            <p:nvPr/>
          </p:nvSpPr>
          <p:spPr>
            <a:xfrm>
              <a:off x="5176156" y="36278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2" name="pt32272"/>
            <p:cNvSpPr/>
            <p:nvPr/>
          </p:nvSpPr>
          <p:spPr>
            <a:xfrm>
              <a:off x="5178342" y="32385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3" name="pt32273"/>
            <p:cNvSpPr/>
            <p:nvPr/>
          </p:nvSpPr>
          <p:spPr>
            <a:xfrm>
              <a:off x="5165025" y="35682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4" name="pt32274"/>
            <p:cNvSpPr/>
            <p:nvPr/>
          </p:nvSpPr>
          <p:spPr>
            <a:xfrm>
              <a:off x="5138369" y="36398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5" name="pt32275"/>
            <p:cNvSpPr/>
            <p:nvPr/>
          </p:nvSpPr>
          <p:spPr>
            <a:xfrm>
              <a:off x="5190025" y="3395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6" name="pt32276"/>
            <p:cNvSpPr/>
            <p:nvPr/>
          </p:nvSpPr>
          <p:spPr>
            <a:xfrm>
              <a:off x="5137917" y="3547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7" name="pt32277"/>
            <p:cNvSpPr/>
            <p:nvPr/>
          </p:nvSpPr>
          <p:spPr>
            <a:xfrm>
              <a:off x="5143700" y="35757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8" name="pt32278"/>
            <p:cNvSpPr/>
            <p:nvPr/>
          </p:nvSpPr>
          <p:spPr>
            <a:xfrm>
              <a:off x="5157787" y="34777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79" name="pt32279"/>
            <p:cNvSpPr/>
            <p:nvPr/>
          </p:nvSpPr>
          <p:spPr>
            <a:xfrm>
              <a:off x="5143861" y="35033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0" name="pt32280"/>
            <p:cNvSpPr/>
            <p:nvPr/>
          </p:nvSpPr>
          <p:spPr>
            <a:xfrm>
              <a:off x="5133095" y="37481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1" name="pt32281"/>
            <p:cNvSpPr/>
            <p:nvPr/>
          </p:nvSpPr>
          <p:spPr>
            <a:xfrm>
              <a:off x="5141157" y="34772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2" name="pt32282"/>
            <p:cNvSpPr/>
            <p:nvPr/>
          </p:nvSpPr>
          <p:spPr>
            <a:xfrm>
              <a:off x="5190975" y="35322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3" name="pt32283"/>
            <p:cNvSpPr/>
            <p:nvPr/>
          </p:nvSpPr>
          <p:spPr>
            <a:xfrm>
              <a:off x="5158903" y="34620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4" name="pt32284"/>
            <p:cNvSpPr/>
            <p:nvPr/>
          </p:nvSpPr>
          <p:spPr>
            <a:xfrm>
              <a:off x="5130525" y="3548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5" name="pt32285"/>
            <p:cNvSpPr/>
            <p:nvPr/>
          </p:nvSpPr>
          <p:spPr>
            <a:xfrm>
              <a:off x="5130701" y="35716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6" name="pt32286"/>
            <p:cNvSpPr/>
            <p:nvPr/>
          </p:nvSpPr>
          <p:spPr>
            <a:xfrm>
              <a:off x="5169186" y="35035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7" name="pt32287"/>
            <p:cNvSpPr/>
            <p:nvPr/>
          </p:nvSpPr>
          <p:spPr>
            <a:xfrm>
              <a:off x="5182470" y="35126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8" name="pt32288"/>
            <p:cNvSpPr/>
            <p:nvPr/>
          </p:nvSpPr>
          <p:spPr>
            <a:xfrm>
              <a:off x="5146680" y="34679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89" name="pt32289"/>
            <p:cNvSpPr/>
            <p:nvPr/>
          </p:nvSpPr>
          <p:spPr>
            <a:xfrm>
              <a:off x="5164687" y="3554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0" name="pt32290"/>
            <p:cNvSpPr/>
            <p:nvPr/>
          </p:nvSpPr>
          <p:spPr>
            <a:xfrm>
              <a:off x="5107759" y="35473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1" name="pt32291"/>
            <p:cNvSpPr/>
            <p:nvPr/>
          </p:nvSpPr>
          <p:spPr>
            <a:xfrm>
              <a:off x="5131584" y="39178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2" name="pt32292"/>
            <p:cNvSpPr/>
            <p:nvPr/>
          </p:nvSpPr>
          <p:spPr>
            <a:xfrm>
              <a:off x="5178973" y="3572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3" name="pt32293"/>
            <p:cNvSpPr/>
            <p:nvPr/>
          </p:nvSpPr>
          <p:spPr>
            <a:xfrm>
              <a:off x="5170255" y="35013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4" name="pt32294"/>
            <p:cNvSpPr/>
            <p:nvPr/>
          </p:nvSpPr>
          <p:spPr>
            <a:xfrm>
              <a:off x="5140468" y="3976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5" name="pt32295"/>
            <p:cNvSpPr/>
            <p:nvPr/>
          </p:nvSpPr>
          <p:spPr>
            <a:xfrm>
              <a:off x="5166272" y="3564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6" name="pt32296"/>
            <p:cNvSpPr/>
            <p:nvPr/>
          </p:nvSpPr>
          <p:spPr>
            <a:xfrm>
              <a:off x="5082791" y="3573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7" name="pt32297"/>
            <p:cNvSpPr/>
            <p:nvPr/>
          </p:nvSpPr>
          <p:spPr>
            <a:xfrm>
              <a:off x="5124337" y="3517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8" name="pt32298"/>
            <p:cNvSpPr/>
            <p:nvPr/>
          </p:nvSpPr>
          <p:spPr>
            <a:xfrm>
              <a:off x="5158200" y="36442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299" name="pt32299"/>
            <p:cNvSpPr/>
            <p:nvPr/>
          </p:nvSpPr>
          <p:spPr>
            <a:xfrm>
              <a:off x="5139555" y="35400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0" name="pt32300"/>
            <p:cNvSpPr/>
            <p:nvPr/>
          </p:nvSpPr>
          <p:spPr>
            <a:xfrm>
              <a:off x="5059581" y="43036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1" name="pt32301"/>
            <p:cNvSpPr/>
            <p:nvPr/>
          </p:nvSpPr>
          <p:spPr>
            <a:xfrm>
              <a:off x="5083956" y="35174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2" name="pt32302"/>
            <p:cNvSpPr/>
            <p:nvPr/>
          </p:nvSpPr>
          <p:spPr>
            <a:xfrm>
              <a:off x="5150619" y="3560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3" name="pt32303"/>
            <p:cNvSpPr/>
            <p:nvPr/>
          </p:nvSpPr>
          <p:spPr>
            <a:xfrm>
              <a:off x="5070016" y="369227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04" name="pt32304"/>
            <p:cNvSpPr/>
            <p:nvPr/>
          </p:nvSpPr>
          <p:spPr>
            <a:xfrm>
              <a:off x="5137874" y="35448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5" name="pt32305"/>
            <p:cNvSpPr/>
            <p:nvPr/>
          </p:nvSpPr>
          <p:spPr>
            <a:xfrm>
              <a:off x="5178090" y="33620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6" name="pt32306"/>
            <p:cNvSpPr/>
            <p:nvPr/>
          </p:nvSpPr>
          <p:spPr>
            <a:xfrm>
              <a:off x="5113034" y="35602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7" name="pt32307"/>
            <p:cNvSpPr/>
            <p:nvPr/>
          </p:nvSpPr>
          <p:spPr>
            <a:xfrm>
              <a:off x="5193683" y="31821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8" name="pt32308"/>
            <p:cNvSpPr/>
            <p:nvPr/>
          </p:nvSpPr>
          <p:spPr>
            <a:xfrm>
              <a:off x="5162339" y="33063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09" name="pt32309"/>
            <p:cNvSpPr/>
            <p:nvPr/>
          </p:nvSpPr>
          <p:spPr>
            <a:xfrm>
              <a:off x="5181865" y="34764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0" name="pt32310"/>
            <p:cNvSpPr/>
            <p:nvPr/>
          </p:nvSpPr>
          <p:spPr>
            <a:xfrm>
              <a:off x="5125359" y="37484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1" name="pt32311"/>
            <p:cNvSpPr/>
            <p:nvPr/>
          </p:nvSpPr>
          <p:spPr>
            <a:xfrm>
              <a:off x="5152319" y="36474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2" name="pt32312"/>
            <p:cNvSpPr/>
            <p:nvPr/>
          </p:nvSpPr>
          <p:spPr>
            <a:xfrm>
              <a:off x="5125671" y="39402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3" name="pt32313"/>
            <p:cNvSpPr/>
            <p:nvPr/>
          </p:nvSpPr>
          <p:spPr>
            <a:xfrm>
              <a:off x="5144238" y="38725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4" name="pt32314"/>
            <p:cNvSpPr/>
            <p:nvPr/>
          </p:nvSpPr>
          <p:spPr>
            <a:xfrm>
              <a:off x="5128778" y="3514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5" name="pt32315"/>
            <p:cNvSpPr/>
            <p:nvPr/>
          </p:nvSpPr>
          <p:spPr>
            <a:xfrm>
              <a:off x="5163309" y="3619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6" name="pt32316"/>
            <p:cNvSpPr/>
            <p:nvPr/>
          </p:nvSpPr>
          <p:spPr>
            <a:xfrm>
              <a:off x="5148582" y="35467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7" name="pt32317"/>
            <p:cNvSpPr/>
            <p:nvPr/>
          </p:nvSpPr>
          <p:spPr>
            <a:xfrm>
              <a:off x="5143464" y="34990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8" name="pt32318"/>
            <p:cNvSpPr/>
            <p:nvPr/>
          </p:nvSpPr>
          <p:spPr>
            <a:xfrm>
              <a:off x="5134395" y="3632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19" name="pt32319"/>
            <p:cNvSpPr/>
            <p:nvPr/>
          </p:nvSpPr>
          <p:spPr>
            <a:xfrm>
              <a:off x="5177503" y="34252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0" name="pt32320"/>
            <p:cNvSpPr/>
            <p:nvPr/>
          </p:nvSpPr>
          <p:spPr>
            <a:xfrm>
              <a:off x="5119629" y="34414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1" name="pt32321"/>
            <p:cNvSpPr/>
            <p:nvPr/>
          </p:nvSpPr>
          <p:spPr>
            <a:xfrm>
              <a:off x="5141096" y="35185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2" name="pt32322"/>
            <p:cNvSpPr/>
            <p:nvPr/>
          </p:nvSpPr>
          <p:spPr>
            <a:xfrm>
              <a:off x="5081614" y="3687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3" name="pt32323"/>
            <p:cNvSpPr/>
            <p:nvPr/>
          </p:nvSpPr>
          <p:spPr>
            <a:xfrm>
              <a:off x="5144498" y="35586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4" name="pt32324"/>
            <p:cNvSpPr/>
            <p:nvPr/>
          </p:nvSpPr>
          <p:spPr>
            <a:xfrm>
              <a:off x="5183375" y="35578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5" name="pt32325"/>
            <p:cNvSpPr/>
            <p:nvPr/>
          </p:nvSpPr>
          <p:spPr>
            <a:xfrm>
              <a:off x="5142200" y="3630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6" name="pt32326"/>
            <p:cNvSpPr/>
            <p:nvPr/>
          </p:nvSpPr>
          <p:spPr>
            <a:xfrm>
              <a:off x="5200684" y="34245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7" name="pt32327"/>
            <p:cNvSpPr/>
            <p:nvPr/>
          </p:nvSpPr>
          <p:spPr>
            <a:xfrm>
              <a:off x="5169312" y="36231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8" name="pt32328"/>
            <p:cNvSpPr/>
            <p:nvPr/>
          </p:nvSpPr>
          <p:spPr>
            <a:xfrm>
              <a:off x="5121808" y="36893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29" name="pt32329"/>
            <p:cNvSpPr/>
            <p:nvPr/>
          </p:nvSpPr>
          <p:spPr>
            <a:xfrm>
              <a:off x="5148120" y="3438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0" name="pt32330"/>
            <p:cNvSpPr/>
            <p:nvPr/>
          </p:nvSpPr>
          <p:spPr>
            <a:xfrm>
              <a:off x="5123454" y="38600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1" name="pt32331"/>
            <p:cNvSpPr/>
            <p:nvPr/>
          </p:nvSpPr>
          <p:spPr>
            <a:xfrm>
              <a:off x="5150929" y="3544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2" name="pt32332"/>
            <p:cNvSpPr/>
            <p:nvPr/>
          </p:nvSpPr>
          <p:spPr>
            <a:xfrm>
              <a:off x="5134833" y="3651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3" name="pt32333"/>
            <p:cNvSpPr/>
            <p:nvPr/>
          </p:nvSpPr>
          <p:spPr>
            <a:xfrm>
              <a:off x="5116698" y="35234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4" name="pt32334"/>
            <p:cNvSpPr/>
            <p:nvPr/>
          </p:nvSpPr>
          <p:spPr>
            <a:xfrm>
              <a:off x="5153656" y="3572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5" name="pt32335"/>
            <p:cNvSpPr/>
            <p:nvPr/>
          </p:nvSpPr>
          <p:spPr>
            <a:xfrm>
              <a:off x="5176787" y="34164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6" name="pt32336"/>
            <p:cNvSpPr/>
            <p:nvPr/>
          </p:nvSpPr>
          <p:spPr>
            <a:xfrm>
              <a:off x="5162551" y="3394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7" name="pt32337"/>
            <p:cNvSpPr/>
            <p:nvPr/>
          </p:nvSpPr>
          <p:spPr>
            <a:xfrm>
              <a:off x="5152686" y="36260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8" name="pt32338"/>
            <p:cNvSpPr/>
            <p:nvPr/>
          </p:nvSpPr>
          <p:spPr>
            <a:xfrm>
              <a:off x="5176709" y="3390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39" name="pt32339"/>
            <p:cNvSpPr/>
            <p:nvPr/>
          </p:nvSpPr>
          <p:spPr>
            <a:xfrm>
              <a:off x="5312017" y="412899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40" name="pt32340"/>
            <p:cNvSpPr/>
            <p:nvPr/>
          </p:nvSpPr>
          <p:spPr>
            <a:xfrm>
              <a:off x="5159574" y="34485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1" name="pt32341"/>
            <p:cNvSpPr/>
            <p:nvPr/>
          </p:nvSpPr>
          <p:spPr>
            <a:xfrm>
              <a:off x="5137121" y="35713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2" name="pt32342"/>
            <p:cNvSpPr/>
            <p:nvPr/>
          </p:nvSpPr>
          <p:spPr>
            <a:xfrm>
              <a:off x="5121055" y="3620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3" name="pt32343"/>
            <p:cNvSpPr/>
            <p:nvPr/>
          </p:nvSpPr>
          <p:spPr>
            <a:xfrm>
              <a:off x="5170286" y="36191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4" name="pt32344"/>
            <p:cNvSpPr/>
            <p:nvPr/>
          </p:nvSpPr>
          <p:spPr>
            <a:xfrm>
              <a:off x="5178488" y="33631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5" name="pt32345"/>
            <p:cNvSpPr/>
            <p:nvPr/>
          </p:nvSpPr>
          <p:spPr>
            <a:xfrm>
              <a:off x="5159895" y="36279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6" name="pt32346"/>
            <p:cNvSpPr/>
            <p:nvPr/>
          </p:nvSpPr>
          <p:spPr>
            <a:xfrm>
              <a:off x="5170869" y="3536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7" name="pt32347"/>
            <p:cNvSpPr/>
            <p:nvPr/>
          </p:nvSpPr>
          <p:spPr>
            <a:xfrm>
              <a:off x="5148907" y="3561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8" name="pt32348"/>
            <p:cNvSpPr/>
            <p:nvPr/>
          </p:nvSpPr>
          <p:spPr>
            <a:xfrm>
              <a:off x="5176767" y="35896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49" name="pt32349"/>
            <p:cNvSpPr/>
            <p:nvPr/>
          </p:nvSpPr>
          <p:spPr>
            <a:xfrm>
              <a:off x="5176623" y="35728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0" name="pt32350"/>
            <p:cNvSpPr/>
            <p:nvPr/>
          </p:nvSpPr>
          <p:spPr>
            <a:xfrm>
              <a:off x="5084043" y="36200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1" name="pt32351"/>
            <p:cNvSpPr/>
            <p:nvPr/>
          </p:nvSpPr>
          <p:spPr>
            <a:xfrm>
              <a:off x="5139533" y="35373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2" name="pt32352"/>
            <p:cNvSpPr/>
            <p:nvPr/>
          </p:nvSpPr>
          <p:spPr>
            <a:xfrm>
              <a:off x="5174935" y="3473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3" name="pt32353"/>
            <p:cNvSpPr/>
            <p:nvPr/>
          </p:nvSpPr>
          <p:spPr>
            <a:xfrm>
              <a:off x="5126124" y="3791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4" name="pt32354"/>
            <p:cNvSpPr/>
            <p:nvPr/>
          </p:nvSpPr>
          <p:spPr>
            <a:xfrm>
              <a:off x="5141381" y="35333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5" name="pt32355"/>
            <p:cNvSpPr/>
            <p:nvPr/>
          </p:nvSpPr>
          <p:spPr>
            <a:xfrm>
              <a:off x="5124192" y="37196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6" name="pt32356"/>
            <p:cNvSpPr/>
            <p:nvPr/>
          </p:nvSpPr>
          <p:spPr>
            <a:xfrm>
              <a:off x="5147245" y="3524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7" name="pt32357"/>
            <p:cNvSpPr/>
            <p:nvPr/>
          </p:nvSpPr>
          <p:spPr>
            <a:xfrm>
              <a:off x="5151293" y="33211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8" name="pt32358"/>
            <p:cNvSpPr/>
            <p:nvPr/>
          </p:nvSpPr>
          <p:spPr>
            <a:xfrm>
              <a:off x="5204213" y="35861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59" name="pt32359"/>
            <p:cNvSpPr/>
            <p:nvPr/>
          </p:nvSpPr>
          <p:spPr>
            <a:xfrm>
              <a:off x="5167156" y="35163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0" name="pt32360"/>
            <p:cNvSpPr/>
            <p:nvPr/>
          </p:nvSpPr>
          <p:spPr>
            <a:xfrm>
              <a:off x="5157269" y="3526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1" name="pt32361"/>
            <p:cNvSpPr/>
            <p:nvPr/>
          </p:nvSpPr>
          <p:spPr>
            <a:xfrm>
              <a:off x="5172427" y="3425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2" name="pt32362"/>
            <p:cNvSpPr/>
            <p:nvPr/>
          </p:nvSpPr>
          <p:spPr>
            <a:xfrm>
              <a:off x="5141076" y="3710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3" name="pt32363"/>
            <p:cNvSpPr/>
            <p:nvPr/>
          </p:nvSpPr>
          <p:spPr>
            <a:xfrm>
              <a:off x="5140314" y="35384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4" name="pt32364"/>
            <p:cNvSpPr/>
            <p:nvPr/>
          </p:nvSpPr>
          <p:spPr>
            <a:xfrm>
              <a:off x="5152352" y="40833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5" name="pt32365"/>
            <p:cNvSpPr/>
            <p:nvPr/>
          </p:nvSpPr>
          <p:spPr>
            <a:xfrm>
              <a:off x="5139855" y="3614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6" name="pt32366"/>
            <p:cNvSpPr/>
            <p:nvPr/>
          </p:nvSpPr>
          <p:spPr>
            <a:xfrm>
              <a:off x="5138339" y="35844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7" name="pt32367"/>
            <p:cNvSpPr/>
            <p:nvPr/>
          </p:nvSpPr>
          <p:spPr>
            <a:xfrm>
              <a:off x="5127606" y="35309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8" name="pt32368"/>
            <p:cNvSpPr/>
            <p:nvPr/>
          </p:nvSpPr>
          <p:spPr>
            <a:xfrm>
              <a:off x="5187650" y="3476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69" name="pt32369"/>
            <p:cNvSpPr/>
            <p:nvPr/>
          </p:nvSpPr>
          <p:spPr>
            <a:xfrm>
              <a:off x="5084636" y="3969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0" name="pt32370"/>
            <p:cNvSpPr/>
            <p:nvPr/>
          </p:nvSpPr>
          <p:spPr>
            <a:xfrm>
              <a:off x="5177535" y="3540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1" name="pt32371"/>
            <p:cNvSpPr/>
            <p:nvPr/>
          </p:nvSpPr>
          <p:spPr>
            <a:xfrm>
              <a:off x="5153389" y="35337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2" name="pt32372"/>
            <p:cNvSpPr/>
            <p:nvPr/>
          </p:nvSpPr>
          <p:spPr>
            <a:xfrm>
              <a:off x="5180281" y="3444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3" name="pt32373"/>
            <p:cNvSpPr/>
            <p:nvPr/>
          </p:nvSpPr>
          <p:spPr>
            <a:xfrm>
              <a:off x="5168347" y="35950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4" name="pt32374"/>
            <p:cNvSpPr/>
            <p:nvPr/>
          </p:nvSpPr>
          <p:spPr>
            <a:xfrm>
              <a:off x="5217220" y="35743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5" name="pt32375"/>
            <p:cNvSpPr/>
            <p:nvPr/>
          </p:nvSpPr>
          <p:spPr>
            <a:xfrm>
              <a:off x="5147995" y="34345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6" name="pt32376"/>
            <p:cNvSpPr/>
            <p:nvPr/>
          </p:nvSpPr>
          <p:spPr>
            <a:xfrm>
              <a:off x="5164550" y="3528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7" name="pt32377"/>
            <p:cNvSpPr/>
            <p:nvPr/>
          </p:nvSpPr>
          <p:spPr>
            <a:xfrm>
              <a:off x="5148130" y="3593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8" name="pt32378"/>
            <p:cNvSpPr/>
            <p:nvPr/>
          </p:nvSpPr>
          <p:spPr>
            <a:xfrm>
              <a:off x="5167992" y="3659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79" name="pt32379"/>
            <p:cNvSpPr/>
            <p:nvPr/>
          </p:nvSpPr>
          <p:spPr>
            <a:xfrm>
              <a:off x="5157420" y="3482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0" name="pt32380"/>
            <p:cNvSpPr/>
            <p:nvPr/>
          </p:nvSpPr>
          <p:spPr>
            <a:xfrm>
              <a:off x="5158589" y="3652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1" name="pt32381"/>
            <p:cNvSpPr/>
            <p:nvPr/>
          </p:nvSpPr>
          <p:spPr>
            <a:xfrm>
              <a:off x="5139941" y="39287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2" name="pt32382"/>
            <p:cNvSpPr/>
            <p:nvPr/>
          </p:nvSpPr>
          <p:spPr>
            <a:xfrm>
              <a:off x="5132006" y="36849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3" name="pt32383"/>
            <p:cNvSpPr/>
            <p:nvPr/>
          </p:nvSpPr>
          <p:spPr>
            <a:xfrm>
              <a:off x="5178117" y="34259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4" name="pt32384"/>
            <p:cNvSpPr/>
            <p:nvPr/>
          </p:nvSpPr>
          <p:spPr>
            <a:xfrm>
              <a:off x="5165805" y="35429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5" name="pt32385"/>
            <p:cNvSpPr/>
            <p:nvPr/>
          </p:nvSpPr>
          <p:spPr>
            <a:xfrm>
              <a:off x="5114940" y="37038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6" name="pt32386"/>
            <p:cNvSpPr/>
            <p:nvPr/>
          </p:nvSpPr>
          <p:spPr>
            <a:xfrm>
              <a:off x="5156495" y="3542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7" name="pt32387"/>
            <p:cNvSpPr/>
            <p:nvPr/>
          </p:nvSpPr>
          <p:spPr>
            <a:xfrm>
              <a:off x="5087015" y="38888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8" name="pt32388"/>
            <p:cNvSpPr/>
            <p:nvPr/>
          </p:nvSpPr>
          <p:spPr>
            <a:xfrm>
              <a:off x="5143017" y="35073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89" name="pt32389"/>
            <p:cNvSpPr/>
            <p:nvPr/>
          </p:nvSpPr>
          <p:spPr>
            <a:xfrm>
              <a:off x="5099444" y="5023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0" name="pt32390"/>
            <p:cNvSpPr/>
            <p:nvPr/>
          </p:nvSpPr>
          <p:spPr>
            <a:xfrm>
              <a:off x="5089353" y="38090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1" name="pt32391"/>
            <p:cNvSpPr/>
            <p:nvPr/>
          </p:nvSpPr>
          <p:spPr>
            <a:xfrm>
              <a:off x="5138496" y="3544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2" name="pt32392"/>
            <p:cNvSpPr/>
            <p:nvPr/>
          </p:nvSpPr>
          <p:spPr>
            <a:xfrm>
              <a:off x="5175530" y="34805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3" name="pt32393"/>
            <p:cNvSpPr/>
            <p:nvPr/>
          </p:nvSpPr>
          <p:spPr>
            <a:xfrm>
              <a:off x="5195960" y="35130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4" name="pt32394"/>
            <p:cNvSpPr/>
            <p:nvPr/>
          </p:nvSpPr>
          <p:spPr>
            <a:xfrm>
              <a:off x="5087916" y="34718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5" name="pt32395"/>
            <p:cNvSpPr/>
            <p:nvPr/>
          </p:nvSpPr>
          <p:spPr>
            <a:xfrm>
              <a:off x="5113739" y="3647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6" name="pt32396"/>
            <p:cNvSpPr/>
            <p:nvPr/>
          </p:nvSpPr>
          <p:spPr>
            <a:xfrm>
              <a:off x="5122551" y="3785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7" name="pt32397"/>
            <p:cNvSpPr/>
            <p:nvPr/>
          </p:nvSpPr>
          <p:spPr>
            <a:xfrm>
              <a:off x="5110011" y="36556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8" name="pt32398"/>
            <p:cNvSpPr/>
            <p:nvPr/>
          </p:nvSpPr>
          <p:spPr>
            <a:xfrm>
              <a:off x="5118435" y="3448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399" name="pt32399"/>
            <p:cNvSpPr/>
            <p:nvPr/>
          </p:nvSpPr>
          <p:spPr>
            <a:xfrm>
              <a:off x="5153334" y="35666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0" name="pt32400"/>
            <p:cNvSpPr/>
            <p:nvPr/>
          </p:nvSpPr>
          <p:spPr>
            <a:xfrm>
              <a:off x="5141883" y="35043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1" name="pt32401"/>
            <p:cNvSpPr/>
            <p:nvPr/>
          </p:nvSpPr>
          <p:spPr>
            <a:xfrm>
              <a:off x="5092939" y="3686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2" name="pt32402"/>
            <p:cNvSpPr/>
            <p:nvPr/>
          </p:nvSpPr>
          <p:spPr>
            <a:xfrm>
              <a:off x="5151045" y="3473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3" name="pt32403"/>
            <p:cNvSpPr/>
            <p:nvPr/>
          </p:nvSpPr>
          <p:spPr>
            <a:xfrm>
              <a:off x="5156174" y="35748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4" name="pt32404"/>
            <p:cNvSpPr/>
            <p:nvPr/>
          </p:nvSpPr>
          <p:spPr>
            <a:xfrm>
              <a:off x="5127364" y="3540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5" name="pt32405"/>
            <p:cNvSpPr/>
            <p:nvPr/>
          </p:nvSpPr>
          <p:spPr>
            <a:xfrm>
              <a:off x="5130832" y="3547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6" name="pt32406"/>
            <p:cNvSpPr/>
            <p:nvPr/>
          </p:nvSpPr>
          <p:spPr>
            <a:xfrm>
              <a:off x="5189552" y="35133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7" name="pt32407"/>
            <p:cNvSpPr/>
            <p:nvPr/>
          </p:nvSpPr>
          <p:spPr>
            <a:xfrm>
              <a:off x="3888454" y="3677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8" name="pt32408"/>
            <p:cNvSpPr/>
            <p:nvPr/>
          </p:nvSpPr>
          <p:spPr>
            <a:xfrm>
              <a:off x="5149685" y="3486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09" name="pt32409"/>
            <p:cNvSpPr/>
            <p:nvPr/>
          </p:nvSpPr>
          <p:spPr>
            <a:xfrm>
              <a:off x="5142736" y="3584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0" name="pt32410"/>
            <p:cNvSpPr/>
            <p:nvPr/>
          </p:nvSpPr>
          <p:spPr>
            <a:xfrm>
              <a:off x="5184161" y="3415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1" name="pt32411"/>
            <p:cNvSpPr/>
            <p:nvPr/>
          </p:nvSpPr>
          <p:spPr>
            <a:xfrm>
              <a:off x="5184510" y="32837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2" name="pt32412"/>
            <p:cNvSpPr/>
            <p:nvPr/>
          </p:nvSpPr>
          <p:spPr>
            <a:xfrm>
              <a:off x="4950268" y="41185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3" name="pt32413"/>
            <p:cNvSpPr/>
            <p:nvPr/>
          </p:nvSpPr>
          <p:spPr>
            <a:xfrm>
              <a:off x="5162877" y="34440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4" name="pt32414"/>
            <p:cNvSpPr/>
            <p:nvPr/>
          </p:nvSpPr>
          <p:spPr>
            <a:xfrm>
              <a:off x="5195308" y="35469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5" name="pt32415"/>
            <p:cNvSpPr/>
            <p:nvPr/>
          </p:nvSpPr>
          <p:spPr>
            <a:xfrm>
              <a:off x="5139294" y="35450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6" name="pt32416"/>
            <p:cNvSpPr/>
            <p:nvPr/>
          </p:nvSpPr>
          <p:spPr>
            <a:xfrm>
              <a:off x="5147151" y="35759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7" name="pt32417"/>
            <p:cNvSpPr/>
            <p:nvPr/>
          </p:nvSpPr>
          <p:spPr>
            <a:xfrm>
              <a:off x="5136142" y="36020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8" name="pt32418"/>
            <p:cNvSpPr/>
            <p:nvPr/>
          </p:nvSpPr>
          <p:spPr>
            <a:xfrm>
              <a:off x="5175926" y="36419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19" name="pt32419"/>
            <p:cNvSpPr/>
            <p:nvPr/>
          </p:nvSpPr>
          <p:spPr>
            <a:xfrm>
              <a:off x="5194214" y="33410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0" name="pt32420"/>
            <p:cNvSpPr/>
            <p:nvPr/>
          </p:nvSpPr>
          <p:spPr>
            <a:xfrm>
              <a:off x="5185110" y="36243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1" name="pt32421"/>
            <p:cNvSpPr/>
            <p:nvPr/>
          </p:nvSpPr>
          <p:spPr>
            <a:xfrm>
              <a:off x="5141183" y="35477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2" name="pt32422"/>
            <p:cNvSpPr/>
            <p:nvPr/>
          </p:nvSpPr>
          <p:spPr>
            <a:xfrm>
              <a:off x="5153757" y="3542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3" name="pt32423"/>
            <p:cNvSpPr/>
            <p:nvPr/>
          </p:nvSpPr>
          <p:spPr>
            <a:xfrm>
              <a:off x="5136009" y="36086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4" name="pt32424"/>
            <p:cNvSpPr/>
            <p:nvPr/>
          </p:nvSpPr>
          <p:spPr>
            <a:xfrm>
              <a:off x="5155240" y="3508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5" name="pt32425"/>
            <p:cNvSpPr/>
            <p:nvPr/>
          </p:nvSpPr>
          <p:spPr>
            <a:xfrm>
              <a:off x="5153043" y="3412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6" name="pt32426"/>
            <p:cNvSpPr/>
            <p:nvPr/>
          </p:nvSpPr>
          <p:spPr>
            <a:xfrm>
              <a:off x="5138887" y="38400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7" name="pt32427"/>
            <p:cNvSpPr/>
            <p:nvPr/>
          </p:nvSpPr>
          <p:spPr>
            <a:xfrm>
              <a:off x="5152165" y="35578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8" name="pt32428"/>
            <p:cNvSpPr/>
            <p:nvPr/>
          </p:nvSpPr>
          <p:spPr>
            <a:xfrm>
              <a:off x="5140461" y="3588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29" name="pt32429"/>
            <p:cNvSpPr/>
            <p:nvPr/>
          </p:nvSpPr>
          <p:spPr>
            <a:xfrm>
              <a:off x="5154421" y="3633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0" name="pt32430"/>
            <p:cNvSpPr/>
            <p:nvPr/>
          </p:nvSpPr>
          <p:spPr>
            <a:xfrm>
              <a:off x="5194565" y="3485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1" name="pt32431"/>
            <p:cNvSpPr/>
            <p:nvPr/>
          </p:nvSpPr>
          <p:spPr>
            <a:xfrm>
              <a:off x="5143356" y="3628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2" name="pt32432"/>
            <p:cNvSpPr/>
            <p:nvPr/>
          </p:nvSpPr>
          <p:spPr>
            <a:xfrm>
              <a:off x="5144019" y="35333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3" name="pt32433"/>
            <p:cNvSpPr/>
            <p:nvPr/>
          </p:nvSpPr>
          <p:spPr>
            <a:xfrm>
              <a:off x="5004703" y="37810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4" name="pt32434"/>
            <p:cNvSpPr/>
            <p:nvPr/>
          </p:nvSpPr>
          <p:spPr>
            <a:xfrm>
              <a:off x="5163331" y="3675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5" name="pt32435"/>
            <p:cNvSpPr/>
            <p:nvPr/>
          </p:nvSpPr>
          <p:spPr>
            <a:xfrm>
              <a:off x="5119561" y="3722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6" name="pt32436"/>
            <p:cNvSpPr/>
            <p:nvPr/>
          </p:nvSpPr>
          <p:spPr>
            <a:xfrm>
              <a:off x="5062612" y="40632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7" name="pt32437"/>
            <p:cNvSpPr/>
            <p:nvPr/>
          </p:nvSpPr>
          <p:spPr>
            <a:xfrm>
              <a:off x="5205609" y="35332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8" name="pt32438"/>
            <p:cNvSpPr/>
            <p:nvPr/>
          </p:nvSpPr>
          <p:spPr>
            <a:xfrm>
              <a:off x="5129911" y="3541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39" name="pt32439"/>
            <p:cNvSpPr/>
            <p:nvPr/>
          </p:nvSpPr>
          <p:spPr>
            <a:xfrm>
              <a:off x="5170661" y="35846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0" name="pt32440"/>
            <p:cNvSpPr/>
            <p:nvPr/>
          </p:nvSpPr>
          <p:spPr>
            <a:xfrm>
              <a:off x="5153338" y="34884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1" name="pt32441"/>
            <p:cNvSpPr/>
            <p:nvPr/>
          </p:nvSpPr>
          <p:spPr>
            <a:xfrm>
              <a:off x="5149357" y="3464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2" name="pt32442"/>
            <p:cNvSpPr/>
            <p:nvPr/>
          </p:nvSpPr>
          <p:spPr>
            <a:xfrm>
              <a:off x="5096584" y="35138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3" name="pt32443"/>
            <p:cNvSpPr/>
            <p:nvPr/>
          </p:nvSpPr>
          <p:spPr>
            <a:xfrm>
              <a:off x="5156742" y="34666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4" name="pt32444"/>
            <p:cNvSpPr/>
            <p:nvPr/>
          </p:nvSpPr>
          <p:spPr>
            <a:xfrm>
              <a:off x="4274487" y="3519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5" name="pt32445"/>
            <p:cNvSpPr/>
            <p:nvPr/>
          </p:nvSpPr>
          <p:spPr>
            <a:xfrm>
              <a:off x="5160077" y="34745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6" name="pt32446"/>
            <p:cNvSpPr/>
            <p:nvPr/>
          </p:nvSpPr>
          <p:spPr>
            <a:xfrm>
              <a:off x="5121475" y="36841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7" name="pt32447"/>
            <p:cNvSpPr/>
            <p:nvPr/>
          </p:nvSpPr>
          <p:spPr>
            <a:xfrm>
              <a:off x="5160402" y="3465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8" name="pt32448"/>
            <p:cNvSpPr/>
            <p:nvPr/>
          </p:nvSpPr>
          <p:spPr>
            <a:xfrm>
              <a:off x="5133674" y="38282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49" name="pt32449"/>
            <p:cNvSpPr/>
            <p:nvPr/>
          </p:nvSpPr>
          <p:spPr>
            <a:xfrm>
              <a:off x="5170288" y="36297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0" name="pt32450"/>
            <p:cNvSpPr/>
            <p:nvPr/>
          </p:nvSpPr>
          <p:spPr>
            <a:xfrm>
              <a:off x="5132380" y="36609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1" name="pt32451"/>
            <p:cNvSpPr/>
            <p:nvPr/>
          </p:nvSpPr>
          <p:spPr>
            <a:xfrm>
              <a:off x="5154835" y="3412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2" name="pt32452"/>
            <p:cNvSpPr/>
            <p:nvPr/>
          </p:nvSpPr>
          <p:spPr>
            <a:xfrm>
              <a:off x="5145544" y="34397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3" name="pt32453"/>
            <p:cNvSpPr/>
            <p:nvPr/>
          </p:nvSpPr>
          <p:spPr>
            <a:xfrm>
              <a:off x="5154791" y="37398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4" name="pt32454"/>
            <p:cNvSpPr/>
            <p:nvPr/>
          </p:nvSpPr>
          <p:spPr>
            <a:xfrm>
              <a:off x="5167175" y="3444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5" name="pt32455"/>
            <p:cNvSpPr/>
            <p:nvPr/>
          </p:nvSpPr>
          <p:spPr>
            <a:xfrm>
              <a:off x="5191419" y="32471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6" name="pt32456"/>
            <p:cNvSpPr/>
            <p:nvPr/>
          </p:nvSpPr>
          <p:spPr>
            <a:xfrm>
              <a:off x="5199890" y="3586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7" name="pt32457"/>
            <p:cNvSpPr/>
            <p:nvPr/>
          </p:nvSpPr>
          <p:spPr>
            <a:xfrm>
              <a:off x="5133236" y="33785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8" name="pt32458"/>
            <p:cNvSpPr/>
            <p:nvPr/>
          </p:nvSpPr>
          <p:spPr>
            <a:xfrm>
              <a:off x="5158335" y="35155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59" name="pt32459"/>
            <p:cNvSpPr/>
            <p:nvPr/>
          </p:nvSpPr>
          <p:spPr>
            <a:xfrm>
              <a:off x="5173319" y="35092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0" name="pt32460"/>
            <p:cNvSpPr/>
            <p:nvPr/>
          </p:nvSpPr>
          <p:spPr>
            <a:xfrm>
              <a:off x="5152823" y="33767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1" name="pt32461"/>
            <p:cNvSpPr/>
            <p:nvPr/>
          </p:nvSpPr>
          <p:spPr>
            <a:xfrm>
              <a:off x="5135654" y="36084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2" name="pt32462"/>
            <p:cNvSpPr/>
            <p:nvPr/>
          </p:nvSpPr>
          <p:spPr>
            <a:xfrm>
              <a:off x="5151287" y="35442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3" name="pt32463"/>
            <p:cNvSpPr/>
            <p:nvPr/>
          </p:nvSpPr>
          <p:spPr>
            <a:xfrm>
              <a:off x="5146710" y="3540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4" name="pt32464"/>
            <p:cNvSpPr/>
            <p:nvPr/>
          </p:nvSpPr>
          <p:spPr>
            <a:xfrm>
              <a:off x="5150503" y="37050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5" name="pt32465"/>
            <p:cNvSpPr/>
            <p:nvPr/>
          </p:nvSpPr>
          <p:spPr>
            <a:xfrm>
              <a:off x="5153438" y="36118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6" name="pt32466"/>
            <p:cNvSpPr/>
            <p:nvPr/>
          </p:nvSpPr>
          <p:spPr>
            <a:xfrm>
              <a:off x="5139368" y="35900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7" name="pt32467"/>
            <p:cNvSpPr/>
            <p:nvPr/>
          </p:nvSpPr>
          <p:spPr>
            <a:xfrm>
              <a:off x="5092737" y="35891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8" name="pt32468"/>
            <p:cNvSpPr/>
            <p:nvPr/>
          </p:nvSpPr>
          <p:spPr>
            <a:xfrm>
              <a:off x="5138415" y="35624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69" name="pt32469"/>
            <p:cNvSpPr/>
            <p:nvPr/>
          </p:nvSpPr>
          <p:spPr>
            <a:xfrm>
              <a:off x="5136591" y="36464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0" name="pt32470"/>
            <p:cNvSpPr/>
            <p:nvPr/>
          </p:nvSpPr>
          <p:spPr>
            <a:xfrm>
              <a:off x="5158049" y="34855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1" name="pt32471"/>
            <p:cNvSpPr/>
            <p:nvPr/>
          </p:nvSpPr>
          <p:spPr>
            <a:xfrm>
              <a:off x="5198578" y="33981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2" name="pt32472"/>
            <p:cNvSpPr/>
            <p:nvPr/>
          </p:nvSpPr>
          <p:spPr>
            <a:xfrm>
              <a:off x="5148474" y="3479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3" name="pt32473"/>
            <p:cNvSpPr/>
            <p:nvPr/>
          </p:nvSpPr>
          <p:spPr>
            <a:xfrm>
              <a:off x="5159650" y="34813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4" name="pt32474"/>
            <p:cNvSpPr/>
            <p:nvPr/>
          </p:nvSpPr>
          <p:spPr>
            <a:xfrm>
              <a:off x="5143609" y="3696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5" name="pt32475"/>
            <p:cNvSpPr/>
            <p:nvPr/>
          </p:nvSpPr>
          <p:spPr>
            <a:xfrm>
              <a:off x="5170835" y="34849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6" name="pt32476"/>
            <p:cNvSpPr/>
            <p:nvPr/>
          </p:nvSpPr>
          <p:spPr>
            <a:xfrm>
              <a:off x="5154790" y="38255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7" name="pt32477"/>
            <p:cNvSpPr/>
            <p:nvPr/>
          </p:nvSpPr>
          <p:spPr>
            <a:xfrm>
              <a:off x="5143182" y="34757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8" name="pt32478"/>
            <p:cNvSpPr/>
            <p:nvPr/>
          </p:nvSpPr>
          <p:spPr>
            <a:xfrm>
              <a:off x="5168329" y="3568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79" name="pt32479"/>
            <p:cNvSpPr/>
            <p:nvPr/>
          </p:nvSpPr>
          <p:spPr>
            <a:xfrm>
              <a:off x="5088622" y="3575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0" name="pt32480"/>
            <p:cNvSpPr/>
            <p:nvPr/>
          </p:nvSpPr>
          <p:spPr>
            <a:xfrm>
              <a:off x="5161172" y="3610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1" name="pt32481"/>
            <p:cNvSpPr/>
            <p:nvPr/>
          </p:nvSpPr>
          <p:spPr>
            <a:xfrm>
              <a:off x="5154410" y="3579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2" name="pt32482"/>
            <p:cNvSpPr/>
            <p:nvPr/>
          </p:nvSpPr>
          <p:spPr>
            <a:xfrm>
              <a:off x="5180963" y="35836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3" name="pt32483"/>
            <p:cNvSpPr/>
            <p:nvPr/>
          </p:nvSpPr>
          <p:spPr>
            <a:xfrm>
              <a:off x="5205442" y="33259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4" name="pt32484"/>
            <p:cNvSpPr/>
            <p:nvPr/>
          </p:nvSpPr>
          <p:spPr>
            <a:xfrm>
              <a:off x="5131699" y="36357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5" name="pt32485"/>
            <p:cNvSpPr/>
            <p:nvPr/>
          </p:nvSpPr>
          <p:spPr>
            <a:xfrm>
              <a:off x="5171828" y="35728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6" name="pt32486"/>
            <p:cNvSpPr/>
            <p:nvPr/>
          </p:nvSpPr>
          <p:spPr>
            <a:xfrm>
              <a:off x="5168701" y="34786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7" name="pt32487"/>
            <p:cNvSpPr/>
            <p:nvPr/>
          </p:nvSpPr>
          <p:spPr>
            <a:xfrm>
              <a:off x="5173757" y="34285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8" name="pt32488"/>
            <p:cNvSpPr/>
            <p:nvPr/>
          </p:nvSpPr>
          <p:spPr>
            <a:xfrm>
              <a:off x="5182899" y="35513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89" name="pt32489"/>
            <p:cNvSpPr/>
            <p:nvPr/>
          </p:nvSpPr>
          <p:spPr>
            <a:xfrm>
              <a:off x="5145424" y="3501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0" name="pt32490"/>
            <p:cNvSpPr/>
            <p:nvPr/>
          </p:nvSpPr>
          <p:spPr>
            <a:xfrm>
              <a:off x="5118934" y="3579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1" name="pt32491"/>
            <p:cNvSpPr/>
            <p:nvPr/>
          </p:nvSpPr>
          <p:spPr>
            <a:xfrm>
              <a:off x="5163127" y="3077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2" name="pt32492"/>
            <p:cNvSpPr/>
            <p:nvPr/>
          </p:nvSpPr>
          <p:spPr>
            <a:xfrm>
              <a:off x="5142634" y="35817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3" name="pt32493"/>
            <p:cNvSpPr/>
            <p:nvPr/>
          </p:nvSpPr>
          <p:spPr>
            <a:xfrm>
              <a:off x="5138661" y="35906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4" name="pt32494"/>
            <p:cNvSpPr/>
            <p:nvPr/>
          </p:nvSpPr>
          <p:spPr>
            <a:xfrm>
              <a:off x="5145142" y="3799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5" name="pt32495"/>
            <p:cNvSpPr/>
            <p:nvPr/>
          </p:nvSpPr>
          <p:spPr>
            <a:xfrm>
              <a:off x="5160524" y="34505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6" name="pt32496"/>
            <p:cNvSpPr/>
            <p:nvPr/>
          </p:nvSpPr>
          <p:spPr>
            <a:xfrm>
              <a:off x="5142115" y="3511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7" name="pt32497"/>
            <p:cNvSpPr/>
            <p:nvPr/>
          </p:nvSpPr>
          <p:spPr>
            <a:xfrm>
              <a:off x="5154320" y="3893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8" name="pt32498"/>
            <p:cNvSpPr/>
            <p:nvPr/>
          </p:nvSpPr>
          <p:spPr>
            <a:xfrm>
              <a:off x="5150457" y="3575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499" name="pt32499"/>
            <p:cNvSpPr/>
            <p:nvPr/>
          </p:nvSpPr>
          <p:spPr>
            <a:xfrm>
              <a:off x="5108183" y="3537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0" name="pt32500"/>
            <p:cNvSpPr/>
            <p:nvPr/>
          </p:nvSpPr>
          <p:spPr>
            <a:xfrm>
              <a:off x="5154180" y="35143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1" name="pt32501"/>
            <p:cNvSpPr/>
            <p:nvPr/>
          </p:nvSpPr>
          <p:spPr>
            <a:xfrm>
              <a:off x="5148877" y="34595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2" name="pt32502"/>
            <p:cNvSpPr/>
            <p:nvPr/>
          </p:nvSpPr>
          <p:spPr>
            <a:xfrm>
              <a:off x="5142556" y="3562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3" name="pt32503"/>
            <p:cNvSpPr/>
            <p:nvPr/>
          </p:nvSpPr>
          <p:spPr>
            <a:xfrm>
              <a:off x="5152999" y="3614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4" name="pt32504"/>
            <p:cNvSpPr/>
            <p:nvPr/>
          </p:nvSpPr>
          <p:spPr>
            <a:xfrm>
              <a:off x="5148347" y="34886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5" name="pt32505"/>
            <p:cNvSpPr/>
            <p:nvPr/>
          </p:nvSpPr>
          <p:spPr>
            <a:xfrm>
              <a:off x="5188819" y="34822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6" name="pt32506"/>
            <p:cNvSpPr/>
            <p:nvPr/>
          </p:nvSpPr>
          <p:spPr>
            <a:xfrm>
              <a:off x="5083230" y="39836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7" name="pt32507"/>
            <p:cNvSpPr/>
            <p:nvPr/>
          </p:nvSpPr>
          <p:spPr>
            <a:xfrm>
              <a:off x="5191419" y="3531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8" name="pt32508"/>
            <p:cNvSpPr/>
            <p:nvPr/>
          </p:nvSpPr>
          <p:spPr>
            <a:xfrm>
              <a:off x="5152659" y="3422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09" name="pt32509"/>
            <p:cNvSpPr/>
            <p:nvPr/>
          </p:nvSpPr>
          <p:spPr>
            <a:xfrm>
              <a:off x="5144501" y="4025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0" name="pt32510"/>
            <p:cNvSpPr/>
            <p:nvPr/>
          </p:nvSpPr>
          <p:spPr>
            <a:xfrm>
              <a:off x="5050567" y="35269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1" name="pt32511"/>
            <p:cNvSpPr/>
            <p:nvPr/>
          </p:nvSpPr>
          <p:spPr>
            <a:xfrm>
              <a:off x="5164808" y="3461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2" name="pt32512"/>
            <p:cNvSpPr/>
            <p:nvPr/>
          </p:nvSpPr>
          <p:spPr>
            <a:xfrm>
              <a:off x="5160331" y="3458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3" name="pt32513"/>
            <p:cNvSpPr/>
            <p:nvPr/>
          </p:nvSpPr>
          <p:spPr>
            <a:xfrm>
              <a:off x="5131213" y="36011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4" name="pt32514"/>
            <p:cNvSpPr/>
            <p:nvPr/>
          </p:nvSpPr>
          <p:spPr>
            <a:xfrm>
              <a:off x="5144184" y="35484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5" name="pt32515"/>
            <p:cNvSpPr/>
            <p:nvPr/>
          </p:nvSpPr>
          <p:spPr>
            <a:xfrm>
              <a:off x="5129891" y="3487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6" name="pt32516"/>
            <p:cNvSpPr/>
            <p:nvPr/>
          </p:nvSpPr>
          <p:spPr>
            <a:xfrm>
              <a:off x="5122950" y="3630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7" name="pt32517"/>
            <p:cNvSpPr/>
            <p:nvPr/>
          </p:nvSpPr>
          <p:spPr>
            <a:xfrm>
              <a:off x="5003998" y="390832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18" name="pt32518"/>
            <p:cNvSpPr/>
            <p:nvPr/>
          </p:nvSpPr>
          <p:spPr>
            <a:xfrm>
              <a:off x="5159163" y="3392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19" name="pt32519"/>
            <p:cNvSpPr/>
            <p:nvPr/>
          </p:nvSpPr>
          <p:spPr>
            <a:xfrm>
              <a:off x="5136493" y="35104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0" name="pt32520"/>
            <p:cNvSpPr/>
            <p:nvPr/>
          </p:nvSpPr>
          <p:spPr>
            <a:xfrm>
              <a:off x="5161902" y="3746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1" name="pt32521"/>
            <p:cNvSpPr/>
            <p:nvPr/>
          </p:nvSpPr>
          <p:spPr>
            <a:xfrm>
              <a:off x="5177017" y="35740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2" name="pt32522"/>
            <p:cNvSpPr/>
            <p:nvPr/>
          </p:nvSpPr>
          <p:spPr>
            <a:xfrm>
              <a:off x="4836230" y="509824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23" name="pt32523"/>
            <p:cNvSpPr/>
            <p:nvPr/>
          </p:nvSpPr>
          <p:spPr>
            <a:xfrm>
              <a:off x="5147005" y="3482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4" name="pt32524"/>
            <p:cNvSpPr/>
            <p:nvPr/>
          </p:nvSpPr>
          <p:spPr>
            <a:xfrm>
              <a:off x="5161550" y="3636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5" name="pt32525"/>
            <p:cNvSpPr/>
            <p:nvPr/>
          </p:nvSpPr>
          <p:spPr>
            <a:xfrm>
              <a:off x="5108470" y="3732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6" name="pt32526"/>
            <p:cNvSpPr/>
            <p:nvPr/>
          </p:nvSpPr>
          <p:spPr>
            <a:xfrm>
              <a:off x="5115545" y="35846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7" name="pt32527"/>
            <p:cNvSpPr/>
            <p:nvPr/>
          </p:nvSpPr>
          <p:spPr>
            <a:xfrm>
              <a:off x="5133559" y="34937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8" name="pt32528"/>
            <p:cNvSpPr/>
            <p:nvPr/>
          </p:nvSpPr>
          <p:spPr>
            <a:xfrm>
              <a:off x="5118884" y="3690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29" name="pt32529"/>
            <p:cNvSpPr/>
            <p:nvPr/>
          </p:nvSpPr>
          <p:spPr>
            <a:xfrm>
              <a:off x="5162122" y="35526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0" name="pt32530"/>
            <p:cNvSpPr/>
            <p:nvPr/>
          </p:nvSpPr>
          <p:spPr>
            <a:xfrm>
              <a:off x="5159996" y="35446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1" name="pt32531"/>
            <p:cNvSpPr/>
            <p:nvPr/>
          </p:nvSpPr>
          <p:spPr>
            <a:xfrm>
              <a:off x="5167282" y="34850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2" name="pt32532"/>
            <p:cNvSpPr/>
            <p:nvPr/>
          </p:nvSpPr>
          <p:spPr>
            <a:xfrm>
              <a:off x="5119905" y="34775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3" name="pt32533"/>
            <p:cNvSpPr/>
            <p:nvPr/>
          </p:nvSpPr>
          <p:spPr>
            <a:xfrm>
              <a:off x="5154597" y="35656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4" name="pt32534"/>
            <p:cNvSpPr/>
            <p:nvPr/>
          </p:nvSpPr>
          <p:spPr>
            <a:xfrm>
              <a:off x="5162692" y="3568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5" name="pt32535"/>
            <p:cNvSpPr/>
            <p:nvPr/>
          </p:nvSpPr>
          <p:spPr>
            <a:xfrm>
              <a:off x="5137415" y="37736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6" name="pt32536"/>
            <p:cNvSpPr/>
            <p:nvPr/>
          </p:nvSpPr>
          <p:spPr>
            <a:xfrm>
              <a:off x="5175703" y="3498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7" name="pt32537"/>
            <p:cNvSpPr/>
            <p:nvPr/>
          </p:nvSpPr>
          <p:spPr>
            <a:xfrm>
              <a:off x="5157087" y="3426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8" name="pt32538"/>
            <p:cNvSpPr/>
            <p:nvPr/>
          </p:nvSpPr>
          <p:spPr>
            <a:xfrm>
              <a:off x="5152139" y="34452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39" name="pt32539"/>
            <p:cNvSpPr/>
            <p:nvPr/>
          </p:nvSpPr>
          <p:spPr>
            <a:xfrm>
              <a:off x="5179573" y="35533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0" name="pt32540"/>
            <p:cNvSpPr/>
            <p:nvPr/>
          </p:nvSpPr>
          <p:spPr>
            <a:xfrm>
              <a:off x="5141064" y="35201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1" name="pt32541"/>
            <p:cNvSpPr/>
            <p:nvPr/>
          </p:nvSpPr>
          <p:spPr>
            <a:xfrm>
              <a:off x="5154742" y="3431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2" name="pt32542"/>
            <p:cNvSpPr/>
            <p:nvPr/>
          </p:nvSpPr>
          <p:spPr>
            <a:xfrm>
              <a:off x="5140219" y="3648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3" name="pt32543"/>
            <p:cNvSpPr/>
            <p:nvPr/>
          </p:nvSpPr>
          <p:spPr>
            <a:xfrm>
              <a:off x="5143056" y="35327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4" name="pt32544"/>
            <p:cNvSpPr/>
            <p:nvPr/>
          </p:nvSpPr>
          <p:spPr>
            <a:xfrm>
              <a:off x="5140608" y="33727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5" name="pt32545"/>
            <p:cNvSpPr/>
            <p:nvPr/>
          </p:nvSpPr>
          <p:spPr>
            <a:xfrm>
              <a:off x="5126404" y="37238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6" name="pt32546"/>
            <p:cNvSpPr/>
            <p:nvPr/>
          </p:nvSpPr>
          <p:spPr>
            <a:xfrm>
              <a:off x="5118201" y="3861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7" name="pt32547"/>
            <p:cNvSpPr/>
            <p:nvPr/>
          </p:nvSpPr>
          <p:spPr>
            <a:xfrm>
              <a:off x="5152816" y="35651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8" name="pt32548"/>
            <p:cNvSpPr/>
            <p:nvPr/>
          </p:nvSpPr>
          <p:spPr>
            <a:xfrm>
              <a:off x="5136014" y="34605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49" name="pt32549"/>
            <p:cNvSpPr/>
            <p:nvPr/>
          </p:nvSpPr>
          <p:spPr>
            <a:xfrm>
              <a:off x="5102666" y="37488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0" name="pt32550"/>
            <p:cNvSpPr/>
            <p:nvPr/>
          </p:nvSpPr>
          <p:spPr>
            <a:xfrm>
              <a:off x="5136696" y="3850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1" name="pt32551"/>
            <p:cNvSpPr/>
            <p:nvPr/>
          </p:nvSpPr>
          <p:spPr>
            <a:xfrm>
              <a:off x="5170060" y="3570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2" name="pt32552"/>
            <p:cNvSpPr/>
            <p:nvPr/>
          </p:nvSpPr>
          <p:spPr>
            <a:xfrm>
              <a:off x="5143903" y="34888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3" name="pt32553"/>
            <p:cNvSpPr/>
            <p:nvPr/>
          </p:nvSpPr>
          <p:spPr>
            <a:xfrm>
              <a:off x="5112067" y="36843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4" name="pt32554"/>
            <p:cNvSpPr/>
            <p:nvPr/>
          </p:nvSpPr>
          <p:spPr>
            <a:xfrm>
              <a:off x="5165158" y="34172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5" name="pt32555"/>
            <p:cNvSpPr/>
            <p:nvPr/>
          </p:nvSpPr>
          <p:spPr>
            <a:xfrm>
              <a:off x="5181704" y="34365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6" name="pt32556"/>
            <p:cNvSpPr/>
            <p:nvPr/>
          </p:nvSpPr>
          <p:spPr>
            <a:xfrm>
              <a:off x="5166703" y="3514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7" name="pt32557"/>
            <p:cNvSpPr/>
            <p:nvPr/>
          </p:nvSpPr>
          <p:spPr>
            <a:xfrm>
              <a:off x="5123253" y="39573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8" name="pt32558"/>
            <p:cNvSpPr/>
            <p:nvPr/>
          </p:nvSpPr>
          <p:spPr>
            <a:xfrm>
              <a:off x="5158122" y="3520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59" name="pt32559"/>
            <p:cNvSpPr/>
            <p:nvPr/>
          </p:nvSpPr>
          <p:spPr>
            <a:xfrm>
              <a:off x="5132769" y="3448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0" name="pt32560"/>
            <p:cNvSpPr/>
            <p:nvPr/>
          </p:nvSpPr>
          <p:spPr>
            <a:xfrm>
              <a:off x="5149219" y="35062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1" name="pt32561"/>
            <p:cNvSpPr/>
            <p:nvPr/>
          </p:nvSpPr>
          <p:spPr>
            <a:xfrm>
              <a:off x="5140136" y="35102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2" name="pt32562"/>
            <p:cNvSpPr/>
            <p:nvPr/>
          </p:nvSpPr>
          <p:spPr>
            <a:xfrm>
              <a:off x="5154553" y="35283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3" name="pt32563"/>
            <p:cNvSpPr/>
            <p:nvPr/>
          </p:nvSpPr>
          <p:spPr>
            <a:xfrm>
              <a:off x="5208960" y="3545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4" name="pt32564"/>
            <p:cNvSpPr/>
            <p:nvPr/>
          </p:nvSpPr>
          <p:spPr>
            <a:xfrm>
              <a:off x="5165036" y="34469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5" name="pt32565"/>
            <p:cNvSpPr/>
            <p:nvPr/>
          </p:nvSpPr>
          <p:spPr>
            <a:xfrm>
              <a:off x="4965997" y="389049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66" name="pt32566"/>
            <p:cNvSpPr/>
            <p:nvPr/>
          </p:nvSpPr>
          <p:spPr>
            <a:xfrm>
              <a:off x="5165883" y="3468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7" name="pt32567"/>
            <p:cNvSpPr/>
            <p:nvPr/>
          </p:nvSpPr>
          <p:spPr>
            <a:xfrm>
              <a:off x="5164220" y="34603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8" name="pt32568"/>
            <p:cNvSpPr/>
            <p:nvPr/>
          </p:nvSpPr>
          <p:spPr>
            <a:xfrm>
              <a:off x="5142763" y="35073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69" name="pt32569"/>
            <p:cNvSpPr/>
            <p:nvPr/>
          </p:nvSpPr>
          <p:spPr>
            <a:xfrm>
              <a:off x="5164851" y="3472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0" name="pt32570"/>
            <p:cNvSpPr/>
            <p:nvPr/>
          </p:nvSpPr>
          <p:spPr>
            <a:xfrm>
              <a:off x="5124447" y="39510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1" name="pt32571"/>
            <p:cNvSpPr/>
            <p:nvPr/>
          </p:nvSpPr>
          <p:spPr>
            <a:xfrm>
              <a:off x="5353061" y="324867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72" name="pt32572"/>
            <p:cNvSpPr/>
            <p:nvPr/>
          </p:nvSpPr>
          <p:spPr>
            <a:xfrm>
              <a:off x="5179572" y="3629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3" name="pt32573"/>
            <p:cNvSpPr/>
            <p:nvPr/>
          </p:nvSpPr>
          <p:spPr>
            <a:xfrm>
              <a:off x="5181575" y="35116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4" name="pt32574"/>
            <p:cNvSpPr/>
            <p:nvPr/>
          </p:nvSpPr>
          <p:spPr>
            <a:xfrm>
              <a:off x="5108549" y="37632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5" name="pt32575"/>
            <p:cNvSpPr/>
            <p:nvPr/>
          </p:nvSpPr>
          <p:spPr>
            <a:xfrm>
              <a:off x="5144256" y="3701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6" name="pt32576"/>
            <p:cNvSpPr/>
            <p:nvPr/>
          </p:nvSpPr>
          <p:spPr>
            <a:xfrm>
              <a:off x="5163688" y="3654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7" name="pt32577"/>
            <p:cNvSpPr/>
            <p:nvPr/>
          </p:nvSpPr>
          <p:spPr>
            <a:xfrm>
              <a:off x="5150414" y="31259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8" name="pt32578"/>
            <p:cNvSpPr/>
            <p:nvPr/>
          </p:nvSpPr>
          <p:spPr>
            <a:xfrm>
              <a:off x="5130151" y="38892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79" name="pt32579"/>
            <p:cNvSpPr/>
            <p:nvPr/>
          </p:nvSpPr>
          <p:spPr>
            <a:xfrm>
              <a:off x="5152070" y="3497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0" name="pt32580"/>
            <p:cNvSpPr/>
            <p:nvPr/>
          </p:nvSpPr>
          <p:spPr>
            <a:xfrm>
              <a:off x="5162370" y="34251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1" name="pt32581"/>
            <p:cNvSpPr/>
            <p:nvPr/>
          </p:nvSpPr>
          <p:spPr>
            <a:xfrm>
              <a:off x="5183701" y="33911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2" name="pt32582"/>
            <p:cNvSpPr/>
            <p:nvPr/>
          </p:nvSpPr>
          <p:spPr>
            <a:xfrm>
              <a:off x="5195854" y="3461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3" name="pt32583"/>
            <p:cNvSpPr/>
            <p:nvPr/>
          </p:nvSpPr>
          <p:spPr>
            <a:xfrm>
              <a:off x="5095404" y="38618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4" name="pt32584"/>
            <p:cNvSpPr/>
            <p:nvPr/>
          </p:nvSpPr>
          <p:spPr>
            <a:xfrm>
              <a:off x="5124220" y="35517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5" name="pt32585"/>
            <p:cNvSpPr/>
            <p:nvPr/>
          </p:nvSpPr>
          <p:spPr>
            <a:xfrm>
              <a:off x="5146860" y="34615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6" name="pt32586"/>
            <p:cNvSpPr/>
            <p:nvPr/>
          </p:nvSpPr>
          <p:spPr>
            <a:xfrm>
              <a:off x="5124479" y="3733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7" name="pt32587"/>
            <p:cNvSpPr/>
            <p:nvPr/>
          </p:nvSpPr>
          <p:spPr>
            <a:xfrm>
              <a:off x="5174189" y="3454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8" name="pt32588"/>
            <p:cNvSpPr/>
            <p:nvPr/>
          </p:nvSpPr>
          <p:spPr>
            <a:xfrm>
              <a:off x="5131056" y="34769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89" name="pt32589"/>
            <p:cNvSpPr/>
            <p:nvPr/>
          </p:nvSpPr>
          <p:spPr>
            <a:xfrm>
              <a:off x="5160337" y="36408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0" name="pt32590"/>
            <p:cNvSpPr/>
            <p:nvPr/>
          </p:nvSpPr>
          <p:spPr>
            <a:xfrm>
              <a:off x="5145559" y="35312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1" name="pt32591"/>
            <p:cNvSpPr/>
            <p:nvPr/>
          </p:nvSpPr>
          <p:spPr>
            <a:xfrm>
              <a:off x="5147735" y="3849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2" name="pt32592"/>
            <p:cNvSpPr/>
            <p:nvPr/>
          </p:nvSpPr>
          <p:spPr>
            <a:xfrm>
              <a:off x="5160699" y="34699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3" name="pt32593"/>
            <p:cNvSpPr/>
            <p:nvPr/>
          </p:nvSpPr>
          <p:spPr>
            <a:xfrm>
              <a:off x="5201864" y="34195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4" name="pt32594"/>
            <p:cNvSpPr/>
            <p:nvPr/>
          </p:nvSpPr>
          <p:spPr>
            <a:xfrm>
              <a:off x="5135213" y="33670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5" name="pt32595"/>
            <p:cNvSpPr/>
            <p:nvPr/>
          </p:nvSpPr>
          <p:spPr>
            <a:xfrm>
              <a:off x="5227661" y="340479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96" name="pt32596"/>
            <p:cNvSpPr/>
            <p:nvPr/>
          </p:nvSpPr>
          <p:spPr>
            <a:xfrm>
              <a:off x="5165870" y="3535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7" name="pt32597"/>
            <p:cNvSpPr/>
            <p:nvPr/>
          </p:nvSpPr>
          <p:spPr>
            <a:xfrm>
              <a:off x="5154758" y="34672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8" name="pt32598"/>
            <p:cNvSpPr/>
            <p:nvPr/>
          </p:nvSpPr>
          <p:spPr>
            <a:xfrm>
              <a:off x="5152298" y="3586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599" name="pt32599"/>
            <p:cNvSpPr/>
            <p:nvPr/>
          </p:nvSpPr>
          <p:spPr>
            <a:xfrm>
              <a:off x="5148932" y="35812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0" name="pt32600"/>
            <p:cNvSpPr/>
            <p:nvPr/>
          </p:nvSpPr>
          <p:spPr>
            <a:xfrm>
              <a:off x="5124095" y="38315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1" name="pt32601"/>
            <p:cNvSpPr/>
            <p:nvPr/>
          </p:nvSpPr>
          <p:spPr>
            <a:xfrm>
              <a:off x="5129881" y="35475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2" name="pt32602"/>
            <p:cNvSpPr/>
            <p:nvPr/>
          </p:nvSpPr>
          <p:spPr>
            <a:xfrm>
              <a:off x="5157847" y="3545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3" name="pt32603"/>
            <p:cNvSpPr/>
            <p:nvPr/>
          </p:nvSpPr>
          <p:spPr>
            <a:xfrm>
              <a:off x="5155413" y="36062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4" name="pt32604"/>
            <p:cNvSpPr/>
            <p:nvPr/>
          </p:nvSpPr>
          <p:spPr>
            <a:xfrm>
              <a:off x="5142828" y="36001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5" name="pt32605"/>
            <p:cNvSpPr/>
            <p:nvPr/>
          </p:nvSpPr>
          <p:spPr>
            <a:xfrm>
              <a:off x="5138442" y="34924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6" name="pt32606"/>
            <p:cNvSpPr/>
            <p:nvPr/>
          </p:nvSpPr>
          <p:spPr>
            <a:xfrm>
              <a:off x="5162309" y="3557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7" name="pt32607"/>
            <p:cNvSpPr/>
            <p:nvPr/>
          </p:nvSpPr>
          <p:spPr>
            <a:xfrm>
              <a:off x="5140271" y="36501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8" name="pt32608"/>
            <p:cNvSpPr/>
            <p:nvPr/>
          </p:nvSpPr>
          <p:spPr>
            <a:xfrm>
              <a:off x="5112293" y="36595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09" name="pt32609"/>
            <p:cNvSpPr/>
            <p:nvPr/>
          </p:nvSpPr>
          <p:spPr>
            <a:xfrm>
              <a:off x="5149421" y="3471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0" name="pt32610"/>
            <p:cNvSpPr/>
            <p:nvPr/>
          </p:nvSpPr>
          <p:spPr>
            <a:xfrm>
              <a:off x="5146302" y="35328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1" name="pt32611"/>
            <p:cNvSpPr/>
            <p:nvPr/>
          </p:nvSpPr>
          <p:spPr>
            <a:xfrm>
              <a:off x="5157566" y="34723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2" name="pt32612"/>
            <p:cNvSpPr/>
            <p:nvPr/>
          </p:nvSpPr>
          <p:spPr>
            <a:xfrm>
              <a:off x="5174697" y="3564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3" name="pt32613"/>
            <p:cNvSpPr/>
            <p:nvPr/>
          </p:nvSpPr>
          <p:spPr>
            <a:xfrm>
              <a:off x="5109430" y="35503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4" name="pt32614"/>
            <p:cNvSpPr/>
            <p:nvPr/>
          </p:nvSpPr>
          <p:spPr>
            <a:xfrm>
              <a:off x="5111109" y="35163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5" name="pt32615"/>
            <p:cNvSpPr/>
            <p:nvPr/>
          </p:nvSpPr>
          <p:spPr>
            <a:xfrm>
              <a:off x="5153767" y="36274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6" name="pt32616"/>
            <p:cNvSpPr/>
            <p:nvPr/>
          </p:nvSpPr>
          <p:spPr>
            <a:xfrm>
              <a:off x="5129119" y="3596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7" name="pt32617"/>
            <p:cNvSpPr/>
            <p:nvPr/>
          </p:nvSpPr>
          <p:spPr>
            <a:xfrm>
              <a:off x="5113373" y="38643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8" name="pt32618"/>
            <p:cNvSpPr/>
            <p:nvPr/>
          </p:nvSpPr>
          <p:spPr>
            <a:xfrm>
              <a:off x="5135484" y="34965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19" name="pt32619"/>
            <p:cNvSpPr/>
            <p:nvPr/>
          </p:nvSpPr>
          <p:spPr>
            <a:xfrm>
              <a:off x="5123729" y="37239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0" name="pt32620"/>
            <p:cNvSpPr/>
            <p:nvPr/>
          </p:nvSpPr>
          <p:spPr>
            <a:xfrm>
              <a:off x="5156648" y="35068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1" name="pt32621"/>
            <p:cNvSpPr/>
            <p:nvPr/>
          </p:nvSpPr>
          <p:spPr>
            <a:xfrm>
              <a:off x="5152344" y="34848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2" name="pt32622"/>
            <p:cNvSpPr/>
            <p:nvPr/>
          </p:nvSpPr>
          <p:spPr>
            <a:xfrm>
              <a:off x="5129627" y="36904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3" name="pt32623"/>
            <p:cNvSpPr/>
            <p:nvPr/>
          </p:nvSpPr>
          <p:spPr>
            <a:xfrm>
              <a:off x="5149858" y="3508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4" name="pt32624"/>
            <p:cNvSpPr/>
            <p:nvPr/>
          </p:nvSpPr>
          <p:spPr>
            <a:xfrm>
              <a:off x="5154849" y="3447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5" name="pt32625"/>
            <p:cNvSpPr/>
            <p:nvPr/>
          </p:nvSpPr>
          <p:spPr>
            <a:xfrm>
              <a:off x="5165059" y="34533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6" name="pt32626"/>
            <p:cNvSpPr/>
            <p:nvPr/>
          </p:nvSpPr>
          <p:spPr>
            <a:xfrm>
              <a:off x="5125845" y="34578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7" name="pt32627"/>
            <p:cNvSpPr/>
            <p:nvPr/>
          </p:nvSpPr>
          <p:spPr>
            <a:xfrm>
              <a:off x="5135287" y="36296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8" name="pt32628"/>
            <p:cNvSpPr/>
            <p:nvPr/>
          </p:nvSpPr>
          <p:spPr>
            <a:xfrm>
              <a:off x="5184026" y="35411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29" name="pt32629"/>
            <p:cNvSpPr/>
            <p:nvPr/>
          </p:nvSpPr>
          <p:spPr>
            <a:xfrm>
              <a:off x="5167841" y="36596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0" name="pt32630"/>
            <p:cNvSpPr/>
            <p:nvPr/>
          </p:nvSpPr>
          <p:spPr>
            <a:xfrm>
              <a:off x="5161203" y="36619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1" name="pt32631"/>
            <p:cNvSpPr/>
            <p:nvPr/>
          </p:nvSpPr>
          <p:spPr>
            <a:xfrm>
              <a:off x="5153531" y="3435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2" name="pt32632"/>
            <p:cNvSpPr/>
            <p:nvPr/>
          </p:nvSpPr>
          <p:spPr>
            <a:xfrm>
              <a:off x="5137774" y="33897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3" name="pt32633"/>
            <p:cNvSpPr/>
            <p:nvPr/>
          </p:nvSpPr>
          <p:spPr>
            <a:xfrm>
              <a:off x="5125725" y="35204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4" name="pt32634"/>
            <p:cNvSpPr/>
            <p:nvPr/>
          </p:nvSpPr>
          <p:spPr>
            <a:xfrm>
              <a:off x="5154756" y="35228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5" name="pt32635"/>
            <p:cNvSpPr/>
            <p:nvPr/>
          </p:nvSpPr>
          <p:spPr>
            <a:xfrm>
              <a:off x="5146374" y="3570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6" name="pt32636"/>
            <p:cNvSpPr/>
            <p:nvPr/>
          </p:nvSpPr>
          <p:spPr>
            <a:xfrm>
              <a:off x="5135495" y="35116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7" name="pt32637"/>
            <p:cNvSpPr/>
            <p:nvPr/>
          </p:nvSpPr>
          <p:spPr>
            <a:xfrm>
              <a:off x="5155928" y="35611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8" name="pt32638"/>
            <p:cNvSpPr/>
            <p:nvPr/>
          </p:nvSpPr>
          <p:spPr>
            <a:xfrm>
              <a:off x="5156362" y="3550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39" name="pt32639"/>
            <p:cNvSpPr/>
            <p:nvPr/>
          </p:nvSpPr>
          <p:spPr>
            <a:xfrm>
              <a:off x="5130765" y="36167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0" name="pt32640"/>
            <p:cNvSpPr/>
            <p:nvPr/>
          </p:nvSpPr>
          <p:spPr>
            <a:xfrm>
              <a:off x="5138146" y="34864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1" name="pt32641"/>
            <p:cNvSpPr/>
            <p:nvPr/>
          </p:nvSpPr>
          <p:spPr>
            <a:xfrm>
              <a:off x="5159919" y="34918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2" name="pt32642"/>
            <p:cNvSpPr/>
            <p:nvPr/>
          </p:nvSpPr>
          <p:spPr>
            <a:xfrm>
              <a:off x="5145155" y="36477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3" name="pt32643"/>
            <p:cNvSpPr/>
            <p:nvPr/>
          </p:nvSpPr>
          <p:spPr>
            <a:xfrm>
              <a:off x="5163559" y="3553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4" name="pt32644"/>
            <p:cNvSpPr/>
            <p:nvPr/>
          </p:nvSpPr>
          <p:spPr>
            <a:xfrm>
              <a:off x="5120996" y="3588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5" name="pt32645"/>
            <p:cNvSpPr/>
            <p:nvPr/>
          </p:nvSpPr>
          <p:spPr>
            <a:xfrm>
              <a:off x="5154707" y="3501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6" name="pt32646"/>
            <p:cNvSpPr/>
            <p:nvPr/>
          </p:nvSpPr>
          <p:spPr>
            <a:xfrm>
              <a:off x="5148617" y="35754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7" name="pt32647"/>
            <p:cNvSpPr/>
            <p:nvPr/>
          </p:nvSpPr>
          <p:spPr>
            <a:xfrm>
              <a:off x="5147914" y="35401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8" name="pt32648"/>
            <p:cNvSpPr/>
            <p:nvPr/>
          </p:nvSpPr>
          <p:spPr>
            <a:xfrm>
              <a:off x="5176681" y="3804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49" name="pt32649"/>
            <p:cNvSpPr/>
            <p:nvPr/>
          </p:nvSpPr>
          <p:spPr>
            <a:xfrm>
              <a:off x="5125343" y="35159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0" name="pt32650"/>
            <p:cNvSpPr/>
            <p:nvPr/>
          </p:nvSpPr>
          <p:spPr>
            <a:xfrm>
              <a:off x="5170933" y="34451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1" name="pt32651"/>
            <p:cNvSpPr/>
            <p:nvPr/>
          </p:nvSpPr>
          <p:spPr>
            <a:xfrm>
              <a:off x="5193287" y="34147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2" name="pt32652"/>
            <p:cNvSpPr/>
            <p:nvPr/>
          </p:nvSpPr>
          <p:spPr>
            <a:xfrm>
              <a:off x="5157350" y="33004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3" name="pt32653"/>
            <p:cNvSpPr/>
            <p:nvPr/>
          </p:nvSpPr>
          <p:spPr>
            <a:xfrm>
              <a:off x="5165636" y="35017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4" name="pt32654"/>
            <p:cNvSpPr/>
            <p:nvPr/>
          </p:nvSpPr>
          <p:spPr>
            <a:xfrm>
              <a:off x="5155209" y="35720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5" name="pt32655"/>
            <p:cNvSpPr/>
            <p:nvPr/>
          </p:nvSpPr>
          <p:spPr>
            <a:xfrm>
              <a:off x="5031270" y="3752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6" name="pt32656"/>
            <p:cNvSpPr/>
            <p:nvPr/>
          </p:nvSpPr>
          <p:spPr>
            <a:xfrm>
              <a:off x="4983320" y="3789187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57" name="pt32657"/>
            <p:cNvSpPr/>
            <p:nvPr/>
          </p:nvSpPr>
          <p:spPr>
            <a:xfrm>
              <a:off x="5148126" y="37997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8" name="pt32658"/>
            <p:cNvSpPr/>
            <p:nvPr/>
          </p:nvSpPr>
          <p:spPr>
            <a:xfrm>
              <a:off x="5092725" y="37868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59" name="pt32659"/>
            <p:cNvSpPr/>
            <p:nvPr/>
          </p:nvSpPr>
          <p:spPr>
            <a:xfrm>
              <a:off x="5127835" y="35539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0" name="pt32660"/>
            <p:cNvSpPr/>
            <p:nvPr/>
          </p:nvSpPr>
          <p:spPr>
            <a:xfrm>
              <a:off x="5134292" y="35574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1" name="pt32661"/>
            <p:cNvSpPr/>
            <p:nvPr/>
          </p:nvSpPr>
          <p:spPr>
            <a:xfrm>
              <a:off x="5062659" y="3543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2" name="pt32662"/>
            <p:cNvSpPr/>
            <p:nvPr/>
          </p:nvSpPr>
          <p:spPr>
            <a:xfrm>
              <a:off x="5173265" y="3463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3" name="pt32663"/>
            <p:cNvSpPr/>
            <p:nvPr/>
          </p:nvSpPr>
          <p:spPr>
            <a:xfrm>
              <a:off x="5167512" y="34929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4" name="pt32664"/>
            <p:cNvSpPr/>
            <p:nvPr/>
          </p:nvSpPr>
          <p:spPr>
            <a:xfrm>
              <a:off x="5154569" y="34937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5" name="pt32665"/>
            <p:cNvSpPr/>
            <p:nvPr/>
          </p:nvSpPr>
          <p:spPr>
            <a:xfrm>
              <a:off x="5160792" y="3553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6" name="pt32666"/>
            <p:cNvSpPr/>
            <p:nvPr/>
          </p:nvSpPr>
          <p:spPr>
            <a:xfrm>
              <a:off x="5126807" y="3666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7" name="pt32667"/>
            <p:cNvSpPr/>
            <p:nvPr/>
          </p:nvSpPr>
          <p:spPr>
            <a:xfrm>
              <a:off x="5165980" y="36338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8" name="pt32668"/>
            <p:cNvSpPr/>
            <p:nvPr/>
          </p:nvSpPr>
          <p:spPr>
            <a:xfrm>
              <a:off x="5159906" y="34701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69" name="pt32669"/>
            <p:cNvSpPr/>
            <p:nvPr/>
          </p:nvSpPr>
          <p:spPr>
            <a:xfrm>
              <a:off x="5162386" y="3397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0" name="pt32670"/>
            <p:cNvSpPr/>
            <p:nvPr/>
          </p:nvSpPr>
          <p:spPr>
            <a:xfrm>
              <a:off x="5129318" y="33014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1" name="pt32671"/>
            <p:cNvSpPr/>
            <p:nvPr/>
          </p:nvSpPr>
          <p:spPr>
            <a:xfrm>
              <a:off x="5172765" y="3447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2" name="pt32672"/>
            <p:cNvSpPr/>
            <p:nvPr/>
          </p:nvSpPr>
          <p:spPr>
            <a:xfrm>
              <a:off x="5160335" y="34247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3" name="pt32673"/>
            <p:cNvSpPr/>
            <p:nvPr/>
          </p:nvSpPr>
          <p:spPr>
            <a:xfrm>
              <a:off x="5168523" y="3434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4" name="pt32674"/>
            <p:cNvSpPr/>
            <p:nvPr/>
          </p:nvSpPr>
          <p:spPr>
            <a:xfrm>
              <a:off x="5112624" y="3530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5" name="pt32675"/>
            <p:cNvSpPr/>
            <p:nvPr/>
          </p:nvSpPr>
          <p:spPr>
            <a:xfrm>
              <a:off x="5134733" y="3490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6" name="pt32676"/>
            <p:cNvSpPr/>
            <p:nvPr/>
          </p:nvSpPr>
          <p:spPr>
            <a:xfrm>
              <a:off x="5139072" y="3509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7" name="pt32677"/>
            <p:cNvSpPr/>
            <p:nvPr/>
          </p:nvSpPr>
          <p:spPr>
            <a:xfrm>
              <a:off x="5123824" y="36810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8" name="pt32678"/>
            <p:cNvSpPr/>
            <p:nvPr/>
          </p:nvSpPr>
          <p:spPr>
            <a:xfrm>
              <a:off x="5153965" y="35418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79" name="pt32679"/>
            <p:cNvSpPr/>
            <p:nvPr/>
          </p:nvSpPr>
          <p:spPr>
            <a:xfrm>
              <a:off x="5153160" y="34654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0" name="pt32680"/>
            <p:cNvSpPr/>
            <p:nvPr/>
          </p:nvSpPr>
          <p:spPr>
            <a:xfrm>
              <a:off x="5142904" y="43231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1" name="pt32681"/>
            <p:cNvSpPr/>
            <p:nvPr/>
          </p:nvSpPr>
          <p:spPr>
            <a:xfrm>
              <a:off x="5177994" y="35144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2" name="pt32682"/>
            <p:cNvSpPr/>
            <p:nvPr/>
          </p:nvSpPr>
          <p:spPr>
            <a:xfrm>
              <a:off x="5114469" y="35534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3" name="pt32683"/>
            <p:cNvSpPr/>
            <p:nvPr/>
          </p:nvSpPr>
          <p:spPr>
            <a:xfrm>
              <a:off x="5136823" y="3697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4" name="pt32684"/>
            <p:cNvSpPr/>
            <p:nvPr/>
          </p:nvSpPr>
          <p:spPr>
            <a:xfrm>
              <a:off x="5139547" y="3522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5" name="pt32685"/>
            <p:cNvSpPr/>
            <p:nvPr/>
          </p:nvSpPr>
          <p:spPr>
            <a:xfrm>
              <a:off x="5182457" y="31684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6" name="pt32686"/>
            <p:cNvSpPr/>
            <p:nvPr/>
          </p:nvSpPr>
          <p:spPr>
            <a:xfrm>
              <a:off x="5116553" y="38984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7" name="pt32687"/>
            <p:cNvSpPr/>
            <p:nvPr/>
          </p:nvSpPr>
          <p:spPr>
            <a:xfrm>
              <a:off x="5145392" y="3571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8" name="pt32688"/>
            <p:cNvSpPr/>
            <p:nvPr/>
          </p:nvSpPr>
          <p:spPr>
            <a:xfrm>
              <a:off x="5165736" y="36127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89" name="pt32689"/>
            <p:cNvSpPr/>
            <p:nvPr/>
          </p:nvSpPr>
          <p:spPr>
            <a:xfrm>
              <a:off x="5143534" y="35604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0" name="pt32690"/>
            <p:cNvSpPr/>
            <p:nvPr/>
          </p:nvSpPr>
          <p:spPr>
            <a:xfrm>
              <a:off x="5180972" y="34134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1" name="pt32691"/>
            <p:cNvSpPr/>
            <p:nvPr/>
          </p:nvSpPr>
          <p:spPr>
            <a:xfrm>
              <a:off x="5160381" y="35497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2" name="pt32692"/>
            <p:cNvSpPr/>
            <p:nvPr/>
          </p:nvSpPr>
          <p:spPr>
            <a:xfrm>
              <a:off x="5166298" y="35138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3" name="pt32693"/>
            <p:cNvSpPr/>
            <p:nvPr/>
          </p:nvSpPr>
          <p:spPr>
            <a:xfrm>
              <a:off x="5163299" y="34969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4" name="pt32694"/>
            <p:cNvSpPr/>
            <p:nvPr/>
          </p:nvSpPr>
          <p:spPr>
            <a:xfrm>
              <a:off x="5152058" y="3509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5" name="pt32695"/>
            <p:cNvSpPr/>
            <p:nvPr/>
          </p:nvSpPr>
          <p:spPr>
            <a:xfrm>
              <a:off x="5149217" y="3615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6" name="pt32696"/>
            <p:cNvSpPr/>
            <p:nvPr/>
          </p:nvSpPr>
          <p:spPr>
            <a:xfrm>
              <a:off x="5174455" y="3475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7" name="pt32697"/>
            <p:cNvSpPr/>
            <p:nvPr/>
          </p:nvSpPr>
          <p:spPr>
            <a:xfrm>
              <a:off x="5157548" y="34998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8" name="pt32698"/>
            <p:cNvSpPr/>
            <p:nvPr/>
          </p:nvSpPr>
          <p:spPr>
            <a:xfrm>
              <a:off x="5099230" y="3527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699" name="pt32699"/>
            <p:cNvSpPr/>
            <p:nvPr/>
          </p:nvSpPr>
          <p:spPr>
            <a:xfrm>
              <a:off x="5177632" y="35382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0" name="pt32700"/>
            <p:cNvSpPr/>
            <p:nvPr/>
          </p:nvSpPr>
          <p:spPr>
            <a:xfrm>
              <a:off x="5150227" y="37668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1" name="pt32701"/>
            <p:cNvSpPr/>
            <p:nvPr/>
          </p:nvSpPr>
          <p:spPr>
            <a:xfrm>
              <a:off x="5124863" y="34916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2" name="pt32702"/>
            <p:cNvSpPr/>
            <p:nvPr/>
          </p:nvSpPr>
          <p:spPr>
            <a:xfrm>
              <a:off x="5153734" y="34765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3" name="pt32703"/>
            <p:cNvSpPr/>
            <p:nvPr/>
          </p:nvSpPr>
          <p:spPr>
            <a:xfrm>
              <a:off x="5156228" y="35687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4" name="pt32704"/>
            <p:cNvSpPr/>
            <p:nvPr/>
          </p:nvSpPr>
          <p:spPr>
            <a:xfrm>
              <a:off x="5148201" y="3467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5" name="pt32705"/>
            <p:cNvSpPr/>
            <p:nvPr/>
          </p:nvSpPr>
          <p:spPr>
            <a:xfrm>
              <a:off x="5148782" y="34771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6" name="pt32706"/>
            <p:cNvSpPr/>
            <p:nvPr/>
          </p:nvSpPr>
          <p:spPr>
            <a:xfrm>
              <a:off x="5107181" y="36677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7" name="pt32707"/>
            <p:cNvSpPr/>
            <p:nvPr/>
          </p:nvSpPr>
          <p:spPr>
            <a:xfrm>
              <a:off x="5142150" y="36142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8" name="pt32708"/>
            <p:cNvSpPr/>
            <p:nvPr/>
          </p:nvSpPr>
          <p:spPr>
            <a:xfrm>
              <a:off x="5127673" y="3754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09" name="pt32709"/>
            <p:cNvSpPr/>
            <p:nvPr/>
          </p:nvSpPr>
          <p:spPr>
            <a:xfrm>
              <a:off x="5151037" y="3478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0" name="pt32710"/>
            <p:cNvSpPr/>
            <p:nvPr/>
          </p:nvSpPr>
          <p:spPr>
            <a:xfrm>
              <a:off x="5190575" y="3644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1" name="pt32711"/>
            <p:cNvSpPr/>
            <p:nvPr/>
          </p:nvSpPr>
          <p:spPr>
            <a:xfrm>
              <a:off x="5150440" y="34505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2" name="pt32712"/>
            <p:cNvSpPr/>
            <p:nvPr/>
          </p:nvSpPr>
          <p:spPr>
            <a:xfrm>
              <a:off x="5140017" y="33687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3" name="pt32713"/>
            <p:cNvSpPr/>
            <p:nvPr/>
          </p:nvSpPr>
          <p:spPr>
            <a:xfrm>
              <a:off x="5155574" y="3512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4" name="pt32714"/>
            <p:cNvSpPr/>
            <p:nvPr/>
          </p:nvSpPr>
          <p:spPr>
            <a:xfrm>
              <a:off x="5090020" y="38727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5" name="pt32715"/>
            <p:cNvSpPr/>
            <p:nvPr/>
          </p:nvSpPr>
          <p:spPr>
            <a:xfrm>
              <a:off x="5162384" y="3451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6" name="pt32716"/>
            <p:cNvSpPr/>
            <p:nvPr/>
          </p:nvSpPr>
          <p:spPr>
            <a:xfrm>
              <a:off x="5144772" y="36451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7" name="pt32717"/>
            <p:cNvSpPr/>
            <p:nvPr/>
          </p:nvSpPr>
          <p:spPr>
            <a:xfrm>
              <a:off x="5152857" y="34702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8" name="pt32718"/>
            <p:cNvSpPr/>
            <p:nvPr/>
          </p:nvSpPr>
          <p:spPr>
            <a:xfrm>
              <a:off x="5124691" y="35317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19" name="pt32719"/>
            <p:cNvSpPr/>
            <p:nvPr/>
          </p:nvSpPr>
          <p:spPr>
            <a:xfrm>
              <a:off x="5158175" y="3569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0" name="pt32720"/>
            <p:cNvSpPr/>
            <p:nvPr/>
          </p:nvSpPr>
          <p:spPr>
            <a:xfrm>
              <a:off x="5188441" y="3465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1" name="pt32721"/>
            <p:cNvSpPr/>
            <p:nvPr/>
          </p:nvSpPr>
          <p:spPr>
            <a:xfrm>
              <a:off x="5133538" y="35828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2" name="pt32722"/>
            <p:cNvSpPr/>
            <p:nvPr/>
          </p:nvSpPr>
          <p:spPr>
            <a:xfrm>
              <a:off x="5147164" y="3451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3" name="pt32723"/>
            <p:cNvSpPr/>
            <p:nvPr/>
          </p:nvSpPr>
          <p:spPr>
            <a:xfrm>
              <a:off x="5188954" y="34868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4" name="pt32724"/>
            <p:cNvSpPr/>
            <p:nvPr/>
          </p:nvSpPr>
          <p:spPr>
            <a:xfrm>
              <a:off x="5147262" y="35506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5" name="pt32725"/>
            <p:cNvSpPr/>
            <p:nvPr/>
          </p:nvSpPr>
          <p:spPr>
            <a:xfrm>
              <a:off x="5193323" y="34716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6" name="pt32726"/>
            <p:cNvSpPr/>
            <p:nvPr/>
          </p:nvSpPr>
          <p:spPr>
            <a:xfrm>
              <a:off x="5164922" y="34406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7" name="pt32727"/>
            <p:cNvSpPr/>
            <p:nvPr/>
          </p:nvSpPr>
          <p:spPr>
            <a:xfrm>
              <a:off x="5112626" y="3630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8" name="pt32728"/>
            <p:cNvSpPr/>
            <p:nvPr/>
          </p:nvSpPr>
          <p:spPr>
            <a:xfrm>
              <a:off x="5142919" y="36284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29" name="pt32729"/>
            <p:cNvSpPr/>
            <p:nvPr/>
          </p:nvSpPr>
          <p:spPr>
            <a:xfrm>
              <a:off x="5183706" y="3102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0" name="pt32730"/>
            <p:cNvSpPr/>
            <p:nvPr/>
          </p:nvSpPr>
          <p:spPr>
            <a:xfrm>
              <a:off x="5107933" y="3552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1" name="pt32731"/>
            <p:cNvSpPr/>
            <p:nvPr/>
          </p:nvSpPr>
          <p:spPr>
            <a:xfrm>
              <a:off x="5142889" y="3702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2" name="pt32732"/>
            <p:cNvSpPr/>
            <p:nvPr/>
          </p:nvSpPr>
          <p:spPr>
            <a:xfrm>
              <a:off x="5105807" y="35171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3" name="pt32733"/>
            <p:cNvSpPr/>
            <p:nvPr/>
          </p:nvSpPr>
          <p:spPr>
            <a:xfrm>
              <a:off x="5145640" y="33877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4" name="pt32734"/>
            <p:cNvSpPr/>
            <p:nvPr/>
          </p:nvSpPr>
          <p:spPr>
            <a:xfrm>
              <a:off x="5164903" y="34949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5" name="pt32735"/>
            <p:cNvSpPr/>
            <p:nvPr/>
          </p:nvSpPr>
          <p:spPr>
            <a:xfrm>
              <a:off x="5151512" y="35354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6" name="pt32736"/>
            <p:cNvSpPr/>
            <p:nvPr/>
          </p:nvSpPr>
          <p:spPr>
            <a:xfrm>
              <a:off x="5154376" y="35111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7" name="pt32737"/>
            <p:cNvSpPr/>
            <p:nvPr/>
          </p:nvSpPr>
          <p:spPr>
            <a:xfrm>
              <a:off x="5173896" y="3430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8" name="pt32738"/>
            <p:cNvSpPr/>
            <p:nvPr/>
          </p:nvSpPr>
          <p:spPr>
            <a:xfrm>
              <a:off x="5153934" y="35341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39" name="pt32739"/>
            <p:cNvSpPr/>
            <p:nvPr/>
          </p:nvSpPr>
          <p:spPr>
            <a:xfrm>
              <a:off x="5063010" y="3819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0" name="pt32740"/>
            <p:cNvSpPr/>
            <p:nvPr/>
          </p:nvSpPr>
          <p:spPr>
            <a:xfrm>
              <a:off x="5186913" y="3501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1" name="pt32741"/>
            <p:cNvSpPr/>
            <p:nvPr/>
          </p:nvSpPr>
          <p:spPr>
            <a:xfrm>
              <a:off x="5165325" y="33608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2" name="pt32742"/>
            <p:cNvSpPr/>
            <p:nvPr/>
          </p:nvSpPr>
          <p:spPr>
            <a:xfrm>
              <a:off x="5154462" y="31183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3" name="pt32743"/>
            <p:cNvSpPr/>
            <p:nvPr/>
          </p:nvSpPr>
          <p:spPr>
            <a:xfrm>
              <a:off x="5142980" y="3715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4" name="pt32744"/>
            <p:cNvSpPr/>
            <p:nvPr/>
          </p:nvSpPr>
          <p:spPr>
            <a:xfrm>
              <a:off x="5113156" y="3741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5" name="pt32745"/>
            <p:cNvSpPr/>
            <p:nvPr/>
          </p:nvSpPr>
          <p:spPr>
            <a:xfrm>
              <a:off x="5152604" y="3536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6" name="pt32746"/>
            <p:cNvSpPr/>
            <p:nvPr/>
          </p:nvSpPr>
          <p:spPr>
            <a:xfrm>
              <a:off x="5155178" y="35138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7" name="pt32747"/>
            <p:cNvSpPr/>
            <p:nvPr/>
          </p:nvSpPr>
          <p:spPr>
            <a:xfrm>
              <a:off x="5149703" y="36642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8" name="pt32748"/>
            <p:cNvSpPr/>
            <p:nvPr/>
          </p:nvSpPr>
          <p:spPr>
            <a:xfrm>
              <a:off x="5152100" y="3544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49" name="pt32749"/>
            <p:cNvSpPr/>
            <p:nvPr/>
          </p:nvSpPr>
          <p:spPr>
            <a:xfrm>
              <a:off x="5187551" y="35680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0" name="pt32750"/>
            <p:cNvSpPr/>
            <p:nvPr/>
          </p:nvSpPr>
          <p:spPr>
            <a:xfrm>
              <a:off x="5127029" y="3911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1" name="pt32751"/>
            <p:cNvSpPr/>
            <p:nvPr/>
          </p:nvSpPr>
          <p:spPr>
            <a:xfrm>
              <a:off x="5164983" y="35557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2" name="pt32752"/>
            <p:cNvSpPr/>
            <p:nvPr/>
          </p:nvSpPr>
          <p:spPr>
            <a:xfrm>
              <a:off x="5171132" y="3453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3" name="pt32753"/>
            <p:cNvSpPr/>
            <p:nvPr/>
          </p:nvSpPr>
          <p:spPr>
            <a:xfrm>
              <a:off x="5164317" y="3471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4" name="pt32754"/>
            <p:cNvSpPr/>
            <p:nvPr/>
          </p:nvSpPr>
          <p:spPr>
            <a:xfrm>
              <a:off x="5144000" y="35845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5" name="pt32755"/>
            <p:cNvSpPr/>
            <p:nvPr/>
          </p:nvSpPr>
          <p:spPr>
            <a:xfrm>
              <a:off x="4260522" y="36988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6" name="pt32756"/>
            <p:cNvSpPr/>
            <p:nvPr/>
          </p:nvSpPr>
          <p:spPr>
            <a:xfrm>
              <a:off x="5137051" y="35712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7" name="pt32757"/>
            <p:cNvSpPr/>
            <p:nvPr/>
          </p:nvSpPr>
          <p:spPr>
            <a:xfrm>
              <a:off x="4610286" y="402720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58" name="pt32758"/>
            <p:cNvSpPr/>
            <p:nvPr/>
          </p:nvSpPr>
          <p:spPr>
            <a:xfrm>
              <a:off x="5107303" y="36763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59" name="pt32759"/>
            <p:cNvSpPr/>
            <p:nvPr/>
          </p:nvSpPr>
          <p:spPr>
            <a:xfrm>
              <a:off x="4951301" y="39006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0" name="pt32760"/>
            <p:cNvSpPr/>
            <p:nvPr/>
          </p:nvSpPr>
          <p:spPr>
            <a:xfrm>
              <a:off x="5120024" y="36243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1" name="pt32761"/>
            <p:cNvSpPr/>
            <p:nvPr/>
          </p:nvSpPr>
          <p:spPr>
            <a:xfrm>
              <a:off x="5131141" y="3756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2" name="pt32762"/>
            <p:cNvSpPr/>
            <p:nvPr/>
          </p:nvSpPr>
          <p:spPr>
            <a:xfrm>
              <a:off x="5172231" y="35523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3" name="pt32763"/>
            <p:cNvSpPr/>
            <p:nvPr/>
          </p:nvSpPr>
          <p:spPr>
            <a:xfrm>
              <a:off x="5159994" y="3698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4" name="pt32764"/>
            <p:cNvSpPr/>
            <p:nvPr/>
          </p:nvSpPr>
          <p:spPr>
            <a:xfrm>
              <a:off x="5159042" y="3425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5" name="pt32765"/>
            <p:cNvSpPr/>
            <p:nvPr/>
          </p:nvSpPr>
          <p:spPr>
            <a:xfrm>
              <a:off x="5163274" y="34971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6" name="pt32766"/>
            <p:cNvSpPr/>
            <p:nvPr/>
          </p:nvSpPr>
          <p:spPr>
            <a:xfrm>
              <a:off x="5161087" y="34379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7" name="pt32767"/>
            <p:cNvSpPr/>
            <p:nvPr/>
          </p:nvSpPr>
          <p:spPr>
            <a:xfrm>
              <a:off x="4868663" y="378234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68" name="pt32768"/>
            <p:cNvSpPr/>
            <p:nvPr/>
          </p:nvSpPr>
          <p:spPr>
            <a:xfrm>
              <a:off x="5144959" y="35031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69" name="pt32769"/>
            <p:cNvSpPr/>
            <p:nvPr/>
          </p:nvSpPr>
          <p:spPr>
            <a:xfrm>
              <a:off x="5125027" y="36251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0" name="pt32770"/>
            <p:cNvSpPr/>
            <p:nvPr/>
          </p:nvSpPr>
          <p:spPr>
            <a:xfrm>
              <a:off x="5146862" y="35274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1" name="pt32771"/>
            <p:cNvSpPr/>
            <p:nvPr/>
          </p:nvSpPr>
          <p:spPr>
            <a:xfrm>
              <a:off x="5136917" y="35649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2" name="pt32772"/>
            <p:cNvSpPr/>
            <p:nvPr/>
          </p:nvSpPr>
          <p:spPr>
            <a:xfrm>
              <a:off x="5176781" y="34455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3" name="pt32773"/>
            <p:cNvSpPr/>
            <p:nvPr/>
          </p:nvSpPr>
          <p:spPr>
            <a:xfrm>
              <a:off x="5137907" y="3540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4" name="pt32774"/>
            <p:cNvSpPr/>
            <p:nvPr/>
          </p:nvSpPr>
          <p:spPr>
            <a:xfrm>
              <a:off x="5073344" y="38583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5" name="pt32775"/>
            <p:cNvSpPr/>
            <p:nvPr/>
          </p:nvSpPr>
          <p:spPr>
            <a:xfrm>
              <a:off x="5142093" y="3575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6" name="pt32776"/>
            <p:cNvSpPr/>
            <p:nvPr/>
          </p:nvSpPr>
          <p:spPr>
            <a:xfrm>
              <a:off x="5151355" y="3452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7" name="pt32777"/>
            <p:cNvSpPr/>
            <p:nvPr/>
          </p:nvSpPr>
          <p:spPr>
            <a:xfrm>
              <a:off x="5134485" y="38896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8" name="pt32778"/>
            <p:cNvSpPr/>
            <p:nvPr/>
          </p:nvSpPr>
          <p:spPr>
            <a:xfrm>
              <a:off x="5186205" y="35354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79" name="pt32779"/>
            <p:cNvSpPr/>
            <p:nvPr/>
          </p:nvSpPr>
          <p:spPr>
            <a:xfrm>
              <a:off x="5150983" y="35145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0" name="pt32780"/>
            <p:cNvSpPr/>
            <p:nvPr/>
          </p:nvSpPr>
          <p:spPr>
            <a:xfrm>
              <a:off x="5136143" y="36514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1" name="pt32781"/>
            <p:cNvSpPr/>
            <p:nvPr/>
          </p:nvSpPr>
          <p:spPr>
            <a:xfrm>
              <a:off x="5182943" y="35579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2" name="pt32782"/>
            <p:cNvSpPr/>
            <p:nvPr/>
          </p:nvSpPr>
          <p:spPr>
            <a:xfrm>
              <a:off x="5134581" y="37348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3" name="pt32783"/>
            <p:cNvSpPr/>
            <p:nvPr/>
          </p:nvSpPr>
          <p:spPr>
            <a:xfrm>
              <a:off x="5166701" y="3446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4" name="pt32784"/>
            <p:cNvSpPr/>
            <p:nvPr/>
          </p:nvSpPr>
          <p:spPr>
            <a:xfrm>
              <a:off x="5121216" y="38094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5" name="pt32785"/>
            <p:cNvSpPr/>
            <p:nvPr/>
          </p:nvSpPr>
          <p:spPr>
            <a:xfrm>
              <a:off x="5063945" y="39521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6" name="pt32786"/>
            <p:cNvSpPr/>
            <p:nvPr/>
          </p:nvSpPr>
          <p:spPr>
            <a:xfrm>
              <a:off x="5153470" y="34734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7" name="pt32787"/>
            <p:cNvSpPr/>
            <p:nvPr/>
          </p:nvSpPr>
          <p:spPr>
            <a:xfrm>
              <a:off x="5159461" y="3444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8" name="pt32788"/>
            <p:cNvSpPr/>
            <p:nvPr/>
          </p:nvSpPr>
          <p:spPr>
            <a:xfrm>
              <a:off x="5150441" y="3415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89" name="pt32789"/>
            <p:cNvSpPr/>
            <p:nvPr/>
          </p:nvSpPr>
          <p:spPr>
            <a:xfrm>
              <a:off x="5142421" y="34852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0" name="pt32790"/>
            <p:cNvSpPr/>
            <p:nvPr/>
          </p:nvSpPr>
          <p:spPr>
            <a:xfrm>
              <a:off x="5123862" y="40371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1" name="pt32791"/>
            <p:cNvSpPr/>
            <p:nvPr/>
          </p:nvSpPr>
          <p:spPr>
            <a:xfrm>
              <a:off x="5092519" y="35657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2" name="pt32792"/>
            <p:cNvSpPr/>
            <p:nvPr/>
          </p:nvSpPr>
          <p:spPr>
            <a:xfrm>
              <a:off x="5159232" y="34387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3" name="pt32793"/>
            <p:cNvSpPr/>
            <p:nvPr/>
          </p:nvSpPr>
          <p:spPr>
            <a:xfrm>
              <a:off x="5204390" y="34819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4" name="pt32794"/>
            <p:cNvSpPr/>
            <p:nvPr/>
          </p:nvSpPr>
          <p:spPr>
            <a:xfrm>
              <a:off x="5163632" y="3525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5" name="pt32795"/>
            <p:cNvSpPr/>
            <p:nvPr/>
          </p:nvSpPr>
          <p:spPr>
            <a:xfrm>
              <a:off x="5156589" y="35316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6" name="pt32796"/>
            <p:cNvSpPr/>
            <p:nvPr/>
          </p:nvSpPr>
          <p:spPr>
            <a:xfrm>
              <a:off x="5142680" y="35999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7" name="pt32797"/>
            <p:cNvSpPr/>
            <p:nvPr/>
          </p:nvSpPr>
          <p:spPr>
            <a:xfrm>
              <a:off x="5116466" y="37667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8" name="pt32798"/>
            <p:cNvSpPr/>
            <p:nvPr/>
          </p:nvSpPr>
          <p:spPr>
            <a:xfrm>
              <a:off x="5148997" y="34866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799" name="pt32799"/>
            <p:cNvSpPr/>
            <p:nvPr/>
          </p:nvSpPr>
          <p:spPr>
            <a:xfrm>
              <a:off x="5167527" y="3476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0" name="pt32800"/>
            <p:cNvSpPr/>
            <p:nvPr/>
          </p:nvSpPr>
          <p:spPr>
            <a:xfrm>
              <a:off x="5163119" y="3573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1" name="pt32801"/>
            <p:cNvSpPr/>
            <p:nvPr/>
          </p:nvSpPr>
          <p:spPr>
            <a:xfrm>
              <a:off x="5138898" y="39729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2" name="pt32802"/>
            <p:cNvSpPr/>
            <p:nvPr/>
          </p:nvSpPr>
          <p:spPr>
            <a:xfrm>
              <a:off x="5129148" y="35600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3" name="pt32803"/>
            <p:cNvSpPr/>
            <p:nvPr/>
          </p:nvSpPr>
          <p:spPr>
            <a:xfrm>
              <a:off x="5135638" y="35410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4" name="pt32804"/>
            <p:cNvSpPr/>
            <p:nvPr/>
          </p:nvSpPr>
          <p:spPr>
            <a:xfrm>
              <a:off x="5122878" y="34645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5" name="pt32805"/>
            <p:cNvSpPr/>
            <p:nvPr/>
          </p:nvSpPr>
          <p:spPr>
            <a:xfrm>
              <a:off x="5187709" y="35810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6" name="pt32806"/>
            <p:cNvSpPr/>
            <p:nvPr/>
          </p:nvSpPr>
          <p:spPr>
            <a:xfrm>
              <a:off x="5202291" y="3530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7" name="pt32807"/>
            <p:cNvSpPr/>
            <p:nvPr/>
          </p:nvSpPr>
          <p:spPr>
            <a:xfrm>
              <a:off x="5124417" y="38695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8" name="pt32808"/>
            <p:cNvSpPr/>
            <p:nvPr/>
          </p:nvSpPr>
          <p:spPr>
            <a:xfrm>
              <a:off x="5123916" y="3637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09" name="pt32809"/>
            <p:cNvSpPr/>
            <p:nvPr/>
          </p:nvSpPr>
          <p:spPr>
            <a:xfrm>
              <a:off x="5181473" y="33864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0" name="pt32810"/>
            <p:cNvSpPr/>
            <p:nvPr/>
          </p:nvSpPr>
          <p:spPr>
            <a:xfrm>
              <a:off x="5156689" y="34931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1" name="pt32811"/>
            <p:cNvSpPr/>
            <p:nvPr/>
          </p:nvSpPr>
          <p:spPr>
            <a:xfrm>
              <a:off x="5178641" y="36165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2" name="pt32812"/>
            <p:cNvSpPr/>
            <p:nvPr/>
          </p:nvSpPr>
          <p:spPr>
            <a:xfrm>
              <a:off x="5143003" y="35673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3" name="pt32813"/>
            <p:cNvSpPr/>
            <p:nvPr/>
          </p:nvSpPr>
          <p:spPr>
            <a:xfrm>
              <a:off x="5182574" y="3612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4" name="pt32814"/>
            <p:cNvSpPr/>
            <p:nvPr/>
          </p:nvSpPr>
          <p:spPr>
            <a:xfrm>
              <a:off x="5151359" y="3301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5" name="pt32815"/>
            <p:cNvSpPr/>
            <p:nvPr/>
          </p:nvSpPr>
          <p:spPr>
            <a:xfrm>
              <a:off x="5152303" y="35358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6" name="pt32816"/>
            <p:cNvSpPr/>
            <p:nvPr/>
          </p:nvSpPr>
          <p:spPr>
            <a:xfrm>
              <a:off x="5140860" y="3534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7" name="pt32817"/>
            <p:cNvSpPr/>
            <p:nvPr/>
          </p:nvSpPr>
          <p:spPr>
            <a:xfrm>
              <a:off x="5095054" y="3692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8" name="pt32818"/>
            <p:cNvSpPr/>
            <p:nvPr/>
          </p:nvSpPr>
          <p:spPr>
            <a:xfrm>
              <a:off x="5098002" y="35288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19" name="pt32819"/>
            <p:cNvSpPr/>
            <p:nvPr/>
          </p:nvSpPr>
          <p:spPr>
            <a:xfrm>
              <a:off x="5153254" y="3560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0" name="pt32820"/>
            <p:cNvSpPr/>
            <p:nvPr/>
          </p:nvSpPr>
          <p:spPr>
            <a:xfrm>
              <a:off x="5141832" y="3504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1" name="pt32821"/>
            <p:cNvSpPr/>
            <p:nvPr/>
          </p:nvSpPr>
          <p:spPr>
            <a:xfrm>
              <a:off x="5158982" y="35439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2" name="pt32822"/>
            <p:cNvSpPr/>
            <p:nvPr/>
          </p:nvSpPr>
          <p:spPr>
            <a:xfrm>
              <a:off x="5122680" y="41510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3" name="pt32823"/>
            <p:cNvSpPr/>
            <p:nvPr/>
          </p:nvSpPr>
          <p:spPr>
            <a:xfrm>
              <a:off x="5109462" y="43522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4" name="pt32824"/>
            <p:cNvSpPr/>
            <p:nvPr/>
          </p:nvSpPr>
          <p:spPr>
            <a:xfrm>
              <a:off x="5146520" y="35586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5" name="pt32825"/>
            <p:cNvSpPr/>
            <p:nvPr/>
          </p:nvSpPr>
          <p:spPr>
            <a:xfrm>
              <a:off x="5124518" y="3905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6" name="pt32826"/>
            <p:cNvSpPr/>
            <p:nvPr/>
          </p:nvSpPr>
          <p:spPr>
            <a:xfrm>
              <a:off x="5116337" y="40766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7" name="pt32827"/>
            <p:cNvSpPr/>
            <p:nvPr/>
          </p:nvSpPr>
          <p:spPr>
            <a:xfrm>
              <a:off x="5142006" y="36012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8" name="pt32828"/>
            <p:cNvSpPr/>
            <p:nvPr/>
          </p:nvSpPr>
          <p:spPr>
            <a:xfrm>
              <a:off x="5133749" y="3501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29" name="pt32829"/>
            <p:cNvSpPr/>
            <p:nvPr/>
          </p:nvSpPr>
          <p:spPr>
            <a:xfrm>
              <a:off x="5117823" y="3590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0" name="pt32830"/>
            <p:cNvSpPr/>
            <p:nvPr/>
          </p:nvSpPr>
          <p:spPr>
            <a:xfrm>
              <a:off x="5021266" y="40807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1" name="pt32831"/>
            <p:cNvSpPr/>
            <p:nvPr/>
          </p:nvSpPr>
          <p:spPr>
            <a:xfrm>
              <a:off x="5136456" y="36024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2" name="pt32832"/>
            <p:cNvSpPr/>
            <p:nvPr/>
          </p:nvSpPr>
          <p:spPr>
            <a:xfrm>
              <a:off x="5251574" y="345211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33" name="pt32833"/>
            <p:cNvSpPr/>
            <p:nvPr/>
          </p:nvSpPr>
          <p:spPr>
            <a:xfrm>
              <a:off x="5142729" y="34807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4" name="pt32834"/>
            <p:cNvSpPr/>
            <p:nvPr/>
          </p:nvSpPr>
          <p:spPr>
            <a:xfrm>
              <a:off x="5108856" y="3542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5" name="pt32835"/>
            <p:cNvSpPr/>
            <p:nvPr/>
          </p:nvSpPr>
          <p:spPr>
            <a:xfrm>
              <a:off x="5151745" y="34977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6" name="pt32836"/>
            <p:cNvSpPr/>
            <p:nvPr/>
          </p:nvSpPr>
          <p:spPr>
            <a:xfrm>
              <a:off x="5081863" y="41900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7" name="pt32837"/>
            <p:cNvSpPr/>
            <p:nvPr/>
          </p:nvSpPr>
          <p:spPr>
            <a:xfrm>
              <a:off x="5125874" y="3558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8" name="pt32838"/>
            <p:cNvSpPr/>
            <p:nvPr/>
          </p:nvSpPr>
          <p:spPr>
            <a:xfrm>
              <a:off x="5119679" y="3673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39" name="pt32839"/>
            <p:cNvSpPr/>
            <p:nvPr/>
          </p:nvSpPr>
          <p:spPr>
            <a:xfrm>
              <a:off x="5139070" y="3659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0" name="pt32840"/>
            <p:cNvSpPr/>
            <p:nvPr/>
          </p:nvSpPr>
          <p:spPr>
            <a:xfrm>
              <a:off x="5141901" y="36853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1" name="pt32841"/>
            <p:cNvSpPr/>
            <p:nvPr/>
          </p:nvSpPr>
          <p:spPr>
            <a:xfrm>
              <a:off x="5151429" y="36031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2" name="pt32842"/>
            <p:cNvSpPr/>
            <p:nvPr/>
          </p:nvSpPr>
          <p:spPr>
            <a:xfrm>
              <a:off x="5157680" y="3484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3" name="pt32843"/>
            <p:cNvSpPr/>
            <p:nvPr/>
          </p:nvSpPr>
          <p:spPr>
            <a:xfrm>
              <a:off x="5167156" y="3434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4" name="pt32844"/>
            <p:cNvSpPr/>
            <p:nvPr/>
          </p:nvSpPr>
          <p:spPr>
            <a:xfrm>
              <a:off x="5157731" y="34931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5" name="pt32845"/>
            <p:cNvSpPr/>
            <p:nvPr/>
          </p:nvSpPr>
          <p:spPr>
            <a:xfrm>
              <a:off x="5117187" y="34455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6" name="pt32846"/>
            <p:cNvSpPr/>
            <p:nvPr/>
          </p:nvSpPr>
          <p:spPr>
            <a:xfrm>
              <a:off x="5164627" y="36499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7" name="pt32847"/>
            <p:cNvSpPr/>
            <p:nvPr/>
          </p:nvSpPr>
          <p:spPr>
            <a:xfrm>
              <a:off x="5151142" y="35258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8" name="pt32848"/>
            <p:cNvSpPr/>
            <p:nvPr/>
          </p:nvSpPr>
          <p:spPr>
            <a:xfrm>
              <a:off x="5170982" y="32746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49" name="pt32849"/>
            <p:cNvSpPr/>
            <p:nvPr/>
          </p:nvSpPr>
          <p:spPr>
            <a:xfrm>
              <a:off x="5135186" y="37477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0" name="pt32850"/>
            <p:cNvSpPr/>
            <p:nvPr/>
          </p:nvSpPr>
          <p:spPr>
            <a:xfrm>
              <a:off x="5113458" y="38008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1" name="pt32851"/>
            <p:cNvSpPr/>
            <p:nvPr/>
          </p:nvSpPr>
          <p:spPr>
            <a:xfrm>
              <a:off x="5160505" y="34012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2" name="pt32852"/>
            <p:cNvSpPr/>
            <p:nvPr/>
          </p:nvSpPr>
          <p:spPr>
            <a:xfrm>
              <a:off x="5131042" y="35954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3" name="pt32853"/>
            <p:cNvSpPr/>
            <p:nvPr/>
          </p:nvSpPr>
          <p:spPr>
            <a:xfrm>
              <a:off x="5156237" y="3675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4" name="pt32854"/>
            <p:cNvSpPr/>
            <p:nvPr/>
          </p:nvSpPr>
          <p:spPr>
            <a:xfrm>
              <a:off x="5149074" y="38629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5" name="pt32855"/>
            <p:cNvSpPr/>
            <p:nvPr/>
          </p:nvSpPr>
          <p:spPr>
            <a:xfrm>
              <a:off x="5142213" y="43294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6" name="pt32856"/>
            <p:cNvSpPr/>
            <p:nvPr/>
          </p:nvSpPr>
          <p:spPr>
            <a:xfrm>
              <a:off x="5160557" y="33960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7" name="pt32857"/>
            <p:cNvSpPr/>
            <p:nvPr/>
          </p:nvSpPr>
          <p:spPr>
            <a:xfrm>
              <a:off x="5199858" y="34078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8" name="pt32858"/>
            <p:cNvSpPr/>
            <p:nvPr/>
          </p:nvSpPr>
          <p:spPr>
            <a:xfrm>
              <a:off x="5124220" y="3811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59" name="pt32859"/>
            <p:cNvSpPr/>
            <p:nvPr/>
          </p:nvSpPr>
          <p:spPr>
            <a:xfrm>
              <a:off x="5126724" y="3496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0" name="pt32860"/>
            <p:cNvSpPr/>
            <p:nvPr/>
          </p:nvSpPr>
          <p:spPr>
            <a:xfrm>
              <a:off x="5088971" y="37712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1" name="pt32861"/>
            <p:cNvSpPr/>
            <p:nvPr/>
          </p:nvSpPr>
          <p:spPr>
            <a:xfrm>
              <a:off x="5175747" y="3424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2" name="pt32862"/>
            <p:cNvSpPr/>
            <p:nvPr/>
          </p:nvSpPr>
          <p:spPr>
            <a:xfrm>
              <a:off x="5140526" y="3502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3" name="pt32863"/>
            <p:cNvSpPr/>
            <p:nvPr/>
          </p:nvSpPr>
          <p:spPr>
            <a:xfrm>
              <a:off x="5151546" y="34546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4" name="pt32864"/>
            <p:cNvSpPr/>
            <p:nvPr/>
          </p:nvSpPr>
          <p:spPr>
            <a:xfrm>
              <a:off x="5134835" y="35269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5" name="pt32865"/>
            <p:cNvSpPr/>
            <p:nvPr/>
          </p:nvSpPr>
          <p:spPr>
            <a:xfrm>
              <a:off x="5147775" y="36978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6" name="pt32866"/>
            <p:cNvSpPr/>
            <p:nvPr/>
          </p:nvSpPr>
          <p:spPr>
            <a:xfrm>
              <a:off x="5172342" y="3509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7" name="pt32867"/>
            <p:cNvSpPr/>
            <p:nvPr/>
          </p:nvSpPr>
          <p:spPr>
            <a:xfrm>
              <a:off x="5140212" y="35345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8" name="pt32868"/>
            <p:cNvSpPr/>
            <p:nvPr/>
          </p:nvSpPr>
          <p:spPr>
            <a:xfrm>
              <a:off x="5135538" y="3457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69" name="pt32869"/>
            <p:cNvSpPr/>
            <p:nvPr/>
          </p:nvSpPr>
          <p:spPr>
            <a:xfrm>
              <a:off x="5150645" y="3601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0" name="pt32870"/>
            <p:cNvSpPr/>
            <p:nvPr/>
          </p:nvSpPr>
          <p:spPr>
            <a:xfrm>
              <a:off x="5133733" y="44605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1" name="pt32871"/>
            <p:cNvSpPr/>
            <p:nvPr/>
          </p:nvSpPr>
          <p:spPr>
            <a:xfrm>
              <a:off x="5126060" y="4102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2" name="pt32872"/>
            <p:cNvSpPr/>
            <p:nvPr/>
          </p:nvSpPr>
          <p:spPr>
            <a:xfrm>
              <a:off x="5166263" y="35801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3" name="pt32873"/>
            <p:cNvSpPr/>
            <p:nvPr/>
          </p:nvSpPr>
          <p:spPr>
            <a:xfrm>
              <a:off x="5134224" y="35142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4" name="pt32874"/>
            <p:cNvSpPr/>
            <p:nvPr/>
          </p:nvSpPr>
          <p:spPr>
            <a:xfrm>
              <a:off x="5111086" y="37508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5" name="pt32875"/>
            <p:cNvSpPr/>
            <p:nvPr/>
          </p:nvSpPr>
          <p:spPr>
            <a:xfrm>
              <a:off x="5153285" y="34890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6" name="pt32876"/>
            <p:cNvSpPr/>
            <p:nvPr/>
          </p:nvSpPr>
          <p:spPr>
            <a:xfrm>
              <a:off x="5119568" y="3697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7" name="pt32877"/>
            <p:cNvSpPr/>
            <p:nvPr/>
          </p:nvSpPr>
          <p:spPr>
            <a:xfrm>
              <a:off x="5137619" y="35276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8" name="pt32878"/>
            <p:cNvSpPr/>
            <p:nvPr/>
          </p:nvSpPr>
          <p:spPr>
            <a:xfrm>
              <a:off x="5142457" y="37036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79" name="pt32879"/>
            <p:cNvSpPr/>
            <p:nvPr/>
          </p:nvSpPr>
          <p:spPr>
            <a:xfrm>
              <a:off x="5277983" y="344661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80" name="pt32880"/>
            <p:cNvSpPr/>
            <p:nvPr/>
          </p:nvSpPr>
          <p:spPr>
            <a:xfrm>
              <a:off x="5156225" y="36206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1" name="pt32881"/>
            <p:cNvSpPr/>
            <p:nvPr/>
          </p:nvSpPr>
          <p:spPr>
            <a:xfrm>
              <a:off x="5121864" y="46474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2" name="pt32882"/>
            <p:cNvSpPr/>
            <p:nvPr/>
          </p:nvSpPr>
          <p:spPr>
            <a:xfrm>
              <a:off x="5127789" y="3521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3" name="pt32883"/>
            <p:cNvSpPr/>
            <p:nvPr/>
          </p:nvSpPr>
          <p:spPr>
            <a:xfrm>
              <a:off x="5145535" y="3516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4" name="pt32884"/>
            <p:cNvSpPr/>
            <p:nvPr/>
          </p:nvSpPr>
          <p:spPr>
            <a:xfrm>
              <a:off x="5216243" y="34425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5" name="pt32885"/>
            <p:cNvSpPr/>
            <p:nvPr/>
          </p:nvSpPr>
          <p:spPr>
            <a:xfrm>
              <a:off x="5157356" y="3536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6" name="pt32886"/>
            <p:cNvSpPr/>
            <p:nvPr/>
          </p:nvSpPr>
          <p:spPr>
            <a:xfrm>
              <a:off x="5128708" y="35149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7" name="pt32887"/>
            <p:cNvSpPr/>
            <p:nvPr/>
          </p:nvSpPr>
          <p:spPr>
            <a:xfrm>
              <a:off x="5149647" y="35413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8" name="pt32888"/>
            <p:cNvSpPr/>
            <p:nvPr/>
          </p:nvSpPr>
          <p:spPr>
            <a:xfrm>
              <a:off x="5168295" y="35369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89" name="pt32889"/>
            <p:cNvSpPr/>
            <p:nvPr/>
          </p:nvSpPr>
          <p:spPr>
            <a:xfrm>
              <a:off x="5100464" y="3435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0" name="pt32890"/>
            <p:cNvSpPr/>
            <p:nvPr/>
          </p:nvSpPr>
          <p:spPr>
            <a:xfrm>
              <a:off x="5163701" y="3530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1" name="pt32891"/>
            <p:cNvSpPr/>
            <p:nvPr/>
          </p:nvSpPr>
          <p:spPr>
            <a:xfrm>
              <a:off x="5134433" y="358401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2" name="pt32892"/>
            <p:cNvSpPr/>
            <p:nvPr/>
          </p:nvSpPr>
          <p:spPr>
            <a:xfrm>
              <a:off x="5153506" y="35444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3" name="pt32893"/>
            <p:cNvSpPr/>
            <p:nvPr/>
          </p:nvSpPr>
          <p:spPr>
            <a:xfrm>
              <a:off x="5102803" y="35317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4" name="pt32894"/>
            <p:cNvSpPr/>
            <p:nvPr/>
          </p:nvSpPr>
          <p:spPr>
            <a:xfrm>
              <a:off x="5132849" y="36959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5" name="pt32895"/>
            <p:cNvSpPr/>
            <p:nvPr/>
          </p:nvSpPr>
          <p:spPr>
            <a:xfrm>
              <a:off x="5123309" y="3655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6" name="pt32896"/>
            <p:cNvSpPr/>
            <p:nvPr/>
          </p:nvSpPr>
          <p:spPr>
            <a:xfrm>
              <a:off x="5174733" y="30307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7" name="pt32897"/>
            <p:cNvSpPr/>
            <p:nvPr/>
          </p:nvSpPr>
          <p:spPr>
            <a:xfrm>
              <a:off x="5213568" y="3162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8" name="pt32898"/>
            <p:cNvSpPr/>
            <p:nvPr/>
          </p:nvSpPr>
          <p:spPr>
            <a:xfrm>
              <a:off x="5159323" y="35286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899" name="pt32899"/>
            <p:cNvSpPr/>
            <p:nvPr/>
          </p:nvSpPr>
          <p:spPr>
            <a:xfrm>
              <a:off x="5133907" y="36003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0" name="pt32900"/>
            <p:cNvSpPr/>
            <p:nvPr/>
          </p:nvSpPr>
          <p:spPr>
            <a:xfrm>
              <a:off x="5120817" y="36267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1" name="pt32901"/>
            <p:cNvSpPr/>
            <p:nvPr/>
          </p:nvSpPr>
          <p:spPr>
            <a:xfrm>
              <a:off x="5135488" y="34356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2" name="pt32902"/>
            <p:cNvSpPr/>
            <p:nvPr/>
          </p:nvSpPr>
          <p:spPr>
            <a:xfrm>
              <a:off x="5166106" y="35823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3" name="pt32903"/>
            <p:cNvSpPr/>
            <p:nvPr/>
          </p:nvSpPr>
          <p:spPr>
            <a:xfrm>
              <a:off x="5136871" y="3507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4" name="pt32904"/>
            <p:cNvSpPr/>
            <p:nvPr/>
          </p:nvSpPr>
          <p:spPr>
            <a:xfrm>
              <a:off x="5157765" y="3460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5" name="pt32905"/>
            <p:cNvSpPr/>
            <p:nvPr/>
          </p:nvSpPr>
          <p:spPr>
            <a:xfrm>
              <a:off x="5139589" y="35525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6" name="pt32906"/>
            <p:cNvSpPr/>
            <p:nvPr/>
          </p:nvSpPr>
          <p:spPr>
            <a:xfrm>
              <a:off x="5186699" y="35651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7" name="pt32907"/>
            <p:cNvSpPr/>
            <p:nvPr/>
          </p:nvSpPr>
          <p:spPr>
            <a:xfrm>
              <a:off x="5107960" y="35757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8" name="pt32908"/>
            <p:cNvSpPr/>
            <p:nvPr/>
          </p:nvSpPr>
          <p:spPr>
            <a:xfrm>
              <a:off x="5126756" y="36814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09" name="pt32909"/>
            <p:cNvSpPr/>
            <p:nvPr/>
          </p:nvSpPr>
          <p:spPr>
            <a:xfrm>
              <a:off x="5093036" y="372436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0" name="pt32910"/>
            <p:cNvSpPr/>
            <p:nvPr/>
          </p:nvSpPr>
          <p:spPr>
            <a:xfrm>
              <a:off x="5192310" y="34487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1" name="pt32911"/>
            <p:cNvSpPr/>
            <p:nvPr/>
          </p:nvSpPr>
          <p:spPr>
            <a:xfrm>
              <a:off x="5129682" y="38470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2" name="pt32912"/>
            <p:cNvSpPr/>
            <p:nvPr/>
          </p:nvSpPr>
          <p:spPr>
            <a:xfrm>
              <a:off x="5177358" y="34279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3" name="pt32913"/>
            <p:cNvSpPr/>
            <p:nvPr/>
          </p:nvSpPr>
          <p:spPr>
            <a:xfrm>
              <a:off x="5168842" y="3595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4" name="pt32914"/>
            <p:cNvSpPr/>
            <p:nvPr/>
          </p:nvSpPr>
          <p:spPr>
            <a:xfrm>
              <a:off x="5163021" y="3550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5" name="pt32915"/>
            <p:cNvSpPr/>
            <p:nvPr/>
          </p:nvSpPr>
          <p:spPr>
            <a:xfrm>
              <a:off x="5140018" y="3515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6" name="pt32916"/>
            <p:cNvSpPr/>
            <p:nvPr/>
          </p:nvSpPr>
          <p:spPr>
            <a:xfrm>
              <a:off x="4389279" y="411462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17" name="pt32917"/>
            <p:cNvSpPr/>
            <p:nvPr/>
          </p:nvSpPr>
          <p:spPr>
            <a:xfrm>
              <a:off x="5160311" y="34815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8" name="pt32918"/>
            <p:cNvSpPr/>
            <p:nvPr/>
          </p:nvSpPr>
          <p:spPr>
            <a:xfrm>
              <a:off x="5139521" y="35757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19" name="pt32919"/>
            <p:cNvSpPr/>
            <p:nvPr/>
          </p:nvSpPr>
          <p:spPr>
            <a:xfrm>
              <a:off x="5156131" y="36160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0" name="pt32920"/>
            <p:cNvSpPr/>
            <p:nvPr/>
          </p:nvSpPr>
          <p:spPr>
            <a:xfrm>
              <a:off x="5203927" y="34329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1" name="pt32921"/>
            <p:cNvSpPr/>
            <p:nvPr/>
          </p:nvSpPr>
          <p:spPr>
            <a:xfrm>
              <a:off x="5152044" y="34817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2" name="pt32922"/>
            <p:cNvSpPr/>
            <p:nvPr/>
          </p:nvSpPr>
          <p:spPr>
            <a:xfrm>
              <a:off x="5134594" y="34695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3" name="pt32923"/>
            <p:cNvSpPr/>
            <p:nvPr/>
          </p:nvSpPr>
          <p:spPr>
            <a:xfrm>
              <a:off x="5129210" y="35653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4" name="pt32924"/>
            <p:cNvSpPr/>
            <p:nvPr/>
          </p:nvSpPr>
          <p:spPr>
            <a:xfrm>
              <a:off x="4452329" y="376966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25" name="pt32925"/>
            <p:cNvSpPr/>
            <p:nvPr/>
          </p:nvSpPr>
          <p:spPr>
            <a:xfrm>
              <a:off x="5127393" y="37027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6" name="pt32926"/>
            <p:cNvSpPr/>
            <p:nvPr/>
          </p:nvSpPr>
          <p:spPr>
            <a:xfrm>
              <a:off x="5155403" y="34231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7" name="pt32927"/>
            <p:cNvSpPr/>
            <p:nvPr/>
          </p:nvSpPr>
          <p:spPr>
            <a:xfrm>
              <a:off x="5191795" y="34960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8" name="pt32928"/>
            <p:cNvSpPr/>
            <p:nvPr/>
          </p:nvSpPr>
          <p:spPr>
            <a:xfrm>
              <a:off x="5149357" y="35842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29" name="pt32929"/>
            <p:cNvSpPr/>
            <p:nvPr/>
          </p:nvSpPr>
          <p:spPr>
            <a:xfrm>
              <a:off x="5173275" y="3285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0" name="pt32930"/>
            <p:cNvSpPr/>
            <p:nvPr/>
          </p:nvSpPr>
          <p:spPr>
            <a:xfrm>
              <a:off x="5128850" y="37226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1" name="pt32931"/>
            <p:cNvSpPr/>
            <p:nvPr/>
          </p:nvSpPr>
          <p:spPr>
            <a:xfrm>
              <a:off x="5155605" y="34990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2" name="pt32932"/>
            <p:cNvSpPr/>
            <p:nvPr/>
          </p:nvSpPr>
          <p:spPr>
            <a:xfrm>
              <a:off x="5194704" y="35332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3" name="pt32933"/>
            <p:cNvSpPr/>
            <p:nvPr/>
          </p:nvSpPr>
          <p:spPr>
            <a:xfrm>
              <a:off x="5158183" y="36402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4" name="pt32934"/>
            <p:cNvSpPr/>
            <p:nvPr/>
          </p:nvSpPr>
          <p:spPr>
            <a:xfrm>
              <a:off x="5173197" y="34615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5" name="pt32935"/>
            <p:cNvSpPr/>
            <p:nvPr/>
          </p:nvSpPr>
          <p:spPr>
            <a:xfrm>
              <a:off x="5131383" y="36197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6" name="pt32936"/>
            <p:cNvSpPr/>
            <p:nvPr/>
          </p:nvSpPr>
          <p:spPr>
            <a:xfrm>
              <a:off x="5144354" y="3514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7" name="pt32937"/>
            <p:cNvSpPr/>
            <p:nvPr/>
          </p:nvSpPr>
          <p:spPr>
            <a:xfrm>
              <a:off x="5111093" y="41104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8" name="pt32938"/>
            <p:cNvSpPr/>
            <p:nvPr/>
          </p:nvSpPr>
          <p:spPr>
            <a:xfrm>
              <a:off x="5131091" y="36163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39" name="pt32939"/>
            <p:cNvSpPr/>
            <p:nvPr/>
          </p:nvSpPr>
          <p:spPr>
            <a:xfrm>
              <a:off x="5164738" y="34622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0" name="pt32940"/>
            <p:cNvSpPr/>
            <p:nvPr/>
          </p:nvSpPr>
          <p:spPr>
            <a:xfrm>
              <a:off x="5140139" y="34641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1" name="pt32941"/>
            <p:cNvSpPr/>
            <p:nvPr/>
          </p:nvSpPr>
          <p:spPr>
            <a:xfrm>
              <a:off x="5163788" y="34953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2" name="pt32942"/>
            <p:cNvSpPr/>
            <p:nvPr/>
          </p:nvSpPr>
          <p:spPr>
            <a:xfrm>
              <a:off x="5158097" y="35050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3" name="pt32943"/>
            <p:cNvSpPr/>
            <p:nvPr/>
          </p:nvSpPr>
          <p:spPr>
            <a:xfrm>
              <a:off x="5082720" y="48867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4" name="pt32944"/>
            <p:cNvSpPr/>
            <p:nvPr/>
          </p:nvSpPr>
          <p:spPr>
            <a:xfrm>
              <a:off x="5132095" y="35873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5" name="pt32945"/>
            <p:cNvSpPr/>
            <p:nvPr/>
          </p:nvSpPr>
          <p:spPr>
            <a:xfrm>
              <a:off x="5109479" y="38542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6" name="pt32946"/>
            <p:cNvSpPr/>
            <p:nvPr/>
          </p:nvSpPr>
          <p:spPr>
            <a:xfrm>
              <a:off x="5141384" y="35835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7" name="pt32947"/>
            <p:cNvSpPr/>
            <p:nvPr/>
          </p:nvSpPr>
          <p:spPr>
            <a:xfrm>
              <a:off x="5122466" y="40888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8" name="pt32948"/>
            <p:cNvSpPr/>
            <p:nvPr/>
          </p:nvSpPr>
          <p:spPr>
            <a:xfrm>
              <a:off x="5131618" y="35400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49" name="pt32949"/>
            <p:cNvSpPr/>
            <p:nvPr/>
          </p:nvSpPr>
          <p:spPr>
            <a:xfrm>
              <a:off x="5161170" y="34954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0" name="pt32950"/>
            <p:cNvSpPr/>
            <p:nvPr/>
          </p:nvSpPr>
          <p:spPr>
            <a:xfrm>
              <a:off x="5163953" y="35165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1" name="pt32951"/>
            <p:cNvSpPr/>
            <p:nvPr/>
          </p:nvSpPr>
          <p:spPr>
            <a:xfrm>
              <a:off x="5116879" y="3635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2" name="pt32952"/>
            <p:cNvSpPr/>
            <p:nvPr/>
          </p:nvSpPr>
          <p:spPr>
            <a:xfrm>
              <a:off x="5174004" y="34723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3" name="pt32953"/>
            <p:cNvSpPr/>
            <p:nvPr/>
          </p:nvSpPr>
          <p:spPr>
            <a:xfrm>
              <a:off x="5150417" y="35482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4" name="pt32954"/>
            <p:cNvSpPr/>
            <p:nvPr/>
          </p:nvSpPr>
          <p:spPr>
            <a:xfrm>
              <a:off x="5195638" y="35374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5" name="pt32955"/>
            <p:cNvSpPr/>
            <p:nvPr/>
          </p:nvSpPr>
          <p:spPr>
            <a:xfrm>
              <a:off x="5138962" y="35995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6" name="pt32956"/>
            <p:cNvSpPr/>
            <p:nvPr/>
          </p:nvSpPr>
          <p:spPr>
            <a:xfrm>
              <a:off x="5152685" y="3468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7" name="pt32957"/>
            <p:cNvSpPr/>
            <p:nvPr/>
          </p:nvSpPr>
          <p:spPr>
            <a:xfrm>
              <a:off x="5156567" y="35031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8" name="pt32958"/>
            <p:cNvSpPr/>
            <p:nvPr/>
          </p:nvSpPr>
          <p:spPr>
            <a:xfrm>
              <a:off x="5158535" y="34740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59" name="pt32959"/>
            <p:cNvSpPr/>
            <p:nvPr/>
          </p:nvSpPr>
          <p:spPr>
            <a:xfrm>
              <a:off x="5174545" y="35938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0" name="pt32960"/>
            <p:cNvSpPr/>
            <p:nvPr/>
          </p:nvSpPr>
          <p:spPr>
            <a:xfrm>
              <a:off x="5144709" y="3486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1" name="pt32961"/>
            <p:cNvSpPr/>
            <p:nvPr/>
          </p:nvSpPr>
          <p:spPr>
            <a:xfrm>
              <a:off x="5139256" y="3800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2" name="pt32962"/>
            <p:cNvSpPr/>
            <p:nvPr/>
          </p:nvSpPr>
          <p:spPr>
            <a:xfrm>
              <a:off x="5136555" y="36415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3" name="pt32963"/>
            <p:cNvSpPr/>
            <p:nvPr/>
          </p:nvSpPr>
          <p:spPr>
            <a:xfrm>
              <a:off x="5162970" y="35643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4" name="pt32964"/>
            <p:cNvSpPr/>
            <p:nvPr/>
          </p:nvSpPr>
          <p:spPr>
            <a:xfrm>
              <a:off x="5188910" y="3402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5" name="pt32965"/>
            <p:cNvSpPr/>
            <p:nvPr/>
          </p:nvSpPr>
          <p:spPr>
            <a:xfrm>
              <a:off x="5106690" y="38572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6" name="pt32966"/>
            <p:cNvSpPr/>
            <p:nvPr/>
          </p:nvSpPr>
          <p:spPr>
            <a:xfrm>
              <a:off x="5110337" y="35359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7" name="pt32967"/>
            <p:cNvSpPr/>
            <p:nvPr/>
          </p:nvSpPr>
          <p:spPr>
            <a:xfrm>
              <a:off x="5123257" y="3683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8" name="pt32968"/>
            <p:cNvSpPr/>
            <p:nvPr/>
          </p:nvSpPr>
          <p:spPr>
            <a:xfrm>
              <a:off x="5167258" y="34314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69" name="pt32969"/>
            <p:cNvSpPr/>
            <p:nvPr/>
          </p:nvSpPr>
          <p:spPr>
            <a:xfrm>
              <a:off x="5412215" y="336621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70" name="pt32970"/>
            <p:cNvSpPr/>
            <p:nvPr/>
          </p:nvSpPr>
          <p:spPr>
            <a:xfrm>
              <a:off x="5143318" y="35194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1" name="pt32971"/>
            <p:cNvSpPr/>
            <p:nvPr/>
          </p:nvSpPr>
          <p:spPr>
            <a:xfrm>
              <a:off x="5136711" y="36367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2" name="pt32972"/>
            <p:cNvSpPr/>
            <p:nvPr/>
          </p:nvSpPr>
          <p:spPr>
            <a:xfrm>
              <a:off x="5148286" y="34189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3" name="pt32973"/>
            <p:cNvSpPr/>
            <p:nvPr/>
          </p:nvSpPr>
          <p:spPr>
            <a:xfrm>
              <a:off x="5100775" y="36408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4" name="pt32974"/>
            <p:cNvSpPr/>
            <p:nvPr/>
          </p:nvSpPr>
          <p:spPr>
            <a:xfrm>
              <a:off x="5147059" y="34735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5" name="pt32975"/>
            <p:cNvSpPr/>
            <p:nvPr/>
          </p:nvSpPr>
          <p:spPr>
            <a:xfrm>
              <a:off x="5135474" y="3596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6" name="pt32976"/>
            <p:cNvSpPr/>
            <p:nvPr/>
          </p:nvSpPr>
          <p:spPr>
            <a:xfrm>
              <a:off x="5105911" y="35735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7" name="pt32977"/>
            <p:cNvSpPr/>
            <p:nvPr/>
          </p:nvSpPr>
          <p:spPr>
            <a:xfrm>
              <a:off x="5159767" y="34996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8" name="pt32978"/>
            <p:cNvSpPr/>
            <p:nvPr/>
          </p:nvSpPr>
          <p:spPr>
            <a:xfrm>
              <a:off x="5140154" y="35117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79" name="pt32979"/>
            <p:cNvSpPr/>
            <p:nvPr/>
          </p:nvSpPr>
          <p:spPr>
            <a:xfrm>
              <a:off x="5193273" y="3677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0" name="pt32980"/>
            <p:cNvSpPr/>
            <p:nvPr/>
          </p:nvSpPr>
          <p:spPr>
            <a:xfrm>
              <a:off x="5155420" y="35189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1" name="pt32981"/>
            <p:cNvSpPr/>
            <p:nvPr/>
          </p:nvSpPr>
          <p:spPr>
            <a:xfrm>
              <a:off x="5129330" y="3627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2" name="pt32982"/>
            <p:cNvSpPr/>
            <p:nvPr/>
          </p:nvSpPr>
          <p:spPr>
            <a:xfrm>
              <a:off x="5169917" y="35604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3" name="pt32983"/>
            <p:cNvSpPr/>
            <p:nvPr/>
          </p:nvSpPr>
          <p:spPr>
            <a:xfrm>
              <a:off x="5138755" y="37000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4" name="pt32984"/>
            <p:cNvSpPr/>
            <p:nvPr/>
          </p:nvSpPr>
          <p:spPr>
            <a:xfrm>
              <a:off x="5196879" y="33718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5" name="pt32985"/>
            <p:cNvSpPr/>
            <p:nvPr/>
          </p:nvSpPr>
          <p:spPr>
            <a:xfrm>
              <a:off x="5174000" y="34152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6" name="pt32986"/>
            <p:cNvSpPr/>
            <p:nvPr/>
          </p:nvSpPr>
          <p:spPr>
            <a:xfrm>
              <a:off x="5117513" y="36254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7" name="pt32987"/>
            <p:cNvSpPr/>
            <p:nvPr/>
          </p:nvSpPr>
          <p:spPr>
            <a:xfrm>
              <a:off x="5171835" y="35464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8" name="pt32988"/>
            <p:cNvSpPr/>
            <p:nvPr/>
          </p:nvSpPr>
          <p:spPr>
            <a:xfrm>
              <a:off x="5132666" y="35352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89" name="pt32989"/>
            <p:cNvSpPr/>
            <p:nvPr/>
          </p:nvSpPr>
          <p:spPr>
            <a:xfrm>
              <a:off x="5140599" y="4189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0" name="pt32990"/>
            <p:cNvSpPr/>
            <p:nvPr/>
          </p:nvSpPr>
          <p:spPr>
            <a:xfrm>
              <a:off x="5883161" y="298503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91" name="pt32991"/>
            <p:cNvSpPr/>
            <p:nvPr/>
          </p:nvSpPr>
          <p:spPr>
            <a:xfrm>
              <a:off x="5184841" y="34508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2" name="pt32992"/>
            <p:cNvSpPr/>
            <p:nvPr/>
          </p:nvSpPr>
          <p:spPr>
            <a:xfrm>
              <a:off x="5176877" y="35511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3" name="pt32993"/>
            <p:cNvSpPr/>
            <p:nvPr/>
          </p:nvSpPr>
          <p:spPr>
            <a:xfrm>
              <a:off x="5184874" y="34502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4" name="pt32994"/>
            <p:cNvSpPr/>
            <p:nvPr/>
          </p:nvSpPr>
          <p:spPr>
            <a:xfrm>
              <a:off x="5159722" y="39374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5" name="pt32995"/>
            <p:cNvSpPr/>
            <p:nvPr/>
          </p:nvSpPr>
          <p:spPr>
            <a:xfrm>
              <a:off x="5111964" y="36127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6" name="pt32996"/>
            <p:cNvSpPr/>
            <p:nvPr/>
          </p:nvSpPr>
          <p:spPr>
            <a:xfrm>
              <a:off x="5203365" y="34206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7" name="pt32997"/>
            <p:cNvSpPr/>
            <p:nvPr/>
          </p:nvSpPr>
          <p:spPr>
            <a:xfrm>
              <a:off x="5122759" y="3542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2998" name="pt32998"/>
            <p:cNvSpPr/>
            <p:nvPr/>
          </p:nvSpPr>
          <p:spPr>
            <a:xfrm>
              <a:off x="6058988" y="290727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99" name="pt32999"/>
            <p:cNvSpPr/>
            <p:nvPr/>
          </p:nvSpPr>
          <p:spPr>
            <a:xfrm>
              <a:off x="5075764" y="44420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0" name="pt33000"/>
            <p:cNvSpPr/>
            <p:nvPr/>
          </p:nvSpPr>
          <p:spPr>
            <a:xfrm>
              <a:off x="5152375" y="3450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1" name="pt33001"/>
            <p:cNvSpPr/>
            <p:nvPr/>
          </p:nvSpPr>
          <p:spPr>
            <a:xfrm>
              <a:off x="5142593" y="3429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2" name="pt33002"/>
            <p:cNvSpPr/>
            <p:nvPr/>
          </p:nvSpPr>
          <p:spPr>
            <a:xfrm>
              <a:off x="5126354" y="35320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3" name="pt33003"/>
            <p:cNvSpPr/>
            <p:nvPr/>
          </p:nvSpPr>
          <p:spPr>
            <a:xfrm>
              <a:off x="5166250" y="34264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4" name="pt33004"/>
            <p:cNvSpPr/>
            <p:nvPr/>
          </p:nvSpPr>
          <p:spPr>
            <a:xfrm>
              <a:off x="5096291" y="3728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5" name="pt33005"/>
            <p:cNvSpPr/>
            <p:nvPr/>
          </p:nvSpPr>
          <p:spPr>
            <a:xfrm>
              <a:off x="5175373" y="3521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6" name="pt33006"/>
            <p:cNvSpPr/>
            <p:nvPr/>
          </p:nvSpPr>
          <p:spPr>
            <a:xfrm>
              <a:off x="5208509" y="3465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7" name="pt33007"/>
            <p:cNvSpPr/>
            <p:nvPr/>
          </p:nvSpPr>
          <p:spPr>
            <a:xfrm>
              <a:off x="5193892" y="34656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8" name="pt33008"/>
            <p:cNvSpPr/>
            <p:nvPr/>
          </p:nvSpPr>
          <p:spPr>
            <a:xfrm>
              <a:off x="5158599" y="3568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09" name="pt33009"/>
            <p:cNvSpPr/>
            <p:nvPr/>
          </p:nvSpPr>
          <p:spPr>
            <a:xfrm>
              <a:off x="5142150" y="37257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0" name="pt33010"/>
            <p:cNvSpPr/>
            <p:nvPr/>
          </p:nvSpPr>
          <p:spPr>
            <a:xfrm>
              <a:off x="5122396" y="36214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1" name="pt33011"/>
            <p:cNvSpPr/>
            <p:nvPr/>
          </p:nvSpPr>
          <p:spPr>
            <a:xfrm>
              <a:off x="5138256" y="3584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2" name="pt33012"/>
            <p:cNvSpPr/>
            <p:nvPr/>
          </p:nvSpPr>
          <p:spPr>
            <a:xfrm>
              <a:off x="5167074" y="3442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3" name="pt33013"/>
            <p:cNvSpPr/>
            <p:nvPr/>
          </p:nvSpPr>
          <p:spPr>
            <a:xfrm>
              <a:off x="5162623" y="3384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4" name="pt33014"/>
            <p:cNvSpPr/>
            <p:nvPr/>
          </p:nvSpPr>
          <p:spPr>
            <a:xfrm>
              <a:off x="5146126" y="34783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5" name="pt33015"/>
            <p:cNvSpPr/>
            <p:nvPr/>
          </p:nvSpPr>
          <p:spPr>
            <a:xfrm>
              <a:off x="4877265" y="365744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16" name="pt33016"/>
            <p:cNvSpPr/>
            <p:nvPr/>
          </p:nvSpPr>
          <p:spPr>
            <a:xfrm>
              <a:off x="5129985" y="3627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7" name="pt33017"/>
            <p:cNvSpPr/>
            <p:nvPr/>
          </p:nvSpPr>
          <p:spPr>
            <a:xfrm>
              <a:off x="5163161" y="3499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8" name="pt33018"/>
            <p:cNvSpPr/>
            <p:nvPr/>
          </p:nvSpPr>
          <p:spPr>
            <a:xfrm>
              <a:off x="5172573" y="34259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19" name="pt33019"/>
            <p:cNvSpPr/>
            <p:nvPr/>
          </p:nvSpPr>
          <p:spPr>
            <a:xfrm>
              <a:off x="5131917" y="37671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0" name="pt33020"/>
            <p:cNvSpPr/>
            <p:nvPr/>
          </p:nvSpPr>
          <p:spPr>
            <a:xfrm>
              <a:off x="5251824" y="3137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1" name="pt33021"/>
            <p:cNvSpPr/>
            <p:nvPr/>
          </p:nvSpPr>
          <p:spPr>
            <a:xfrm>
              <a:off x="5160360" y="34748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2" name="pt33022"/>
            <p:cNvSpPr/>
            <p:nvPr/>
          </p:nvSpPr>
          <p:spPr>
            <a:xfrm>
              <a:off x="5202509" y="36559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3" name="pt33023"/>
            <p:cNvSpPr/>
            <p:nvPr/>
          </p:nvSpPr>
          <p:spPr>
            <a:xfrm>
              <a:off x="5146647" y="3741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4" name="pt33024"/>
            <p:cNvSpPr/>
            <p:nvPr/>
          </p:nvSpPr>
          <p:spPr>
            <a:xfrm>
              <a:off x="5076120" y="33595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5" name="pt33025"/>
            <p:cNvSpPr/>
            <p:nvPr/>
          </p:nvSpPr>
          <p:spPr>
            <a:xfrm>
              <a:off x="5134040" y="35548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6" name="pt33026"/>
            <p:cNvSpPr/>
            <p:nvPr/>
          </p:nvSpPr>
          <p:spPr>
            <a:xfrm>
              <a:off x="5174778" y="33897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7" name="pt33027"/>
            <p:cNvSpPr/>
            <p:nvPr/>
          </p:nvSpPr>
          <p:spPr>
            <a:xfrm>
              <a:off x="5113075" y="3701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8" name="pt33028"/>
            <p:cNvSpPr/>
            <p:nvPr/>
          </p:nvSpPr>
          <p:spPr>
            <a:xfrm>
              <a:off x="5135785" y="3507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29" name="pt33029"/>
            <p:cNvSpPr/>
            <p:nvPr/>
          </p:nvSpPr>
          <p:spPr>
            <a:xfrm>
              <a:off x="5133574" y="37837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0" name="pt33030"/>
            <p:cNvSpPr/>
            <p:nvPr/>
          </p:nvSpPr>
          <p:spPr>
            <a:xfrm>
              <a:off x="5179008" y="31806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1" name="pt33031"/>
            <p:cNvSpPr/>
            <p:nvPr/>
          </p:nvSpPr>
          <p:spPr>
            <a:xfrm>
              <a:off x="5196025" y="35337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2" name="pt33032"/>
            <p:cNvSpPr/>
            <p:nvPr/>
          </p:nvSpPr>
          <p:spPr>
            <a:xfrm>
              <a:off x="5128938" y="37516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3" name="pt33033"/>
            <p:cNvSpPr/>
            <p:nvPr/>
          </p:nvSpPr>
          <p:spPr>
            <a:xfrm>
              <a:off x="5142787" y="3514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4" name="pt33034"/>
            <p:cNvSpPr/>
            <p:nvPr/>
          </p:nvSpPr>
          <p:spPr>
            <a:xfrm>
              <a:off x="5164592" y="35532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5" name="pt33035"/>
            <p:cNvSpPr/>
            <p:nvPr/>
          </p:nvSpPr>
          <p:spPr>
            <a:xfrm>
              <a:off x="5103374" y="35232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6" name="pt33036"/>
            <p:cNvSpPr/>
            <p:nvPr/>
          </p:nvSpPr>
          <p:spPr>
            <a:xfrm>
              <a:off x="5165978" y="34755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7" name="pt33037"/>
            <p:cNvSpPr/>
            <p:nvPr/>
          </p:nvSpPr>
          <p:spPr>
            <a:xfrm>
              <a:off x="5151097" y="3600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8" name="pt33038"/>
            <p:cNvSpPr/>
            <p:nvPr/>
          </p:nvSpPr>
          <p:spPr>
            <a:xfrm>
              <a:off x="5118827" y="4911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39" name="pt33039"/>
            <p:cNvSpPr/>
            <p:nvPr/>
          </p:nvSpPr>
          <p:spPr>
            <a:xfrm>
              <a:off x="5134865" y="36272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0" name="pt33040"/>
            <p:cNvSpPr/>
            <p:nvPr/>
          </p:nvSpPr>
          <p:spPr>
            <a:xfrm>
              <a:off x="5169305" y="35868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1" name="pt33041"/>
            <p:cNvSpPr/>
            <p:nvPr/>
          </p:nvSpPr>
          <p:spPr>
            <a:xfrm>
              <a:off x="5139477" y="35018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2" name="pt33042"/>
            <p:cNvSpPr/>
            <p:nvPr/>
          </p:nvSpPr>
          <p:spPr>
            <a:xfrm>
              <a:off x="5157801" y="3816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3" name="pt33043"/>
            <p:cNvSpPr/>
            <p:nvPr/>
          </p:nvSpPr>
          <p:spPr>
            <a:xfrm>
              <a:off x="5161691" y="35661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4" name="pt33044"/>
            <p:cNvSpPr/>
            <p:nvPr/>
          </p:nvSpPr>
          <p:spPr>
            <a:xfrm>
              <a:off x="5159035" y="34846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5" name="pt33045"/>
            <p:cNvSpPr/>
            <p:nvPr/>
          </p:nvSpPr>
          <p:spPr>
            <a:xfrm>
              <a:off x="5147645" y="35099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6" name="pt33046"/>
            <p:cNvSpPr/>
            <p:nvPr/>
          </p:nvSpPr>
          <p:spPr>
            <a:xfrm>
              <a:off x="5132249" y="3592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7" name="pt33047"/>
            <p:cNvSpPr/>
            <p:nvPr/>
          </p:nvSpPr>
          <p:spPr>
            <a:xfrm>
              <a:off x="5147254" y="3549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8" name="pt33048"/>
            <p:cNvSpPr/>
            <p:nvPr/>
          </p:nvSpPr>
          <p:spPr>
            <a:xfrm>
              <a:off x="5175719" y="3450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49" name="pt33049"/>
            <p:cNvSpPr/>
            <p:nvPr/>
          </p:nvSpPr>
          <p:spPr>
            <a:xfrm>
              <a:off x="5147187" y="36022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0" name="pt33050"/>
            <p:cNvSpPr/>
            <p:nvPr/>
          </p:nvSpPr>
          <p:spPr>
            <a:xfrm>
              <a:off x="5125592" y="40682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1" name="pt33051"/>
            <p:cNvSpPr/>
            <p:nvPr/>
          </p:nvSpPr>
          <p:spPr>
            <a:xfrm>
              <a:off x="5168419" y="3526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2" name="pt33052"/>
            <p:cNvSpPr/>
            <p:nvPr/>
          </p:nvSpPr>
          <p:spPr>
            <a:xfrm>
              <a:off x="5117740" y="3588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3" name="pt33053"/>
            <p:cNvSpPr/>
            <p:nvPr/>
          </p:nvSpPr>
          <p:spPr>
            <a:xfrm>
              <a:off x="5166366" y="35381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4" name="pt33054"/>
            <p:cNvSpPr/>
            <p:nvPr/>
          </p:nvSpPr>
          <p:spPr>
            <a:xfrm>
              <a:off x="5160373" y="33345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5" name="pt33055"/>
            <p:cNvSpPr/>
            <p:nvPr/>
          </p:nvSpPr>
          <p:spPr>
            <a:xfrm>
              <a:off x="5153183" y="35617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6" name="pt33056"/>
            <p:cNvSpPr/>
            <p:nvPr/>
          </p:nvSpPr>
          <p:spPr>
            <a:xfrm>
              <a:off x="5122830" y="3552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7" name="pt33057"/>
            <p:cNvSpPr/>
            <p:nvPr/>
          </p:nvSpPr>
          <p:spPr>
            <a:xfrm>
              <a:off x="5067822" y="45876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8" name="pt33058"/>
            <p:cNvSpPr/>
            <p:nvPr/>
          </p:nvSpPr>
          <p:spPr>
            <a:xfrm>
              <a:off x="5149295" y="3569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59" name="pt33059"/>
            <p:cNvSpPr/>
            <p:nvPr/>
          </p:nvSpPr>
          <p:spPr>
            <a:xfrm>
              <a:off x="5138353" y="35243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0" name="pt33060"/>
            <p:cNvSpPr/>
            <p:nvPr/>
          </p:nvSpPr>
          <p:spPr>
            <a:xfrm>
              <a:off x="5083267" y="37272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1" name="pt33061"/>
            <p:cNvSpPr/>
            <p:nvPr/>
          </p:nvSpPr>
          <p:spPr>
            <a:xfrm>
              <a:off x="5158146" y="35729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2" name="pt33062"/>
            <p:cNvSpPr/>
            <p:nvPr/>
          </p:nvSpPr>
          <p:spPr>
            <a:xfrm>
              <a:off x="5141284" y="3606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3" name="pt33063"/>
            <p:cNvSpPr/>
            <p:nvPr/>
          </p:nvSpPr>
          <p:spPr>
            <a:xfrm>
              <a:off x="3963819" y="36002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4" name="pt33064"/>
            <p:cNvSpPr/>
            <p:nvPr/>
          </p:nvSpPr>
          <p:spPr>
            <a:xfrm>
              <a:off x="5166062" y="34098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5" name="pt33065"/>
            <p:cNvSpPr/>
            <p:nvPr/>
          </p:nvSpPr>
          <p:spPr>
            <a:xfrm>
              <a:off x="5173490" y="35791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6" name="pt33066"/>
            <p:cNvSpPr/>
            <p:nvPr/>
          </p:nvSpPr>
          <p:spPr>
            <a:xfrm>
              <a:off x="5170376" y="35287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7" name="pt33067"/>
            <p:cNvSpPr/>
            <p:nvPr/>
          </p:nvSpPr>
          <p:spPr>
            <a:xfrm>
              <a:off x="5140699" y="3535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8" name="pt33068"/>
            <p:cNvSpPr/>
            <p:nvPr/>
          </p:nvSpPr>
          <p:spPr>
            <a:xfrm>
              <a:off x="5145826" y="3755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69" name="pt33069"/>
            <p:cNvSpPr/>
            <p:nvPr/>
          </p:nvSpPr>
          <p:spPr>
            <a:xfrm>
              <a:off x="5139015" y="3646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0" name="pt33070"/>
            <p:cNvSpPr/>
            <p:nvPr/>
          </p:nvSpPr>
          <p:spPr>
            <a:xfrm>
              <a:off x="5130001" y="37715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1" name="pt33071"/>
            <p:cNvSpPr/>
            <p:nvPr/>
          </p:nvSpPr>
          <p:spPr>
            <a:xfrm>
              <a:off x="5176924" y="36197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2" name="pt33072"/>
            <p:cNvSpPr/>
            <p:nvPr/>
          </p:nvSpPr>
          <p:spPr>
            <a:xfrm>
              <a:off x="5160257" y="35501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3" name="pt33073"/>
            <p:cNvSpPr/>
            <p:nvPr/>
          </p:nvSpPr>
          <p:spPr>
            <a:xfrm>
              <a:off x="5108172" y="3546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4" name="pt33074"/>
            <p:cNvSpPr/>
            <p:nvPr/>
          </p:nvSpPr>
          <p:spPr>
            <a:xfrm>
              <a:off x="5177028" y="3558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5" name="pt33075"/>
            <p:cNvSpPr/>
            <p:nvPr/>
          </p:nvSpPr>
          <p:spPr>
            <a:xfrm>
              <a:off x="5174042" y="34907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6" name="pt33076"/>
            <p:cNvSpPr/>
            <p:nvPr/>
          </p:nvSpPr>
          <p:spPr>
            <a:xfrm>
              <a:off x="5172972" y="34550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7" name="pt33077"/>
            <p:cNvSpPr/>
            <p:nvPr/>
          </p:nvSpPr>
          <p:spPr>
            <a:xfrm>
              <a:off x="5143217" y="34551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8" name="pt33078"/>
            <p:cNvSpPr/>
            <p:nvPr/>
          </p:nvSpPr>
          <p:spPr>
            <a:xfrm>
              <a:off x="5172786" y="3446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79" name="pt33079"/>
            <p:cNvSpPr/>
            <p:nvPr/>
          </p:nvSpPr>
          <p:spPr>
            <a:xfrm>
              <a:off x="5185589" y="34135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0" name="pt33080"/>
            <p:cNvSpPr/>
            <p:nvPr/>
          </p:nvSpPr>
          <p:spPr>
            <a:xfrm>
              <a:off x="5143184" y="35287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1" name="pt33081"/>
            <p:cNvSpPr/>
            <p:nvPr/>
          </p:nvSpPr>
          <p:spPr>
            <a:xfrm>
              <a:off x="5166045" y="36007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2" name="pt33082"/>
            <p:cNvSpPr/>
            <p:nvPr/>
          </p:nvSpPr>
          <p:spPr>
            <a:xfrm>
              <a:off x="5134541" y="36588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3" name="pt33083"/>
            <p:cNvSpPr/>
            <p:nvPr/>
          </p:nvSpPr>
          <p:spPr>
            <a:xfrm>
              <a:off x="5159067" y="34794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4" name="pt33084"/>
            <p:cNvSpPr/>
            <p:nvPr/>
          </p:nvSpPr>
          <p:spPr>
            <a:xfrm>
              <a:off x="5091109" y="39244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5" name="pt33085"/>
            <p:cNvSpPr/>
            <p:nvPr/>
          </p:nvSpPr>
          <p:spPr>
            <a:xfrm>
              <a:off x="5128075" y="37280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6" name="pt33086"/>
            <p:cNvSpPr/>
            <p:nvPr/>
          </p:nvSpPr>
          <p:spPr>
            <a:xfrm>
              <a:off x="5134335" y="3413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7" name="pt33087"/>
            <p:cNvSpPr/>
            <p:nvPr/>
          </p:nvSpPr>
          <p:spPr>
            <a:xfrm>
              <a:off x="5139917" y="33901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8" name="pt33088"/>
            <p:cNvSpPr/>
            <p:nvPr/>
          </p:nvSpPr>
          <p:spPr>
            <a:xfrm>
              <a:off x="5114169" y="35639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89" name="pt33089"/>
            <p:cNvSpPr/>
            <p:nvPr/>
          </p:nvSpPr>
          <p:spPr>
            <a:xfrm>
              <a:off x="5117312" y="3679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0" name="pt33090"/>
            <p:cNvSpPr/>
            <p:nvPr/>
          </p:nvSpPr>
          <p:spPr>
            <a:xfrm>
              <a:off x="5144581" y="35378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1" name="pt33091"/>
            <p:cNvSpPr/>
            <p:nvPr/>
          </p:nvSpPr>
          <p:spPr>
            <a:xfrm>
              <a:off x="5180533" y="34365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2" name="pt33092"/>
            <p:cNvSpPr/>
            <p:nvPr/>
          </p:nvSpPr>
          <p:spPr>
            <a:xfrm>
              <a:off x="5139550" y="36339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3" name="pt33093"/>
            <p:cNvSpPr/>
            <p:nvPr/>
          </p:nvSpPr>
          <p:spPr>
            <a:xfrm>
              <a:off x="5134145" y="344972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4" name="pt33094"/>
            <p:cNvSpPr/>
            <p:nvPr/>
          </p:nvSpPr>
          <p:spPr>
            <a:xfrm>
              <a:off x="5127177" y="34565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5" name="pt33095"/>
            <p:cNvSpPr/>
            <p:nvPr/>
          </p:nvSpPr>
          <p:spPr>
            <a:xfrm>
              <a:off x="5135348" y="34405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6" name="pt33096"/>
            <p:cNvSpPr/>
            <p:nvPr/>
          </p:nvSpPr>
          <p:spPr>
            <a:xfrm>
              <a:off x="5092742" y="36451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7" name="pt33097"/>
            <p:cNvSpPr/>
            <p:nvPr/>
          </p:nvSpPr>
          <p:spPr>
            <a:xfrm>
              <a:off x="5143649" y="3777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8" name="pt33098"/>
            <p:cNvSpPr/>
            <p:nvPr/>
          </p:nvSpPr>
          <p:spPr>
            <a:xfrm>
              <a:off x="5142307" y="35098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099" name="pt33099"/>
            <p:cNvSpPr/>
            <p:nvPr/>
          </p:nvSpPr>
          <p:spPr>
            <a:xfrm>
              <a:off x="5160408" y="35139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0" name="pt33100"/>
            <p:cNvSpPr/>
            <p:nvPr/>
          </p:nvSpPr>
          <p:spPr>
            <a:xfrm>
              <a:off x="5170504" y="33237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1" name="pt33101"/>
            <p:cNvSpPr/>
            <p:nvPr/>
          </p:nvSpPr>
          <p:spPr>
            <a:xfrm>
              <a:off x="5150086" y="35392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2" name="pt33102"/>
            <p:cNvSpPr/>
            <p:nvPr/>
          </p:nvSpPr>
          <p:spPr>
            <a:xfrm>
              <a:off x="5124869" y="35405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3" name="pt33103"/>
            <p:cNvSpPr/>
            <p:nvPr/>
          </p:nvSpPr>
          <p:spPr>
            <a:xfrm>
              <a:off x="5149645" y="3570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4" name="pt33104"/>
            <p:cNvSpPr/>
            <p:nvPr/>
          </p:nvSpPr>
          <p:spPr>
            <a:xfrm>
              <a:off x="5132129" y="36703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5" name="pt33105"/>
            <p:cNvSpPr/>
            <p:nvPr/>
          </p:nvSpPr>
          <p:spPr>
            <a:xfrm>
              <a:off x="5134763" y="34859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6" name="pt33106"/>
            <p:cNvSpPr/>
            <p:nvPr/>
          </p:nvSpPr>
          <p:spPr>
            <a:xfrm>
              <a:off x="5125119" y="35657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7" name="pt33107"/>
            <p:cNvSpPr/>
            <p:nvPr/>
          </p:nvSpPr>
          <p:spPr>
            <a:xfrm>
              <a:off x="5157289" y="3451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8" name="pt33108"/>
            <p:cNvSpPr/>
            <p:nvPr/>
          </p:nvSpPr>
          <p:spPr>
            <a:xfrm>
              <a:off x="5108894" y="38241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09" name="pt33109"/>
            <p:cNvSpPr/>
            <p:nvPr/>
          </p:nvSpPr>
          <p:spPr>
            <a:xfrm>
              <a:off x="5159898" y="35754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0" name="pt33110"/>
            <p:cNvSpPr/>
            <p:nvPr/>
          </p:nvSpPr>
          <p:spPr>
            <a:xfrm>
              <a:off x="5158695" y="35088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1" name="pt33111"/>
            <p:cNvSpPr/>
            <p:nvPr/>
          </p:nvSpPr>
          <p:spPr>
            <a:xfrm>
              <a:off x="5139263" y="3584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2" name="pt33112"/>
            <p:cNvSpPr/>
            <p:nvPr/>
          </p:nvSpPr>
          <p:spPr>
            <a:xfrm>
              <a:off x="5158562" y="35471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3" name="pt33113"/>
            <p:cNvSpPr/>
            <p:nvPr/>
          </p:nvSpPr>
          <p:spPr>
            <a:xfrm>
              <a:off x="5137348" y="40102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4" name="pt33114"/>
            <p:cNvSpPr/>
            <p:nvPr/>
          </p:nvSpPr>
          <p:spPr>
            <a:xfrm>
              <a:off x="5171630" y="28145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5" name="pt33115"/>
            <p:cNvSpPr/>
            <p:nvPr/>
          </p:nvSpPr>
          <p:spPr>
            <a:xfrm>
              <a:off x="5115092" y="44465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6" name="pt33116"/>
            <p:cNvSpPr/>
            <p:nvPr/>
          </p:nvSpPr>
          <p:spPr>
            <a:xfrm>
              <a:off x="5139762" y="40081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7" name="pt33117"/>
            <p:cNvSpPr/>
            <p:nvPr/>
          </p:nvSpPr>
          <p:spPr>
            <a:xfrm>
              <a:off x="5160167" y="35268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8" name="pt33118"/>
            <p:cNvSpPr/>
            <p:nvPr/>
          </p:nvSpPr>
          <p:spPr>
            <a:xfrm>
              <a:off x="5116014" y="36073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19" name="pt33119"/>
            <p:cNvSpPr/>
            <p:nvPr/>
          </p:nvSpPr>
          <p:spPr>
            <a:xfrm>
              <a:off x="5114366" y="34608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0" name="pt33120"/>
            <p:cNvSpPr/>
            <p:nvPr/>
          </p:nvSpPr>
          <p:spPr>
            <a:xfrm>
              <a:off x="5129834" y="36972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1" name="pt33121"/>
            <p:cNvSpPr/>
            <p:nvPr/>
          </p:nvSpPr>
          <p:spPr>
            <a:xfrm>
              <a:off x="5114485" y="38160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2" name="pt33122"/>
            <p:cNvSpPr/>
            <p:nvPr/>
          </p:nvSpPr>
          <p:spPr>
            <a:xfrm>
              <a:off x="5153053" y="3639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3" name="pt33123"/>
            <p:cNvSpPr/>
            <p:nvPr/>
          </p:nvSpPr>
          <p:spPr>
            <a:xfrm>
              <a:off x="5132501" y="31992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4" name="pt33124"/>
            <p:cNvSpPr/>
            <p:nvPr/>
          </p:nvSpPr>
          <p:spPr>
            <a:xfrm>
              <a:off x="5119582" y="53268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5" name="pt33125"/>
            <p:cNvSpPr/>
            <p:nvPr/>
          </p:nvSpPr>
          <p:spPr>
            <a:xfrm>
              <a:off x="5162871" y="35392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6" name="pt33126"/>
            <p:cNvSpPr/>
            <p:nvPr/>
          </p:nvSpPr>
          <p:spPr>
            <a:xfrm>
              <a:off x="5188677" y="34391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7" name="pt33127"/>
            <p:cNvSpPr/>
            <p:nvPr/>
          </p:nvSpPr>
          <p:spPr>
            <a:xfrm>
              <a:off x="5130672" y="3616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8" name="pt33128"/>
            <p:cNvSpPr/>
            <p:nvPr/>
          </p:nvSpPr>
          <p:spPr>
            <a:xfrm>
              <a:off x="5165153" y="35081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29" name="pt33129"/>
            <p:cNvSpPr/>
            <p:nvPr/>
          </p:nvSpPr>
          <p:spPr>
            <a:xfrm>
              <a:off x="5155684" y="36744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0" name="pt33130"/>
            <p:cNvSpPr/>
            <p:nvPr/>
          </p:nvSpPr>
          <p:spPr>
            <a:xfrm>
              <a:off x="5133883" y="3779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1" name="pt33131"/>
            <p:cNvSpPr/>
            <p:nvPr/>
          </p:nvSpPr>
          <p:spPr>
            <a:xfrm>
              <a:off x="5131781" y="34539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2" name="pt33132"/>
            <p:cNvSpPr/>
            <p:nvPr/>
          </p:nvSpPr>
          <p:spPr>
            <a:xfrm>
              <a:off x="5218505" y="3501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3" name="pt33133"/>
            <p:cNvSpPr/>
            <p:nvPr/>
          </p:nvSpPr>
          <p:spPr>
            <a:xfrm>
              <a:off x="5150513" y="35203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4" name="pt33134"/>
            <p:cNvSpPr/>
            <p:nvPr/>
          </p:nvSpPr>
          <p:spPr>
            <a:xfrm>
              <a:off x="4856717" y="395805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35" name="pt33135"/>
            <p:cNvSpPr/>
            <p:nvPr/>
          </p:nvSpPr>
          <p:spPr>
            <a:xfrm>
              <a:off x="5212175" y="34343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6" name="pt33136"/>
            <p:cNvSpPr/>
            <p:nvPr/>
          </p:nvSpPr>
          <p:spPr>
            <a:xfrm>
              <a:off x="5093765" y="3531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7" name="pt33137"/>
            <p:cNvSpPr/>
            <p:nvPr/>
          </p:nvSpPr>
          <p:spPr>
            <a:xfrm>
              <a:off x="5118859" y="37860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8" name="pt33138"/>
            <p:cNvSpPr/>
            <p:nvPr/>
          </p:nvSpPr>
          <p:spPr>
            <a:xfrm>
              <a:off x="5106120" y="38024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39" name="pt33139"/>
            <p:cNvSpPr/>
            <p:nvPr/>
          </p:nvSpPr>
          <p:spPr>
            <a:xfrm>
              <a:off x="5134040" y="34746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0" name="pt33140"/>
            <p:cNvSpPr/>
            <p:nvPr/>
          </p:nvSpPr>
          <p:spPr>
            <a:xfrm>
              <a:off x="5143980" y="34819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1" name="pt33141"/>
            <p:cNvSpPr/>
            <p:nvPr/>
          </p:nvSpPr>
          <p:spPr>
            <a:xfrm>
              <a:off x="5119937" y="35470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2" name="pt33142"/>
            <p:cNvSpPr/>
            <p:nvPr/>
          </p:nvSpPr>
          <p:spPr>
            <a:xfrm>
              <a:off x="5162942" y="35251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3" name="pt33143"/>
            <p:cNvSpPr/>
            <p:nvPr/>
          </p:nvSpPr>
          <p:spPr>
            <a:xfrm>
              <a:off x="5091123" y="38229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4" name="pt33144"/>
            <p:cNvSpPr/>
            <p:nvPr/>
          </p:nvSpPr>
          <p:spPr>
            <a:xfrm>
              <a:off x="5154014" y="35772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5" name="pt33145"/>
            <p:cNvSpPr/>
            <p:nvPr/>
          </p:nvSpPr>
          <p:spPr>
            <a:xfrm>
              <a:off x="5152042" y="39981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6" name="pt33146"/>
            <p:cNvSpPr/>
            <p:nvPr/>
          </p:nvSpPr>
          <p:spPr>
            <a:xfrm>
              <a:off x="5156507" y="3837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7" name="pt33147"/>
            <p:cNvSpPr/>
            <p:nvPr/>
          </p:nvSpPr>
          <p:spPr>
            <a:xfrm>
              <a:off x="5263529" y="34582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8" name="pt33148"/>
            <p:cNvSpPr/>
            <p:nvPr/>
          </p:nvSpPr>
          <p:spPr>
            <a:xfrm>
              <a:off x="5170068" y="35849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49" name="pt33149"/>
            <p:cNvSpPr/>
            <p:nvPr/>
          </p:nvSpPr>
          <p:spPr>
            <a:xfrm>
              <a:off x="5132037" y="3532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0" name="pt33150"/>
            <p:cNvSpPr/>
            <p:nvPr/>
          </p:nvSpPr>
          <p:spPr>
            <a:xfrm>
              <a:off x="5135550" y="34460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1" name="pt33151"/>
            <p:cNvSpPr/>
            <p:nvPr/>
          </p:nvSpPr>
          <p:spPr>
            <a:xfrm>
              <a:off x="5153683" y="34610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2" name="pt33152"/>
            <p:cNvSpPr/>
            <p:nvPr/>
          </p:nvSpPr>
          <p:spPr>
            <a:xfrm>
              <a:off x="5181172" y="34908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3" name="pt33153"/>
            <p:cNvSpPr/>
            <p:nvPr/>
          </p:nvSpPr>
          <p:spPr>
            <a:xfrm>
              <a:off x="5158415" y="34319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4" name="pt33154"/>
            <p:cNvSpPr/>
            <p:nvPr/>
          </p:nvSpPr>
          <p:spPr>
            <a:xfrm>
              <a:off x="5158761" y="35498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5" name="pt33155"/>
            <p:cNvSpPr/>
            <p:nvPr/>
          </p:nvSpPr>
          <p:spPr>
            <a:xfrm>
              <a:off x="5141613" y="35030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6" name="pt33156"/>
            <p:cNvSpPr/>
            <p:nvPr/>
          </p:nvSpPr>
          <p:spPr>
            <a:xfrm>
              <a:off x="5061066" y="40872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7" name="pt33157"/>
            <p:cNvSpPr/>
            <p:nvPr/>
          </p:nvSpPr>
          <p:spPr>
            <a:xfrm>
              <a:off x="5130577" y="35820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8" name="pt33158"/>
            <p:cNvSpPr/>
            <p:nvPr/>
          </p:nvSpPr>
          <p:spPr>
            <a:xfrm>
              <a:off x="5107435" y="4014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59" name="pt33159"/>
            <p:cNvSpPr/>
            <p:nvPr/>
          </p:nvSpPr>
          <p:spPr>
            <a:xfrm>
              <a:off x="5131070" y="38882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0" name="pt33160"/>
            <p:cNvSpPr/>
            <p:nvPr/>
          </p:nvSpPr>
          <p:spPr>
            <a:xfrm>
              <a:off x="5145671" y="34994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1" name="pt33161"/>
            <p:cNvSpPr/>
            <p:nvPr/>
          </p:nvSpPr>
          <p:spPr>
            <a:xfrm>
              <a:off x="5100761" y="41101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2" name="pt33162"/>
            <p:cNvSpPr/>
            <p:nvPr/>
          </p:nvSpPr>
          <p:spPr>
            <a:xfrm>
              <a:off x="5014685" y="46170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3" name="pt33163"/>
            <p:cNvSpPr/>
            <p:nvPr/>
          </p:nvSpPr>
          <p:spPr>
            <a:xfrm>
              <a:off x="5182483" y="3531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4" name="pt33164"/>
            <p:cNvSpPr/>
            <p:nvPr/>
          </p:nvSpPr>
          <p:spPr>
            <a:xfrm>
              <a:off x="5169361" y="35699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5" name="pt33165"/>
            <p:cNvSpPr/>
            <p:nvPr/>
          </p:nvSpPr>
          <p:spPr>
            <a:xfrm>
              <a:off x="5151844" y="34833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6" name="pt33166"/>
            <p:cNvSpPr/>
            <p:nvPr/>
          </p:nvSpPr>
          <p:spPr>
            <a:xfrm>
              <a:off x="5141803" y="38186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7" name="pt33167"/>
            <p:cNvSpPr/>
            <p:nvPr/>
          </p:nvSpPr>
          <p:spPr>
            <a:xfrm>
              <a:off x="5162834" y="35610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8" name="pt33168"/>
            <p:cNvSpPr/>
            <p:nvPr/>
          </p:nvSpPr>
          <p:spPr>
            <a:xfrm>
              <a:off x="5180112" y="33622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69" name="pt33169"/>
            <p:cNvSpPr/>
            <p:nvPr/>
          </p:nvSpPr>
          <p:spPr>
            <a:xfrm>
              <a:off x="5134077" y="34769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0" name="pt33170"/>
            <p:cNvSpPr/>
            <p:nvPr/>
          </p:nvSpPr>
          <p:spPr>
            <a:xfrm>
              <a:off x="5097658" y="3783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1" name="pt33171"/>
            <p:cNvSpPr/>
            <p:nvPr/>
          </p:nvSpPr>
          <p:spPr>
            <a:xfrm>
              <a:off x="5174226" y="33868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2" name="pt33172"/>
            <p:cNvSpPr/>
            <p:nvPr/>
          </p:nvSpPr>
          <p:spPr>
            <a:xfrm>
              <a:off x="5174147" y="35281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3" name="pt33173"/>
            <p:cNvSpPr/>
            <p:nvPr/>
          </p:nvSpPr>
          <p:spPr>
            <a:xfrm>
              <a:off x="4845625" y="36094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4" name="pt33174"/>
            <p:cNvSpPr/>
            <p:nvPr/>
          </p:nvSpPr>
          <p:spPr>
            <a:xfrm>
              <a:off x="5163906" y="35346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5" name="pt33175"/>
            <p:cNvSpPr/>
            <p:nvPr/>
          </p:nvSpPr>
          <p:spPr>
            <a:xfrm>
              <a:off x="5133852" y="3666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6" name="pt33176"/>
            <p:cNvSpPr/>
            <p:nvPr/>
          </p:nvSpPr>
          <p:spPr>
            <a:xfrm>
              <a:off x="5145672" y="32442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7" name="pt33177"/>
            <p:cNvSpPr/>
            <p:nvPr/>
          </p:nvSpPr>
          <p:spPr>
            <a:xfrm>
              <a:off x="5148395" y="34634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8" name="pt33178"/>
            <p:cNvSpPr/>
            <p:nvPr/>
          </p:nvSpPr>
          <p:spPr>
            <a:xfrm>
              <a:off x="5127281" y="3531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79" name="pt33179"/>
            <p:cNvSpPr/>
            <p:nvPr/>
          </p:nvSpPr>
          <p:spPr>
            <a:xfrm>
              <a:off x="5122926" y="36485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0" name="pt33180"/>
            <p:cNvSpPr/>
            <p:nvPr/>
          </p:nvSpPr>
          <p:spPr>
            <a:xfrm>
              <a:off x="5157471" y="34521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1" name="pt33181"/>
            <p:cNvSpPr/>
            <p:nvPr/>
          </p:nvSpPr>
          <p:spPr>
            <a:xfrm>
              <a:off x="5147058" y="35601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2" name="pt33182"/>
            <p:cNvSpPr/>
            <p:nvPr/>
          </p:nvSpPr>
          <p:spPr>
            <a:xfrm>
              <a:off x="5130216" y="3666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3" name="pt33183"/>
            <p:cNvSpPr/>
            <p:nvPr/>
          </p:nvSpPr>
          <p:spPr>
            <a:xfrm>
              <a:off x="5168528" y="35845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4" name="pt33184"/>
            <p:cNvSpPr/>
            <p:nvPr/>
          </p:nvSpPr>
          <p:spPr>
            <a:xfrm>
              <a:off x="5169378" y="35135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5" name="pt33185"/>
            <p:cNvSpPr/>
            <p:nvPr/>
          </p:nvSpPr>
          <p:spPr>
            <a:xfrm>
              <a:off x="5138290" y="34660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6" name="pt33186"/>
            <p:cNvSpPr/>
            <p:nvPr/>
          </p:nvSpPr>
          <p:spPr>
            <a:xfrm>
              <a:off x="5139132" y="39202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7" name="pt33187"/>
            <p:cNvSpPr/>
            <p:nvPr/>
          </p:nvSpPr>
          <p:spPr>
            <a:xfrm>
              <a:off x="5227314" y="37706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8" name="pt33188"/>
            <p:cNvSpPr/>
            <p:nvPr/>
          </p:nvSpPr>
          <p:spPr>
            <a:xfrm>
              <a:off x="5167312" y="35814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89" name="pt33189"/>
            <p:cNvSpPr/>
            <p:nvPr/>
          </p:nvSpPr>
          <p:spPr>
            <a:xfrm>
              <a:off x="5128672" y="3509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0" name="pt33190"/>
            <p:cNvSpPr/>
            <p:nvPr/>
          </p:nvSpPr>
          <p:spPr>
            <a:xfrm>
              <a:off x="5187084" y="32333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1" name="pt33191"/>
            <p:cNvSpPr/>
            <p:nvPr/>
          </p:nvSpPr>
          <p:spPr>
            <a:xfrm>
              <a:off x="5181316" y="33568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2" name="pt33192"/>
            <p:cNvSpPr/>
            <p:nvPr/>
          </p:nvSpPr>
          <p:spPr>
            <a:xfrm>
              <a:off x="5158283" y="33512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3" name="pt33193"/>
            <p:cNvSpPr/>
            <p:nvPr/>
          </p:nvSpPr>
          <p:spPr>
            <a:xfrm>
              <a:off x="5124787" y="3790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4" name="pt33194"/>
            <p:cNvSpPr/>
            <p:nvPr/>
          </p:nvSpPr>
          <p:spPr>
            <a:xfrm>
              <a:off x="5098900" y="3673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5" name="pt33195"/>
            <p:cNvSpPr/>
            <p:nvPr/>
          </p:nvSpPr>
          <p:spPr>
            <a:xfrm>
              <a:off x="5041058" y="371884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96" name="pt33196"/>
            <p:cNvSpPr/>
            <p:nvPr/>
          </p:nvSpPr>
          <p:spPr>
            <a:xfrm>
              <a:off x="5124242" y="36386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7" name="pt33197"/>
            <p:cNvSpPr/>
            <p:nvPr/>
          </p:nvSpPr>
          <p:spPr>
            <a:xfrm>
              <a:off x="5138226" y="3526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8" name="pt33198"/>
            <p:cNvSpPr/>
            <p:nvPr/>
          </p:nvSpPr>
          <p:spPr>
            <a:xfrm>
              <a:off x="5147806" y="35513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199" name="pt33199"/>
            <p:cNvSpPr/>
            <p:nvPr/>
          </p:nvSpPr>
          <p:spPr>
            <a:xfrm>
              <a:off x="5142132" y="3886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0" name="pt33200"/>
            <p:cNvSpPr/>
            <p:nvPr/>
          </p:nvSpPr>
          <p:spPr>
            <a:xfrm>
              <a:off x="5156171" y="35928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1" name="pt33201"/>
            <p:cNvSpPr/>
            <p:nvPr/>
          </p:nvSpPr>
          <p:spPr>
            <a:xfrm>
              <a:off x="5145633" y="35354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2" name="pt33202"/>
            <p:cNvSpPr/>
            <p:nvPr/>
          </p:nvSpPr>
          <p:spPr>
            <a:xfrm>
              <a:off x="5101157" y="3771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3" name="pt33203"/>
            <p:cNvSpPr/>
            <p:nvPr/>
          </p:nvSpPr>
          <p:spPr>
            <a:xfrm>
              <a:off x="5150538" y="34556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4" name="pt33204"/>
            <p:cNvSpPr/>
            <p:nvPr/>
          </p:nvSpPr>
          <p:spPr>
            <a:xfrm>
              <a:off x="5120572" y="38826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5" name="pt33205"/>
            <p:cNvSpPr/>
            <p:nvPr/>
          </p:nvSpPr>
          <p:spPr>
            <a:xfrm>
              <a:off x="5107709" y="35953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6" name="pt33206"/>
            <p:cNvSpPr/>
            <p:nvPr/>
          </p:nvSpPr>
          <p:spPr>
            <a:xfrm>
              <a:off x="5178649" y="33995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7" name="pt33207"/>
            <p:cNvSpPr/>
            <p:nvPr/>
          </p:nvSpPr>
          <p:spPr>
            <a:xfrm>
              <a:off x="5144915" y="35614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8" name="pt33208"/>
            <p:cNvSpPr/>
            <p:nvPr/>
          </p:nvSpPr>
          <p:spPr>
            <a:xfrm>
              <a:off x="5155646" y="34900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09" name="pt33209"/>
            <p:cNvSpPr/>
            <p:nvPr/>
          </p:nvSpPr>
          <p:spPr>
            <a:xfrm>
              <a:off x="5091096" y="35253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0" name="pt33210"/>
            <p:cNvSpPr/>
            <p:nvPr/>
          </p:nvSpPr>
          <p:spPr>
            <a:xfrm>
              <a:off x="5148777" y="36541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1" name="pt33211"/>
            <p:cNvSpPr/>
            <p:nvPr/>
          </p:nvSpPr>
          <p:spPr>
            <a:xfrm>
              <a:off x="5195604" y="34311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2" name="pt33212"/>
            <p:cNvSpPr/>
            <p:nvPr/>
          </p:nvSpPr>
          <p:spPr>
            <a:xfrm>
              <a:off x="4947380" y="47438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3" name="pt33213"/>
            <p:cNvSpPr/>
            <p:nvPr/>
          </p:nvSpPr>
          <p:spPr>
            <a:xfrm>
              <a:off x="5099368" y="36392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4" name="pt33214"/>
            <p:cNvSpPr/>
            <p:nvPr/>
          </p:nvSpPr>
          <p:spPr>
            <a:xfrm>
              <a:off x="5123091" y="38307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5" name="pt33215"/>
            <p:cNvSpPr/>
            <p:nvPr/>
          </p:nvSpPr>
          <p:spPr>
            <a:xfrm>
              <a:off x="5134962" y="35964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6" name="pt33216"/>
            <p:cNvSpPr/>
            <p:nvPr/>
          </p:nvSpPr>
          <p:spPr>
            <a:xfrm>
              <a:off x="5165656" y="35171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7" name="pt33217"/>
            <p:cNvSpPr/>
            <p:nvPr/>
          </p:nvSpPr>
          <p:spPr>
            <a:xfrm>
              <a:off x="5064769" y="40882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8" name="pt33218"/>
            <p:cNvSpPr/>
            <p:nvPr/>
          </p:nvSpPr>
          <p:spPr>
            <a:xfrm>
              <a:off x="5257841" y="30403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19" name="pt33219"/>
            <p:cNvSpPr/>
            <p:nvPr/>
          </p:nvSpPr>
          <p:spPr>
            <a:xfrm>
              <a:off x="5152991" y="3513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0" name="pt33220"/>
            <p:cNvSpPr/>
            <p:nvPr/>
          </p:nvSpPr>
          <p:spPr>
            <a:xfrm>
              <a:off x="5164991" y="35343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1" name="pt33221"/>
            <p:cNvSpPr/>
            <p:nvPr/>
          </p:nvSpPr>
          <p:spPr>
            <a:xfrm>
              <a:off x="5132408" y="37127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2" name="pt33222"/>
            <p:cNvSpPr/>
            <p:nvPr/>
          </p:nvSpPr>
          <p:spPr>
            <a:xfrm>
              <a:off x="5203078" y="35289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3" name="pt33223"/>
            <p:cNvSpPr/>
            <p:nvPr/>
          </p:nvSpPr>
          <p:spPr>
            <a:xfrm>
              <a:off x="5128470" y="37267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4" name="pt33224"/>
            <p:cNvSpPr/>
            <p:nvPr/>
          </p:nvSpPr>
          <p:spPr>
            <a:xfrm>
              <a:off x="5192359" y="34547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5" name="pt33225"/>
            <p:cNvSpPr/>
            <p:nvPr/>
          </p:nvSpPr>
          <p:spPr>
            <a:xfrm>
              <a:off x="5151963" y="33995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6" name="pt33226"/>
            <p:cNvSpPr/>
            <p:nvPr/>
          </p:nvSpPr>
          <p:spPr>
            <a:xfrm>
              <a:off x="5139139" y="34316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7" name="pt33227"/>
            <p:cNvSpPr/>
            <p:nvPr/>
          </p:nvSpPr>
          <p:spPr>
            <a:xfrm>
              <a:off x="5214203" y="33127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8" name="pt33228"/>
            <p:cNvSpPr/>
            <p:nvPr/>
          </p:nvSpPr>
          <p:spPr>
            <a:xfrm>
              <a:off x="5255154" y="33783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29" name="pt33229"/>
            <p:cNvSpPr/>
            <p:nvPr/>
          </p:nvSpPr>
          <p:spPr>
            <a:xfrm>
              <a:off x="5156840" y="35653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0" name="pt33230"/>
            <p:cNvSpPr/>
            <p:nvPr/>
          </p:nvSpPr>
          <p:spPr>
            <a:xfrm>
              <a:off x="5192010" y="34252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1" name="pt33231"/>
            <p:cNvSpPr/>
            <p:nvPr/>
          </p:nvSpPr>
          <p:spPr>
            <a:xfrm>
              <a:off x="5132296" y="49077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2" name="pt33232"/>
            <p:cNvSpPr/>
            <p:nvPr/>
          </p:nvSpPr>
          <p:spPr>
            <a:xfrm>
              <a:off x="5170786" y="38080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3" name="pt33233"/>
            <p:cNvSpPr/>
            <p:nvPr/>
          </p:nvSpPr>
          <p:spPr>
            <a:xfrm>
              <a:off x="5119648" y="40800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4" name="pt33234"/>
            <p:cNvSpPr/>
            <p:nvPr/>
          </p:nvSpPr>
          <p:spPr>
            <a:xfrm>
              <a:off x="5135881" y="3649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5" name="pt33235"/>
            <p:cNvSpPr/>
            <p:nvPr/>
          </p:nvSpPr>
          <p:spPr>
            <a:xfrm>
              <a:off x="4918538" y="372249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36" name="pt33236"/>
            <p:cNvSpPr/>
            <p:nvPr/>
          </p:nvSpPr>
          <p:spPr>
            <a:xfrm>
              <a:off x="5143139" y="37310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7" name="pt33237"/>
            <p:cNvSpPr/>
            <p:nvPr/>
          </p:nvSpPr>
          <p:spPr>
            <a:xfrm>
              <a:off x="5126946" y="34591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8" name="pt33238"/>
            <p:cNvSpPr/>
            <p:nvPr/>
          </p:nvSpPr>
          <p:spPr>
            <a:xfrm>
              <a:off x="5140948" y="35724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39" name="pt33239"/>
            <p:cNvSpPr/>
            <p:nvPr/>
          </p:nvSpPr>
          <p:spPr>
            <a:xfrm>
              <a:off x="5151417" y="3441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0" name="pt33240"/>
            <p:cNvSpPr/>
            <p:nvPr/>
          </p:nvSpPr>
          <p:spPr>
            <a:xfrm>
              <a:off x="5729447" y="292368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41" name="pt33241"/>
            <p:cNvSpPr/>
            <p:nvPr/>
          </p:nvSpPr>
          <p:spPr>
            <a:xfrm>
              <a:off x="5096492" y="35834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2" name="pt33242"/>
            <p:cNvSpPr/>
            <p:nvPr/>
          </p:nvSpPr>
          <p:spPr>
            <a:xfrm>
              <a:off x="5183949" y="35408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3" name="pt33243"/>
            <p:cNvSpPr/>
            <p:nvPr/>
          </p:nvSpPr>
          <p:spPr>
            <a:xfrm>
              <a:off x="5107161" y="3593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4" name="pt33244"/>
            <p:cNvSpPr/>
            <p:nvPr/>
          </p:nvSpPr>
          <p:spPr>
            <a:xfrm>
              <a:off x="5123299" y="35564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5" name="pt33245"/>
            <p:cNvSpPr/>
            <p:nvPr/>
          </p:nvSpPr>
          <p:spPr>
            <a:xfrm>
              <a:off x="5132493" y="35187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6" name="pt33246"/>
            <p:cNvSpPr/>
            <p:nvPr/>
          </p:nvSpPr>
          <p:spPr>
            <a:xfrm>
              <a:off x="5124755" y="39430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7" name="pt33247"/>
            <p:cNvSpPr/>
            <p:nvPr/>
          </p:nvSpPr>
          <p:spPr>
            <a:xfrm>
              <a:off x="5150720" y="3525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8" name="pt33248"/>
            <p:cNvSpPr/>
            <p:nvPr/>
          </p:nvSpPr>
          <p:spPr>
            <a:xfrm>
              <a:off x="5141054" y="35581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49" name="pt33249"/>
            <p:cNvSpPr/>
            <p:nvPr/>
          </p:nvSpPr>
          <p:spPr>
            <a:xfrm>
              <a:off x="5124708" y="35162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0" name="pt33250"/>
            <p:cNvSpPr/>
            <p:nvPr/>
          </p:nvSpPr>
          <p:spPr>
            <a:xfrm>
              <a:off x="5130953" y="35781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1" name="pt33251"/>
            <p:cNvSpPr/>
            <p:nvPr/>
          </p:nvSpPr>
          <p:spPr>
            <a:xfrm>
              <a:off x="5147739" y="35390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2" name="pt33252"/>
            <p:cNvSpPr/>
            <p:nvPr/>
          </p:nvSpPr>
          <p:spPr>
            <a:xfrm>
              <a:off x="5146287" y="34797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3" name="pt33253"/>
            <p:cNvSpPr/>
            <p:nvPr/>
          </p:nvSpPr>
          <p:spPr>
            <a:xfrm>
              <a:off x="5070173" y="37959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4" name="pt33254"/>
            <p:cNvSpPr/>
            <p:nvPr/>
          </p:nvSpPr>
          <p:spPr>
            <a:xfrm>
              <a:off x="5116489" y="35994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5" name="pt33255"/>
            <p:cNvSpPr/>
            <p:nvPr/>
          </p:nvSpPr>
          <p:spPr>
            <a:xfrm>
              <a:off x="5157004" y="3353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6" name="pt33256"/>
            <p:cNvSpPr/>
            <p:nvPr/>
          </p:nvSpPr>
          <p:spPr>
            <a:xfrm>
              <a:off x="5166849" y="34890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7" name="pt33257"/>
            <p:cNvSpPr/>
            <p:nvPr/>
          </p:nvSpPr>
          <p:spPr>
            <a:xfrm>
              <a:off x="5149891" y="3383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8" name="pt33258"/>
            <p:cNvSpPr/>
            <p:nvPr/>
          </p:nvSpPr>
          <p:spPr>
            <a:xfrm>
              <a:off x="4970234" y="36395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59" name="pt33259"/>
            <p:cNvSpPr/>
            <p:nvPr/>
          </p:nvSpPr>
          <p:spPr>
            <a:xfrm>
              <a:off x="5146528" y="33027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0" name="pt33260"/>
            <p:cNvSpPr/>
            <p:nvPr/>
          </p:nvSpPr>
          <p:spPr>
            <a:xfrm>
              <a:off x="5140114" y="35986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1" name="pt33261"/>
            <p:cNvSpPr/>
            <p:nvPr/>
          </p:nvSpPr>
          <p:spPr>
            <a:xfrm>
              <a:off x="5150426" y="34766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2" name="pt33262"/>
            <p:cNvSpPr/>
            <p:nvPr/>
          </p:nvSpPr>
          <p:spPr>
            <a:xfrm>
              <a:off x="5155237" y="37817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3" name="pt33263"/>
            <p:cNvSpPr/>
            <p:nvPr/>
          </p:nvSpPr>
          <p:spPr>
            <a:xfrm>
              <a:off x="5083494" y="40017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4" name="pt33264"/>
            <p:cNvSpPr/>
            <p:nvPr/>
          </p:nvSpPr>
          <p:spPr>
            <a:xfrm>
              <a:off x="4762189" y="35179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5" name="pt33265"/>
            <p:cNvSpPr/>
            <p:nvPr/>
          </p:nvSpPr>
          <p:spPr>
            <a:xfrm>
              <a:off x="5135746" y="35626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6" name="pt33266"/>
            <p:cNvSpPr/>
            <p:nvPr/>
          </p:nvSpPr>
          <p:spPr>
            <a:xfrm>
              <a:off x="5131522" y="34581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7" name="pt33267"/>
            <p:cNvSpPr/>
            <p:nvPr/>
          </p:nvSpPr>
          <p:spPr>
            <a:xfrm>
              <a:off x="5156202" y="35319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8" name="pt33268"/>
            <p:cNvSpPr/>
            <p:nvPr/>
          </p:nvSpPr>
          <p:spPr>
            <a:xfrm>
              <a:off x="5124179" y="3922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69" name="pt33269"/>
            <p:cNvSpPr/>
            <p:nvPr/>
          </p:nvSpPr>
          <p:spPr>
            <a:xfrm>
              <a:off x="5144445" y="35081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0" name="pt33270"/>
            <p:cNvSpPr/>
            <p:nvPr/>
          </p:nvSpPr>
          <p:spPr>
            <a:xfrm>
              <a:off x="5143328" y="35873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1" name="pt33271"/>
            <p:cNvSpPr/>
            <p:nvPr/>
          </p:nvSpPr>
          <p:spPr>
            <a:xfrm>
              <a:off x="5076034" y="49555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2" name="pt33272"/>
            <p:cNvSpPr/>
            <p:nvPr/>
          </p:nvSpPr>
          <p:spPr>
            <a:xfrm>
              <a:off x="5138294" y="35036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3" name="pt33273"/>
            <p:cNvSpPr/>
            <p:nvPr/>
          </p:nvSpPr>
          <p:spPr>
            <a:xfrm>
              <a:off x="5120274" y="40275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4" name="pt33274"/>
            <p:cNvSpPr/>
            <p:nvPr/>
          </p:nvSpPr>
          <p:spPr>
            <a:xfrm>
              <a:off x="5149976" y="35564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5" name="pt33275"/>
            <p:cNvSpPr/>
            <p:nvPr/>
          </p:nvSpPr>
          <p:spPr>
            <a:xfrm>
              <a:off x="5163552" y="36768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6" name="pt33276"/>
            <p:cNvSpPr/>
            <p:nvPr/>
          </p:nvSpPr>
          <p:spPr>
            <a:xfrm>
              <a:off x="4950320" y="370153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77" name="pt33277"/>
            <p:cNvSpPr/>
            <p:nvPr/>
          </p:nvSpPr>
          <p:spPr>
            <a:xfrm>
              <a:off x="5122258" y="33643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8" name="pt33278"/>
            <p:cNvSpPr/>
            <p:nvPr/>
          </p:nvSpPr>
          <p:spPr>
            <a:xfrm>
              <a:off x="5171738" y="37030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79" name="pt33279"/>
            <p:cNvSpPr/>
            <p:nvPr/>
          </p:nvSpPr>
          <p:spPr>
            <a:xfrm>
              <a:off x="5021355" y="3553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0" name="pt33280"/>
            <p:cNvSpPr/>
            <p:nvPr/>
          </p:nvSpPr>
          <p:spPr>
            <a:xfrm>
              <a:off x="5187687" y="34425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1" name="pt33281"/>
            <p:cNvSpPr/>
            <p:nvPr/>
          </p:nvSpPr>
          <p:spPr>
            <a:xfrm>
              <a:off x="5146312" y="3474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2" name="pt33282"/>
            <p:cNvSpPr/>
            <p:nvPr/>
          </p:nvSpPr>
          <p:spPr>
            <a:xfrm>
              <a:off x="5145971" y="36214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3" name="pt33283"/>
            <p:cNvSpPr/>
            <p:nvPr/>
          </p:nvSpPr>
          <p:spPr>
            <a:xfrm>
              <a:off x="5152717" y="35672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4" name="pt33284"/>
            <p:cNvSpPr/>
            <p:nvPr/>
          </p:nvSpPr>
          <p:spPr>
            <a:xfrm>
              <a:off x="5135357" y="36789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5" name="pt33285"/>
            <p:cNvSpPr/>
            <p:nvPr/>
          </p:nvSpPr>
          <p:spPr>
            <a:xfrm>
              <a:off x="3650448" y="34888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6" name="pt33286"/>
            <p:cNvSpPr/>
            <p:nvPr/>
          </p:nvSpPr>
          <p:spPr>
            <a:xfrm>
              <a:off x="5139051" y="35030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7" name="pt33287"/>
            <p:cNvSpPr/>
            <p:nvPr/>
          </p:nvSpPr>
          <p:spPr>
            <a:xfrm>
              <a:off x="5112949" y="35686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8" name="pt33288"/>
            <p:cNvSpPr/>
            <p:nvPr/>
          </p:nvSpPr>
          <p:spPr>
            <a:xfrm>
              <a:off x="5026634" y="46468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89" name="pt33289"/>
            <p:cNvSpPr/>
            <p:nvPr/>
          </p:nvSpPr>
          <p:spPr>
            <a:xfrm>
              <a:off x="5155497" y="3542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0" name="pt33290"/>
            <p:cNvSpPr/>
            <p:nvPr/>
          </p:nvSpPr>
          <p:spPr>
            <a:xfrm>
              <a:off x="5150508" y="34759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1" name="pt33291"/>
            <p:cNvSpPr/>
            <p:nvPr/>
          </p:nvSpPr>
          <p:spPr>
            <a:xfrm>
              <a:off x="5125182" y="35480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2" name="pt33292"/>
            <p:cNvSpPr/>
            <p:nvPr/>
          </p:nvSpPr>
          <p:spPr>
            <a:xfrm>
              <a:off x="5149732" y="35718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3" name="pt33293"/>
            <p:cNvSpPr/>
            <p:nvPr/>
          </p:nvSpPr>
          <p:spPr>
            <a:xfrm>
              <a:off x="5153816" y="35565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4" name="pt33294"/>
            <p:cNvSpPr/>
            <p:nvPr/>
          </p:nvSpPr>
          <p:spPr>
            <a:xfrm>
              <a:off x="5154056" y="35020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5" name="pt33295"/>
            <p:cNvSpPr/>
            <p:nvPr/>
          </p:nvSpPr>
          <p:spPr>
            <a:xfrm>
              <a:off x="5169091" y="33323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6" name="pt33296"/>
            <p:cNvSpPr/>
            <p:nvPr/>
          </p:nvSpPr>
          <p:spPr>
            <a:xfrm>
              <a:off x="5151276" y="34699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7" name="pt33297"/>
            <p:cNvSpPr/>
            <p:nvPr/>
          </p:nvSpPr>
          <p:spPr>
            <a:xfrm>
              <a:off x="5094403" y="37132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8" name="pt33298"/>
            <p:cNvSpPr/>
            <p:nvPr/>
          </p:nvSpPr>
          <p:spPr>
            <a:xfrm>
              <a:off x="5097802" y="3676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299" name="pt33299"/>
            <p:cNvSpPr/>
            <p:nvPr/>
          </p:nvSpPr>
          <p:spPr>
            <a:xfrm>
              <a:off x="5140275" y="34863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0" name="pt33300"/>
            <p:cNvSpPr/>
            <p:nvPr/>
          </p:nvSpPr>
          <p:spPr>
            <a:xfrm>
              <a:off x="5136778" y="365209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1" name="pt33301"/>
            <p:cNvSpPr/>
            <p:nvPr/>
          </p:nvSpPr>
          <p:spPr>
            <a:xfrm>
              <a:off x="5124294" y="37095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2" name="pt33302"/>
            <p:cNvSpPr/>
            <p:nvPr/>
          </p:nvSpPr>
          <p:spPr>
            <a:xfrm>
              <a:off x="5129535" y="40002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3" name="pt33303"/>
            <p:cNvSpPr/>
            <p:nvPr/>
          </p:nvSpPr>
          <p:spPr>
            <a:xfrm>
              <a:off x="5127683" y="35906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4" name="pt33304"/>
            <p:cNvSpPr/>
            <p:nvPr/>
          </p:nvSpPr>
          <p:spPr>
            <a:xfrm>
              <a:off x="5144113" y="35545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5" name="pt33305"/>
            <p:cNvSpPr/>
            <p:nvPr/>
          </p:nvSpPr>
          <p:spPr>
            <a:xfrm>
              <a:off x="5144366" y="34884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6" name="pt33306"/>
            <p:cNvSpPr/>
            <p:nvPr/>
          </p:nvSpPr>
          <p:spPr>
            <a:xfrm>
              <a:off x="5181791" y="3401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7" name="pt33307"/>
            <p:cNvSpPr/>
            <p:nvPr/>
          </p:nvSpPr>
          <p:spPr>
            <a:xfrm>
              <a:off x="5061392" y="35466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8" name="pt33308"/>
            <p:cNvSpPr/>
            <p:nvPr/>
          </p:nvSpPr>
          <p:spPr>
            <a:xfrm>
              <a:off x="5142105" y="37136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09" name="pt33309"/>
            <p:cNvSpPr/>
            <p:nvPr/>
          </p:nvSpPr>
          <p:spPr>
            <a:xfrm>
              <a:off x="5151488" y="34533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0" name="pt33310"/>
            <p:cNvSpPr/>
            <p:nvPr/>
          </p:nvSpPr>
          <p:spPr>
            <a:xfrm>
              <a:off x="5124850" y="36902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1" name="pt33311"/>
            <p:cNvSpPr/>
            <p:nvPr/>
          </p:nvSpPr>
          <p:spPr>
            <a:xfrm>
              <a:off x="5011185" y="37026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2" name="pt33312"/>
            <p:cNvSpPr/>
            <p:nvPr/>
          </p:nvSpPr>
          <p:spPr>
            <a:xfrm>
              <a:off x="5194467" y="32765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3" name="pt33313"/>
            <p:cNvSpPr/>
            <p:nvPr/>
          </p:nvSpPr>
          <p:spPr>
            <a:xfrm>
              <a:off x="5142766" y="35153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4" name="pt33314"/>
            <p:cNvSpPr/>
            <p:nvPr/>
          </p:nvSpPr>
          <p:spPr>
            <a:xfrm>
              <a:off x="5178768" y="33973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5" name="pt33315"/>
            <p:cNvSpPr/>
            <p:nvPr/>
          </p:nvSpPr>
          <p:spPr>
            <a:xfrm>
              <a:off x="5094386" y="36265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6" name="pt33316"/>
            <p:cNvSpPr/>
            <p:nvPr/>
          </p:nvSpPr>
          <p:spPr>
            <a:xfrm>
              <a:off x="5143070" y="35077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7" name="pt33317"/>
            <p:cNvSpPr/>
            <p:nvPr/>
          </p:nvSpPr>
          <p:spPr>
            <a:xfrm>
              <a:off x="5143124" y="35092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8" name="pt33318"/>
            <p:cNvSpPr/>
            <p:nvPr/>
          </p:nvSpPr>
          <p:spPr>
            <a:xfrm>
              <a:off x="5154030" y="34491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19" name="pt33319"/>
            <p:cNvSpPr/>
            <p:nvPr/>
          </p:nvSpPr>
          <p:spPr>
            <a:xfrm>
              <a:off x="5164703" y="350782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0" name="pt33320"/>
            <p:cNvSpPr/>
            <p:nvPr/>
          </p:nvSpPr>
          <p:spPr>
            <a:xfrm>
              <a:off x="5132950" y="32839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1" name="pt33321"/>
            <p:cNvSpPr/>
            <p:nvPr/>
          </p:nvSpPr>
          <p:spPr>
            <a:xfrm>
              <a:off x="5157339" y="37585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2" name="pt33322"/>
            <p:cNvSpPr/>
            <p:nvPr/>
          </p:nvSpPr>
          <p:spPr>
            <a:xfrm>
              <a:off x="5140225" y="36369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3" name="pt33323"/>
            <p:cNvSpPr/>
            <p:nvPr/>
          </p:nvSpPr>
          <p:spPr>
            <a:xfrm>
              <a:off x="5108459" y="37787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4" name="pt33324"/>
            <p:cNvSpPr/>
            <p:nvPr/>
          </p:nvSpPr>
          <p:spPr>
            <a:xfrm>
              <a:off x="5094738" y="38928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5" name="pt33325"/>
            <p:cNvSpPr/>
            <p:nvPr/>
          </p:nvSpPr>
          <p:spPr>
            <a:xfrm>
              <a:off x="5136460" y="34761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6" name="pt33326"/>
            <p:cNvSpPr/>
            <p:nvPr/>
          </p:nvSpPr>
          <p:spPr>
            <a:xfrm>
              <a:off x="5118454" y="3442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7" name="pt33327"/>
            <p:cNvSpPr/>
            <p:nvPr/>
          </p:nvSpPr>
          <p:spPr>
            <a:xfrm>
              <a:off x="5126411" y="34676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8" name="pt33328"/>
            <p:cNvSpPr/>
            <p:nvPr/>
          </p:nvSpPr>
          <p:spPr>
            <a:xfrm>
              <a:off x="5134278" y="36760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29" name="pt33329"/>
            <p:cNvSpPr/>
            <p:nvPr/>
          </p:nvSpPr>
          <p:spPr>
            <a:xfrm>
              <a:off x="5154015" y="35200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0" name="pt33330"/>
            <p:cNvSpPr/>
            <p:nvPr/>
          </p:nvSpPr>
          <p:spPr>
            <a:xfrm>
              <a:off x="5122874" y="38182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1" name="pt33331"/>
            <p:cNvSpPr/>
            <p:nvPr/>
          </p:nvSpPr>
          <p:spPr>
            <a:xfrm>
              <a:off x="5131171" y="3652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2" name="pt33332"/>
            <p:cNvSpPr/>
            <p:nvPr/>
          </p:nvSpPr>
          <p:spPr>
            <a:xfrm>
              <a:off x="5174303" y="34215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3" name="pt33333"/>
            <p:cNvSpPr/>
            <p:nvPr/>
          </p:nvSpPr>
          <p:spPr>
            <a:xfrm>
              <a:off x="5050305" y="370675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34" name="pt33334"/>
            <p:cNvSpPr/>
            <p:nvPr/>
          </p:nvSpPr>
          <p:spPr>
            <a:xfrm>
              <a:off x="5126589" y="35867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5" name="pt33335"/>
            <p:cNvSpPr/>
            <p:nvPr/>
          </p:nvSpPr>
          <p:spPr>
            <a:xfrm>
              <a:off x="4970912" y="39407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6" name="pt33336"/>
            <p:cNvSpPr/>
            <p:nvPr/>
          </p:nvSpPr>
          <p:spPr>
            <a:xfrm>
              <a:off x="5164394" y="35647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7" name="pt33337"/>
            <p:cNvSpPr/>
            <p:nvPr/>
          </p:nvSpPr>
          <p:spPr>
            <a:xfrm>
              <a:off x="5140237" y="3475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8" name="pt33338"/>
            <p:cNvSpPr/>
            <p:nvPr/>
          </p:nvSpPr>
          <p:spPr>
            <a:xfrm>
              <a:off x="5146066" y="36064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39" name="pt33339"/>
            <p:cNvSpPr/>
            <p:nvPr/>
          </p:nvSpPr>
          <p:spPr>
            <a:xfrm>
              <a:off x="5137142" y="36242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0" name="pt33340"/>
            <p:cNvSpPr/>
            <p:nvPr/>
          </p:nvSpPr>
          <p:spPr>
            <a:xfrm>
              <a:off x="5170001" y="34119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1" name="pt33341"/>
            <p:cNvSpPr/>
            <p:nvPr/>
          </p:nvSpPr>
          <p:spPr>
            <a:xfrm>
              <a:off x="5131690" y="351425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2" name="pt33342"/>
            <p:cNvSpPr/>
            <p:nvPr/>
          </p:nvSpPr>
          <p:spPr>
            <a:xfrm>
              <a:off x="5152196" y="34386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3" name="pt33343"/>
            <p:cNvSpPr/>
            <p:nvPr/>
          </p:nvSpPr>
          <p:spPr>
            <a:xfrm>
              <a:off x="5133506" y="358340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4" name="pt33344"/>
            <p:cNvSpPr/>
            <p:nvPr/>
          </p:nvSpPr>
          <p:spPr>
            <a:xfrm>
              <a:off x="5170860" y="354638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5" name="pt33345"/>
            <p:cNvSpPr/>
            <p:nvPr/>
          </p:nvSpPr>
          <p:spPr>
            <a:xfrm>
              <a:off x="5197452" y="347788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6" name="pt33346"/>
            <p:cNvSpPr/>
            <p:nvPr/>
          </p:nvSpPr>
          <p:spPr>
            <a:xfrm>
              <a:off x="4922576" y="414779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47" name="pt33347"/>
            <p:cNvSpPr/>
            <p:nvPr/>
          </p:nvSpPr>
          <p:spPr>
            <a:xfrm>
              <a:off x="5178640" y="34506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8" name="pt33348"/>
            <p:cNvSpPr/>
            <p:nvPr/>
          </p:nvSpPr>
          <p:spPr>
            <a:xfrm>
              <a:off x="5164525" y="337731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49" name="pt33349"/>
            <p:cNvSpPr/>
            <p:nvPr/>
          </p:nvSpPr>
          <p:spPr>
            <a:xfrm>
              <a:off x="5147984" y="32671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0" name="pt33350"/>
            <p:cNvSpPr/>
            <p:nvPr/>
          </p:nvSpPr>
          <p:spPr>
            <a:xfrm>
              <a:off x="5132636" y="35566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1" name="pt33351"/>
            <p:cNvSpPr/>
            <p:nvPr/>
          </p:nvSpPr>
          <p:spPr>
            <a:xfrm>
              <a:off x="5115477" y="3600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2" name="pt33352"/>
            <p:cNvSpPr/>
            <p:nvPr/>
          </p:nvSpPr>
          <p:spPr>
            <a:xfrm>
              <a:off x="5102001" y="40534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3" name="pt33353"/>
            <p:cNvSpPr/>
            <p:nvPr/>
          </p:nvSpPr>
          <p:spPr>
            <a:xfrm>
              <a:off x="5138091" y="37581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4" name="pt33354"/>
            <p:cNvSpPr/>
            <p:nvPr/>
          </p:nvSpPr>
          <p:spPr>
            <a:xfrm>
              <a:off x="5170198" y="34879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5" name="pt33355"/>
            <p:cNvSpPr/>
            <p:nvPr/>
          </p:nvSpPr>
          <p:spPr>
            <a:xfrm>
              <a:off x="5171595" y="35266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6" name="pt33356"/>
            <p:cNvSpPr/>
            <p:nvPr/>
          </p:nvSpPr>
          <p:spPr>
            <a:xfrm>
              <a:off x="5125350" y="34848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7" name="pt33357"/>
            <p:cNvSpPr/>
            <p:nvPr/>
          </p:nvSpPr>
          <p:spPr>
            <a:xfrm>
              <a:off x="5160154" y="35298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8" name="pt33358"/>
            <p:cNvSpPr/>
            <p:nvPr/>
          </p:nvSpPr>
          <p:spPr>
            <a:xfrm>
              <a:off x="3644228" y="3658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59" name="pt33359"/>
            <p:cNvSpPr/>
            <p:nvPr/>
          </p:nvSpPr>
          <p:spPr>
            <a:xfrm>
              <a:off x="5117835" y="49882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0" name="pt33360"/>
            <p:cNvSpPr/>
            <p:nvPr/>
          </p:nvSpPr>
          <p:spPr>
            <a:xfrm>
              <a:off x="4308945" y="36142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1" name="pt33361"/>
            <p:cNvSpPr/>
            <p:nvPr/>
          </p:nvSpPr>
          <p:spPr>
            <a:xfrm>
              <a:off x="5113628" y="36715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2" name="pt33362"/>
            <p:cNvSpPr/>
            <p:nvPr/>
          </p:nvSpPr>
          <p:spPr>
            <a:xfrm>
              <a:off x="5155941" y="21890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3" name="pt33363"/>
            <p:cNvSpPr/>
            <p:nvPr/>
          </p:nvSpPr>
          <p:spPr>
            <a:xfrm>
              <a:off x="3611952" y="36168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4" name="pt33364"/>
            <p:cNvSpPr/>
            <p:nvPr/>
          </p:nvSpPr>
          <p:spPr>
            <a:xfrm>
              <a:off x="5158862" y="3558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5" name="pt33365"/>
            <p:cNvSpPr/>
            <p:nvPr/>
          </p:nvSpPr>
          <p:spPr>
            <a:xfrm>
              <a:off x="5071252" y="35056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6" name="pt33366"/>
            <p:cNvSpPr/>
            <p:nvPr/>
          </p:nvSpPr>
          <p:spPr>
            <a:xfrm>
              <a:off x="4928279" y="4072043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67" name="pt33367"/>
            <p:cNvSpPr/>
            <p:nvPr/>
          </p:nvSpPr>
          <p:spPr>
            <a:xfrm>
              <a:off x="5122830" y="35087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8" name="pt33368"/>
            <p:cNvSpPr/>
            <p:nvPr/>
          </p:nvSpPr>
          <p:spPr>
            <a:xfrm>
              <a:off x="5114258" y="3571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69" name="pt33369"/>
            <p:cNvSpPr/>
            <p:nvPr/>
          </p:nvSpPr>
          <p:spPr>
            <a:xfrm>
              <a:off x="5170171" y="36283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0" name="pt33370"/>
            <p:cNvSpPr/>
            <p:nvPr/>
          </p:nvSpPr>
          <p:spPr>
            <a:xfrm>
              <a:off x="5155625" y="35138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1" name="pt33371"/>
            <p:cNvSpPr/>
            <p:nvPr/>
          </p:nvSpPr>
          <p:spPr>
            <a:xfrm>
              <a:off x="5161280" y="34802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2" name="pt33372"/>
            <p:cNvSpPr/>
            <p:nvPr/>
          </p:nvSpPr>
          <p:spPr>
            <a:xfrm>
              <a:off x="5145956" y="35336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3" name="pt33373"/>
            <p:cNvSpPr/>
            <p:nvPr/>
          </p:nvSpPr>
          <p:spPr>
            <a:xfrm>
              <a:off x="4641242" y="35122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4" name="pt33374"/>
            <p:cNvSpPr/>
            <p:nvPr/>
          </p:nvSpPr>
          <p:spPr>
            <a:xfrm>
              <a:off x="5165056" y="34443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5" name="pt33375"/>
            <p:cNvSpPr/>
            <p:nvPr/>
          </p:nvSpPr>
          <p:spPr>
            <a:xfrm>
              <a:off x="5046061" y="432490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6" name="pt33376"/>
            <p:cNvSpPr/>
            <p:nvPr/>
          </p:nvSpPr>
          <p:spPr>
            <a:xfrm>
              <a:off x="5095235" y="38749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7" name="pt33377"/>
            <p:cNvSpPr/>
            <p:nvPr/>
          </p:nvSpPr>
          <p:spPr>
            <a:xfrm>
              <a:off x="5133284" y="34626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78" name="pt33378"/>
            <p:cNvSpPr/>
            <p:nvPr/>
          </p:nvSpPr>
          <p:spPr>
            <a:xfrm>
              <a:off x="6046378" y="295215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79" name="pt33379"/>
            <p:cNvSpPr/>
            <p:nvPr/>
          </p:nvSpPr>
          <p:spPr>
            <a:xfrm>
              <a:off x="5150947" y="36106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0" name="pt33380"/>
            <p:cNvSpPr/>
            <p:nvPr/>
          </p:nvSpPr>
          <p:spPr>
            <a:xfrm>
              <a:off x="5147432" y="35732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1" name="pt33381"/>
            <p:cNvSpPr/>
            <p:nvPr/>
          </p:nvSpPr>
          <p:spPr>
            <a:xfrm>
              <a:off x="5124192" y="36370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2" name="pt33382"/>
            <p:cNvSpPr/>
            <p:nvPr/>
          </p:nvSpPr>
          <p:spPr>
            <a:xfrm>
              <a:off x="5165115" y="36484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3" name="pt33383"/>
            <p:cNvSpPr/>
            <p:nvPr/>
          </p:nvSpPr>
          <p:spPr>
            <a:xfrm>
              <a:off x="5119914" y="36128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4" name="pt33384"/>
            <p:cNvSpPr/>
            <p:nvPr/>
          </p:nvSpPr>
          <p:spPr>
            <a:xfrm>
              <a:off x="5140112" y="37927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5" name="pt33385"/>
            <p:cNvSpPr/>
            <p:nvPr/>
          </p:nvSpPr>
          <p:spPr>
            <a:xfrm>
              <a:off x="5101771" y="38830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6" name="pt33386"/>
            <p:cNvSpPr/>
            <p:nvPr/>
          </p:nvSpPr>
          <p:spPr>
            <a:xfrm>
              <a:off x="5147012" y="3491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7" name="pt33387"/>
            <p:cNvSpPr/>
            <p:nvPr/>
          </p:nvSpPr>
          <p:spPr>
            <a:xfrm>
              <a:off x="5148354" y="35971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8" name="pt33388"/>
            <p:cNvSpPr/>
            <p:nvPr/>
          </p:nvSpPr>
          <p:spPr>
            <a:xfrm>
              <a:off x="5083514" y="38220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89" name="pt33389"/>
            <p:cNvSpPr/>
            <p:nvPr/>
          </p:nvSpPr>
          <p:spPr>
            <a:xfrm>
              <a:off x="5155064" y="35607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0" name="pt33390"/>
            <p:cNvSpPr/>
            <p:nvPr/>
          </p:nvSpPr>
          <p:spPr>
            <a:xfrm>
              <a:off x="5167811" y="30021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1" name="pt33391"/>
            <p:cNvSpPr/>
            <p:nvPr/>
          </p:nvSpPr>
          <p:spPr>
            <a:xfrm>
              <a:off x="5192408" y="35175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2" name="pt33392"/>
            <p:cNvSpPr/>
            <p:nvPr/>
          </p:nvSpPr>
          <p:spPr>
            <a:xfrm>
              <a:off x="5202228" y="311179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3" name="pt33393"/>
            <p:cNvSpPr/>
            <p:nvPr/>
          </p:nvSpPr>
          <p:spPr>
            <a:xfrm>
              <a:off x="5189819" y="33125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4" name="pt33394"/>
            <p:cNvSpPr/>
            <p:nvPr/>
          </p:nvSpPr>
          <p:spPr>
            <a:xfrm>
              <a:off x="5159221" y="34192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5" name="pt33395"/>
            <p:cNvSpPr/>
            <p:nvPr/>
          </p:nvSpPr>
          <p:spPr>
            <a:xfrm>
              <a:off x="5139802" y="345244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6" name="pt33396"/>
            <p:cNvSpPr/>
            <p:nvPr/>
          </p:nvSpPr>
          <p:spPr>
            <a:xfrm>
              <a:off x="5168414" y="36355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7" name="pt33397"/>
            <p:cNvSpPr/>
            <p:nvPr/>
          </p:nvSpPr>
          <p:spPr>
            <a:xfrm>
              <a:off x="5123893" y="36899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8" name="pt33398"/>
            <p:cNvSpPr/>
            <p:nvPr/>
          </p:nvSpPr>
          <p:spPr>
            <a:xfrm>
              <a:off x="5168207" y="35891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399" name="pt33399"/>
            <p:cNvSpPr/>
            <p:nvPr/>
          </p:nvSpPr>
          <p:spPr>
            <a:xfrm>
              <a:off x="5166210" y="361832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0" name="pt33400"/>
            <p:cNvSpPr/>
            <p:nvPr/>
          </p:nvSpPr>
          <p:spPr>
            <a:xfrm>
              <a:off x="5075682" y="38596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1" name="pt33401"/>
            <p:cNvSpPr/>
            <p:nvPr/>
          </p:nvSpPr>
          <p:spPr>
            <a:xfrm>
              <a:off x="5106942" y="3779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2" name="pt33402"/>
            <p:cNvSpPr/>
            <p:nvPr/>
          </p:nvSpPr>
          <p:spPr>
            <a:xfrm>
              <a:off x="5137551" y="35897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3" name="pt33403"/>
            <p:cNvSpPr/>
            <p:nvPr/>
          </p:nvSpPr>
          <p:spPr>
            <a:xfrm>
              <a:off x="5132431" y="359380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4" name="pt33404"/>
            <p:cNvSpPr/>
            <p:nvPr/>
          </p:nvSpPr>
          <p:spPr>
            <a:xfrm>
              <a:off x="5154960" y="347489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5" name="pt33405"/>
            <p:cNvSpPr/>
            <p:nvPr/>
          </p:nvSpPr>
          <p:spPr>
            <a:xfrm>
              <a:off x="5145329" y="35172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6" name="pt33406"/>
            <p:cNvSpPr/>
            <p:nvPr/>
          </p:nvSpPr>
          <p:spPr>
            <a:xfrm>
              <a:off x="5143986" y="37485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7" name="pt33407"/>
            <p:cNvSpPr/>
            <p:nvPr/>
          </p:nvSpPr>
          <p:spPr>
            <a:xfrm>
              <a:off x="5131751" y="38941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8" name="pt33408"/>
            <p:cNvSpPr/>
            <p:nvPr/>
          </p:nvSpPr>
          <p:spPr>
            <a:xfrm>
              <a:off x="5131899" y="37468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09" name="pt33409"/>
            <p:cNvSpPr/>
            <p:nvPr/>
          </p:nvSpPr>
          <p:spPr>
            <a:xfrm>
              <a:off x="5166284" y="24516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0" name="pt33410"/>
            <p:cNvSpPr/>
            <p:nvPr/>
          </p:nvSpPr>
          <p:spPr>
            <a:xfrm>
              <a:off x="5157746" y="36167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1" name="pt33411"/>
            <p:cNvSpPr/>
            <p:nvPr/>
          </p:nvSpPr>
          <p:spPr>
            <a:xfrm>
              <a:off x="4513389" y="36493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2" name="pt33412"/>
            <p:cNvSpPr/>
            <p:nvPr/>
          </p:nvSpPr>
          <p:spPr>
            <a:xfrm>
              <a:off x="5157700" y="35625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3" name="pt33413"/>
            <p:cNvSpPr/>
            <p:nvPr/>
          </p:nvSpPr>
          <p:spPr>
            <a:xfrm>
              <a:off x="5134133" y="38621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4" name="pt33414"/>
            <p:cNvSpPr/>
            <p:nvPr/>
          </p:nvSpPr>
          <p:spPr>
            <a:xfrm>
              <a:off x="5130174" y="411683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5" name="pt33415"/>
            <p:cNvSpPr/>
            <p:nvPr/>
          </p:nvSpPr>
          <p:spPr>
            <a:xfrm>
              <a:off x="5276003" y="3184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6" name="pt33416"/>
            <p:cNvSpPr/>
            <p:nvPr/>
          </p:nvSpPr>
          <p:spPr>
            <a:xfrm>
              <a:off x="5143614" y="34801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7" name="pt33417"/>
            <p:cNvSpPr/>
            <p:nvPr/>
          </p:nvSpPr>
          <p:spPr>
            <a:xfrm>
              <a:off x="5117603" y="38317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8" name="pt33418"/>
            <p:cNvSpPr/>
            <p:nvPr/>
          </p:nvSpPr>
          <p:spPr>
            <a:xfrm>
              <a:off x="5086470" y="37638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19" name="pt33419"/>
            <p:cNvSpPr/>
            <p:nvPr/>
          </p:nvSpPr>
          <p:spPr>
            <a:xfrm>
              <a:off x="5193763" y="33153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0" name="pt33420"/>
            <p:cNvSpPr/>
            <p:nvPr/>
          </p:nvSpPr>
          <p:spPr>
            <a:xfrm>
              <a:off x="5175693" y="35140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1" name="pt33421"/>
            <p:cNvSpPr/>
            <p:nvPr/>
          </p:nvSpPr>
          <p:spPr>
            <a:xfrm>
              <a:off x="5142000" y="363394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2" name="pt33422"/>
            <p:cNvSpPr/>
            <p:nvPr/>
          </p:nvSpPr>
          <p:spPr>
            <a:xfrm>
              <a:off x="4861409" y="35252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3" name="pt33423"/>
            <p:cNvSpPr/>
            <p:nvPr/>
          </p:nvSpPr>
          <p:spPr>
            <a:xfrm>
              <a:off x="5120676" y="390460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4" name="pt33424"/>
            <p:cNvSpPr/>
            <p:nvPr/>
          </p:nvSpPr>
          <p:spPr>
            <a:xfrm>
              <a:off x="5174071" y="3540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5" name="pt33425"/>
            <p:cNvSpPr/>
            <p:nvPr/>
          </p:nvSpPr>
          <p:spPr>
            <a:xfrm>
              <a:off x="5179421" y="32780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6" name="pt33426"/>
            <p:cNvSpPr/>
            <p:nvPr/>
          </p:nvSpPr>
          <p:spPr>
            <a:xfrm>
              <a:off x="5170253" y="33528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7" name="pt33427"/>
            <p:cNvSpPr/>
            <p:nvPr/>
          </p:nvSpPr>
          <p:spPr>
            <a:xfrm>
              <a:off x="5113378" y="35404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8" name="pt33428"/>
            <p:cNvSpPr/>
            <p:nvPr/>
          </p:nvSpPr>
          <p:spPr>
            <a:xfrm>
              <a:off x="4552054" y="3631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29" name="pt33429"/>
            <p:cNvSpPr/>
            <p:nvPr/>
          </p:nvSpPr>
          <p:spPr>
            <a:xfrm>
              <a:off x="3381916" y="36050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0" name="pt33430"/>
            <p:cNvSpPr/>
            <p:nvPr/>
          </p:nvSpPr>
          <p:spPr>
            <a:xfrm>
              <a:off x="5163137" y="36444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1" name="pt33431"/>
            <p:cNvSpPr/>
            <p:nvPr/>
          </p:nvSpPr>
          <p:spPr>
            <a:xfrm>
              <a:off x="5138589" y="35364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2" name="pt33432"/>
            <p:cNvSpPr/>
            <p:nvPr/>
          </p:nvSpPr>
          <p:spPr>
            <a:xfrm>
              <a:off x="5155661" y="34262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3" name="pt33433"/>
            <p:cNvSpPr/>
            <p:nvPr/>
          </p:nvSpPr>
          <p:spPr>
            <a:xfrm>
              <a:off x="4746875" y="361976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4" name="pt33434"/>
            <p:cNvSpPr/>
            <p:nvPr/>
          </p:nvSpPr>
          <p:spPr>
            <a:xfrm>
              <a:off x="3944624" y="3521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5" name="pt33435"/>
            <p:cNvSpPr/>
            <p:nvPr/>
          </p:nvSpPr>
          <p:spPr>
            <a:xfrm>
              <a:off x="5130528" y="35733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6" name="pt33436"/>
            <p:cNvSpPr/>
            <p:nvPr/>
          </p:nvSpPr>
          <p:spPr>
            <a:xfrm>
              <a:off x="5102989" y="36688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7" name="pt33437"/>
            <p:cNvSpPr/>
            <p:nvPr/>
          </p:nvSpPr>
          <p:spPr>
            <a:xfrm>
              <a:off x="5096846" y="427492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8" name="pt33438"/>
            <p:cNvSpPr/>
            <p:nvPr/>
          </p:nvSpPr>
          <p:spPr>
            <a:xfrm>
              <a:off x="5137903" y="35419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39" name="pt33439"/>
            <p:cNvSpPr/>
            <p:nvPr/>
          </p:nvSpPr>
          <p:spPr>
            <a:xfrm>
              <a:off x="5134159" y="35527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0" name="pt33440"/>
            <p:cNvSpPr/>
            <p:nvPr/>
          </p:nvSpPr>
          <p:spPr>
            <a:xfrm>
              <a:off x="5672022" y="35626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1" name="pt33441"/>
            <p:cNvSpPr/>
            <p:nvPr/>
          </p:nvSpPr>
          <p:spPr>
            <a:xfrm>
              <a:off x="5148340" y="379996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2" name="pt33442"/>
            <p:cNvSpPr/>
            <p:nvPr/>
          </p:nvSpPr>
          <p:spPr>
            <a:xfrm>
              <a:off x="5144320" y="35726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3" name="pt33443"/>
            <p:cNvSpPr/>
            <p:nvPr/>
          </p:nvSpPr>
          <p:spPr>
            <a:xfrm>
              <a:off x="3622064" y="380100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44" name="pt33444"/>
            <p:cNvSpPr/>
            <p:nvPr/>
          </p:nvSpPr>
          <p:spPr>
            <a:xfrm>
              <a:off x="5141554" y="35907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5" name="pt33445"/>
            <p:cNvSpPr/>
            <p:nvPr/>
          </p:nvSpPr>
          <p:spPr>
            <a:xfrm>
              <a:off x="5145114" y="35265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6" name="pt33446"/>
            <p:cNvSpPr/>
            <p:nvPr/>
          </p:nvSpPr>
          <p:spPr>
            <a:xfrm>
              <a:off x="5144205" y="39441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7" name="pt33447"/>
            <p:cNvSpPr/>
            <p:nvPr/>
          </p:nvSpPr>
          <p:spPr>
            <a:xfrm>
              <a:off x="5123344" y="362017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8" name="pt33448"/>
            <p:cNvSpPr/>
            <p:nvPr/>
          </p:nvSpPr>
          <p:spPr>
            <a:xfrm>
              <a:off x="5149376" y="341709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49" name="pt33449"/>
            <p:cNvSpPr/>
            <p:nvPr/>
          </p:nvSpPr>
          <p:spPr>
            <a:xfrm>
              <a:off x="5153509" y="356043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0" name="pt33450"/>
            <p:cNvSpPr/>
            <p:nvPr/>
          </p:nvSpPr>
          <p:spPr>
            <a:xfrm>
              <a:off x="4900562" y="3858711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51" name="pt33451"/>
            <p:cNvSpPr/>
            <p:nvPr/>
          </p:nvSpPr>
          <p:spPr>
            <a:xfrm>
              <a:off x="5151777" y="38842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2" name="pt33452"/>
            <p:cNvSpPr/>
            <p:nvPr/>
          </p:nvSpPr>
          <p:spPr>
            <a:xfrm>
              <a:off x="5130941" y="37991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3" name="pt33453"/>
            <p:cNvSpPr/>
            <p:nvPr/>
          </p:nvSpPr>
          <p:spPr>
            <a:xfrm>
              <a:off x="5156875" y="34636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4" name="pt33454"/>
            <p:cNvSpPr/>
            <p:nvPr/>
          </p:nvSpPr>
          <p:spPr>
            <a:xfrm>
              <a:off x="5116767" y="35821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5" name="pt33455"/>
            <p:cNvSpPr/>
            <p:nvPr/>
          </p:nvSpPr>
          <p:spPr>
            <a:xfrm>
              <a:off x="4087277" y="3571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6" name="pt33456"/>
            <p:cNvSpPr/>
            <p:nvPr/>
          </p:nvSpPr>
          <p:spPr>
            <a:xfrm>
              <a:off x="5178693" y="342322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7" name="pt33457"/>
            <p:cNvSpPr/>
            <p:nvPr/>
          </p:nvSpPr>
          <p:spPr>
            <a:xfrm>
              <a:off x="5230277" y="35717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8" name="pt33458"/>
            <p:cNvSpPr/>
            <p:nvPr/>
          </p:nvSpPr>
          <p:spPr>
            <a:xfrm>
              <a:off x="5114530" y="542719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59" name="pt33459"/>
            <p:cNvSpPr/>
            <p:nvPr/>
          </p:nvSpPr>
          <p:spPr>
            <a:xfrm>
              <a:off x="5152611" y="34357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0" name="pt33460"/>
            <p:cNvSpPr/>
            <p:nvPr/>
          </p:nvSpPr>
          <p:spPr>
            <a:xfrm>
              <a:off x="5153083" y="36380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1" name="pt33461"/>
            <p:cNvSpPr/>
            <p:nvPr/>
          </p:nvSpPr>
          <p:spPr>
            <a:xfrm>
              <a:off x="5244136" y="292731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2" name="pt33462"/>
            <p:cNvSpPr/>
            <p:nvPr/>
          </p:nvSpPr>
          <p:spPr>
            <a:xfrm>
              <a:off x="5143069" y="35327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3" name="pt33463"/>
            <p:cNvSpPr/>
            <p:nvPr/>
          </p:nvSpPr>
          <p:spPr>
            <a:xfrm>
              <a:off x="5166068" y="33797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4" name="pt33464"/>
            <p:cNvSpPr/>
            <p:nvPr/>
          </p:nvSpPr>
          <p:spPr>
            <a:xfrm>
              <a:off x="5143975" y="36015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5" name="pt33465"/>
            <p:cNvSpPr/>
            <p:nvPr/>
          </p:nvSpPr>
          <p:spPr>
            <a:xfrm>
              <a:off x="5153538" y="37321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6" name="pt33466"/>
            <p:cNvSpPr/>
            <p:nvPr/>
          </p:nvSpPr>
          <p:spPr>
            <a:xfrm>
              <a:off x="4211500" y="3757320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67" name="pt33467"/>
            <p:cNvSpPr/>
            <p:nvPr/>
          </p:nvSpPr>
          <p:spPr>
            <a:xfrm>
              <a:off x="5149997" y="35134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8" name="pt33468"/>
            <p:cNvSpPr/>
            <p:nvPr/>
          </p:nvSpPr>
          <p:spPr>
            <a:xfrm>
              <a:off x="5164058" y="3695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69" name="pt33469"/>
            <p:cNvSpPr/>
            <p:nvPr/>
          </p:nvSpPr>
          <p:spPr>
            <a:xfrm>
              <a:off x="5154055" y="336533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0" name="pt33470"/>
            <p:cNvSpPr/>
            <p:nvPr/>
          </p:nvSpPr>
          <p:spPr>
            <a:xfrm>
              <a:off x="5154370" y="33606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1" name="pt33471"/>
            <p:cNvSpPr/>
            <p:nvPr/>
          </p:nvSpPr>
          <p:spPr>
            <a:xfrm>
              <a:off x="5150549" y="3511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2" name="pt33472"/>
            <p:cNvSpPr/>
            <p:nvPr/>
          </p:nvSpPr>
          <p:spPr>
            <a:xfrm>
              <a:off x="5132584" y="36102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3" name="pt33473"/>
            <p:cNvSpPr/>
            <p:nvPr/>
          </p:nvSpPr>
          <p:spPr>
            <a:xfrm>
              <a:off x="5146266" y="366980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4" name="pt33474"/>
            <p:cNvSpPr/>
            <p:nvPr/>
          </p:nvSpPr>
          <p:spPr>
            <a:xfrm>
              <a:off x="4928162" y="400585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75" name="pt33475"/>
            <p:cNvSpPr/>
            <p:nvPr/>
          </p:nvSpPr>
          <p:spPr>
            <a:xfrm>
              <a:off x="5138393" y="3640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6" name="pt33476"/>
            <p:cNvSpPr/>
            <p:nvPr/>
          </p:nvSpPr>
          <p:spPr>
            <a:xfrm>
              <a:off x="5112514" y="361428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7" name="pt33477"/>
            <p:cNvSpPr/>
            <p:nvPr/>
          </p:nvSpPr>
          <p:spPr>
            <a:xfrm>
              <a:off x="5106267" y="3590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8" name="pt33478"/>
            <p:cNvSpPr/>
            <p:nvPr/>
          </p:nvSpPr>
          <p:spPr>
            <a:xfrm>
              <a:off x="5133368" y="45229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79" name="pt33479"/>
            <p:cNvSpPr/>
            <p:nvPr/>
          </p:nvSpPr>
          <p:spPr>
            <a:xfrm>
              <a:off x="5105431" y="373692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0" name="pt33480"/>
            <p:cNvSpPr/>
            <p:nvPr/>
          </p:nvSpPr>
          <p:spPr>
            <a:xfrm>
              <a:off x="5145553" y="35195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1" name="pt33481"/>
            <p:cNvSpPr/>
            <p:nvPr/>
          </p:nvSpPr>
          <p:spPr>
            <a:xfrm>
              <a:off x="5138983" y="35311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2" name="pt33482"/>
            <p:cNvSpPr/>
            <p:nvPr/>
          </p:nvSpPr>
          <p:spPr>
            <a:xfrm>
              <a:off x="5065273" y="402943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3" name="pt33483"/>
            <p:cNvSpPr/>
            <p:nvPr/>
          </p:nvSpPr>
          <p:spPr>
            <a:xfrm>
              <a:off x="5092224" y="35144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4" name="pt33484"/>
            <p:cNvSpPr/>
            <p:nvPr/>
          </p:nvSpPr>
          <p:spPr>
            <a:xfrm>
              <a:off x="5148202" y="35286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5" name="pt33485"/>
            <p:cNvSpPr/>
            <p:nvPr/>
          </p:nvSpPr>
          <p:spPr>
            <a:xfrm>
              <a:off x="5177158" y="33587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6" name="pt33486"/>
            <p:cNvSpPr/>
            <p:nvPr/>
          </p:nvSpPr>
          <p:spPr>
            <a:xfrm>
              <a:off x="5078843" y="36379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7" name="pt33487"/>
            <p:cNvSpPr/>
            <p:nvPr/>
          </p:nvSpPr>
          <p:spPr>
            <a:xfrm>
              <a:off x="3082367" y="355727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8" name="pt33488"/>
            <p:cNvSpPr/>
            <p:nvPr/>
          </p:nvSpPr>
          <p:spPr>
            <a:xfrm>
              <a:off x="5164344" y="320928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89" name="pt33489"/>
            <p:cNvSpPr/>
            <p:nvPr/>
          </p:nvSpPr>
          <p:spPr>
            <a:xfrm>
              <a:off x="5078147" y="358530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0" name="pt33490"/>
            <p:cNvSpPr/>
            <p:nvPr/>
          </p:nvSpPr>
          <p:spPr>
            <a:xfrm>
              <a:off x="5095633" y="389505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1" name="pt33491"/>
            <p:cNvSpPr/>
            <p:nvPr/>
          </p:nvSpPr>
          <p:spPr>
            <a:xfrm>
              <a:off x="5137147" y="36598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2" name="pt33492"/>
            <p:cNvSpPr/>
            <p:nvPr/>
          </p:nvSpPr>
          <p:spPr>
            <a:xfrm>
              <a:off x="5097575" y="355431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3" name="pt33493"/>
            <p:cNvSpPr/>
            <p:nvPr/>
          </p:nvSpPr>
          <p:spPr>
            <a:xfrm>
              <a:off x="5218903" y="359924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4" name="pt33494"/>
            <p:cNvSpPr/>
            <p:nvPr/>
          </p:nvSpPr>
          <p:spPr>
            <a:xfrm>
              <a:off x="5069568" y="35726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5" name="pt33495"/>
            <p:cNvSpPr/>
            <p:nvPr/>
          </p:nvSpPr>
          <p:spPr>
            <a:xfrm>
              <a:off x="5152555" y="38503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6" name="pt33496"/>
            <p:cNvSpPr/>
            <p:nvPr/>
          </p:nvSpPr>
          <p:spPr>
            <a:xfrm>
              <a:off x="4426172" y="3037638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97" name="pt33497"/>
            <p:cNvSpPr/>
            <p:nvPr/>
          </p:nvSpPr>
          <p:spPr>
            <a:xfrm>
              <a:off x="5153623" y="3582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8" name="pt33498"/>
            <p:cNvSpPr/>
            <p:nvPr/>
          </p:nvSpPr>
          <p:spPr>
            <a:xfrm>
              <a:off x="5124748" y="36375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499" name="pt33499"/>
            <p:cNvSpPr/>
            <p:nvPr/>
          </p:nvSpPr>
          <p:spPr>
            <a:xfrm>
              <a:off x="3935531" y="396582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00" name="pt33500"/>
            <p:cNvSpPr/>
            <p:nvPr/>
          </p:nvSpPr>
          <p:spPr>
            <a:xfrm>
              <a:off x="5127809" y="37071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1" name="pt33501"/>
            <p:cNvSpPr/>
            <p:nvPr/>
          </p:nvSpPr>
          <p:spPr>
            <a:xfrm>
              <a:off x="5126791" y="35499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2" name="pt33502"/>
            <p:cNvSpPr/>
            <p:nvPr/>
          </p:nvSpPr>
          <p:spPr>
            <a:xfrm>
              <a:off x="5176034" y="340846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3" name="pt33503"/>
            <p:cNvSpPr/>
            <p:nvPr/>
          </p:nvSpPr>
          <p:spPr>
            <a:xfrm>
              <a:off x="5138310" y="36435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4" name="pt33504"/>
            <p:cNvSpPr/>
            <p:nvPr/>
          </p:nvSpPr>
          <p:spPr>
            <a:xfrm>
              <a:off x="5109321" y="35538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5" name="pt33505"/>
            <p:cNvSpPr/>
            <p:nvPr/>
          </p:nvSpPr>
          <p:spPr>
            <a:xfrm>
              <a:off x="5173025" y="342902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6" name="pt33506"/>
            <p:cNvSpPr/>
            <p:nvPr/>
          </p:nvSpPr>
          <p:spPr>
            <a:xfrm>
              <a:off x="5122459" y="475010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7" name="pt33507"/>
            <p:cNvSpPr/>
            <p:nvPr/>
          </p:nvSpPr>
          <p:spPr>
            <a:xfrm>
              <a:off x="5111109" y="359284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8" name="pt33508"/>
            <p:cNvSpPr/>
            <p:nvPr/>
          </p:nvSpPr>
          <p:spPr>
            <a:xfrm>
              <a:off x="3611088" y="359914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09" name="pt33509"/>
            <p:cNvSpPr/>
            <p:nvPr/>
          </p:nvSpPr>
          <p:spPr>
            <a:xfrm>
              <a:off x="5117615" y="35347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0" name="pt33510"/>
            <p:cNvSpPr/>
            <p:nvPr/>
          </p:nvSpPr>
          <p:spPr>
            <a:xfrm>
              <a:off x="5530653" y="326650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11" name="pt33511"/>
            <p:cNvSpPr/>
            <p:nvPr/>
          </p:nvSpPr>
          <p:spPr>
            <a:xfrm>
              <a:off x="5185933" y="36304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2" name="pt33512"/>
            <p:cNvSpPr/>
            <p:nvPr/>
          </p:nvSpPr>
          <p:spPr>
            <a:xfrm>
              <a:off x="5133238" y="367326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3" name="pt33513"/>
            <p:cNvSpPr/>
            <p:nvPr/>
          </p:nvSpPr>
          <p:spPr>
            <a:xfrm>
              <a:off x="5140955" y="34894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4" name="pt33514"/>
            <p:cNvSpPr/>
            <p:nvPr/>
          </p:nvSpPr>
          <p:spPr>
            <a:xfrm>
              <a:off x="5143854" y="361113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5" name="pt33515"/>
            <p:cNvSpPr/>
            <p:nvPr/>
          </p:nvSpPr>
          <p:spPr>
            <a:xfrm>
              <a:off x="5239075" y="340990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6" name="pt33516"/>
            <p:cNvSpPr/>
            <p:nvPr/>
          </p:nvSpPr>
          <p:spPr>
            <a:xfrm>
              <a:off x="5132323" y="511945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7" name="pt33517"/>
            <p:cNvSpPr/>
            <p:nvPr/>
          </p:nvSpPr>
          <p:spPr>
            <a:xfrm>
              <a:off x="5148272" y="35032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8" name="pt33518"/>
            <p:cNvSpPr/>
            <p:nvPr/>
          </p:nvSpPr>
          <p:spPr>
            <a:xfrm>
              <a:off x="5217386" y="331201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19" name="pt33519"/>
            <p:cNvSpPr/>
            <p:nvPr/>
          </p:nvSpPr>
          <p:spPr>
            <a:xfrm>
              <a:off x="5158157" y="34884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0" name="pt33520"/>
            <p:cNvSpPr/>
            <p:nvPr/>
          </p:nvSpPr>
          <p:spPr>
            <a:xfrm>
              <a:off x="3979601" y="36120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1" name="pt33521"/>
            <p:cNvSpPr/>
            <p:nvPr/>
          </p:nvSpPr>
          <p:spPr>
            <a:xfrm>
              <a:off x="5135778" y="32360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2" name="pt33522"/>
            <p:cNvSpPr/>
            <p:nvPr/>
          </p:nvSpPr>
          <p:spPr>
            <a:xfrm>
              <a:off x="5104910" y="36864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3" name="pt33523"/>
            <p:cNvSpPr/>
            <p:nvPr/>
          </p:nvSpPr>
          <p:spPr>
            <a:xfrm>
              <a:off x="5129988" y="36108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4" name="pt33524"/>
            <p:cNvSpPr/>
            <p:nvPr/>
          </p:nvSpPr>
          <p:spPr>
            <a:xfrm>
              <a:off x="5150612" y="365386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5" name="pt33525"/>
            <p:cNvSpPr/>
            <p:nvPr/>
          </p:nvSpPr>
          <p:spPr>
            <a:xfrm>
              <a:off x="5148567" y="384968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6" name="pt33526"/>
            <p:cNvSpPr/>
            <p:nvPr/>
          </p:nvSpPr>
          <p:spPr>
            <a:xfrm>
              <a:off x="5933914" y="3124625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27" name="pt33527"/>
            <p:cNvSpPr/>
            <p:nvPr/>
          </p:nvSpPr>
          <p:spPr>
            <a:xfrm>
              <a:off x="5132690" y="35932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8" name="pt33528"/>
            <p:cNvSpPr/>
            <p:nvPr/>
          </p:nvSpPr>
          <p:spPr>
            <a:xfrm>
              <a:off x="5144729" y="35911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29" name="pt33529"/>
            <p:cNvSpPr/>
            <p:nvPr/>
          </p:nvSpPr>
          <p:spPr>
            <a:xfrm>
              <a:off x="5145558" y="35498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0" name="pt33530"/>
            <p:cNvSpPr/>
            <p:nvPr/>
          </p:nvSpPr>
          <p:spPr>
            <a:xfrm>
              <a:off x="5128727" y="356464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1" name="pt33531"/>
            <p:cNvSpPr/>
            <p:nvPr/>
          </p:nvSpPr>
          <p:spPr>
            <a:xfrm>
              <a:off x="5084992" y="3688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2" name="pt33532"/>
            <p:cNvSpPr/>
            <p:nvPr/>
          </p:nvSpPr>
          <p:spPr>
            <a:xfrm>
              <a:off x="5171991" y="34112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3" name="pt33533"/>
            <p:cNvSpPr/>
            <p:nvPr/>
          </p:nvSpPr>
          <p:spPr>
            <a:xfrm>
              <a:off x="5129247" y="38230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4" name="pt33534"/>
            <p:cNvSpPr/>
            <p:nvPr/>
          </p:nvSpPr>
          <p:spPr>
            <a:xfrm>
              <a:off x="5157376" y="35533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5" name="pt33535"/>
            <p:cNvSpPr/>
            <p:nvPr/>
          </p:nvSpPr>
          <p:spPr>
            <a:xfrm>
              <a:off x="5160552" y="3563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6" name="pt33536"/>
            <p:cNvSpPr/>
            <p:nvPr/>
          </p:nvSpPr>
          <p:spPr>
            <a:xfrm>
              <a:off x="5137521" y="36943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7" name="pt33537"/>
            <p:cNvSpPr/>
            <p:nvPr/>
          </p:nvSpPr>
          <p:spPr>
            <a:xfrm>
              <a:off x="5230518" y="3410202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38" name="pt33538"/>
            <p:cNvSpPr/>
            <p:nvPr/>
          </p:nvSpPr>
          <p:spPr>
            <a:xfrm>
              <a:off x="5140240" y="389851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39" name="pt33539"/>
            <p:cNvSpPr/>
            <p:nvPr/>
          </p:nvSpPr>
          <p:spPr>
            <a:xfrm>
              <a:off x="5136272" y="352703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0" name="pt33540"/>
            <p:cNvSpPr/>
            <p:nvPr/>
          </p:nvSpPr>
          <p:spPr>
            <a:xfrm>
              <a:off x="5143658" y="35996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1" name="pt33541"/>
            <p:cNvSpPr/>
            <p:nvPr/>
          </p:nvSpPr>
          <p:spPr>
            <a:xfrm>
              <a:off x="4715457" y="355318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2" name="pt33542"/>
            <p:cNvSpPr/>
            <p:nvPr/>
          </p:nvSpPr>
          <p:spPr>
            <a:xfrm>
              <a:off x="5148486" y="37300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3" name="pt33543"/>
            <p:cNvSpPr/>
            <p:nvPr/>
          </p:nvSpPr>
          <p:spPr>
            <a:xfrm>
              <a:off x="5131476" y="37512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4" name="pt33544"/>
            <p:cNvSpPr/>
            <p:nvPr/>
          </p:nvSpPr>
          <p:spPr>
            <a:xfrm>
              <a:off x="5134043" y="372203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5" name="pt33545"/>
            <p:cNvSpPr/>
            <p:nvPr/>
          </p:nvSpPr>
          <p:spPr>
            <a:xfrm>
              <a:off x="5589497" y="350687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6" name="pt33546"/>
            <p:cNvSpPr/>
            <p:nvPr/>
          </p:nvSpPr>
          <p:spPr>
            <a:xfrm>
              <a:off x="5185864" y="31237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7" name="pt33547"/>
            <p:cNvSpPr/>
            <p:nvPr/>
          </p:nvSpPr>
          <p:spPr>
            <a:xfrm>
              <a:off x="5157785" y="368868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8" name="pt33548"/>
            <p:cNvSpPr/>
            <p:nvPr/>
          </p:nvSpPr>
          <p:spPr>
            <a:xfrm>
              <a:off x="4614769" y="360024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49" name="pt33549"/>
            <p:cNvSpPr/>
            <p:nvPr/>
          </p:nvSpPr>
          <p:spPr>
            <a:xfrm>
              <a:off x="4812338" y="52631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0" name="pt33550"/>
            <p:cNvSpPr/>
            <p:nvPr/>
          </p:nvSpPr>
          <p:spPr>
            <a:xfrm>
              <a:off x="5153498" y="358496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1" name="pt33551"/>
            <p:cNvSpPr/>
            <p:nvPr/>
          </p:nvSpPr>
          <p:spPr>
            <a:xfrm>
              <a:off x="5120887" y="362605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2" name="pt33552"/>
            <p:cNvSpPr/>
            <p:nvPr/>
          </p:nvSpPr>
          <p:spPr>
            <a:xfrm>
              <a:off x="5145070" y="360816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3" name="pt33553"/>
            <p:cNvSpPr/>
            <p:nvPr/>
          </p:nvSpPr>
          <p:spPr>
            <a:xfrm>
              <a:off x="4257290" y="35030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4" name="pt33554"/>
            <p:cNvSpPr/>
            <p:nvPr/>
          </p:nvSpPr>
          <p:spPr>
            <a:xfrm>
              <a:off x="5181123" y="326120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5" name="pt33555"/>
            <p:cNvSpPr/>
            <p:nvPr/>
          </p:nvSpPr>
          <p:spPr>
            <a:xfrm>
              <a:off x="5137514" y="370344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6" name="pt33556"/>
            <p:cNvSpPr/>
            <p:nvPr/>
          </p:nvSpPr>
          <p:spPr>
            <a:xfrm>
              <a:off x="5143940" y="357007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7" name="pt33557"/>
            <p:cNvSpPr/>
            <p:nvPr/>
          </p:nvSpPr>
          <p:spPr>
            <a:xfrm>
              <a:off x="5166892" y="34719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8" name="pt33558"/>
            <p:cNvSpPr/>
            <p:nvPr/>
          </p:nvSpPr>
          <p:spPr>
            <a:xfrm>
              <a:off x="5131267" y="353641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59" name="pt33559"/>
            <p:cNvSpPr/>
            <p:nvPr/>
          </p:nvSpPr>
          <p:spPr>
            <a:xfrm>
              <a:off x="5129389" y="384714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0" name="pt33560"/>
            <p:cNvSpPr/>
            <p:nvPr/>
          </p:nvSpPr>
          <p:spPr>
            <a:xfrm>
              <a:off x="5497576" y="3374826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61" name="pt33561"/>
            <p:cNvSpPr/>
            <p:nvPr/>
          </p:nvSpPr>
          <p:spPr>
            <a:xfrm>
              <a:off x="5118573" y="39963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2" name="pt33562"/>
            <p:cNvSpPr/>
            <p:nvPr/>
          </p:nvSpPr>
          <p:spPr>
            <a:xfrm>
              <a:off x="5151689" y="355880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3" name="pt33563"/>
            <p:cNvSpPr/>
            <p:nvPr/>
          </p:nvSpPr>
          <p:spPr>
            <a:xfrm>
              <a:off x="5145205" y="351937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4" name="pt33564"/>
            <p:cNvSpPr/>
            <p:nvPr/>
          </p:nvSpPr>
          <p:spPr>
            <a:xfrm>
              <a:off x="4661352" y="358942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5" name="pt33565"/>
            <p:cNvSpPr/>
            <p:nvPr/>
          </p:nvSpPr>
          <p:spPr>
            <a:xfrm>
              <a:off x="5166023" y="36820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6" name="pt33566"/>
            <p:cNvSpPr/>
            <p:nvPr/>
          </p:nvSpPr>
          <p:spPr>
            <a:xfrm>
              <a:off x="5063211" y="371637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7" name="pt33567"/>
            <p:cNvSpPr/>
            <p:nvPr/>
          </p:nvSpPr>
          <p:spPr>
            <a:xfrm>
              <a:off x="5143117" y="36168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8" name="pt33568"/>
            <p:cNvSpPr/>
            <p:nvPr/>
          </p:nvSpPr>
          <p:spPr>
            <a:xfrm>
              <a:off x="5147783" y="414005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69" name="pt33569"/>
            <p:cNvSpPr/>
            <p:nvPr/>
          </p:nvSpPr>
          <p:spPr>
            <a:xfrm>
              <a:off x="5132593" y="325175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0" name="pt33570"/>
            <p:cNvSpPr/>
            <p:nvPr/>
          </p:nvSpPr>
          <p:spPr>
            <a:xfrm>
              <a:off x="5130347" y="367138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1" name="pt33571"/>
            <p:cNvSpPr/>
            <p:nvPr/>
          </p:nvSpPr>
          <p:spPr>
            <a:xfrm>
              <a:off x="5128919" y="443757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2" name="pt33572"/>
            <p:cNvSpPr/>
            <p:nvPr/>
          </p:nvSpPr>
          <p:spPr>
            <a:xfrm>
              <a:off x="5135534" y="362445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3" name="pt33573"/>
            <p:cNvSpPr/>
            <p:nvPr/>
          </p:nvSpPr>
          <p:spPr>
            <a:xfrm>
              <a:off x="5161258" y="372214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4" name="pt33574"/>
            <p:cNvSpPr/>
            <p:nvPr/>
          </p:nvSpPr>
          <p:spPr>
            <a:xfrm>
              <a:off x="5102098" y="38180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5" name="pt33575"/>
            <p:cNvSpPr/>
            <p:nvPr/>
          </p:nvSpPr>
          <p:spPr>
            <a:xfrm>
              <a:off x="4352363" y="353891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6" name="pt33576"/>
            <p:cNvSpPr/>
            <p:nvPr/>
          </p:nvSpPr>
          <p:spPr>
            <a:xfrm>
              <a:off x="5131792" y="410146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7" name="pt33577"/>
            <p:cNvSpPr/>
            <p:nvPr/>
          </p:nvSpPr>
          <p:spPr>
            <a:xfrm>
              <a:off x="5159389" y="3648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8" name="pt33578"/>
            <p:cNvSpPr/>
            <p:nvPr/>
          </p:nvSpPr>
          <p:spPr>
            <a:xfrm>
              <a:off x="5170306" y="38803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79" name="pt33579"/>
            <p:cNvSpPr/>
            <p:nvPr/>
          </p:nvSpPr>
          <p:spPr>
            <a:xfrm>
              <a:off x="5158761" y="353179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0" name="pt33580"/>
            <p:cNvSpPr/>
            <p:nvPr/>
          </p:nvSpPr>
          <p:spPr>
            <a:xfrm>
              <a:off x="5135639" y="359149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1" name="pt33581"/>
            <p:cNvSpPr/>
            <p:nvPr/>
          </p:nvSpPr>
          <p:spPr>
            <a:xfrm>
              <a:off x="5143597" y="4166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2" name="pt33582"/>
            <p:cNvSpPr/>
            <p:nvPr/>
          </p:nvSpPr>
          <p:spPr>
            <a:xfrm>
              <a:off x="5055567" y="39476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3" name="pt33583"/>
            <p:cNvSpPr/>
            <p:nvPr/>
          </p:nvSpPr>
          <p:spPr>
            <a:xfrm>
              <a:off x="5117550" y="354969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4" name="pt33584"/>
            <p:cNvSpPr/>
            <p:nvPr/>
          </p:nvSpPr>
          <p:spPr>
            <a:xfrm>
              <a:off x="5151653" y="3551137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5" name="pt33585"/>
            <p:cNvSpPr/>
            <p:nvPr/>
          </p:nvSpPr>
          <p:spPr>
            <a:xfrm>
              <a:off x="5212723" y="34646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6" name="pt33586"/>
            <p:cNvSpPr/>
            <p:nvPr/>
          </p:nvSpPr>
          <p:spPr>
            <a:xfrm>
              <a:off x="5117616" y="379181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7" name="pt33587"/>
            <p:cNvSpPr/>
            <p:nvPr/>
          </p:nvSpPr>
          <p:spPr>
            <a:xfrm>
              <a:off x="4155347" y="37461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8" name="pt33588"/>
            <p:cNvSpPr/>
            <p:nvPr/>
          </p:nvSpPr>
          <p:spPr>
            <a:xfrm>
              <a:off x="5141641" y="395668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89" name="pt33589"/>
            <p:cNvSpPr/>
            <p:nvPr/>
          </p:nvSpPr>
          <p:spPr>
            <a:xfrm>
              <a:off x="5076466" y="37798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0" name="pt33590"/>
            <p:cNvSpPr/>
            <p:nvPr/>
          </p:nvSpPr>
          <p:spPr>
            <a:xfrm>
              <a:off x="5102130" y="35872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1" name="pt33591"/>
            <p:cNvSpPr/>
            <p:nvPr/>
          </p:nvSpPr>
          <p:spPr>
            <a:xfrm>
              <a:off x="5164160" y="360039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2" name="pt33592"/>
            <p:cNvSpPr/>
            <p:nvPr/>
          </p:nvSpPr>
          <p:spPr>
            <a:xfrm>
              <a:off x="5266395" y="3452332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3" name="pt33593"/>
            <p:cNvSpPr/>
            <p:nvPr/>
          </p:nvSpPr>
          <p:spPr>
            <a:xfrm>
              <a:off x="5279997" y="346727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4" name="pt33594"/>
            <p:cNvSpPr/>
            <p:nvPr/>
          </p:nvSpPr>
          <p:spPr>
            <a:xfrm>
              <a:off x="5086817" y="4273551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5" name="pt33595"/>
            <p:cNvSpPr/>
            <p:nvPr/>
          </p:nvSpPr>
          <p:spPr>
            <a:xfrm>
              <a:off x="4068418" y="3522018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6" name="pt33596"/>
            <p:cNvSpPr/>
            <p:nvPr/>
          </p:nvSpPr>
          <p:spPr>
            <a:xfrm>
              <a:off x="4187315" y="3358229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97" name="pt33597"/>
            <p:cNvSpPr/>
            <p:nvPr/>
          </p:nvSpPr>
          <p:spPr>
            <a:xfrm>
              <a:off x="5149440" y="3531855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8" name="pt33598"/>
            <p:cNvSpPr/>
            <p:nvPr/>
          </p:nvSpPr>
          <p:spPr>
            <a:xfrm>
              <a:off x="5127162" y="35645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599" name="pt33599"/>
            <p:cNvSpPr/>
            <p:nvPr/>
          </p:nvSpPr>
          <p:spPr>
            <a:xfrm>
              <a:off x="5326079" y="295449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0" name="pt33600"/>
            <p:cNvSpPr/>
            <p:nvPr/>
          </p:nvSpPr>
          <p:spPr>
            <a:xfrm>
              <a:off x="3913083" y="351953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1" name="pt33601"/>
            <p:cNvSpPr/>
            <p:nvPr/>
          </p:nvSpPr>
          <p:spPr>
            <a:xfrm>
              <a:off x="5131891" y="5512884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2" name="pt33602"/>
            <p:cNvSpPr/>
            <p:nvPr/>
          </p:nvSpPr>
          <p:spPr>
            <a:xfrm>
              <a:off x="5149783" y="355822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3" name="pt33603"/>
            <p:cNvSpPr/>
            <p:nvPr/>
          </p:nvSpPr>
          <p:spPr>
            <a:xfrm>
              <a:off x="5100656" y="3661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4" name="pt33604"/>
            <p:cNvSpPr/>
            <p:nvPr/>
          </p:nvSpPr>
          <p:spPr>
            <a:xfrm>
              <a:off x="5139654" y="3780273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5" name="pt33605"/>
            <p:cNvSpPr/>
            <p:nvPr/>
          </p:nvSpPr>
          <p:spPr>
            <a:xfrm>
              <a:off x="5089042" y="357025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6" name="pt33606"/>
            <p:cNvSpPr/>
            <p:nvPr/>
          </p:nvSpPr>
          <p:spPr>
            <a:xfrm>
              <a:off x="3704195" y="3550269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7" name="pt33607"/>
            <p:cNvSpPr/>
            <p:nvPr/>
          </p:nvSpPr>
          <p:spPr>
            <a:xfrm>
              <a:off x="5134110" y="3204170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8" name="pt33608"/>
            <p:cNvSpPr/>
            <p:nvPr/>
          </p:nvSpPr>
          <p:spPr>
            <a:xfrm>
              <a:off x="5014759" y="3674926"/>
              <a:ext cx="54165" cy="54165"/>
            </a:xfrm>
            <a:prstGeom prst="ellipse">
              <a:avLst/>
            </a:prstGeom>
            <a:solidFill>
              <a:srgbClr val="D53E4F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3609" name="pl33609"/>
            <p:cNvSpPr/>
            <p:nvPr/>
          </p:nvSpPr>
          <p:spPr>
            <a:xfrm>
              <a:off x="3770566" y="3582317"/>
              <a:ext cx="1826054" cy="7333"/>
            </a:xfrm>
            <a:custGeom>
              <a:avLst/>
              <a:pathLst>
                <a:path w="1826054" h="7333">
                  <a:moveTo>
                    <a:pt x="0" y="7333"/>
                  </a:moveTo>
                  <a:lnTo>
                    <a:pt x="9176" y="7296"/>
                  </a:lnTo>
                  <a:lnTo>
                    <a:pt x="18352" y="7259"/>
                  </a:lnTo>
                  <a:lnTo>
                    <a:pt x="27528" y="7223"/>
                  </a:lnTo>
                  <a:lnTo>
                    <a:pt x="36704" y="7186"/>
                  </a:lnTo>
                  <a:lnTo>
                    <a:pt x="45880" y="7149"/>
                  </a:lnTo>
                  <a:lnTo>
                    <a:pt x="55056" y="7112"/>
                  </a:lnTo>
                  <a:lnTo>
                    <a:pt x="64233" y="7075"/>
                  </a:lnTo>
                  <a:lnTo>
                    <a:pt x="73409" y="7038"/>
                  </a:lnTo>
                  <a:lnTo>
                    <a:pt x="82585" y="7002"/>
                  </a:lnTo>
                  <a:lnTo>
                    <a:pt x="91761" y="6965"/>
                  </a:lnTo>
                  <a:lnTo>
                    <a:pt x="100937" y="6928"/>
                  </a:lnTo>
                  <a:lnTo>
                    <a:pt x="110113" y="6891"/>
                  </a:lnTo>
                  <a:lnTo>
                    <a:pt x="119289" y="6854"/>
                  </a:lnTo>
                  <a:lnTo>
                    <a:pt x="128466" y="6817"/>
                  </a:lnTo>
                  <a:lnTo>
                    <a:pt x="137642" y="6780"/>
                  </a:lnTo>
                  <a:lnTo>
                    <a:pt x="146818" y="6744"/>
                  </a:lnTo>
                  <a:lnTo>
                    <a:pt x="155994" y="6707"/>
                  </a:lnTo>
                  <a:lnTo>
                    <a:pt x="165170" y="6670"/>
                  </a:lnTo>
                  <a:lnTo>
                    <a:pt x="174346" y="6633"/>
                  </a:lnTo>
                  <a:lnTo>
                    <a:pt x="183523" y="6596"/>
                  </a:lnTo>
                  <a:lnTo>
                    <a:pt x="192699" y="6559"/>
                  </a:lnTo>
                  <a:lnTo>
                    <a:pt x="201875" y="6522"/>
                  </a:lnTo>
                  <a:lnTo>
                    <a:pt x="211051" y="6486"/>
                  </a:lnTo>
                  <a:lnTo>
                    <a:pt x="220227" y="6449"/>
                  </a:lnTo>
                  <a:lnTo>
                    <a:pt x="229403" y="6412"/>
                  </a:lnTo>
                  <a:lnTo>
                    <a:pt x="238579" y="6375"/>
                  </a:lnTo>
                  <a:lnTo>
                    <a:pt x="247756" y="6338"/>
                  </a:lnTo>
                  <a:lnTo>
                    <a:pt x="256932" y="6301"/>
                  </a:lnTo>
                  <a:lnTo>
                    <a:pt x="266108" y="6264"/>
                  </a:lnTo>
                  <a:lnTo>
                    <a:pt x="275284" y="6228"/>
                  </a:lnTo>
                  <a:lnTo>
                    <a:pt x="284460" y="6191"/>
                  </a:lnTo>
                  <a:lnTo>
                    <a:pt x="293636" y="6154"/>
                  </a:lnTo>
                  <a:lnTo>
                    <a:pt x="302812" y="6117"/>
                  </a:lnTo>
                  <a:lnTo>
                    <a:pt x="311989" y="6080"/>
                  </a:lnTo>
                  <a:lnTo>
                    <a:pt x="321165" y="6043"/>
                  </a:lnTo>
                  <a:lnTo>
                    <a:pt x="330341" y="6006"/>
                  </a:lnTo>
                  <a:lnTo>
                    <a:pt x="339517" y="5970"/>
                  </a:lnTo>
                  <a:lnTo>
                    <a:pt x="348693" y="5933"/>
                  </a:lnTo>
                  <a:lnTo>
                    <a:pt x="357869" y="5896"/>
                  </a:lnTo>
                  <a:lnTo>
                    <a:pt x="367046" y="5859"/>
                  </a:lnTo>
                  <a:lnTo>
                    <a:pt x="376222" y="5822"/>
                  </a:lnTo>
                  <a:lnTo>
                    <a:pt x="385398" y="5785"/>
                  </a:lnTo>
                  <a:lnTo>
                    <a:pt x="394574" y="5749"/>
                  </a:lnTo>
                  <a:lnTo>
                    <a:pt x="403750" y="5712"/>
                  </a:lnTo>
                  <a:lnTo>
                    <a:pt x="412926" y="5675"/>
                  </a:lnTo>
                  <a:lnTo>
                    <a:pt x="422102" y="5638"/>
                  </a:lnTo>
                  <a:lnTo>
                    <a:pt x="431279" y="5601"/>
                  </a:lnTo>
                  <a:lnTo>
                    <a:pt x="440455" y="5564"/>
                  </a:lnTo>
                  <a:lnTo>
                    <a:pt x="449631" y="5527"/>
                  </a:lnTo>
                  <a:lnTo>
                    <a:pt x="458807" y="5491"/>
                  </a:lnTo>
                  <a:lnTo>
                    <a:pt x="467983" y="5454"/>
                  </a:lnTo>
                  <a:lnTo>
                    <a:pt x="477159" y="5417"/>
                  </a:lnTo>
                  <a:lnTo>
                    <a:pt x="486336" y="5380"/>
                  </a:lnTo>
                  <a:lnTo>
                    <a:pt x="495512" y="5343"/>
                  </a:lnTo>
                  <a:lnTo>
                    <a:pt x="504688" y="5306"/>
                  </a:lnTo>
                  <a:lnTo>
                    <a:pt x="513864" y="5269"/>
                  </a:lnTo>
                  <a:lnTo>
                    <a:pt x="523040" y="5233"/>
                  </a:lnTo>
                  <a:lnTo>
                    <a:pt x="532216" y="5196"/>
                  </a:lnTo>
                  <a:lnTo>
                    <a:pt x="541392" y="5159"/>
                  </a:lnTo>
                  <a:lnTo>
                    <a:pt x="550569" y="5122"/>
                  </a:lnTo>
                  <a:lnTo>
                    <a:pt x="559745" y="5085"/>
                  </a:lnTo>
                  <a:lnTo>
                    <a:pt x="568921" y="5048"/>
                  </a:lnTo>
                  <a:lnTo>
                    <a:pt x="578097" y="5011"/>
                  </a:lnTo>
                  <a:lnTo>
                    <a:pt x="587273" y="4975"/>
                  </a:lnTo>
                  <a:lnTo>
                    <a:pt x="596449" y="4938"/>
                  </a:lnTo>
                  <a:lnTo>
                    <a:pt x="605625" y="4901"/>
                  </a:lnTo>
                  <a:lnTo>
                    <a:pt x="614802" y="4864"/>
                  </a:lnTo>
                  <a:lnTo>
                    <a:pt x="623978" y="4827"/>
                  </a:lnTo>
                  <a:lnTo>
                    <a:pt x="633154" y="4790"/>
                  </a:lnTo>
                  <a:lnTo>
                    <a:pt x="642330" y="4753"/>
                  </a:lnTo>
                  <a:lnTo>
                    <a:pt x="651506" y="4717"/>
                  </a:lnTo>
                  <a:lnTo>
                    <a:pt x="660682" y="4680"/>
                  </a:lnTo>
                  <a:lnTo>
                    <a:pt x="669859" y="4643"/>
                  </a:lnTo>
                  <a:lnTo>
                    <a:pt x="679035" y="4606"/>
                  </a:lnTo>
                  <a:lnTo>
                    <a:pt x="688211" y="4569"/>
                  </a:lnTo>
                  <a:lnTo>
                    <a:pt x="697387" y="4532"/>
                  </a:lnTo>
                  <a:lnTo>
                    <a:pt x="706563" y="4496"/>
                  </a:lnTo>
                  <a:lnTo>
                    <a:pt x="715739" y="4459"/>
                  </a:lnTo>
                  <a:lnTo>
                    <a:pt x="724915" y="4422"/>
                  </a:lnTo>
                  <a:lnTo>
                    <a:pt x="734092" y="4385"/>
                  </a:lnTo>
                  <a:lnTo>
                    <a:pt x="743268" y="4348"/>
                  </a:lnTo>
                  <a:lnTo>
                    <a:pt x="752444" y="4311"/>
                  </a:lnTo>
                  <a:lnTo>
                    <a:pt x="761620" y="4274"/>
                  </a:lnTo>
                  <a:lnTo>
                    <a:pt x="770796" y="4238"/>
                  </a:lnTo>
                  <a:lnTo>
                    <a:pt x="779972" y="4201"/>
                  </a:lnTo>
                  <a:lnTo>
                    <a:pt x="789148" y="4164"/>
                  </a:lnTo>
                  <a:lnTo>
                    <a:pt x="798325" y="4127"/>
                  </a:lnTo>
                  <a:lnTo>
                    <a:pt x="807501" y="4090"/>
                  </a:lnTo>
                  <a:lnTo>
                    <a:pt x="816677" y="4053"/>
                  </a:lnTo>
                  <a:lnTo>
                    <a:pt x="825853" y="4016"/>
                  </a:lnTo>
                  <a:lnTo>
                    <a:pt x="835029" y="3980"/>
                  </a:lnTo>
                  <a:lnTo>
                    <a:pt x="844205" y="3943"/>
                  </a:lnTo>
                  <a:lnTo>
                    <a:pt x="853382" y="3906"/>
                  </a:lnTo>
                  <a:lnTo>
                    <a:pt x="862558" y="3869"/>
                  </a:lnTo>
                  <a:lnTo>
                    <a:pt x="871734" y="3832"/>
                  </a:lnTo>
                  <a:lnTo>
                    <a:pt x="880910" y="3795"/>
                  </a:lnTo>
                  <a:lnTo>
                    <a:pt x="890086" y="3758"/>
                  </a:lnTo>
                  <a:lnTo>
                    <a:pt x="899262" y="3722"/>
                  </a:lnTo>
                  <a:lnTo>
                    <a:pt x="908438" y="3685"/>
                  </a:lnTo>
                  <a:lnTo>
                    <a:pt x="917615" y="3648"/>
                  </a:lnTo>
                  <a:lnTo>
                    <a:pt x="926791" y="3611"/>
                  </a:lnTo>
                  <a:lnTo>
                    <a:pt x="935967" y="3574"/>
                  </a:lnTo>
                  <a:lnTo>
                    <a:pt x="945143" y="3537"/>
                  </a:lnTo>
                  <a:lnTo>
                    <a:pt x="954319" y="3501"/>
                  </a:lnTo>
                  <a:lnTo>
                    <a:pt x="963495" y="3464"/>
                  </a:lnTo>
                  <a:lnTo>
                    <a:pt x="972672" y="3427"/>
                  </a:lnTo>
                  <a:lnTo>
                    <a:pt x="981848" y="3390"/>
                  </a:lnTo>
                  <a:lnTo>
                    <a:pt x="991024" y="3353"/>
                  </a:lnTo>
                  <a:lnTo>
                    <a:pt x="1000200" y="3316"/>
                  </a:lnTo>
                  <a:lnTo>
                    <a:pt x="1009376" y="3279"/>
                  </a:lnTo>
                  <a:lnTo>
                    <a:pt x="1018552" y="3243"/>
                  </a:lnTo>
                  <a:lnTo>
                    <a:pt x="1027728" y="3206"/>
                  </a:lnTo>
                  <a:lnTo>
                    <a:pt x="1036905" y="3169"/>
                  </a:lnTo>
                  <a:lnTo>
                    <a:pt x="1046081" y="3132"/>
                  </a:lnTo>
                  <a:lnTo>
                    <a:pt x="1055257" y="3095"/>
                  </a:lnTo>
                  <a:lnTo>
                    <a:pt x="1064433" y="3058"/>
                  </a:lnTo>
                  <a:lnTo>
                    <a:pt x="1073609" y="3021"/>
                  </a:lnTo>
                  <a:lnTo>
                    <a:pt x="1082785" y="2985"/>
                  </a:lnTo>
                  <a:lnTo>
                    <a:pt x="1091961" y="2948"/>
                  </a:lnTo>
                  <a:lnTo>
                    <a:pt x="1101138" y="2911"/>
                  </a:lnTo>
                  <a:lnTo>
                    <a:pt x="1110314" y="2874"/>
                  </a:lnTo>
                  <a:lnTo>
                    <a:pt x="1119490" y="2837"/>
                  </a:lnTo>
                  <a:lnTo>
                    <a:pt x="1128666" y="2800"/>
                  </a:lnTo>
                  <a:lnTo>
                    <a:pt x="1137842" y="2763"/>
                  </a:lnTo>
                  <a:lnTo>
                    <a:pt x="1147018" y="2727"/>
                  </a:lnTo>
                  <a:lnTo>
                    <a:pt x="1156195" y="2690"/>
                  </a:lnTo>
                  <a:lnTo>
                    <a:pt x="1165371" y="2653"/>
                  </a:lnTo>
                  <a:lnTo>
                    <a:pt x="1174547" y="2616"/>
                  </a:lnTo>
                  <a:lnTo>
                    <a:pt x="1183723" y="2579"/>
                  </a:lnTo>
                  <a:lnTo>
                    <a:pt x="1192899" y="2542"/>
                  </a:lnTo>
                  <a:lnTo>
                    <a:pt x="1202075" y="2505"/>
                  </a:lnTo>
                  <a:lnTo>
                    <a:pt x="1211251" y="2469"/>
                  </a:lnTo>
                  <a:lnTo>
                    <a:pt x="1220428" y="2432"/>
                  </a:lnTo>
                  <a:lnTo>
                    <a:pt x="1229604" y="2395"/>
                  </a:lnTo>
                  <a:lnTo>
                    <a:pt x="1238780" y="2358"/>
                  </a:lnTo>
                  <a:lnTo>
                    <a:pt x="1247956" y="2321"/>
                  </a:lnTo>
                  <a:lnTo>
                    <a:pt x="1257132" y="2284"/>
                  </a:lnTo>
                  <a:lnTo>
                    <a:pt x="1266308" y="2248"/>
                  </a:lnTo>
                  <a:lnTo>
                    <a:pt x="1275485" y="2211"/>
                  </a:lnTo>
                  <a:lnTo>
                    <a:pt x="1284661" y="2174"/>
                  </a:lnTo>
                  <a:lnTo>
                    <a:pt x="1293837" y="2137"/>
                  </a:lnTo>
                  <a:lnTo>
                    <a:pt x="1303013" y="2100"/>
                  </a:lnTo>
                  <a:lnTo>
                    <a:pt x="1312189" y="2063"/>
                  </a:lnTo>
                  <a:lnTo>
                    <a:pt x="1321365" y="2026"/>
                  </a:lnTo>
                  <a:lnTo>
                    <a:pt x="1330541" y="1990"/>
                  </a:lnTo>
                  <a:lnTo>
                    <a:pt x="1339718" y="1953"/>
                  </a:lnTo>
                  <a:lnTo>
                    <a:pt x="1348894" y="1916"/>
                  </a:lnTo>
                  <a:lnTo>
                    <a:pt x="1358070" y="1879"/>
                  </a:lnTo>
                  <a:lnTo>
                    <a:pt x="1367246" y="1842"/>
                  </a:lnTo>
                  <a:lnTo>
                    <a:pt x="1376422" y="1805"/>
                  </a:lnTo>
                  <a:lnTo>
                    <a:pt x="1385598" y="1768"/>
                  </a:lnTo>
                  <a:lnTo>
                    <a:pt x="1394774" y="1732"/>
                  </a:lnTo>
                  <a:lnTo>
                    <a:pt x="1403951" y="1695"/>
                  </a:lnTo>
                  <a:lnTo>
                    <a:pt x="1413127" y="1658"/>
                  </a:lnTo>
                  <a:lnTo>
                    <a:pt x="1422303" y="1621"/>
                  </a:lnTo>
                  <a:lnTo>
                    <a:pt x="1431479" y="1584"/>
                  </a:lnTo>
                  <a:lnTo>
                    <a:pt x="1440655" y="1547"/>
                  </a:lnTo>
                  <a:lnTo>
                    <a:pt x="1449831" y="1510"/>
                  </a:lnTo>
                  <a:lnTo>
                    <a:pt x="1459008" y="1474"/>
                  </a:lnTo>
                  <a:lnTo>
                    <a:pt x="1468184" y="1437"/>
                  </a:lnTo>
                  <a:lnTo>
                    <a:pt x="1477360" y="1400"/>
                  </a:lnTo>
                  <a:lnTo>
                    <a:pt x="1486536" y="1363"/>
                  </a:lnTo>
                  <a:lnTo>
                    <a:pt x="1495712" y="1326"/>
                  </a:lnTo>
                  <a:lnTo>
                    <a:pt x="1504888" y="1289"/>
                  </a:lnTo>
                  <a:lnTo>
                    <a:pt x="1514064" y="1252"/>
                  </a:lnTo>
                  <a:lnTo>
                    <a:pt x="1523241" y="1216"/>
                  </a:lnTo>
                  <a:lnTo>
                    <a:pt x="1532417" y="1179"/>
                  </a:lnTo>
                  <a:lnTo>
                    <a:pt x="1541593" y="1142"/>
                  </a:lnTo>
                  <a:lnTo>
                    <a:pt x="1550769" y="1105"/>
                  </a:lnTo>
                  <a:lnTo>
                    <a:pt x="1559945" y="1068"/>
                  </a:lnTo>
                  <a:lnTo>
                    <a:pt x="1569121" y="1031"/>
                  </a:lnTo>
                  <a:lnTo>
                    <a:pt x="1578297" y="995"/>
                  </a:lnTo>
                  <a:lnTo>
                    <a:pt x="1587474" y="958"/>
                  </a:lnTo>
                  <a:lnTo>
                    <a:pt x="1596650" y="921"/>
                  </a:lnTo>
                  <a:lnTo>
                    <a:pt x="1605826" y="884"/>
                  </a:lnTo>
                  <a:lnTo>
                    <a:pt x="1615002" y="847"/>
                  </a:lnTo>
                  <a:lnTo>
                    <a:pt x="1624178" y="810"/>
                  </a:lnTo>
                  <a:lnTo>
                    <a:pt x="1633354" y="773"/>
                  </a:lnTo>
                  <a:lnTo>
                    <a:pt x="1642531" y="737"/>
                  </a:lnTo>
                  <a:lnTo>
                    <a:pt x="1651707" y="700"/>
                  </a:lnTo>
                  <a:lnTo>
                    <a:pt x="1660883" y="663"/>
                  </a:lnTo>
                  <a:lnTo>
                    <a:pt x="1670059" y="626"/>
                  </a:lnTo>
                  <a:lnTo>
                    <a:pt x="1679235" y="589"/>
                  </a:lnTo>
                  <a:lnTo>
                    <a:pt x="1688411" y="552"/>
                  </a:lnTo>
                  <a:lnTo>
                    <a:pt x="1697587" y="515"/>
                  </a:lnTo>
                  <a:lnTo>
                    <a:pt x="1706764" y="479"/>
                  </a:lnTo>
                  <a:lnTo>
                    <a:pt x="1715940" y="442"/>
                  </a:lnTo>
                  <a:lnTo>
                    <a:pt x="1725116" y="405"/>
                  </a:lnTo>
                  <a:lnTo>
                    <a:pt x="1734292" y="368"/>
                  </a:lnTo>
                  <a:lnTo>
                    <a:pt x="1743468" y="331"/>
                  </a:lnTo>
                  <a:lnTo>
                    <a:pt x="1752644" y="294"/>
                  </a:lnTo>
                  <a:lnTo>
                    <a:pt x="1761821" y="257"/>
                  </a:lnTo>
                  <a:lnTo>
                    <a:pt x="1770997" y="221"/>
                  </a:lnTo>
                  <a:lnTo>
                    <a:pt x="1780173" y="184"/>
                  </a:lnTo>
                  <a:lnTo>
                    <a:pt x="1789349" y="147"/>
                  </a:lnTo>
                  <a:lnTo>
                    <a:pt x="1798525" y="110"/>
                  </a:lnTo>
                  <a:lnTo>
                    <a:pt x="1807701" y="73"/>
                  </a:lnTo>
                  <a:lnTo>
                    <a:pt x="1816877" y="36"/>
                  </a:lnTo>
                  <a:lnTo>
                    <a:pt x="1826054" y="0"/>
                  </a:lnTo>
                </a:path>
              </a:pathLst>
            </a:custGeom>
            <a:ln w="27101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0" name="pl33610"/>
            <p:cNvSpPr/>
            <p:nvPr/>
          </p:nvSpPr>
          <p:spPr>
            <a:xfrm>
              <a:off x="3961688" y="3259875"/>
              <a:ext cx="2779280" cy="574439"/>
            </a:xfrm>
            <a:custGeom>
              <a:avLst/>
              <a:pathLst>
                <a:path w="2779280" h="574439">
                  <a:moveTo>
                    <a:pt x="0" y="574439"/>
                  </a:moveTo>
                  <a:lnTo>
                    <a:pt x="13966" y="571553"/>
                  </a:lnTo>
                  <a:lnTo>
                    <a:pt x="27932" y="568666"/>
                  </a:lnTo>
                  <a:lnTo>
                    <a:pt x="41898" y="565779"/>
                  </a:lnTo>
                  <a:lnTo>
                    <a:pt x="55864" y="562893"/>
                  </a:lnTo>
                  <a:lnTo>
                    <a:pt x="69831" y="560006"/>
                  </a:lnTo>
                  <a:lnTo>
                    <a:pt x="83797" y="557120"/>
                  </a:lnTo>
                  <a:lnTo>
                    <a:pt x="97763" y="554233"/>
                  </a:lnTo>
                  <a:lnTo>
                    <a:pt x="111729" y="551346"/>
                  </a:lnTo>
                  <a:lnTo>
                    <a:pt x="125696" y="548460"/>
                  </a:lnTo>
                  <a:lnTo>
                    <a:pt x="139662" y="545573"/>
                  </a:lnTo>
                  <a:lnTo>
                    <a:pt x="153628" y="542686"/>
                  </a:lnTo>
                  <a:lnTo>
                    <a:pt x="167594" y="539800"/>
                  </a:lnTo>
                  <a:lnTo>
                    <a:pt x="181561" y="536913"/>
                  </a:lnTo>
                  <a:lnTo>
                    <a:pt x="195527" y="534026"/>
                  </a:lnTo>
                  <a:lnTo>
                    <a:pt x="209493" y="531140"/>
                  </a:lnTo>
                  <a:lnTo>
                    <a:pt x="223459" y="528253"/>
                  </a:lnTo>
                  <a:lnTo>
                    <a:pt x="237425" y="525367"/>
                  </a:lnTo>
                  <a:lnTo>
                    <a:pt x="251392" y="522480"/>
                  </a:lnTo>
                  <a:lnTo>
                    <a:pt x="265358" y="519593"/>
                  </a:lnTo>
                  <a:lnTo>
                    <a:pt x="279324" y="516707"/>
                  </a:lnTo>
                  <a:lnTo>
                    <a:pt x="293290" y="513820"/>
                  </a:lnTo>
                  <a:lnTo>
                    <a:pt x="307257" y="510933"/>
                  </a:lnTo>
                  <a:lnTo>
                    <a:pt x="321223" y="508047"/>
                  </a:lnTo>
                  <a:lnTo>
                    <a:pt x="335189" y="505160"/>
                  </a:lnTo>
                  <a:lnTo>
                    <a:pt x="349155" y="502274"/>
                  </a:lnTo>
                  <a:lnTo>
                    <a:pt x="363122" y="499387"/>
                  </a:lnTo>
                  <a:lnTo>
                    <a:pt x="377088" y="496500"/>
                  </a:lnTo>
                  <a:lnTo>
                    <a:pt x="391054" y="493614"/>
                  </a:lnTo>
                  <a:lnTo>
                    <a:pt x="405020" y="490727"/>
                  </a:lnTo>
                  <a:lnTo>
                    <a:pt x="418986" y="487840"/>
                  </a:lnTo>
                  <a:lnTo>
                    <a:pt x="432953" y="484954"/>
                  </a:lnTo>
                  <a:lnTo>
                    <a:pt x="446919" y="482067"/>
                  </a:lnTo>
                  <a:lnTo>
                    <a:pt x="460885" y="479180"/>
                  </a:lnTo>
                  <a:lnTo>
                    <a:pt x="474851" y="476294"/>
                  </a:lnTo>
                  <a:lnTo>
                    <a:pt x="488818" y="473407"/>
                  </a:lnTo>
                  <a:lnTo>
                    <a:pt x="502784" y="470521"/>
                  </a:lnTo>
                  <a:lnTo>
                    <a:pt x="516750" y="467634"/>
                  </a:lnTo>
                  <a:lnTo>
                    <a:pt x="530716" y="464747"/>
                  </a:lnTo>
                  <a:lnTo>
                    <a:pt x="544683" y="461861"/>
                  </a:lnTo>
                  <a:lnTo>
                    <a:pt x="558649" y="458974"/>
                  </a:lnTo>
                  <a:lnTo>
                    <a:pt x="572615" y="456087"/>
                  </a:lnTo>
                  <a:lnTo>
                    <a:pt x="586581" y="453201"/>
                  </a:lnTo>
                  <a:lnTo>
                    <a:pt x="600548" y="450314"/>
                  </a:lnTo>
                  <a:lnTo>
                    <a:pt x="614514" y="447428"/>
                  </a:lnTo>
                  <a:lnTo>
                    <a:pt x="628480" y="444541"/>
                  </a:lnTo>
                  <a:lnTo>
                    <a:pt x="642446" y="441654"/>
                  </a:lnTo>
                  <a:lnTo>
                    <a:pt x="656412" y="438768"/>
                  </a:lnTo>
                  <a:lnTo>
                    <a:pt x="670379" y="435881"/>
                  </a:lnTo>
                  <a:lnTo>
                    <a:pt x="684345" y="432994"/>
                  </a:lnTo>
                  <a:lnTo>
                    <a:pt x="698311" y="430108"/>
                  </a:lnTo>
                  <a:lnTo>
                    <a:pt x="712277" y="427221"/>
                  </a:lnTo>
                  <a:lnTo>
                    <a:pt x="726244" y="424334"/>
                  </a:lnTo>
                  <a:lnTo>
                    <a:pt x="740210" y="421448"/>
                  </a:lnTo>
                  <a:lnTo>
                    <a:pt x="754176" y="418561"/>
                  </a:lnTo>
                  <a:lnTo>
                    <a:pt x="768142" y="415675"/>
                  </a:lnTo>
                  <a:lnTo>
                    <a:pt x="782109" y="412788"/>
                  </a:lnTo>
                  <a:lnTo>
                    <a:pt x="796075" y="409901"/>
                  </a:lnTo>
                  <a:lnTo>
                    <a:pt x="810041" y="407015"/>
                  </a:lnTo>
                  <a:lnTo>
                    <a:pt x="824007" y="404128"/>
                  </a:lnTo>
                  <a:lnTo>
                    <a:pt x="837973" y="401241"/>
                  </a:lnTo>
                  <a:lnTo>
                    <a:pt x="851940" y="398355"/>
                  </a:lnTo>
                  <a:lnTo>
                    <a:pt x="865906" y="395468"/>
                  </a:lnTo>
                  <a:lnTo>
                    <a:pt x="879872" y="392581"/>
                  </a:lnTo>
                  <a:lnTo>
                    <a:pt x="893838" y="389695"/>
                  </a:lnTo>
                  <a:lnTo>
                    <a:pt x="907805" y="386808"/>
                  </a:lnTo>
                  <a:lnTo>
                    <a:pt x="921771" y="383922"/>
                  </a:lnTo>
                  <a:lnTo>
                    <a:pt x="935737" y="381035"/>
                  </a:lnTo>
                  <a:lnTo>
                    <a:pt x="949703" y="378148"/>
                  </a:lnTo>
                  <a:lnTo>
                    <a:pt x="963670" y="375262"/>
                  </a:lnTo>
                  <a:lnTo>
                    <a:pt x="977636" y="372375"/>
                  </a:lnTo>
                  <a:lnTo>
                    <a:pt x="991602" y="369488"/>
                  </a:lnTo>
                  <a:lnTo>
                    <a:pt x="1005568" y="366602"/>
                  </a:lnTo>
                  <a:lnTo>
                    <a:pt x="1019534" y="363715"/>
                  </a:lnTo>
                  <a:lnTo>
                    <a:pt x="1033501" y="360829"/>
                  </a:lnTo>
                  <a:lnTo>
                    <a:pt x="1047467" y="357942"/>
                  </a:lnTo>
                  <a:lnTo>
                    <a:pt x="1061433" y="355055"/>
                  </a:lnTo>
                  <a:lnTo>
                    <a:pt x="1075399" y="352169"/>
                  </a:lnTo>
                  <a:lnTo>
                    <a:pt x="1089366" y="349282"/>
                  </a:lnTo>
                  <a:lnTo>
                    <a:pt x="1103332" y="346395"/>
                  </a:lnTo>
                  <a:lnTo>
                    <a:pt x="1117298" y="343509"/>
                  </a:lnTo>
                  <a:lnTo>
                    <a:pt x="1131264" y="340622"/>
                  </a:lnTo>
                  <a:lnTo>
                    <a:pt x="1145231" y="337735"/>
                  </a:lnTo>
                  <a:lnTo>
                    <a:pt x="1159197" y="334849"/>
                  </a:lnTo>
                  <a:lnTo>
                    <a:pt x="1173163" y="331962"/>
                  </a:lnTo>
                  <a:lnTo>
                    <a:pt x="1187129" y="329076"/>
                  </a:lnTo>
                  <a:lnTo>
                    <a:pt x="1201096" y="326189"/>
                  </a:lnTo>
                  <a:lnTo>
                    <a:pt x="1215062" y="323302"/>
                  </a:lnTo>
                  <a:lnTo>
                    <a:pt x="1229028" y="320416"/>
                  </a:lnTo>
                  <a:lnTo>
                    <a:pt x="1242994" y="317529"/>
                  </a:lnTo>
                  <a:lnTo>
                    <a:pt x="1256960" y="314642"/>
                  </a:lnTo>
                  <a:lnTo>
                    <a:pt x="1270927" y="311756"/>
                  </a:lnTo>
                  <a:lnTo>
                    <a:pt x="1284893" y="308869"/>
                  </a:lnTo>
                  <a:lnTo>
                    <a:pt x="1298859" y="305983"/>
                  </a:lnTo>
                  <a:lnTo>
                    <a:pt x="1312825" y="303096"/>
                  </a:lnTo>
                  <a:lnTo>
                    <a:pt x="1326792" y="300209"/>
                  </a:lnTo>
                  <a:lnTo>
                    <a:pt x="1340758" y="297323"/>
                  </a:lnTo>
                  <a:lnTo>
                    <a:pt x="1354724" y="294436"/>
                  </a:lnTo>
                  <a:lnTo>
                    <a:pt x="1368690" y="291549"/>
                  </a:lnTo>
                  <a:lnTo>
                    <a:pt x="1382657" y="288663"/>
                  </a:lnTo>
                  <a:lnTo>
                    <a:pt x="1396623" y="285776"/>
                  </a:lnTo>
                  <a:lnTo>
                    <a:pt x="1410589" y="282889"/>
                  </a:lnTo>
                  <a:lnTo>
                    <a:pt x="1424555" y="280003"/>
                  </a:lnTo>
                  <a:lnTo>
                    <a:pt x="1438521" y="277116"/>
                  </a:lnTo>
                  <a:lnTo>
                    <a:pt x="1452488" y="274230"/>
                  </a:lnTo>
                  <a:lnTo>
                    <a:pt x="1466454" y="271343"/>
                  </a:lnTo>
                  <a:lnTo>
                    <a:pt x="1480420" y="268456"/>
                  </a:lnTo>
                  <a:lnTo>
                    <a:pt x="1494386" y="265570"/>
                  </a:lnTo>
                  <a:lnTo>
                    <a:pt x="1508353" y="262683"/>
                  </a:lnTo>
                  <a:lnTo>
                    <a:pt x="1522319" y="259796"/>
                  </a:lnTo>
                  <a:lnTo>
                    <a:pt x="1536285" y="256910"/>
                  </a:lnTo>
                  <a:lnTo>
                    <a:pt x="1550251" y="254023"/>
                  </a:lnTo>
                  <a:lnTo>
                    <a:pt x="1564218" y="251137"/>
                  </a:lnTo>
                  <a:lnTo>
                    <a:pt x="1578184" y="248250"/>
                  </a:lnTo>
                  <a:lnTo>
                    <a:pt x="1592150" y="245363"/>
                  </a:lnTo>
                  <a:lnTo>
                    <a:pt x="1606116" y="242477"/>
                  </a:lnTo>
                  <a:lnTo>
                    <a:pt x="1620082" y="239590"/>
                  </a:lnTo>
                  <a:lnTo>
                    <a:pt x="1634049" y="236703"/>
                  </a:lnTo>
                  <a:lnTo>
                    <a:pt x="1648015" y="233817"/>
                  </a:lnTo>
                  <a:lnTo>
                    <a:pt x="1661981" y="230930"/>
                  </a:lnTo>
                  <a:lnTo>
                    <a:pt x="1675947" y="228043"/>
                  </a:lnTo>
                  <a:lnTo>
                    <a:pt x="1689914" y="225157"/>
                  </a:lnTo>
                  <a:lnTo>
                    <a:pt x="1703880" y="222270"/>
                  </a:lnTo>
                  <a:lnTo>
                    <a:pt x="1717846" y="219384"/>
                  </a:lnTo>
                  <a:lnTo>
                    <a:pt x="1731812" y="216497"/>
                  </a:lnTo>
                  <a:lnTo>
                    <a:pt x="1745779" y="213610"/>
                  </a:lnTo>
                  <a:lnTo>
                    <a:pt x="1759745" y="210724"/>
                  </a:lnTo>
                  <a:lnTo>
                    <a:pt x="1773711" y="207837"/>
                  </a:lnTo>
                  <a:lnTo>
                    <a:pt x="1787677" y="204950"/>
                  </a:lnTo>
                  <a:lnTo>
                    <a:pt x="1801644" y="202064"/>
                  </a:lnTo>
                  <a:lnTo>
                    <a:pt x="1815610" y="199177"/>
                  </a:lnTo>
                  <a:lnTo>
                    <a:pt x="1829576" y="196290"/>
                  </a:lnTo>
                  <a:lnTo>
                    <a:pt x="1843542" y="193404"/>
                  </a:lnTo>
                  <a:lnTo>
                    <a:pt x="1857508" y="190517"/>
                  </a:lnTo>
                  <a:lnTo>
                    <a:pt x="1871475" y="187631"/>
                  </a:lnTo>
                  <a:lnTo>
                    <a:pt x="1885441" y="184744"/>
                  </a:lnTo>
                  <a:lnTo>
                    <a:pt x="1899407" y="181857"/>
                  </a:lnTo>
                  <a:lnTo>
                    <a:pt x="1913373" y="178971"/>
                  </a:lnTo>
                  <a:lnTo>
                    <a:pt x="1927340" y="176084"/>
                  </a:lnTo>
                  <a:lnTo>
                    <a:pt x="1941306" y="173197"/>
                  </a:lnTo>
                  <a:lnTo>
                    <a:pt x="1955272" y="170311"/>
                  </a:lnTo>
                  <a:lnTo>
                    <a:pt x="1969238" y="167424"/>
                  </a:lnTo>
                  <a:lnTo>
                    <a:pt x="1983205" y="164538"/>
                  </a:lnTo>
                  <a:lnTo>
                    <a:pt x="1997171" y="161651"/>
                  </a:lnTo>
                  <a:lnTo>
                    <a:pt x="2011137" y="158764"/>
                  </a:lnTo>
                  <a:lnTo>
                    <a:pt x="2025103" y="155878"/>
                  </a:lnTo>
                  <a:lnTo>
                    <a:pt x="2039069" y="152991"/>
                  </a:lnTo>
                  <a:lnTo>
                    <a:pt x="2053036" y="150104"/>
                  </a:lnTo>
                  <a:lnTo>
                    <a:pt x="2067002" y="147218"/>
                  </a:lnTo>
                  <a:lnTo>
                    <a:pt x="2080968" y="144331"/>
                  </a:lnTo>
                  <a:lnTo>
                    <a:pt x="2094934" y="141444"/>
                  </a:lnTo>
                  <a:lnTo>
                    <a:pt x="2108901" y="138558"/>
                  </a:lnTo>
                  <a:lnTo>
                    <a:pt x="2122867" y="135671"/>
                  </a:lnTo>
                  <a:lnTo>
                    <a:pt x="2136833" y="132785"/>
                  </a:lnTo>
                  <a:lnTo>
                    <a:pt x="2150799" y="129898"/>
                  </a:lnTo>
                  <a:lnTo>
                    <a:pt x="2164766" y="127011"/>
                  </a:lnTo>
                  <a:lnTo>
                    <a:pt x="2178732" y="124125"/>
                  </a:lnTo>
                  <a:lnTo>
                    <a:pt x="2192698" y="121238"/>
                  </a:lnTo>
                  <a:lnTo>
                    <a:pt x="2206664" y="118351"/>
                  </a:lnTo>
                  <a:lnTo>
                    <a:pt x="2220631" y="115465"/>
                  </a:lnTo>
                  <a:lnTo>
                    <a:pt x="2234597" y="112578"/>
                  </a:lnTo>
                  <a:lnTo>
                    <a:pt x="2248563" y="109692"/>
                  </a:lnTo>
                  <a:lnTo>
                    <a:pt x="2262529" y="106805"/>
                  </a:lnTo>
                  <a:lnTo>
                    <a:pt x="2276495" y="103918"/>
                  </a:lnTo>
                  <a:lnTo>
                    <a:pt x="2290462" y="101032"/>
                  </a:lnTo>
                  <a:lnTo>
                    <a:pt x="2304428" y="98145"/>
                  </a:lnTo>
                  <a:lnTo>
                    <a:pt x="2318394" y="95258"/>
                  </a:lnTo>
                  <a:lnTo>
                    <a:pt x="2332360" y="92372"/>
                  </a:lnTo>
                  <a:lnTo>
                    <a:pt x="2346327" y="89485"/>
                  </a:lnTo>
                  <a:lnTo>
                    <a:pt x="2360293" y="86598"/>
                  </a:lnTo>
                  <a:lnTo>
                    <a:pt x="2374259" y="83712"/>
                  </a:lnTo>
                  <a:lnTo>
                    <a:pt x="2388225" y="80825"/>
                  </a:lnTo>
                  <a:lnTo>
                    <a:pt x="2402192" y="77939"/>
                  </a:lnTo>
                  <a:lnTo>
                    <a:pt x="2416158" y="75052"/>
                  </a:lnTo>
                  <a:lnTo>
                    <a:pt x="2430124" y="72165"/>
                  </a:lnTo>
                  <a:lnTo>
                    <a:pt x="2444090" y="69279"/>
                  </a:lnTo>
                  <a:lnTo>
                    <a:pt x="2458056" y="66392"/>
                  </a:lnTo>
                  <a:lnTo>
                    <a:pt x="2472023" y="63505"/>
                  </a:lnTo>
                  <a:lnTo>
                    <a:pt x="2485989" y="60619"/>
                  </a:lnTo>
                  <a:lnTo>
                    <a:pt x="2499955" y="57732"/>
                  </a:lnTo>
                  <a:lnTo>
                    <a:pt x="2513921" y="54846"/>
                  </a:lnTo>
                  <a:lnTo>
                    <a:pt x="2527888" y="51959"/>
                  </a:lnTo>
                  <a:lnTo>
                    <a:pt x="2541854" y="49072"/>
                  </a:lnTo>
                  <a:lnTo>
                    <a:pt x="2555820" y="46186"/>
                  </a:lnTo>
                  <a:lnTo>
                    <a:pt x="2569786" y="43299"/>
                  </a:lnTo>
                  <a:lnTo>
                    <a:pt x="2583753" y="40412"/>
                  </a:lnTo>
                  <a:lnTo>
                    <a:pt x="2597719" y="37526"/>
                  </a:lnTo>
                  <a:lnTo>
                    <a:pt x="2611685" y="34639"/>
                  </a:lnTo>
                  <a:lnTo>
                    <a:pt x="2625651" y="31752"/>
                  </a:lnTo>
                  <a:lnTo>
                    <a:pt x="2639617" y="28866"/>
                  </a:lnTo>
                  <a:lnTo>
                    <a:pt x="2653584" y="25979"/>
                  </a:lnTo>
                  <a:lnTo>
                    <a:pt x="2667550" y="23093"/>
                  </a:lnTo>
                  <a:lnTo>
                    <a:pt x="2681516" y="20206"/>
                  </a:lnTo>
                  <a:lnTo>
                    <a:pt x="2695482" y="17319"/>
                  </a:lnTo>
                  <a:lnTo>
                    <a:pt x="2709449" y="14433"/>
                  </a:lnTo>
                  <a:lnTo>
                    <a:pt x="2723415" y="11546"/>
                  </a:lnTo>
                  <a:lnTo>
                    <a:pt x="2737381" y="8659"/>
                  </a:lnTo>
                  <a:lnTo>
                    <a:pt x="2751347" y="5773"/>
                  </a:lnTo>
                  <a:lnTo>
                    <a:pt x="2765314" y="2886"/>
                  </a:lnTo>
                  <a:lnTo>
                    <a:pt x="2779280" y="0"/>
                  </a:lnTo>
                </a:path>
              </a:pathLst>
            </a:custGeom>
            <a:ln w="27101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1" name="pl33611"/>
            <p:cNvSpPr/>
            <p:nvPr/>
          </p:nvSpPr>
          <p:spPr>
            <a:xfrm>
              <a:off x="4916613" y="3412692"/>
              <a:ext cx="2358606" cy="197166"/>
            </a:xfrm>
            <a:custGeom>
              <a:avLst/>
              <a:pathLst>
                <a:path w="2358606" h="197166">
                  <a:moveTo>
                    <a:pt x="0" y="197166"/>
                  </a:moveTo>
                  <a:lnTo>
                    <a:pt x="11852" y="196176"/>
                  </a:lnTo>
                  <a:lnTo>
                    <a:pt x="23704" y="195185"/>
                  </a:lnTo>
                  <a:lnTo>
                    <a:pt x="35556" y="194194"/>
                  </a:lnTo>
                  <a:lnTo>
                    <a:pt x="47409" y="193203"/>
                  </a:lnTo>
                  <a:lnTo>
                    <a:pt x="59261" y="192212"/>
                  </a:lnTo>
                  <a:lnTo>
                    <a:pt x="71113" y="191222"/>
                  </a:lnTo>
                  <a:lnTo>
                    <a:pt x="82966" y="190231"/>
                  </a:lnTo>
                  <a:lnTo>
                    <a:pt x="94818" y="189240"/>
                  </a:lnTo>
                  <a:lnTo>
                    <a:pt x="106670" y="188249"/>
                  </a:lnTo>
                  <a:lnTo>
                    <a:pt x="118522" y="187259"/>
                  </a:lnTo>
                  <a:lnTo>
                    <a:pt x="130375" y="186268"/>
                  </a:lnTo>
                  <a:lnTo>
                    <a:pt x="142227" y="185277"/>
                  </a:lnTo>
                  <a:lnTo>
                    <a:pt x="154079" y="184286"/>
                  </a:lnTo>
                  <a:lnTo>
                    <a:pt x="165932" y="183295"/>
                  </a:lnTo>
                  <a:lnTo>
                    <a:pt x="177784" y="182305"/>
                  </a:lnTo>
                  <a:lnTo>
                    <a:pt x="189636" y="181314"/>
                  </a:lnTo>
                  <a:lnTo>
                    <a:pt x="201488" y="180323"/>
                  </a:lnTo>
                  <a:lnTo>
                    <a:pt x="213341" y="179332"/>
                  </a:lnTo>
                  <a:lnTo>
                    <a:pt x="225193" y="178341"/>
                  </a:lnTo>
                  <a:lnTo>
                    <a:pt x="237045" y="177351"/>
                  </a:lnTo>
                  <a:lnTo>
                    <a:pt x="248898" y="176360"/>
                  </a:lnTo>
                  <a:lnTo>
                    <a:pt x="260750" y="175369"/>
                  </a:lnTo>
                  <a:lnTo>
                    <a:pt x="272602" y="174378"/>
                  </a:lnTo>
                  <a:lnTo>
                    <a:pt x="284455" y="173387"/>
                  </a:lnTo>
                  <a:lnTo>
                    <a:pt x="296307" y="172397"/>
                  </a:lnTo>
                  <a:lnTo>
                    <a:pt x="308159" y="171406"/>
                  </a:lnTo>
                  <a:lnTo>
                    <a:pt x="320011" y="170415"/>
                  </a:lnTo>
                  <a:lnTo>
                    <a:pt x="331864" y="169424"/>
                  </a:lnTo>
                  <a:lnTo>
                    <a:pt x="343716" y="168434"/>
                  </a:lnTo>
                  <a:lnTo>
                    <a:pt x="355568" y="167443"/>
                  </a:lnTo>
                  <a:lnTo>
                    <a:pt x="367421" y="166452"/>
                  </a:lnTo>
                  <a:lnTo>
                    <a:pt x="379273" y="165461"/>
                  </a:lnTo>
                  <a:lnTo>
                    <a:pt x="391125" y="164470"/>
                  </a:lnTo>
                  <a:lnTo>
                    <a:pt x="402977" y="163480"/>
                  </a:lnTo>
                  <a:lnTo>
                    <a:pt x="414830" y="162489"/>
                  </a:lnTo>
                  <a:lnTo>
                    <a:pt x="426682" y="161498"/>
                  </a:lnTo>
                  <a:lnTo>
                    <a:pt x="438534" y="160507"/>
                  </a:lnTo>
                  <a:lnTo>
                    <a:pt x="450387" y="159516"/>
                  </a:lnTo>
                  <a:lnTo>
                    <a:pt x="462239" y="158526"/>
                  </a:lnTo>
                  <a:lnTo>
                    <a:pt x="474091" y="157535"/>
                  </a:lnTo>
                  <a:lnTo>
                    <a:pt x="485943" y="156544"/>
                  </a:lnTo>
                  <a:lnTo>
                    <a:pt x="497796" y="155553"/>
                  </a:lnTo>
                  <a:lnTo>
                    <a:pt x="509648" y="154562"/>
                  </a:lnTo>
                  <a:lnTo>
                    <a:pt x="521500" y="153572"/>
                  </a:lnTo>
                  <a:lnTo>
                    <a:pt x="533353" y="152581"/>
                  </a:lnTo>
                  <a:lnTo>
                    <a:pt x="545205" y="151590"/>
                  </a:lnTo>
                  <a:lnTo>
                    <a:pt x="557057" y="150599"/>
                  </a:lnTo>
                  <a:lnTo>
                    <a:pt x="568910" y="149609"/>
                  </a:lnTo>
                  <a:lnTo>
                    <a:pt x="580762" y="148618"/>
                  </a:lnTo>
                  <a:lnTo>
                    <a:pt x="592614" y="147627"/>
                  </a:lnTo>
                  <a:lnTo>
                    <a:pt x="604466" y="146636"/>
                  </a:lnTo>
                  <a:lnTo>
                    <a:pt x="616319" y="145645"/>
                  </a:lnTo>
                  <a:lnTo>
                    <a:pt x="628171" y="144655"/>
                  </a:lnTo>
                  <a:lnTo>
                    <a:pt x="640023" y="143664"/>
                  </a:lnTo>
                  <a:lnTo>
                    <a:pt x="651876" y="142673"/>
                  </a:lnTo>
                  <a:lnTo>
                    <a:pt x="663728" y="141682"/>
                  </a:lnTo>
                  <a:lnTo>
                    <a:pt x="675580" y="140691"/>
                  </a:lnTo>
                  <a:lnTo>
                    <a:pt x="687432" y="139701"/>
                  </a:lnTo>
                  <a:lnTo>
                    <a:pt x="699285" y="138710"/>
                  </a:lnTo>
                  <a:lnTo>
                    <a:pt x="711137" y="137719"/>
                  </a:lnTo>
                  <a:lnTo>
                    <a:pt x="722989" y="136728"/>
                  </a:lnTo>
                  <a:lnTo>
                    <a:pt x="734842" y="135738"/>
                  </a:lnTo>
                  <a:lnTo>
                    <a:pt x="746694" y="134747"/>
                  </a:lnTo>
                  <a:lnTo>
                    <a:pt x="758546" y="133756"/>
                  </a:lnTo>
                  <a:lnTo>
                    <a:pt x="770399" y="132765"/>
                  </a:lnTo>
                  <a:lnTo>
                    <a:pt x="782251" y="131774"/>
                  </a:lnTo>
                  <a:lnTo>
                    <a:pt x="794103" y="130784"/>
                  </a:lnTo>
                  <a:lnTo>
                    <a:pt x="805955" y="129793"/>
                  </a:lnTo>
                  <a:lnTo>
                    <a:pt x="817808" y="128802"/>
                  </a:lnTo>
                  <a:lnTo>
                    <a:pt x="829660" y="127811"/>
                  </a:lnTo>
                  <a:lnTo>
                    <a:pt x="841512" y="126820"/>
                  </a:lnTo>
                  <a:lnTo>
                    <a:pt x="853365" y="125830"/>
                  </a:lnTo>
                  <a:lnTo>
                    <a:pt x="865217" y="124839"/>
                  </a:lnTo>
                  <a:lnTo>
                    <a:pt x="877069" y="123848"/>
                  </a:lnTo>
                  <a:lnTo>
                    <a:pt x="888921" y="122857"/>
                  </a:lnTo>
                  <a:lnTo>
                    <a:pt x="900774" y="121866"/>
                  </a:lnTo>
                  <a:lnTo>
                    <a:pt x="912626" y="120876"/>
                  </a:lnTo>
                  <a:lnTo>
                    <a:pt x="924478" y="119885"/>
                  </a:lnTo>
                  <a:lnTo>
                    <a:pt x="936331" y="118894"/>
                  </a:lnTo>
                  <a:lnTo>
                    <a:pt x="948183" y="117903"/>
                  </a:lnTo>
                  <a:lnTo>
                    <a:pt x="960035" y="116913"/>
                  </a:lnTo>
                  <a:lnTo>
                    <a:pt x="971887" y="115922"/>
                  </a:lnTo>
                  <a:lnTo>
                    <a:pt x="983740" y="114931"/>
                  </a:lnTo>
                  <a:lnTo>
                    <a:pt x="995592" y="113940"/>
                  </a:lnTo>
                  <a:lnTo>
                    <a:pt x="1007444" y="112949"/>
                  </a:lnTo>
                  <a:lnTo>
                    <a:pt x="1019297" y="111959"/>
                  </a:lnTo>
                  <a:lnTo>
                    <a:pt x="1031149" y="110968"/>
                  </a:lnTo>
                  <a:lnTo>
                    <a:pt x="1043001" y="109977"/>
                  </a:lnTo>
                  <a:lnTo>
                    <a:pt x="1054854" y="108986"/>
                  </a:lnTo>
                  <a:lnTo>
                    <a:pt x="1066706" y="107995"/>
                  </a:lnTo>
                  <a:lnTo>
                    <a:pt x="1078558" y="107005"/>
                  </a:lnTo>
                  <a:lnTo>
                    <a:pt x="1090410" y="106014"/>
                  </a:lnTo>
                  <a:lnTo>
                    <a:pt x="1102263" y="105023"/>
                  </a:lnTo>
                  <a:lnTo>
                    <a:pt x="1114115" y="104032"/>
                  </a:lnTo>
                  <a:lnTo>
                    <a:pt x="1125967" y="103041"/>
                  </a:lnTo>
                  <a:lnTo>
                    <a:pt x="1137820" y="102051"/>
                  </a:lnTo>
                  <a:lnTo>
                    <a:pt x="1149672" y="101060"/>
                  </a:lnTo>
                  <a:lnTo>
                    <a:pt x="1161524" y="100069"/>
                  </a:lnTo>
                  <a:lnTo>
                    <a:pt x="1173376" y="99078"/>
                  </a:lnTo>
                  <a:lnTo>
                    <a:pt x="1185229" y="98088"/>
                  </a:lnTo>
                  <a:lnTo>
                    <a:pt x="1197081" y="97097"/>
                  </a:lnTo>
                  <a:lnTo>
                    <a:pt x="1208933" y="96106"/>
                  </a:lnTo>
                  <a:lnTo>
                    <a:pt x="1220786" y="95115"/>
                  </a:lnTo>
                  <a:lnTo>
                    <a:pt x="1232638" y="94124"/>
                  </a:lnTo>
                  <a:lnTo>
                    <a:pt x="1244490" y="93134"/>
                  </a:lnTo>
                  <a:lnTo>
                    <a:pt x="1256343" y="92143"/>
                  </a:lnTo>
                  <a:lnTo>
                    <a:pt x="1268195" y="91152"/>
                  </a:lnTo>
                  <a:lnTo>
                    <a:pt x="1280047" y="90161"/>
                  </a:lnTo>
                  <a:lnTo>
                    <a:pt x="1291899" y="89170"/>
                  </a:lnTo>
                  <a:lnTo>
                    <a:pt x="1303752" y="88180"/>
                  </a:lnTo>
                  <a:lnTo>
                    <a:pt x="1315604" y="87189"/>
                  </a:lnTo>
                  <a:lnTo>
                    <a:pt x="1327456" y="86198"/>
                  </a:lnTo>
                  <a:lnTo>
                    <a:pt x="1339309" y="85207"/>
                  </a:lnTo>
                  <a:lnTo>
                    <a:pt x="1351161" y="84217"/>
                  </a:lnTo>
                  <a:lnTo>
                    <a:pt x="1363013" y="83226"/>
                  </a:lnTo>
                  <a:lnTo>
                    <a:pt x="1374865" y="82235"/>
                  </a:lnTo>
                  <a:lnTo>
                    <a:pt x="1386718" y="81244"/>
                  </a:lnTo>
                  <a:lnTo>
                    <a:pt x="1398570" y="80253"/>
                  </a:lnTo>
                  <a:lnTo>
                    <a:pt x="1410422" y="79263"/>
                  </a:lnTo>
                  <a:lnTo>
                    <a:pt x="1422275" y="78272"/>
                  </a:lnTo>
                  <a:lnTo>
                    <a:pt x="1434127" y="77281"/>
                  </a:lnTo>
                  <a:lnTo>
                    <a:pt x="1445979" y="76290"/>
                  </a:lnTo>
                  <a:lnTo>
                    <a:pt x="1457831" y="75299"/>
                  </a:lnTo>
                  <a:lnTo>
                    <a:pt x="1469684" y="74309"/>
                  </a:lnTo>
                  <a:lnTo>
                    <a:pt x="1481536" y="73318"/>
                  </a:lnTo>
                  <a:lnTo>
                    <a:pt x="1493388" y="72327"/>
                  </a:lnTo>
                  <a:lnTo>
                    <a:pt x="1505241" y="71336"/>
                  </a:lnTo>
                  <a:lnTo>
                    <a:pt x="1517093" y="70345"/>
                  </a:lnTo>
                  <a:lnTo>
                    <a:pt x="1528945" y="69355"/>
                  </a:lnTo>
                  <a:lnTo>
                    <a:pt x="1540798" y="68364"/>
                  </a:lnTo>
                  <a:lnTo>
                    <a:pt x="1552650" y="67373"/>
                  </a:lnTo>
                  <a:lnTo>
                    <a:pt x="1564502" y="66382"/>
                  </a:lnTo>
                  <a:lnTo>
                    <a:pt x="1576354" y="65392"/>
                  </a:lnTo>
                  <a:lnTo>
                    <a:pt x="1588207" y="64401"/>
                  </a:lnTo>
                  <a:lnTo>
                    <a:pt x="1600059" y="63410"/>
                  </a:lnTo>
                  <a:lnTo>
                    <a:pt x="1611911" y="62419"/>
                  </a:lnTo>
                  <a:lnTo>
                    <a:pt x="1623764" y="61428"/>
                  </a:lnTo>
                  <a:lnTo>
                    <a:pt x="1635616" y="60438"/>
                  </a:lnTo>
                  <a:lnTo>
                    <a:pt x="1647468" y="59447"/>
                  </a:lnTo>
                  <a:lnTo>
                    <a:pt x="1659320" y="58456"/>
                  </a:lnTo>
                  <a:lnTo>
                    <a:pt x="1671173" y="57465"/>
                  </a:lnTo>
                  <a:lnTo>
                    <a:pt x="1683025" y="56474"/>
                  </a:lnTo>
                  <a:lnTo>
                    <a:pt x="1694877" y="55484"/>
                  </a:lnTo>
                  <a:lnTo>
                    <a:pt x="1706730" y="54493"/>
                  </a:lnTo>
                  <a:lnTo>
                    <a:pt x="1718582" y="53502"/>
                  </a:lnTo>
                  <a:lnTo>
                    <a:pt x="1730434" y="52511"/>
                  </a:lnTo>
                  <a:lnTo>
                    <a:pt x="1742287" y="51520"/>
                  </a:lnTo>
                  <a:lnTo>
                    <a:pt x="1754139" y="50530"/>
                  </a:lnTo>
                  <a:lnTo>
                    <a:pt x="1765991" y="49539"/>
                  </a:lnTo>
                  <a:lnTo>
                    <a:pt x="1777843" y="48548"/>
                  </a:lnTo>
                  <a:lnTo>
                    <a:pt x="1789696" y="47557"/>
                  </a:lnTo>
                  <a:lnTo>
                    <a:pt x="1801548" y="46567"/>
                  </a:lnTo>
                  <a:lnTo>
                    <a:pt x="1813400" y="45576"/>
                  </a:lnTo>
                  <a:lnTo>
                    <a:pt x="1825253" y="44585"/>
                  </a:lnTo>
                  <a:lnTo>
                    <a:pt x="1837105" y="43594"/>
                  </a:lnTo>
                  <a:lnTo>
                    <a:pt x="1848957" y="42603"/>
                  </a:lnTo>
                  <a:lnTo>
                    <a:pt x="1860809" y="41613"/>
                  </a:lnTo>
                  <a:lnTo>
                    <a:pt x="1872662" y="40622"/>
                  </a:lnTo>
                  <a:lnTo>
                    <a:pt x="1884514" y="39631"/>
                  </a:lnTo>
                  <a:lnTo>
                    <a:pt x="1896366" y="38640"/>
                  </a:lnTo>
                  <a:lnTo>
                    <a:pt x="1908219" y="37649"/>
                  </a:lnTo>
                  <a:lnTo>
                    <a:pt x="1920071" y="36659"/>
                  </a:lnTo>
                  <a:lnTo>
                    <a:pt x="1931923" y="35668"/>
                  </a:lnTo>
                  <a:lnTo>
                    <a:pt x="1943775" y="34677"/>
                  </a:lnTo>
                  <a:lnTo>
                    <a:pt x="1955628" y="33686"/>
                  </a:lnTo>
                  <a:lnTo>
                    <a:pt x="1967480" y="32696"/>
                  </a:lnTo>
                  <a:lnTo>
                    <a:pt x="1979332" y="31705"/>
                  </a:lnTo>
                  <a:lnTo>
                    <a:pt x="1991185" y="30714"/>
                  </a:lnTo>
                  <a:lnTo>
                    <a:pt x="2003037" y="29723"/>
                  </a:lnTo>
                  <a:lnTo>
                    <a:pt x="2014889" y="28732"/>
                  </a:lnTo>
                  <a:lnTo>
                    <a:pt x="2026742" y="27742"/>
                  </a:lnTo>
                  <a:lnTo>
                    <a:pt x="2038594" y="26751"/>
                  </a:lnTo>
                  <a:lnTo>
                    <a:pt x="2050446" y="25760"/>
                  </a:lnTo>
                  <a:lnTo>
                    <a:pt x="2062298" y="24769"/>
                  </a:lnTo>
                  <a:lnTo>
                    <a:pt x="2074151" y="23778"/>
                  </a:lnTo>
                  <a:lnTo>
                    <a:pt x="2086003" y="22788"/>
                  </a:lnTo>
                  <a:lnTo>
                    <a:pt x="2097855" y="21797"/>
                  </a:lnTo>
                  <a:lnTo>
                    <a:pt x="2109708" y="20806"/>
                  </a:lnTo>
                  <a:lnTo>
                    <a:pt x="2121560" y="19815"/>
                  </a:lnTo>
                  <a:lnTo>
                    <a:pt x="2133412" y="18824"/>
                  </a:lnTo>
                  <a:lnTo>
                    <a:pt x="2145264" y="17834"/>
                  </a:lnTo>
                  <a:lnTo>
                    <a:pt x="2157117" y="16843"/>
                  </a:lnTo>
                  <a:lnTo>
                    <a:pt x="2168969" y="15852"/>
                  </a:lnTo>
                  <a:lnTo>
                    <a:pt x="2180821" y="14861"/>
                  </a:lnTo>
                  <a:lnTo>
                    <a:pt x="2192674" y="13871"/>
                  </a:lnTo>
                  <a:lnTo>
                    <a:pt x="2204526" y="12880"/>
                  </a:lnTo>
                  <a:lnTo>
                    <a:pt x="2216378" y="11889"/>
                  </a:lnTo>
                  <a:lnTo>
                    <a:pt x="2228231" y="10898"/>
                  </a:lnTo>
                  <a:lnTo>
                    <a:pt x="2240083" y="9907"/>
                  </a:lnTo>
                  <a:lnTo>
                    <a:pt x="2251935" y="8917"/>
                  </a:lnTo>
                  <a:lnTo>
                    <a:pt x="2263787" y="7926"/>
                  </a:lnTo>
                  <a:lnTo>
                    <a:pt x="2275640" y="6935"/>
                  </a:lnTo>
                  <a:lnTo>
                    <a:pt x="2287492" y="5944"/>
                  </a:lnTo>
                  <a:lnTo>
                    <a:pt x="2299344" y="4953"/>
                  </a:lnTo>
                  <a:lnTo>
                    <a:pt x="2311197" y="3963"/>
                  </a:lnTo>
                  <a:lnTo>
                    <a:pt x="2323049" y="2972"/>
                  </a:lnTo>
                  <a:lnTo>
                    <a:pt x="2334901" y="1981"/>
                  </a:lnTo>
                  <a:lnTo>
                    <a:pt x="2346753" y="990"/>
                  </a:lnTo>
                  <a:lnTo>
                    <a:pt x="2358606" y="0"/>
                  </a:lnTo>
                </a:path>
              </a:pathLst>
            </a:custGeom>
            <a:ln w="27101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2" name="pl33612"/>
            <p:cNvSpPr/>
            <p:nvPr/>
          </p:nvSpPr>
          <p:spPr>
            <a:xfrm>
              <a:off x="3461109" y="3501101"/>
              <a:ext cx="2830972" cy="133221"/>
            </a:xfrm>
            <a:custGeom>
              <a:avLst/>
              <a:pathLst>
                <a:path w="2830972" h="133221">
                  <a:moveTo>
                    <a:pt x="0" y="0"/>
                  </a:moveTo>
                  <a:lnTo>
                    <a:pt x="14225" y="669"/>
                  </a:lnTo>
                  <a:lnTo>
                    <a:pt x="28451" y="1338"/>
                  </a:lnTo>
                  <a:lnTo>
                    <a:pt x="42677" y="2008"/>
                  </a:lnTo>
                  <a:lnTo>
                    <a:pt x="56903" y="2677"/>
                  </a:lnTo>
                  <a:lnTo>
                    <a:pt x="71129" y="3347"/>
                  </a:lnTo>
                  <a:lnTo>
                    <a:pt x="85355" y="4016"/>
                  </a:lnTo>
                  <a:lnTo>
                    <a:pt x="99581" y="4686"/>
                  </a:lnTo>
                  <a:lnTo>
                    <a:pt x="113807" y="5355"/>
                  </a:lnTo>
                  <a:lnTo>
                    <a:pt x="128033" y="6025"/>
                  </a:lnTo>
                  <a:lnTo>
                    <a:pt x="142259" y="6694"/>
                  </a:lnTo>
                  <a:lnTo>
                    <a:pt x="156485" y="7364"/>
                  </a:lnTo>
                  <a:lnTo>
                    <a:pt x="170711" y="8033"/>
                  </a:lnTo>
                  <a:lnTo>
                    <a:pt x="184937" y="8702"/>
                  </a:lnTo>
                  <a:lnTo>
                    <a:pt x="199163" y="9372"/>
                  </a:lnTo>
                  <a:lnTo>
                    <a:pt x="213389" y="10041"/>
                  </a:lnTo>
                  <a:lnTo>
                    <a:pt x="227615" y="10711"/>
                  </a:lnTo>
                  <a:lnTo>
                    <a:pt x="241841" y="11380"/>
                  </a:lnTo>
                  <a:lnTo>
                    <a:pt x="256067" y="12050"/>
                  </a:lnTo>
                  <a:lnTo>
                    <a:pt x="270293" y="12719"/>
                  </a:lnTo>
                  <a:lnTo>
                    <a:pt x="284519" y="13389"/>
                  </a:lnTo>
                  <a:lnTo>
                    <a:pt x="298745" y="14058"/>
                  </a:lnTo>
                  <a:lnTo>
                    <a:pt x="312971" y="14728"/>
                  </a:lnTo>
                  <a:lnTo>
                    <a:pt x="327197" y="15397"/>
                  </a:lnTo>
                  <a:lnTo>
                    <a:pt x="341423" y="16066"/>
                  </a:lnTo>
                  <a:lnTo>
                    <a:pt x="355649" y="16736"/>
                  </a:lnTo>
                  <a:lnTo>
                    <a:pt x="369875" y="17405"/>
                  </a:lnTo>
                  <a:lnTo>
                    <a:pt x="384101" y="18075"/>
                  </a:lnTo>
                  <a:lnTo>
                    <a:pt x="398327" y="18744"/>
                  </a:lnTo>
                  <a:lnTo>
                    <a:pt x="412553" y="19414"/>
                  </a:lnTo>
                  <a:lnTo>
                    <a:pt x="426779" y="20083"/>
                  </a:lnTo>
                  <a:lnTo>
                    <a:pt x="441005" y="20753"/>
                  </a:lnTo>
                  <a:lnTo>
                    <a:pt x="455231" y="21422"/>
                  </a:lnTo>
                  <a:lnTo>
                    <a:pt x="469457" y="22092"/>
                  </a:lnTo>
                  <a:lnTo>
                    <a:pt x="483683" y="22761"/>
                  </a:lnTo>
                  <a:lnTo>
                    <a:pt x="497909" y="23430"/>
                  </a:lnTo>
                  <a:lnTo>
                    <a:pt x="512135" y="24100"/>
                  </a:lnTo>
                  <a:lnTo>
                    <a:pt x="526361" y="24769"/>
                  </a:lnTo>
                  <a:lnTo>
                    <a:pt x="540587" y="25439"/>
                  </a:lnTo>
                  <a:lnTo>
                    <a:pt x="554813" y="26108"/>
                  </a:lnTo>
                  <a:lnTo>
                    <a:pt x="569039" y="26778"/>
                  </a:lnTo>
                  <a:lnTo>
                    <a:pt x="583265" y="27447"/>
                  </a:lnTo>
                  <a:lnTo>
                    <a:pt x="597491" y="28117"/>
                  </a:lnTo>
                  <a:lnTo>
                    <a:pt x="611717" y="28786"/>
                  </a:lnTo>
                  <a:lnTo>
                    <a:pt x="625943" y="29456"/>
                  </a:lnTo>
                  <a:lnTo>
                    <a:pt x="640169" y="30125"/>
                  </a:lnTo>
                  <a:lnTo>
                    <a:pt x="654395" y="30794"/>
                  </a:lnTo>
                  <a:lnTo>
                    <a:pt x="668621" y="31464"/>
                  </a:lnTo>
                  <a:lnTo>
                    <a:pt x="682847" y="32133"/>
                  </a:lnTo>
                  <a:lnTo>
                    <a:pt x="697073" y="32803"/>
                  </a:lnTo>
                  <a:lnTo>
                    <a:pt x="711299" y="33472"/>
                  </a:lnTo>
                  <a:lnTo>
                    <a:pt x="725525" y="34142"/>
                  </a:lnTo>
                  <a:lnTo>
                    <a:pt x="739751" y="34811"/>
                  </a:lnTo>
                  <a:lnTo>
                    <a:pt x="753977" y="35481"/>
                  </a:lnTo>
                  <a:lnTo>
                    <a:pt x="768203" y="36150"/>
                  </a:lnTo>
                  <a:lnTo>
                    <a:pt x="782429" y="36820"/>
                  </a:lnTo>
                  <a:lnTo>
                    <a:pt x="796655" y="37489"/>
                  </a:lnTo>
                  <a:lnTo>
                    <a:pt x="810881" y="38158"/>
                  </a:lnTo>
                  <a:lnTo>
                    <a:pt x="825107" y="38828"/>
                  </a:lnTo>
                  <a:lnTo>
                    <a:pt x="839333" y="39497"/>
                  </a:lnTo>
                  <a:lnTo>
                    <a:pt x="853559" y="40167"/>
                  </a:lnTo>
                  <a:lnTo>
                    <a:pt x="867785" y="40836"/>
                  </a:lnTo>
                  <a:lnTo>
                    <a:pt x="882011" y="41506"/>
                  </a:lnTo>
                  <a:lnTo>
                    <a:pt x="896237" y="42175"/>
                  </a:lnTo>
                  <a:lnTo>
                    <a:pt x="910463" y="42845"/>
                  </a:lnTo>
                  <a:lnTo>
                    <a:pt x="924689" y="43514"/>
                  </a:lnTo>
                  <a:lnTo>
                    <a:pt x="938915" y="44184"/>
                  </a:lnTo>
                  <a:lnTo>
                    <a:pt x="953141" y="44853"/>
                  </a:lnTo>
                  <a:lnTo>
                    <a:pt x="967367" y="45522"/>
                  </a:lnTo>
                  <a:lnTo>
                    <a:pt x="981593" y="46192"/>
                  </a:lnTo>
                  <a:lnTo>
                    <a:pt x="995819" y="46861"/>
                  </a:lnTo>
                  <a:lnTo>
                    <a:pt x="1010045" y="47531"/>
                  </a:lnTo>
                  <a:lnTo>
                    <a:pt x="1024271" y="48200"/>
                  </a:lnTo>
                  <a:lnTo>
                    <a:pt x="1038497" y="48870"/>
                  </a:lnTo>
                  <a:lnTo>
                    <a:pt x="1052723" y="49539"/>
                  </a:lnTo>
                  <a:lnTo>
                    <a:pt x="1066949" y="50209"/>
                  </a:lnTo>
                  <a:lnTo>
                    <a:pt x="1081175" y="50878"/>
                  </a:lnTo>
                  <a:lnTo>
                    <a:pt x="1095401" y="51548"/>
                  </a:lnTo>
                  <a:lnTo>
                    <a:pt x="1109627" y="52217"/>
                  </a:lnTo>
                  <a:lnTo>
                    <a:pt x="1123853" y="52886"/>
                  </a:lnTo>
                  <a:lnTo>
                    <a:pt x="1138079" y="53556"/>
                  </a:lnTo>
                  <a:lnTo>
                    <a:pt x="1152305" y="54225"/>
                  </a:lnTo>
                  <a:lnTo>
                    <a:pt x="1166531" y="54895"/>
                  </a:lnTo>
                  <a:lnTo>
                    <a:pt x="1180757" y="55564"/>
                  </a:lnTo>
                  <a:lnTo>
                    <a:pt x="1194983" y="56234"/>
                  </a:lnTo>
                  <a:lnTo>
                    <a:pt x="1209209" y="56903"/>
                  </a:lnTo>
                  <a:lnTo>
                    <a:pt x="1223435" y="57573"/>
                  </a:lnTo>
                  <a:lnTo>
                    <a:pt x="1237661" y="58242"/>
                  </a:lnTo>
                  <a:lnTo>
                    <a:pt x="1251887" y="58912"/>
                  </a:lnTo>
                  <a:lnTo>
                    <a:pt x="1266113" y="59581"/>
                  </a:lnTo>
                  <a:lnTo>
                    <a:pt x="1280339" y="60250"/>
                  </a:lnTo>
                  <a:lnTo>
                    <a:pt x="1294565" y="60920"/>
                  </a:lnTo>
                  <a:lnTo>
                    <a:pt x="1308791" y="61589"/>
                  </a:lnTo>
                  <a:lnTo>
                    <a:pt x="1323017" y="62259"/>
                  </a:lnTo>
                  <a:lnTo>
                    <a:pt x="1337243" y="62928"/>
                  </a:lnTo>
                  <a:lnTo>
                    <a:pt x="1351469" y="63598"/>
                  </a:lnTo>
                  <a:lnTo>
                    <a:pt x="1365695" y="64267"/>
                  </a:lnTo>
                  <a:lnTo>
                    <a:pt x="1379921" y="64937"/>
                  </a:lnTo>
                  <a:lnTo>
                    <a:pt x="1394147" y="65606"/>
                  </a:lnTo>
                  <a:lnTo>
                    <a:pt x="1408373" y="66276"/>
                  </a:lnTo>
                  <a:lnTo>
                    <a:pt x="1422599" y="66945"/>
                  </a:lnTo>
                  <a:lnTo>
                    <a:pt x="1436825" y="67614"/>
                  </a:lnTo>
                  <a:lnTo>
                    <a:pt x="1451051" y="68284"/>
                  </a:lnTo>
                  <a:lnTo>
                    <a:pt x="1465277" y="68953"/>
                  </a:lnTo>
                  <a:lnTo>
                    <a:pt x="1479503" y="69623"/>
                  </a:lnTo>
                  <a:lnTo>
                    <a:pt x="1493729" y="70292"/>
                  </a:lnTo>
                  <a:lnTo>
                    <a:pt x="1507955" y="70962"/>
                  </a:lnTo>
                  <a:lnTo>
                    <a:pt x="1522181" y="71631"/>
                  </a:lnTo>
                  <a:lnTo>
                    <a:pt x="1536407" y="72301"/>
                  </a:lnTo>
                  <a:lnTo>
                    <a:pt x="1550633" y="72970"/>
                  </a:lnTo>
                  <a:lnTo>
                    <a:pt x="1564859" y="73640"/>
                  </a:lnTo>
                  <a:lnTo>
                    <a:pt x="1579085" y="74309"/>
                  </a:lnTo>
                  <a:lnTo>
                    <a:pt x="1593311" y="74978"/>
                  </a:lnTo>
                  <a:lnTo>
                    <a:pt x="1607537" y="75648"/>
                  </a:lnTo>
                  <a:lnTo>
                    <a:pt x="1621763" y="76317"/>
                  </a:lnTo>
                  <a:lnTo>
                    <a:pt x="1635989" y="76987"/>
                  </a:lnTo>
                  <a:lnTo>
                    <a:pt x="1650215" y="77656"/>
                  </a:lnTo>
                  <a:lnTo>
                    <a:pt x="1664441" y="78326"/>
                  </a:lnTo>
                  <a:lnTo>
                    <a:pt x="1678667" y="78995"/>
                  </a:lnTo>
                  <a:lnTo>
                    <a:pt x="1692893" y="79665"/>
                  </a:lnTo>
                  <a:lnTo>
                    <a:pt x="1707119" y="80334"/>
                  </a:lnTo>
                  <a:lnTo>
                    <a:pt x="1721345" y="81004"/>
                  </a:lnTo>
                  <a:lnTo>
                    <a:pt x="1735571" y="81673"/>
                  </a:lnTo>
                  <a:lnTo>
                    <a:pt x="1749797" y="82343"/>
                  </a:lnTo>
                  <a:lnTo>
                    <a:pt x="1764023" y="83012"/>
                  </a:lnTo>
                  <a:lnTo>
                    <a:pt x="1778249" y="83681"/>
                  </a:lnTo>
                  <a:lnTo>
                    <a:pt x="1792475" y="84351"/>
                  </a:lnTo>
                  <a:lnTo>
                    <a:pt x="1806701" y="85020"/>
                  </a:lnTo>
                  <a:lnTo>
                    <a:pt x="1820927" y="85690"/>
                  </a:lnTo>
                  <a:lnTo>
                    <a:pt x="1835153" y="86359"/>
                  </a:lnTo>
                  <a:lnTo>
                    <a:pt x="1849379" y="87029"/>
                  </a:lnTo>
                  <a:lnTo>
                    <a:pt x="1863605" y="87698"/>
                  </a:lnTo>
                  <a:lnTo>
                    <a:pt x="1877831" y="88368"/>
                  </a:lnTo>
                  <a:lnTo>
                    <a:pt x="1892057" y="89037"/>
                  </a:lnTo>
                  <a:lnTo>
                    <a:pt x="1906283" y="89707"/>
                  </a:lnTo>
                  <a:lnTo>
                    <a:pt x="1920509" y="90376"/>
                  </a:lnTo>
                  <a:lnTo>
                    <a:pt x="1934735" y="91045"/>
                  </a:lnTo>
                  <a:lnTo>
                    <a:pt x="1948961" y="91715"/>
                  </a:lnTo>
                  <a:lnTo>
                    <a:pt x="1963187" y="92384"/>
                  </a:lnTo>
                  <a:lnTo>
                    <a:pt x="1977413" y="93054"/>
                  </a:lnTo>
                  <a:lnTo>
                    <a:pt x="1991639" y="93723"/>
                  </a:lnTo>
                  <a:lnTo>
                    <a:pt x="2005865" y="94393"/>
                  </a:lnTo>
                  <a:lnTo>
                    <a:pt x="2020091" y="95062"/>
                  </a:lnTo>
                  <a:lnTo>
                    <a:pt x="2034317" y="95732"/>
                  </a:lnTo>
                  <a:lnTo>
                    <a:pt x="2048543" y="96401"/>
                  </a:lnTo>
                  <a:lnTo>
                    <a:pt x="2062769" y="97071"/>
                  </a:lnTo>
                  <a:lnTo>
                    <a:pt x="2076995" y="97740"/>
                  </a:lnTo>
                  <a:lnTo>
                    <a:pt x="2091221" y="98409"/>
                  </a:lnTo>
                  <a:lnTo>
                    <a:pt x="2105447" y="99079"/>
                  </a:lnTo>
                  <a:lnTo>
                    <a:pt x="2119673" y="99748"/>
                  </a:lnTo>
                  <a:lnTo>
                    <a:pt x="2133899" y="100418"/>
                  </a:lnTo>
                  <a:lnTo>
                    <a:pt x="2148125" y="101087"/>
                  </a:lnTo>
                  <a:lnTo>
                    <a:pt x="2162351" y="101757"/>
                  </a:lnTo>
                  <a:lnTo>
                    <a:pt x="2176577" y="102426"/>
                  </a:lnTo>
                  <a:lnTo>
                    <a:pt x="2190803" y="103096"/>
                  </a:lnTo>
                  <a:lnTo>
                    <a:pt x="2205029" y="103765"/>
                  </a:lnTo>
                  <a:lnTo>
                    <a:pt x="2219255" y="104435"/>
                  </a:lnTo>
                  <a:lnTo>
                    <a:pt x="2233481" y="105104"/>
                  </a:lnTo>
                  <a:lnTo>
                    <a:pt x="2247707" y="105773"/>
                  </a:lnTo>
                  <a:lnTo>
                    <a:pt x="2261933" y="106443"/>
                  </a:lnTo>
                  <a:lnTo>
                    <a:pt x="2276159" y="107112"/>
                  </a:lnTo>
                  <a:lnTo>
                    <a:pt x="2290385" y="107782"/>
                  </a:lnTo>
                  <a:lnTo>
                    <a:pt x="2304611" y="108451"/>
                  </a:lnTo>
                  <a:lnTo>
                    <a:pt x="2318837" y="109121"/>
                  </a:lnTo>
                  <a:lnTo>
                    <a:pt x="2333063" y="109790"/>
                  </a:lnTo>
                  <a:lnTo>
                    <a:pt x="2347289" y="110460"/>
                  </a:lnTo>
                  <a:lnTo>
                    <a:pt x="2361515" y="111129"/>
                  </a:lnTo>
                  <a:lnTo>
                    <a:pt x="2375741" y="111799"/>
                  </a:lnTo>
                  <a:lnTo>
                    <a:pt x="2389967" y="112468"/>
                  </a:lnTo>
                  <a:lnTo>
                    <a:pt x="2404193" y="113137"/>
                  </a:lnTo>
                  <a:lnTo>
                    <a:pt x="2418419" y="113807"/>
                  </a:lnTo>
                  <a:lnTo>
                    <a:pt x="2432645" y="114476"/>
                  </a:lnTo>
                  <a:lnTo>
                    <a:pt x="2446871" y="115146"/>
                  </a:lnTo>
                  <a:lnTo>
                    <a:pt x="2461097" y="115815"/>
                  </a:lnTo>
                  <a:lnTo>
                    <a:pt x="2475323" y="116485"/>
                  </a:lnTo>
                  <a:lnTo>
                    <a:pt x="2489549" y="117154"/>
                  </a:lnTo>
                  <a:lnTo>
                    <a:pt x="2503775" y="117824"/>
                  </a:lnTo>
                  <a:lnTo>
                    <a:pt x="2518001" y="118493"/>
                  </a:lnTo>
                  <a:lnTo>
                    <a:pt x="2532227" y="119163"/>
                  </a:lnTo>
                  <a:lnTo>
                    <a:pt x="2546453" y="119832"/>
                  </a:lnTo>
                  <a:lnTo>
                    <a:pt x="2560679" y="120501"/>
                  </a:lnTo>
                  <a:lnTo>
                    <a:pt x="2574905" y="121171"/>
                  </a:lnTo>
                  <a:lnTo>
                    <a:pt x="2589130" y="121840"/>
                  </a:lnTo>
                  <a:lnTo>
                    <a:pt x="2603356" y="122510"/>
                  </a:lnTo>
                  <a:lnTo>
                    <a:pt x="2617582" y="123179"/>
                  </a:lnTo>
                  <a:lnTo>
                    <a:pt x="2631808" y="123849"/>
                  </a:lnTo>
                  <a:lnTo>
                    <a:pt x="2646034" y="124518"/>
                  </a:lnTo>
                  <a:lnTo>
                    <a:pt x="2660260" y="125188"/>
                  </a:lnTo>
                  <a:lnTo>
                    <a:pt x="2674486" y="125857"/>
                  </a:lnTo>
                  <a:lnTo>
                    <a:pt x="2688712" y="126527"/>
                  </a:lnTo>
                  <a:lnTo>
                    <a:pt x="2702938" y="127196"/>
                  </a:lnTo>
                  <a:lnTo>
                    <a:pt x="2717164" y="127865"/>
                  </a:lnTo>
                  <a:lnTo>
                    <a:pt x="2731390" y="128535"/>
                  </a:lnTo>
                  <a:lnTo>
                    <a:pt x="2745616" y="129204"/>
                  </a:lnTo>
                  <a:lnTo>
                    <a:pt x="2759842" y="129874"/>
                  </a:lnTo>
                  <a:lnTo>
                    <a:pt x="2774068" y="130543"/>
                  </a:lnTo>
                  <a:lnTo>
                    <a:pt x="2788294" y="131213"/>
                  </a:lnTo>
                  <a:lnTo>
                    <a:pt x="2802520" y="131882"/>
                  </a:lnTo>
                  <a:lnTo>
                    <a:pt x="2816746" y="132552"/>
                  </a:lnTo>
                  <a:lnTo>
                    <a:pt x="2830972" y="133221"/>
                  </a:lnTo>
                </a:path>
              </a:pathLst>
            </a:custGeom>
            <a:ln w="27101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3" name="pl33613"/>
            <p:cNvSpPr/>
            <p:nvPr/>
          </p:nvSpPr>
          <p:spPr>
            <a:xfrm>
              <a:off x="3287122" y="2956622"/>
              <a:ext cx="3850476" cy="1198030"/>
            </a:xfrm>
            <a:custGeom>
              <a:avLst/>
              <a:pathLst>
                <a:path w="3850476" h="1198030">
                  <a:moveTo>
                    <a:pt x="0" y="0"/>
                  </a:moveTo>
                  <a:lnTo>
                    <a:pt x="19349" y="6020"/>
                  </a:lnTo>
                  <a:lnTo>
                    <a:pt x="38698" y="12040"/>
                  </a:lnTo>
                  <a:lnTo>
                    <a:pt x="58047" y="18060"/>
                  </a:lnTo>
                  <a:lnTo>
                    <a:pt x="77396" y="24081"/>
                  </a:lnTo>
                  <a:lnTo>
                    <a:pt x="96745" y="30101"/>
                  </a:lnTo>
                  <a:lnTo>
                    <a:pt x="116094" y="36121"/>
                  </a:lnTo>
                  <a:lnTo>
                    <a:pt x="135443" y="42141"/>
                  </a:lnTo>
                  <a:lnTo>
                    <a:pt x="154793" y="48162"/>
                  </a:lnTo>
                  <a:lnTo>
                    <a:pt x="174142" y="54182"/>
                  </a:lnTo>
                  <a:lnTo>
                    <a:pt x="193491" y="60202"/>
                  </a:lnTo>
                  <a:lnTo>
                    <a:pt x="212840" y="66222"/>
                  </a:lnTo>
                  <a:lnTo>
                    <a:pt x="232189" y="72243"/>
                  </a:lnTo>
                  <a:lnTo>
                    <a:pt x="251538" y="78263"/>
                  </a:lnTo>
                  <a:lnTo>
                    <a:pt x="270887" y="84283"/>
                  </a:lnTo>
                  <a:lnTo>
                    <a:pt x="290236" y="90303"/>
                  </a:lnTo>
                  <a:lnTo>
                    <a:pt x="309586" y="96324"/>
                  </a:lnTo>
                  <a:lnTo>
                    <a:pt x="328935" y="102344"/>
                  </a:lnTo>
                  <a:lnTo>
                    <a:pt x="348284" y="108364"/>
                  </a:lnTo>
                  <a:lnTo>
                    <a:pt x="367633" y="114384"/>
                  </a:lnTo>
                  <a:lnTo>
                    <a:pt x="386982" y="120405"/>
                  </a:lnTo>
                  <a:lnTo>
                    <a:pt x="406331" y="126425"/>
                  </a:lnTo>
                  <a:lnTo>
                    <a:pt x="425680" y="132445"/>
                  </a:lnTo>
                  <a:lnTo>
                    <a:pt x="445029" y="138465"/>
                  </a:lnTo>
                  <a:lnTo>
                    <a:pt x="464379" y="144486"/>
                  </a:lnTo>
                  <a:lnTo>
                    <a:pt x="483728" y="150506"/>
                  </a:lnTo>
                  <a:lnTo>
                    <a:pt x="503077" y="156526"/>
                  </a:lnTo>
                  <a:lnTo>
                    <a:pt x="522426" y="162546"/>
                  </a:lnTo>
                  <a:lnTo>
                    <a:pt x="541775" y="168567"/>
                  </a:lnTo>
                  <a:lnTo>
                    <a:pt x="561124" y="174587"/>
                  </a:lnTo>
                  <a:lnTo>
                    <a:pt x="580473" y="180607"/>
                  </a:lnTo>
                  <a:lnTo>
                    <a:pt x="599822" y="186627"/>
                  </a:lnTo>
                  <a:lnTo>
                    <a:pt x="619172" y="192648"/>
                  </a:lnTo>
                  <a:lnTo>
                    <a:pt x="638521" y="198668"/>
                  </a:lnTo>
                  <a:lnTo>
                    <a:pt x="657870" y="204688"/>
                  </a:lnTo>
                  <a:lnTo>
                    <a:pt x="677219" y="210708"/>
                  </a:lnTo>
                  <a:lnTo>
                    <a:pt x="696568" y="216729"/>
                  </a:lnTo>
                  <a:lnTo>
                    <a:pt x="715917" y="222749"/>
                  </a:lnTo>
                  <a:lnTo>
                    <a:pt x="735266" y="228769"/>
                  </a:lnTo>
                  <a:lnTo>
                    <a:pt x="754615" y="234789"/>
                  </a:lnTo>
                  <a:lnTo>
                    <a:pt x="773965" y="240810"/>
                  </a:lnTo>
                  <a:lnTo>
                    <a:pt x="793314" y="246830"/>
                  </a:lnTo>
                  <a:lnTo>
                    <a:pt x="812663" y="252850"/>
                  </a:lnTo>
                  <a:lnTo>
                    <a:pt x="832012" y="258870"/>
                  </a:lnTo>
                  <a:lnTo>
                    <a:pt x="851361" y="264891"/>
                  </a:lnTo>
                  <a:lnTo>
                    <a:pt x="870710" y="270911"/>
                  </a:lnTo>
                  <a:lnTo>
                    <a:pt x="890059" y="276931"/>
                  </a:lnTo>
                  <a:lnTo>
                    <a:pt x="909409" y="282951"/>
                  </a:lnTo>
                  <a:lnTo>
                    <a:pt x="928758" y="288972"/>
                  </a:lnTo>
                  <a:lnTo>
                    <a:pt x="948107" y="294992"/>
                  </a:lnTo>
                  <a:lnTo>
                    <a:pt x="967456" y="301012"/>
                  </a:lnTo>
                  <a:lnTo>
                    <a:pt x="986805" y="307032"/>
                  </a:lnTo>
                  <a:lnTo>
                    <a:pt x="1006154" y="313053"/>
                  </a:lnTo>
                  <a:lnTo>
                    <a:pt x="1025503" y="319073"/>
                  </a:lnTo>
                  <a:lnTo>
                    <a:pt x="1044852" y="325093"/>
                  </a:lnTo>
                  <a:lnTo>
                    <a:pt x="1064202" y="331113"/>
                  </a:lnTo>
                  <a:lnTo>
                    <a:pt x="1083551" y="337134"/>
                  </a:lnTo>
                  <a:lnTo>
                    <a:pt x="1102900" y="343154"/>
                  </a:lnTo>
                  <a:lnTo>
                    <a:pt x="1122249" y="349174"/>
                  </a:lnTo>
                  <a:lnTo>
                    <a:pt x="1141598" y="355194"/>
                  </a:lnTo>
                  <a:lnTo>
                    <a:pt x="1160947" y="361215"/>
                  </a:lnTo>
                  <a:lnTo>
                    <a:pt x="1180296" y="367235"/>
                  </a:lnTo>
                  <a:lnTo>
                    <a:pt x="1199645" y="373255"/>
                  </a:lnTo>
                  <a:lnTo>
                    <a:pt x="1218995" y="379275"/>
                  </a:lnTo>
                  <a:lnTo>
                    <a:pt x="1238344" y="385296"/>
                  </a:lnTo>
                  <a:lnTo>
                    <a:pt x="1257693" y="391316"/>
                  </a:lnTo>
                  <a:lnTo>
                    <a:pt x="1277042" y="397336"/>
                  </a:lnTo>
                  <a:lnTo>
                    <a:pt x="1296391" y="403356"/>
                  </a:lnTo>
                  <a:lnTo>
                    <a:pt x="1315740" y="409377"/>
                  </a:lnTo>
                  <a:lnTo>
                    <a:pt x="1335089" y="415397"/>
                  </a:lnTo>
                  <a:lnTo>
                    <a:pt x="1354438" y="421417"/>
                  </a:lnTo>
                  <a:lnTo>
                    <a:pt x="1373788" y="427437"/>
                  </a:lnTo>
                  <a:lnTo>
                    <a:pt x="1393137" y="433458"/>
                  </a:lnTo>
                  <a:lnTo>
                    <a:pt x="1412486" y="439478"/>
                  </a:lnTo>
                  <a:lnTo>
                    <a:pt x="1431835" y="445498"/>
                  </a:lnTo>
                  <a:lnTo>
                    <a:pt x="1451184" y="451518"/>
                  </a:lnTo>
                  <a:lnTo>
                    <a:pt x="1470533" y="457539"/>
                  </a:lnTo>
                  <a:lnTo>
                    <a:pt x="1489882" y="463559"/>
                  </a:lnTo>
                  <a:lnTo>
                    <a:pt x="1509231" y="469579"/>
                  </a:lnTo>
                  <a:lnTo>
                    <a:pt x="1528581" y="475599"/>
                  </a:lnTo>
                  <a:lnTo>
                    <a:pt x="1547930" y="481620"/>
                  </a:lnTo>
                  <a:lnTo>
                    <a:pt x="1567279" y="487640"/>
                  </a:lnTo>
                  <a:lnTo>
                    <a:pt x="1586628" y="493660"/>
                  </a:lnTo>
                  <a:lnTo>
                    <a:pt x="1605977" y="499680"/>
                  </a:lnTo>
                  <a:lnTo>
                    <a:pt x="1625326" y="505701"/>
                  </a:lnTo>
                  <a:lnTo>
                    <a:pt x="1644675" y="511721"/>
                  </a:lnTo>
                  <a:lnTo>
                    <a:pt x="1664024" y="517741"/>
                  </a:lnTo>
                  <a:lnTo>
                    <a:pt x="1683374" y="523761"/>
                  </a:lnTo>
                  <a:lnTo>
                    <a:pt x="1702723" y="529782"/>
                  </a:lnTo>
                  <a:lnTo>
                    <a:pt x="1722072" y="535802"/>
                  </a:lnTo>
                  <a:lnTo>
                    <a:pt x="1741421" y="541822"/>
                  </a:lnTo>
                  <a:lnTo>
                    <a:pt x="1760770" y="547842"/>
                  </a:lnTo>
                  <a:lnTo>
                    <a:pt x="1780119" y="553863"/>
                  </a:lnTo>
                  <a:lnTo>
                    <a:pt x="1799468" y="559883"/>
                  </a:lnTo>
                  <a:lnTo>
                    <a:pt x="1818818" y="565903"/>
                  </a:lnTo>
                  <a:lnTo>
                    <a:pt x="1838167" y="571923"/>
                  </a:lnTo>
                  <a:lnTo>
                    <a:pt x="1857516" y="577944"/>
                  </a:lnTo>
                  <a:lnTo>
                    <a:pt x="1876865" y="583964"/>
                  </a:lnTo>
                  <a:lnTo>
                    <a:pt x="1896214" y="589984"/>
                  </a:lnTo>
                  <a:lnTo>
                    <a:pt x="1915563" y="596004"/>
                  </a:lnTo>
                  <a:lnTo>
                    <a:pt x="1934912" y="602025"/>
                  </a:lnTo>
                  <a:lnTo>
                    <a:pt x="1954261" y="608045"/>
                  </a:lnTo>
                  <a:lnTo>
                    <a:pt x="1973611" y="614065"/>
                  </a:lnTo>
                  <a:lnTo>
                    <a:pt x="1992960" y="620085"/>
                  </a:lnTo>
                  <a:lnTo>
                    <a:pt x="2012309" y="626106"/>
                  </a:lnTo>
                  <a:lnTo>
                    <a:pt x="2031658" y="632126"/>
                  </a:lnTo>
                  <a:lnTo>
                    <a:pt x="2051007" y="638146"/>
                  </a:lnTo>
                  <a:lnTo>
                    <a:pt x="2070356" y="644166"/>
                  </a:lnTo>
                  <a:lnTo>
                    <a:pt x="2089705" y="650187"/>
                  </a:lnTo>
                  <a:lnTo>
                    <a:pt x="2109054" y="656207"/>
                  </a:lnTo>
                  <a:lnTo>
                    <a:pt x="2128404" y="662227"/>
                  </a:lnTo>
                  <a:lnTo>
                    <a:pt x="2147753" y="668248"/>
                  </a:lnTo>
                  <a:lnTo>
                    <a:pt x="2167102" y="674268"/>
                  </a:lnTo>
                  <a:lnTo>
                    <a:pt x="2186451" y="680288"/>
                  </a:lnTo>
                  <a:lnTo>
                    <a:pt x="2205800" y="686308"/>
                  </a:lnTo>
                  <a:lnTo>
                    <a:pt x="2225149" y="692329"/>
                  </a:lnTo>
                  <a:lnTo>
                    <a:pt x="2244498" y="698349"/>
                  </a:lnTo>
                  <a:lnTo>
                    <a:pt x="2263847" y="704369"/>
                  </a:lnTo>
                  <a:lnTo>
                    <a:pt x="2283197" y="710389"/>
                  </a:lnTo>
                  <a:lnTo>
                    <a:pt x="2302546" y="716410"/>
                  </a:lnTo>
                  <a:lnTo>
                    <a:pt x="2321895" y="722430"/>
                  </a:lnTo>
                  <a:lnTo>
                    <a:pt x="2341244" y="728450"/>
                  </a:lnTo>
                  <a:lnTo>
                    <a:pt x="2360593" y="734470"/>
                  </a:lnTo>
                  <a:lnTo>
                    <a:pt x="2379942" y="740491"/>
                  </a:lnTo>
                  <a:lnTo>
                    <a:pt x="2399291" y="746511"/>
                  </a:lnTo>
                  <a:lnTo>
                    <a:pt x="2418640" y="752531"/>
                  </a:lnTo>
                  <a:lnTo>
                    <a:pt x="2437990" y="758551"/>
                  </a:lnTo>
                  <a:lnTo>
                    <a:pt x="2457339" y="764572"/>
                  </a:lnTo>
                  <a:lnTo>
                    <a:pt x="2476688" y="770592"/>
                  </a:lnTo>
                  <a:lnTo>
                    <a:pt x="2496037" y="776612"/>
                  </a:lnTo>
                  <a:lnTo>
                    <a:pt x="2515386" y="782632"/>
                  </a:lnTo>
                  <a:lnTo>
                    <a:pt x="2534735" y="788653"/>
                  </a:lnTo>
                  <a:lnTo>
                    <a:pt x="2554084" y="794673"/>
                  </a:lnTo>
                  <a:lnTo>
                    <a:pt x="2573433" y="800693"/>
                  </a:lnTo>
                  <a:lnTo>
                    <a:pt x="2592783" y="806713"/>
                  </a:lnTo>
                  <a:lnTo>
                    <a:pt x="2612132" y="812734"/>
                  </a:lnTo>
                  <a:lnTo>
                    <a:pt x="2631481" y="818754"/>
                  </a:lnTo>
                  <a:lnTo>
                    <a:pt x="2650830" y="824774"/>
                  </a:lnTo>
                  <a:lnTo>
                    <a:pt x="2670179" y="830794"/>
                  </a:lnTo>
                  <a:lnTo>
                    <a:pt x="2689528" y="836815"/>
                  </a:lnTo>
                  <a:lnTo>
                    <a:pt x="2708877" y="842835"/>
                  </a:lnTo>
                  <a:lnTo>
                    <a:pt x="2728227" y="848855"/>
                  </a:lnTo>
                  <a:lnTo>
                    <a:pt x="2747576" y="854875"/>
                  </a:lnTo>
                  <a:lnTo>
                    <a:pt x="2766925" y="860896"/>
                  </a:lnTo>
                  <a:lnTo>
                    <a:pt x="2786274" y="866916"/>
                  </a:lnTo>
                  <a:lnTo>
                    <a:pt x="2805623" y="872936"/>
                  </a:lnTo>
                  <a:lnTo>
                    <a:pt x="2824972" y="878956"/>
                  </a:lnTo>
                  <a:lnTo>
                    <a:pt x="2844321" y="884977"/>
                  </a:lnTo>
                  <a:lnTo>
                    <a:pt x="2863670" y="890997"/>
                  </a:lnTo>
                  <a:lnTo>
                    <a:pt x="2883020" y="897017"/>
                  </a:lnTo>
                  <a:lnTo>
                    <a:pt x="2902369" y="903037"/>
                  </a:lnTo>
                  <a:lnTo>
                    <a:pt x="2921718" y="909058"/>
                  </a:lnTo>
                  <a:lnTo>
                    <a:pt x="2941067" y="915078"/>
                  </a:lnTo>
                  <a:lnTo>
                    <a:pt x="2960416" y="921098"/>
                  </a:lnTo>
                  <a:lnTo>
                    <a:pt x="2979765" y="927118"/>
                  </a:lnTo>
                  <a:lnTo>
                    <a:pt x="2999114" y="933139"/>
                  </a:lnTo>
                  <a:lnTo>
                    <a:pt x="3018463" y="939159"/>
                  </a:lnTo>
                  <a:lnTo>
                    <a:pt x="3037813" y="945179"/>
                  </a:lnTo>
                  <a:lnTo>
                    <a:pt x="3057162" y="951199"/>
                  </a:lnTo>
                  <a:lnTo>
                    <a:pt x="3076511" y="957220"/>
                  </a:lnTo>
                  <a:lnTo>
                    <a:pt x="3095860" y="963240"/>
                  </a:lnTo>
                  <a:lnTo>
                    <a:pt x="3115209" y="969260"/>
                  </a:lnTo>
                  <a:lnTo>
                    <a:pt x="3134558" y="975280"/>
                  </a:lnTo>
                  <a:lnTo>
                    <a:pt x="3153907" y="981301"/>
                  </a:lnTo>
                  <a:lnTo>
                    <a:pt x="3173256" y="987321"/>
                  </a:lnTo>
                  <a:lnTo>
                    <a:pt x="3192606" y="993341"/>
                  </a:lnTo>
                  <a:lnTo>
                    <a:pt x="3211955" y="999361"/>
                  </a:lnTo>
                  <a:lnTo>
                    <a:pt x="3231304" y="1005382"/>
                  </a:lnTo>
                  <a:lnTo>
                    <a:pt x="3250653" y="1011402"/>
                  </a:lnTo>
                  <a:lnTo>
                    <a:pt x="3270002" y="1017422"/>
                  </a:lnTo>
                  <a:lnTo>
                    <a:pt x="3289351" y="1023442"/>
                  </a:lnTo>
                  <a:lnTo>
                    <a:pt x="3308700" y="1029463"/>
                  </a:lnTo>
                  <a:lnTo>
                    <a:pt x="3328049" y="1035483"/>
                  </a:lnTo>
                  <a:lnTo>
                    <a:pt x="3347399" y="1041503"/>
                  </a:lnTo>
                  <a:lnTo>
                    <a:pt x="3366748" y="1047523"/>
                  </a:lnTo>
                  <a:lnTo>
                    <a:pt x="3386097" y="1053544"/>
                  </a:lnTo>
                  <a:lnTo>
                    <a:pt x="3405446" y="1059564"/>
                  </a:lnTo>
                  <a:lnTo>
                    <a:pt x="3424795" y="1065584"/>
                  </a:lnTo>
                  <a:lnTo>
                    <a:pt x="3444144" y="1071604"/>
                  </a:lnTo>
                  <a:lnTo>
                    <a:pt x="3463493" y="1077625"/>
                  </a:lnTo>
                  <a:lnTo>
                    <a:pt x="3482842" y="1083645"/>
                  </a:lnTo>
                  <a:lnTo>
                    <a:pt x="3502192" y="1089665"/>
                  </a:lnTo>
                  <a:lnTo>
                    <a:pt x="3521541" y="1095685"/>
                  </a:lnTo>
                  <a:lnTo>
                    <a:pt x="3540890" y="1101706"/>
                  </a:lnTo>
                  <a:lnTo>
                    <a:pt x="3560239" y="1107726"/>
                  </a:lnTo>
                  <a:lnTo>
                    <a:pt x="3579588" y="1113746"/>
                  </a:lnTo>
                  <a:lnTo>
                    <a:pt x="3598937" y="1119766"/>
                  </a:lnTo>
                  <a:lnTo>
                    <a:pt x="3618286" y="1125787"/>
                  </a:lnTo>
                  <a:lnTo>
                    <a:pt x="3637636" y="1131807"/>
                  </a:lnTo>
                  <a:lnTo>
                    <a:pt x="3656985" y="1137827"/>
                  </a:lnTo>
                  <a:lnTo>
                    <a:pt x="3676334" y="1143847"/>
                  </a:lnTo>
                  <a:lnTo>
                    <a:pt x="3695683" y="1149868"/>
                  </a:lnTo>
                  <a:lnTo>
                    <a:pt x="3715032" y="1155888"/>
                  </a:lnTo>
                  <a:lnTo>
                    <a:pt x="3734381" y="1161908"/>
                  </a:lnTo>
                  <a:lnTo>
                    <a:pt x="3753730" y="1167928"/>
                  </a:lnTo>
                  <a:lnTo>
                    <a:pt x="3773079" y="1173949"/>
                  </a:lnTo>
                  <a:lnTo>
                    <a:pt x="3792429" y="1179969"/>
                  </a:lnTo>
                  <a:lnTo>
                    <a:pt x="3811778" y="1185989"/>
                  </a:lnTo>
                  <a:lnTo>
                    <a:pt x="3831127" y="1192009"/>
                  </a:lnTo>
                  <a:lnTo>
                    <a:pt x="3850476" y="1198030"/>
                  </a:lnTo>
                </a:path>
              </a:pathLst>
            </a:custGeom>
            <a:ln w="27101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4" name="pl33614"/>
            <p:cNvSpPr/>
            <p:nvPr/>
          </p:nvSpPr>
          <p:spPr>
            <a:xfrm>
              <a:off x="3388505" y="2009147"/>
              <a:ext cx="3171868" cy="3588228"/>
            </a:xfrm>
            <a:custGeom>
              <a:avLst/>
              <a:pathLst>
                <a:path w="3171868" h="3588228">
                  <a:moveTo>
                    <a:pt x="0" y="3588228"/>
                  </a:moveTo>
                  <a:lnTo>
                    <a:pt x="14010" y="3572378"/>
                  </a:lnTo>
                  <a:lnTo>
                    <a:pt x="34123" y="3549624"/>
                  </a:lnTo>
                  <a:lnTo>
                    <a:pt x="54237" y="3526870"/>
                  </a:lnTo>
                  <a:lnTo>
                    <a:pt x="74351" y="3504116"/>
                  </a:lnTo>
                  <a:lnTo>
                    <a:pt x="94465" y="3481362"/>
                  </a:lnTo>
                  <a:lnTo>
                    <a:pt x="114578" y="3458608"/>
                  </a:lnTo>
                  <a:lnTo>
                    <a:pt x="134692" y="3435854"/>
                  </a:lnTo>
                  <a:lnTo>
                    <a:pt x="154806" y="3413100"/>
                  </a:lnTo>
                  <a:lnTo>
                    <a:pt x="174920" y="3390346"/>
                  </a:lnTo>
                  <a:lnTo>
                    <a:pt x="195033" y="3367592"/>
                  </a:lnTo>
                  <a:lnTo>
                    <a:pt x="215147" y="3344838"/>
                  </a:lnTo>
                  <a:lnTo>
                    <a:pt x="235261" y="3322084"/>
                  </a:lnTo>
                  <a:lnTo>
                    <a:pt x="255375" y="3299330"/>
                  </a:lnTo>
                  <a:lnTo>
                    <a:pt x="275488" y="3276576"/>
                  </a:lnTo>
                  <a:lnTo>
                    <a:pt x="295602" y="3253822"/>
                  </a:lnTo>
                  <a:lnTo>
                    <a:pt x="315716" y="3231068"/>
                  </a:lnTo>
                  <a:lnTo>
                    <a:pt x="335830" y="3208314"/>
                  </a:lnTo>
                  <a:lnTo>
                    <a:pt x="355943" y="3185560"/>
                  </a:lnTo>
                  <a:lnTo>
                    <a:pt x="376057" y="3162806"/>
                  </a:lnTo>
                  <a:lnTo>
                    <a:pt x="396171" y="3140052"/>
                  </a:lnTo>
                  <a:lnTo>
                    <a:pt x="416285" y="3117298"/>
                  </a:lnTo>
                  <a:lnTo>
                    <a:pt x="436398" y="3094544"/>
                  </a:lnTo>
                  <a:lnTo>
                    <a:pt x="456512" y="3071790"/>
                  </a:lnTo>
                  <a:lnTo>
                    <a:pt x="476626" y="3049036"/>
                  </a:lnTo>
                  <a:lnTo>
                    <a:pt x="496740" y="3026282"/>
                  </a:lnTo>
                  <a:lnTo>
                    <a:pt x="516853" y="3003528"/>
                  </a:lnTo>
                  <a:lnTo>
                    <a:pt x="536967" y="2980774"/>
                  </a:lnTo>
                  <a:lnTo>
                    <a:pt x="557081" y="2958020"/>
                  </a:lnTo>
                  <a:lnTo>
                    <a:pt x="577195" y="2935266"/>
                  </a:lnTo>
                  <a:lnTo>
                    <a:pt x="597308" y="2912512"/>
                  </a:lnTo>
                  <a:lnTo>
                    <a:pt x="617422" y="2889758"/>
                  </a:lnTo>
                  <a:lnTo>
                    <a:pt x="637536" y="2867004"/>
                  </a:lnTo>
                  <a:lnTo>
                    <a:pt x="657650" y="2844250"/>
                  </a:lnTo>
                  <a:lnTo>
                    <a:pt x="677763" y="2821496"/>
                  </a:lnTo>
                  <a:lnTo>
                    <a:pt x="697877" y="2798742"/>
                  </a:lnTo>
                  <a:lnTo>
                    <a:pt x="717991" y="2775988"/>
                  </a:lnTo>
                  <a:lnTo>
                    <a:pt x="738105" y="2753234"/>
                  </a:lnTo>
                  <a:lnTo>
                    <a:pt x="758218" y="2730480"/>
                  </a:lnTo>
                  <a:lnTo>
                    <a:pt x="778332" y="2707726"/>
                  </a:lnTo>
                  <a:lnTo>
                    <a:pt x="798446" y="2684972"/>
                  </a:lnTo>
                  <a:lnTo>
                    <a:pt x="818560" y="2662218"/>
                  </a:lnTo>
                  <a:lnTo>
                    <a:pt x="838673" y="2639464"/>
                  </a:lnTo>
                  <a:lnTo>
                    <a:pt x="858787" y="2616710"/>
                  </a:lnTo>
                  <a:lnTo>
                    <a:pt x="878901" y="2593956"/>
                  </a:lnTo>
                  <a:lnTo>
                    <a:pt x="899015" y="2571202"/>
                  </a:lnTo>
                  <a:lnTo>
                    <a:pt x="919128" y="2548448"/>
                  </a:lnTo>
                  <a:lnTo>
                    <a:pt x="939242" y="2525694"/>
                  </a:lnTo>
                  <a:lnTo>
                    <a:pt x="959356" y="2502940"/>
                  </a:lnTo>
                  <a:lnTo>
                    <a:pt x="979470" y="2480186"/>
                  </a:lnTo>
                  <a:lnTo>
                    <a:pt x="999583" y="2457432"/>
                  </a:lnTo>
                  <a:lnTo>
                    <a:pt x="1019697" y="2434678"/>
                  </a:lnTo>
                  <a:lnTo>
                    <a:pt x="1039811" y="2411924"/>
                  </a:lnTo>
                  <a:lnTo>
                    <a:pt x="1059925" y="2389170"/>
                  </a:lnTo>
                  <a:lnTo>
                    <a:pt x="1080038" y="2366416"/>
                  </a:lnTo>
                  <a:lnTo>
                    <a:pt x="1100152" y="2343662"/>
                  </a:lnTo>
                  <a:lnTo>
                    <a:pt x="1120266" y="2320908"/>
                  </a:lnTo>
                  <a:lnTo>
                    <a:pt x="1140380" y="2298154"/>
                  </a:lnTo>
                  <a:lnTo>
                    <a:pt x="1160493" y="2275400"/>
                  </a:lnTo>
                  <a:lnTo>
                    <a:pt x="1180607" y="2252646"/>
                  </a:lnTo>
                  <a:lnTo>
                    <a:pt x="1200721" y="2229892"/>
                  </a:lnTo>
                  <a:lnTo>
                    <a:pt x="1220835" y="2207138"/>
                  </a:lnTo>
                  <a:lnTo>
                    <a:pt x="1240948" y="2184384"/>
                  </a:lnTo>
                  <a:lnTo>
                    <a:pt x="1261062" y="2161630"/>
                  </a:lnTo>
                  <a:lnTo>
                    <a:pt x="1281176" y="2138876"/>
                  </a:lnTo>
                  <a:lnTo>
                    <a:pt x="1301290" y="2116122"/>
                  </a:lnTo>
                  <a:lnTo>
                    <a:pt x="1321403" y="2093368"/>
                  </a:lnTo>
                  <a:lnTo>
                    <a:pt x="1341517" y="2070614"/>
                  </a:lnTo>
                  <a:lnTo>
                    <a:pt x="1361631" y="2047860"/>
                  </a:lnTo>
                  <a:lnTo>
                    <a:pt x="1381745" y="2025106"/>
                  </a:lnTo>
                  <a:lnTo>
                    <a:pt x="1401858" y="2002352"/>
                  </a:lnTo>
                  <a:lnTo>
                    <a:pt x="1421972" y="1979598"/>
                  </a:lnTo>
                  <a:lnTo>
                    <a:pt x="1442086" y="1956844"/>
                  </a:lnTo>
                  <a:lnTo>
                    <a:pt x="1462200" y="1934090"/>
                  </a:lnTo>
                  <a:lnTo>
                    <a:pt x="1482313" y="1911336"/>
                  </a:lnTo>
                  <a:lnTo>
                    <a:pt x="1502427" y="1888582"/>
                  </a:lnTo>
                  <a:lnTo>
                    <a:pt x="1522541" y="1865828"/>
                  </a:lnTo>
                  <a:lnTo>
                    <a:pt x="1542655" y="1843074"/>
                  </a:lnTo>
                  <a:lnTo>
                    <a:pt x="1562768" y="1820320"/>
                  </a:lnTo>
                  <a:lnTo>
                    <a:pt x="1582882" y="1797566"/>
                  </a:lnTo>
                  <a:lnTo>
                    <a:pt x="1602996" y="1774812"/>
                  </a:lnTo>
                  <a:lnTo>
                    <a:pt x="1623110" y="1752058"/>
                  </a:lnTo>
                  <a:lnTo>
                    <a:pt x="1643223" y="1729304"/>
                  </a:lnTo>
                  <a:lnTo>
                    <a:pt x="1663337" y="1706550"/>
                  </a:lnTo>
                  <a:lnTo>
                    <a:pt x="1683451" y="1683796"/>
                  </a:lnTo>
                  <a:lnTo>
                    <a:pt x="1703565" y="1661042"/>
                  </a:lnTo>
                  <a:lnTo>
                    <a:pt x="1723678" y="1638288"/>
                  </a:lnTo>
                  <a:lnTo>
                    <a:pt x="1743792" y="1615534"/>
                  </a:lnTo>
                  <a:lnTo>
                    <a:pt x="1763906" y="1592780"/>
                  </a:lnTo>
                  <a:lnTo>
                    <a:pt x="1784020" y="1570026"/>
                  </a:lnTo>
                  <a:lnTo>
                    <a:pt x="1804133" y="1547272"/>
                  </a:lnTo>
                  <a:lnTo>
                    <a:pt x="1824247" y="1524518"/>
                  </a:lnTo>
                  <a:lnTo>
                    <a:pt x="1844361" y="1501764"/>
                  </a:lnTo>
                  <a:lnTo>
                    <a:pt x="1864475" y="1479010"/>
                  </a:lnTo>
                  <a:lnTo>
                    <a:pt x="1884588" y="1456256"/>
                  </a:lnTo>
                  <a:lnTo>
                    <a:pt x="1904702" y="1433502"/>
                  </a:lnTo>
                  <a:lnTo>
                    <a:pt x="1924816" y="1410748"/>
                  </a:lnTo>
                  <a:lnTo>
                    <a:pt x="1944930" y="1387994"/>
                  </a:lnTo>
                  <a:lnTo>
                    <a:pt x="1965043" y="1365240"/>
                  </a:lnTo>
                  <a:lnTo>
                    <a:pt x="1985157" y="1342486"/>
                  </a:lnTo>
                  <a:lnTo>
                    <a:pt x="2005271" y="1319732"/>
                  </a:lnTo>
                  <a:lnTo>
                    <a:pt x="2025385" y="1296978"/>
                  </a:lnTo>
                  <a:lnTo>
                    <a:pt x="2045498" y="1274224"/>
                  </a:lnTo>
                  <a:lnTo>
                    <a:pt x="2065612" y="1251470"/>
                  </a:lnTo>
                  <a:lnTo>
                    <a:pt x="2085726" y="1228716"/>
                  </a:lnTo>
                  <a:lnTo>
                    <a:pt x="2105840" y="1205962"/>
                  </a:lnTo>
                  <a:lnTo>
                    <a:pt x="2125953" y="1183208"/>
                  </a:lnTo>
                  <a:lnTo>
                    <a:pt x="2146067" y="1160454"/>
                  </a:lnTo>
                  <a:lnTo>
                    <a:pt x="2166181" y="1137700"/>
                  </a:lnTo>
                  <a:lnTo>
                    <a:pt x="2186295" y="1114946"/>
                  </a:lnTo>
                  <a:lnTo>
                    <a:pt x="2206408" y="1092192"/>
                  </a:lnTo>
                  <a:lnTo>
                    <a:pt x="2226522" y="1069438"/>
                  </a:lnTo>
                  <a:lnTo>
                    <a:pt x="2246636" y="1046684"/>
                  </a:lnTo>
                  <a:lnTo>
                    <a:pt x="2266750" y="1023930"/>
                  </a:lnTo>
                  <a:lnTo>
                    <a:pt x="2286863" y="1001176"/>
                  </a:lnTo>
                  <a:lnTo>
                    <a:pt x="2306977" y="978422"/>
                  </a:lnTo>
                  <a:lnTo>
                    <a:pt x="2327091" y="955668"/>
                  </a:lnTo>
                  <a:lnTo>
                    <a:pt x="2347205" y="932914"/>
                  </a:lnTo>
                  <a:lnTo>
                    <a:pt x="2367318" y="910160"/>
                  </a:lnTo>
                  <a:lnTo>
                    <a:pt x="2387432" y="887406"/>
                  </a:lnTo>
                  <a:lnTo>
                    <a:pt x="2407546" y="864652"/>
                  </a:lnTo>
                  <a:lnTo>
                    <a:pt x="2427660" y="841898"/>
                  </a:lnTo>
                  <a:lnTo>
                    <a:pt x="2447773" y="819144"/>
                  </a:lnTo>
                  <a:lnTo>
                    <a:pt x="2467887" y="796390"/>
                  </a:lnTo>
                  <a:lnTo>
                    <a:pt x="2488001" y="773636"/>
                  </a:lnTo>
                  <a:lnTo>
                    <a:pt x="2508115" y="750882"/>
                  </a:lnTo>
                  <a:lnTo>
                    <a:pt x="2528228" y="728128"/>
                  </a:lnTo>
                  <a:lnTo>
                    <a:pt x="2548342" y="705374"/>
                  </a:lnTo>
                  <a:lnTo>
                    <a:pt x="2568456" y="682620"/>
                  </a:lnTo>
                  <a:lnTo>
                    <a:pt x="2588570" y="659866"/>
                  </a:lnTo>
                  <a:lnTo>
                    <a:pt x="2608683" y="637112"/>
                  </a:lnTo>
                  <a:lnTo>
                    <a:pt x="2628797" y="614358"/>
                  </a:lnTo>
                  <a:lnTo>
                    <a:pt x="2648911" y="591604"/>
                  </a:lnTo>
                  <a:lnTo>
                    <a:pt x="2669025" y="568850"/>
                  </a:lnTo>
                  <a:lnTo>
                    <a:pt x="2689138" y="546096"/>
                  </a:lnTo>
                  <a:lnTo>
                    <a:pt x="2709252" y="523342"/>
                  </a:lnTo>
                  <a:lnTo>
                    <a:pt x="2729366" y="500588"/>
                  </a:lnTo>
                  <a:lnTo>
                    <a:pt x="2749480" y="477834"/>
                  </a:lnTo>
                  <a:lnTo>
                    <a:pt x="2769593" y="455080"/>
                  </a:lnTo>
                  <a:lnTo>
                    <a:pt x="2789707" y="432326"/>
                  </a:lnTo>
                  <a:lnTo>
                    <a:pt x="2809821" y="409572"/>
                  </a:lnTo>
                  <a:lnTo>
                    <a:pt x="2829935" y="386818"/>
                  </a:lnTo>
                  <a:lnTo>
                    <a:pt x="2850048" y="364064"/>
                  </a:lnTo>
                  <a:lnTo>
                    <a:pt x="2870162" y="341310"/>
                  </a:lnTo>
                  <a:lnTo>
                    <a:pt x="2890276" y="318556"/>
                  </a:lnTo>
                  <a:lnTo>
                    <a:pt x="2910390" y="295802"/>
                  </a:lnTo>
                  <a:lnTo>
                    <a:pt x="2930503" y="273048"/>
                  </a:lnTo>
                  <a:lnTo>
                    <a:pt x="2950617" y="250294"/>
                  </a:lnTo>
                  <a:lnTo>
                    <a:pt x="2970731" y="227540"/>
                  </a:lnTo>
                  <a:lnTo>
                    <a:pt x="2990845" y="204786"/>
                  </a:lnTo>
                  <a:lnTo>
                    <a:pt x="3010958" y="182032"/>
                  </a:lnTo>
                  <a:lnTo>
                    <a:pt x="3031072" y="159278"/>
                  </a:lnTo>
                  <a:lnTo>
                    <a:pt x="3051186" y="136524"/>
                  </a:lnTo>
                  <a:lnTo>
                    <a:pt x="3071300" y="113770"/>
                  </a:lnTo>
                  <a:lnTo>
                    <a:pt x="3091413" y="91016"/>
                  </a:lnTo>
                  <a:lnTo>
                    <a:pt x="3111527" y="68262"/>
                  </a:lnTo>
                  <a:lnTo>
                    <a:pt x="3131641" y="45508"/>
                  </a:lnTo>
                  <a:lnTo>
                    <a:pt x="3151755" y="22754"/>
                  </a:lnTo>
                  <a:lnTo>
                    <a:pt x="3171868" y="0"/>
                  </a:lnTo>
                </a:path>
              </a:pathLst>
            </a:custGeom>
            <a:ln w="27101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5" name="pl33615"/>
            <p:cNvSpPr/>
            <p:nvPr/>
          </p:nvSpPr>
          <p:spPr>
            <a:xfrm>
              <a:off x="3071542" y="3584357"/>
              <a:ext cx="4210277" cy="0"/>
            </a:xfrm>
            <a:custGeom>
              <a:avLst/>
              <a:pathLst>
                <a:path w="4210277" h="0">
                  <a:moveTo>
                    <a:pt x="0" y="0"/>
                  </a:moveTo>
                  <a:lnTo>
                    <a:pt x="4210277" y="0"/>
                  </a:lnTo>
                  <a:lnTo>
                    <a:pt x="4210277" y="0"/>
                  </a:lnTo>
                </a:path>
              </a:pathLst>
            </a:custGeom>
            <a:ln w="14782" cap="flat">
              <a:solidFill>
                <a:srgbClr val="000000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6" name="pl33616"/>
            <p:cNvSpPr/>
            <p:nvPr/>
          </p:nvSpPr>
          <p:spPr>
            <a:xfrm>
              <a:off x="5176680" y="1571340"/>
              <a:ext cx="0" cy="4026034"/>
            </a:xfrm>
            <a:custGeom>
              <a:avLst/>
              <a:pathLst>
                <a:path w="0" h="4026034">
                  <a:moveTo>
                    <a:pt x="0" y="40260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7" name="rc33617"/>
            <p:cNvSpPr/>
            <p:nvPr/>
          </p:nvSpPr>
          <p:spPr>
            <a:xfrm>
              <a:off x="3071542" y="1571340"/>
              <a:ext cx="4210277" cy="4026034"/>
            </a:xfrm>
            <a:prstGeom prst="rect">
              <a:avLst/>
            </a:prstGeom>
            <a:noFill/>
            <a:ln w="14782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8" name="pl33618"/>
            <p:cNvSpPr/>
            <p:nvPr/>
          </p:nvSpPr>
          <p:spPr>
            <a:xfrm>
              <a:off x="3071542" y="1571340"/>
              <a:ext cx="0" cy="4026034"/>
            </a:xfrm>
            <a:custGeom>
              <a:avLst/>
              <a:pathLst>
                <a:path w="0" h="4026034">
                  <a:moveTo>
                    <a:pt x="0" y="402603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619" name="tx33619"/>
            <p:cNvSpPr/>
            <p:nvPr/>
          </p:nvSpPr>
          <p:spPr>
            <a:xfrm>
              <a:off x="2894862" y="4586464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3620" name="tx33620"/>
            <p:cNvSpPr/>
            <p:nvPr/>
          </p:nvSpPr>
          <p:spPr>
            <a:xfrm>
              <a:off x="2935461" y="354074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621" name="tx33621"/>
            <p:cNvSpPr/>
            <p:nvPr/>
          </p:nvSpPr>
          <p:spPr>
            <a:xfrm>
              <a:off x="2935461" y="2495017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3622" name="pl33622"/>
            <p:cNvSpPr/>
            <p:nvPr/>
          </p:nvSpPr>
          <p:spPr>
            <a:xfrm>
              <a:off x="3033584" y="463008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3" name="pl33623"/>
            <p:cNvSpPr/>
            <p:nvPr/>
          </p:nvSpPr>
          <p:spPr>
            <a:xfrm>
              <a:off x="3033584" y="358435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4" name="pl33624"/>
            <p:cNvSpPr/>
            <p:nvPr/>
          </p:nvSpPr>
          <p:spPr>
            <a:xfrm>
              <a:off x="3033584" y="253863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5" name="pl33625"/>
            <p:cNvSpPr/>
            <p:nvPr/>
          </p:nvSpPr>
          <p:spPr>
            <a:xfrm>
              <a:off x="3071542" y="5597375"/>
              <a:ext cx="4210277" cy="0"/>
            </a:xfrm>
            <a:custGeom>
              <a:avLst/>
              <a:pathLst>
                <a:path w="4210277" h="0">
                  <a:moveTo>
                    <a:pt x="0" y="0"/>
                  </a:moveTo>
                  <a:lnTo>
                    <a:pt x="42102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626" name="pl33626"/>
            <p:cNvSpPr/>
            <p:nvPr/>
          </p:nvSpPr>
          <p:spPr>
            <a:xfrm>
              <a:off x="4083102" y="559737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7" name="pl33627"/>
            <p:cNvSpPr/>
            <p:nvPr/>
          </p:nvSpPr>
          <p:spPr>
            <a:xfrm>
              <a:off x="5176680" y="559737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8" name="pl33628"/>
            <p:cNvSpPr/>
            <p:nvPr/>
          </p:nvSpPr>
          <p:spPr>
            <a:xfrm>
              <a:off x="6270259" y="559737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9" name="tx33629"/>
            <p:cNvSpPr/>
            <p:nvPr/>
          </p:nvSpPr>
          <p:spPr>
            <a:xfrm>
              <a:off x="4028924" y="5665698"/>
              <a:ext cx="1083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3630" name="tx33630"/>
            <p:cNvSpPr/>
            <p:nvPr/>
          </p:nvSpPr>
          <p:spPr>
            <a:xfrm>
              <a:off x="5142802" y="566569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631" name="tx33631"/>
            <p:cNvSpPr/>
            <p:nvPr/>
          </p:nvSpPr>
          <p:spPr>
            <a:xfrm>
              <a:off x="6236380" y="566569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3632" name="tx33632"/>
            <p:cNvSpPr/>
            <p:nvPr/>
          </p:nvSpPr>
          <p:spPr>
            <a:xfrm>
              <a:off x="4044699" y="5818322"/>
              <a:ext cx="11945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33633" name="tx33633"/>
            <p:cNvSpPr/>
            <p:nvPr/>
          </p:nvSpPr>
          <p:spPr>
            <a:xfrm>
              <a:off x="5239271" y="5820699"/>
              <a:ext cx="41788" cy="10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3634" name="tx33634"/>
            <p:cNvSpPr/>
            <p:nvPr/>
          </p:nvSpPr>
          <p:spPr>
            <a:xfrm>
              <a:off x="5281059" y="5818322"/>
              <a:ext cx="3383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</a:t>
              </a:r>
            </a:p>
          </p:txBody>
        </p:sp>
        <p:sp>
          <p:nvSpPr>
            <p:cNvPr id="33635" name="tx33635"/>
            <p:cNvSpPr/>
            <p:nvPr/>
          </p:nvSpPr>
          <p:spPr>
            <a:xfrm>
              <a:off x="5314892" y="581832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</a:t>
              </a:r>
            </a:p>
          </p:txBody>
        </p:sp>
        <p:sp>
          <p:nvSpPr>
            <p:cNvPr id="33636" name="tx33636"/>
            <p:cNvSpPr/>
            <p:nvPr/>
          </p:nvSpPr>
          <p:spPr>
            <a:xfrm>
              <a:off x="5399657" y="581832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</a:t>
              </a:r>
            </a:p>
          </p:txBody>
        </p:sp>
        <p:sp>
          <p:nvSpPr>
            <p:cNvPr id="33637" name="tx33637"/>
            <p:cNvSpPr/>
            <p:nvPr/>
          </p:nvSpPr>
          <p:spPr>
            <a:xfrm>
              <a:off x="5484422" y="5878924"/>
              <a:ext cx="59253" cy="762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3638" name="tx33638"/>
            <p:cNvSpPr/>
            <p:nvPr/>
          </p:nvSpPr>
          <p:spPr>
            <a:xfrm>
              <a:off x="5543675" y="5818322"/>
              <a:ext cx="76498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FC (L vs E)</a:t>
              </a:r>
            </a:p>
          </p:txBody>
        </p:sp>
        <p:sp>
          <p:nvSpPr>
            <p:cNvPr id="33639" name="tx33639"/>
            <p:cNvSpPr/>
            <p:nvPr/>
          </p:nvSpPr>
          <p:spPr>
            <a:xfrm rot="-5400000">
              <a:off x="2181940" y="4105291"/>
              <a:ext cx="1112733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33640" name="tx33640"/>
            <p:cNvSpPr/>
            <p:nvPr/>
          </p:nvSpPr>
          <p:spPr>
            <a:xfrm rot="-5400000">
              <a:off x="2718601" y="3529219"/>
              <a:ext cx="41788" cy="10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3641" name="tx33641"/>
            <p:cNvSpPr/>
            <p:nvPr/>
          </p:nvSpPr>
          <p:spPr>
            <a:xfrm rot="-5400000">
              <a:off x="2721390" y="3490220"/>
              <a:ext cx="3383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</a:t>
              </a:r>
            </a:p>
          </p:txBody>
        </p:sp>
        <p:sp>
          <p:nvSpPr>
            <p:cNvPr id="33642" name="tx33642"/>
            <p:cNvSpPr/>
            <p:nvPr/>
          </p:nvSpPr>
          <p:spPr>
            <a:xfrm rot="-5400000">
              <a:off x="2695924" y="343092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</a:t>
              </a:r>
            </a:p>
          </p:txBody>
        </p:sp>
        <p:sp>
          <p:nvSpPr>
            <p:cNvPr id="33643" name="tx33643"/>
            <p:cNvSpPr/>
            <p:nvPr/>
          </p:nvSpPr>
          <p:spPr>
            <a:xfrm rot="-5400000">
              <a:off x="2695924" y="3346156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</a:t>
              </a:r>
            </a:p>
          </p:txBody>
        </p:sp>
        <p:sp>
          <p:nvSpPr>
            <p:cNvPr id="33644" name="tx33644"/>
            <p:cNvSpPr/>
            <p:nvPr/>
          </p:nvSpPr>
          <p:spPr>
            <a:xfrm rot="-5400000">
              <a:off x="2752822" y="3290606"/>
              <a:ext cx="59253" cy="762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3645" name="tx33645"/>
            <p:cNvSpPr/>
            <p:nvPr/>
          </p:nvSpPr>
          <p:spPr>
            <a:xfrm rot="-5400000">
              <a:off x="2314985" y="2821199"/>
              <a:ext cx="84664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FC (Q vs W)</a:t>
              </a:r>
            </a:p>
          </p:txBody>
        </p:sp>
        <p:sp>
          <p:nvSpPr>
            <p:cNvPr id="33646" name="rc33646"/>
            <p:cNvSpPr/>
            <p:nvPr/>
          </p:nvSpPr>
          <p:spPr>
            <a:xfrm>
              <a:off x="7433650" y="2741525"/>
              <a:ext cx="582716" cy="16856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47" name="tx33647"/>
            <p:cNvSpPr/>
            <p:nvPr/>
          </p:nvSpPr>
          <p:spPr>
            <a:xfrm>
              <a:off x="7509565" y="2833442"/>
              <a:ext cx="37289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</a:t>
              </a:r>
            </a:p>
          </p:txBody>
        </p:sp>
        <p:sp>
          <p:nvSpPr>
            <p:cNvPr id="33648" name="rc33648"/>
            <p:cNvSpPr/>
            <p:nvPr/>
          </p:nvSpPr>
          <p:spPr>
            <a:xfrm>
              <a:off x="7509565" y="303453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49" name="rc33649"/>
            <p:cNvSpPr/>
            <p:nvPr/>
          </p:nvSpPr>
          <p:spPr>
            <a:xfrm>
              <a:off x="7519383" y="3044357"/>
              <a:ext cx="199819" cy="199819"/>
            </a:xfrm>
            <a:prstGeom prst="rect">
              <a:avLst/>
            </a:prstGeom>
            <a:solidFill>
              <a:srgbClr val="D53E4F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3650" name="pt33650"/>
            <p:cNvSpPr/>
            <p:nvPr/>
          </p:nvSpPr>
          <p:spPr>
            <a:xfrm>
              <a:off x="7592210" y="3117184"/>
              <a:ext cx="54165" cy="54165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1" name="pl33651"/>
            <p:cNvSpPr/>
            <p:nvPr/>
          </p:nvSpPr>
          <p:spPr>
            <a:xfrm>
              <a:off x="7531511" y="314426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2" name="rc33652"/>
            <p:cNvSpPr/>
            <p:nvPr/>
          </p:nvSpPr>
          <p:spPr>
            <a:xfrm>
              <a:off x="7509565" y="325399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3" name="rc33653"/>
            <p:cNvSpPr/>
            <p:nvPr/>
          </p:nvSpPr>
          <p:spPr>
            <a:xfrm>
              <a:off x="7519383" y="3263813"/>
              <a:ext cx="199819" cy="199819"/>
            </a:xfrm>
            <a:prstGeom prst="rect">
              <a:avLst/>
            </a:prstGeom>
            <a:solidFill>
              <a:srgbClr val="FC8D5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3654" name="pt33654"/>
            <p:cNvSpPr/>
            <p:nvPr/>
          </p:nvSpPr>
          <p:spPr>
            <a:xfrm>
              <a:off x="7592210" y="3336640"/>
              <a:ext cx="54165" cy="54165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5" name="pl33655"/>
            <p:cNvSpPr/>
            <p:nvPr/>
          </p:nvSpPr>
          <p:spPr>
            <a:xfrm>
              <a:off x="7531511" y="336372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6" name="rc33656"/>
            <p:cNvSpPr/>
            <p:nvPr/>
          </p:nvSpPr>
          <p:spPr>
            <a:xfrm>
              <a:off x="7509565" y="347345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7" name="rc33657"/>
            <p:cNvSpPr/>
            <p:nvPr/>
          </p:nvSpPr>
          <p:spPr>
            <a:xfrm>
              <a:off x="7519383" y="3483269"/>
              <a:ext cx="199819" cy="199819"/>
            </a:xfrm>
            <a:prstGeom prst="rect">
              <a:avLst/>
            </a:prstGeom>
            <a:solidFill>
              <a:srgbClr val="FEE08B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3658" name="pt33658"/>
            <p:cNvSpPr/>
            <p:nvPr/>
          </p:nvSpPr>
          <p:spPr>
            <a:xfrm>
              <a:off x="7592210" y="3556096"/>
              <a:ext cx="54165" cy="54165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9" name="pl33659"/>
            <p:cNvSpPr/>
            <p:nvPr/>
          </p:nvSpPr>
          <p:spPr>
            <a:xfrm>
              <a:off x="7531511" y="358317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0" name="rc33660"/>
            <p:cNvSpPr/>
            <p:nvPr/>
          </p:nvSpPr>
          <p:spPr>
            <a:xfrm>
              <a:off x="7509565" y="3692907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1" name="rc33661"/>
            <p:cNvSpPr/>
            <p:nvPr/>
          </p:nvSpPr>
          <p:spPr>
            <a:xfrm>
              <a:off x="7519383" y="3702725"/>
              <a:ext cx="199819" cy="199819"/>
            </a:xfrm>
            <a:prstGeom prst="rect">
              <a:avLst/>
            </a:prstGeom>
            <a:solidFill>
              <a:srgbClr val="E6F598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3662" name="pt33662"/>
            <p:cNvSpPr/>
            <p:nvPr/>
          </p:nvSpPr>
          <p:spPr>
            <a:xfrm>
              <a:off x="7592210" y="3775552"/>
              <a:ext cx="54165" cy="54165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3" name="pl33663"/>
            <p:cNvSpPr/>
            <p:nvPr/>
          </p:nvSpPr>
          <p:spPr>
            <a:xfrm>
              <a:off x="7531511" y="380263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4" name="rc33664"/>
            <p:cNvSpPr/>
            <p:nvPr/>
          </p:nvSpPr>
          <p:spPr>
            <a:xfrm>
              <a:off x="7509565" y="391236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5" name="rc33665"/>
            <p:cNvSpPr/>
            <p:nvPr/>
          </p:nvSpPr>
          <p:spPr>
            <a:xfrm>
              <a:off x="7519383" y="3922181"/>
              <a:ext cx="199819" cy="199819"/>
            </a:xfrm>
            <a:prstGeom prst="rect">
              <a:avLst/>
            </a:prstGeom>
            <a:solidFill>
              <a:srgbClr val="99D59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3666" name="pt33666"/>
            <p:cNvSpPr/>
            <p:nvPr/>
          </p:nvSpPr>
          <p:spPr>
            <a:xfrm>
              <a:off x="7592210" y="3995008"/>
              <a:ext cx="54165" cy="54165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7" name="pl33667"/>
            <p:cNvSpPr/>
            <p:nvPr/>
          </p:nvSpPr>
          <p:spPr>
            <a:xfrm>
              <a:off x="7531511" y="402209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8" name="rc33668"/>
            <p:cNvSpPr/>
            <p:nvPr/>
          </p:nvSpPr>
          <p:spPr>
            <a:xfrm>
              <a:off x="7509565" y="413181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9" name="rc33669"/>
            <p:cNvSpPr/>
            <p:nvPr/>
          </p:nvSpPr>
          <p:spPr>
            <a:xfrm>
              <a:off x="7519383" y="4141637"/>
              <a:ext cx="199819" cy="199819"/>
            </a:xfrm>
            <a:prstGeom prst="rect">
              <a:avLst/>
            </a:prstGeom>
            <a:solidFill>
              <a:srgbClr val="3288B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3670" name="pt33670"/>
            <p:cNvSpPr/>
            <p:nvPr/>
          </p:nvSpPr>
          <p:spPr>
            <a:xfrm>
              <a:off x="7592210" y="4214464"/>
              <a:ext cx="54165" cy="54165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71" name="pl33671"/>
            <p:cNvSpPr/>
            <p:nvPr/>
          </p:nvSpPr>
          <p:spPr>
            <a:xfrm>
              <a:off x="7531511" y="424154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2" name="tx33672"/>
            <p:cNvSpPr/>
            <p:nvPr/>
          </p:nvSpPr>
          <p:spPr>
            <a:xfrm>
              <a:off x="7804936" y="3100650"/>
              <a:ext cx="8119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33673" name="tx33673"/>
            <p:cNvSpPr/>
            <p:nvPr/>
          </p:nvSpPr>
          <p:spPr>
            <a:xfrm>
              <a:off x="7804936" y="332010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33674" name="tx33674"/>
            <p:cNvSpPr/>
            <p:nvPr/>
          </p:nvSpPr>
          <p:spPr>
            <a:xfrm>
              <a:off x="7804936" y="3539562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33675" name="tx33675"/>
            <p:cNvSpPr/>
            <p:nvPr/>
          </p:nvSpPr>
          <p:spPr>
            <a:xfrm>
              <a:off x="7804936" y="3759018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33676" name="tx33676"/>
            <p:cNvSpPr/>
            <p:nvPr/>
          </p:nvSpPr>
          <p:spPr>
            <a:xfrm>
              <a:off x="7804936" y="3978474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33677" name="tx33677"/>
            <p:cNvSpPr/>
            <p:nvPr/>
          </p:nvSpPr>
          <p:spPr>
            <a:xfrm>
              <a:off x="7804936" y="4197930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2026-09-01T15:01:26Z</dcterms:modified>
</cp:coreProperties>
</file>