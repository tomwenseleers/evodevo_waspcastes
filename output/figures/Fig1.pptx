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5" name="Group 474">
            <a:extLst>
              <a:ext uri="{FF2B5EF4-FFF2-40B4-BE49-F238E27FC236}">
                <a16:creationId xmlns:a16="http://schemas.microsoft.com/office/drawing/2014/main" id="{A6C0F75E-7CCE-71C7-03A3-B1A2BD8010F3}"/>
              </a:ext>
            </a:extLst>
          </p:cNvPr>
          <p:cNvGrpSpPr/>
          <p:nvPr/>
        </p:nvGrpSpPr>
        <p:grpSpPr>
          <a:xfrm>
            <a:off x="182880" y="164592"/>
            <a:ext cx="3794760" cy="6510528"/>
            <a:chOff x="0" y="0"/>
            <a:chExt cx="4114800" cy="6858000"/>
          </a:xfrm>
        </p:grpSpPr>
        <p:sp>
          <p:nvSpPr>
            <p:cNvPr id="476" name="rc3">
              <a:extLst>
                <a:ext uri="{FF2B5EF4-FFF2-40B4-BE49-F238E27FC236}">
                  <a16:creationId xmlns:a16="http://schemas.microsoft.com/office/drawing/2014/main" id="{E34EF6C5-DDA3-567A-B85A-35EB3AFE6413}"/>
                </a:ext>
              </a:extLst>
            </p:cNvPr>
            <p:cNvSpPr/>
            <p:nvPr/>
          </p:nvSpPr>
          <p:spPr>
            <a:xfrm>
              <a:off x="0" y="0"/>
              <a:ext cx="41148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g4">
              <a:extLst>
                <a:ext uri="{FF2B5EF4-FFF2-40B4-BE49-F238E27FC236}">
                  <a16:creationId xmlns:a16="http://schemas.microsoft.com/office/drawing/2014/main" id="{28CB9FAA-CF34-3975-C34E-51A59CFA0A98}"/>
                </a:ext>
              </a:extLst>
            </p:cNvPr>
            <p:cNvSpPr/>
            <p:nvPr/>
          </p:nvSpPr>
          <p:spPr>
            <a:xfrm>
              <a:off x="1349029" y="1760884"/>
              <a:ext cx="909527" cy="1180116"/>
            </a:xfrm>
            <a:custGeom>
              <a:avLst/>
              <a:gdLst/>
              <a:ahLst/>
              <a:cxnLst/>
              <a:rect l="0" t="0" r="0" b="0"/>
              <a:pathLst>
                <a:path w="909527" h="1180116">
                  <a:moveTo>
                    <a:pt x="174600" y="1180116"/>
                  </a:moveTo>
                  <a:lnTo>
                    <a:pt x="0" y="1047768"/>
                  </a:lnTo>
                  <a:lnTo>
                    <a:pt x="56119" y="133384"/>
                  </a:lnTo>
                  <a:lnTo>
                    <a:pt x="536833" y="0"/>
                  </a:lnTo>
                  <a:lnTo>
                    <a:pt x="909527" y="162888"/>
                  </a:lnTo>
                  <a:close/>
                </a:path>
              </a:pathLst>
            </a:custGeom>
            <a:solidFill>
              <a:srgbClr val="3288BD">
                <a:alpha val="21960"/>
              </a:srgbClr>
            </a:solidFill>
            <a:ln w="6775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g5">
              <a:extLst>
                <a:ext uri="{FF2B5EF4-FFF2-40B4-BE49-F238E27FC236}">
                  <a16:creationId xmlns:a16="http://schemas.microsoft.com/office/drawing/2014/main" id="{89E505EC-BCFE-4255-ADF2-73011D8A796C}"/>
                </a:ext>
              </a:extLst>
            </p:cNvPr>
            <p:cNvSpPr/>
            <p:nvPr/>
          </p:nvSpPr>
          <p:spPr>
            <a:xfrm>
              <a:off x="1438423" y="1601840"/>
              <a:ext cx="963332" cy="1002963"/>
            </a:xfrm>
            <a:custGeom>
              <a:avLst/>
              <a:gdLst/>
              <a:ahLst/>
              <a:cxnLst/>
              <a:rect l="0" t="0" r="0" b="0"/>
              <a:pathLst>
                <a:path w="963332" h="1002963">
                  <a:moveTo>
                    <a:pt x="307752" y="883733"/>
                  </a:moveTo>
                  <a:lnTo>
                    <a:pt x="0" y="1002963"/>
                  </a:lnTo>
                  <a:lnTo>
                    <a:pt x="527006" y="115208"/>
                  </a:lnTo>
                  <a:lnTo>
                    <a:pt x="963332" y="0"/>
                  </a:lnTo>
                  <a:close/>
                </a:path>
              </a:pathLst>
            </a:custGeom>
            <a:solidFill>
              <a:srgbClr val="99D594">
                <a:alpha val="21960"/>
              </a:srgbClr>
            </a:solidFill>
            <a:ln w="6775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g6">
              <a:extLst>
                <a:ext uri="{FF2B5EF4-FFF2-40B4-BE49-F238E27FC236}">
                  <a16:creationId xmlns:a16="http://schemas.microsoft.com/office/drawing/2014/main" id="{9AA440F1-E16B-BFB7-E4D2-65FDD2304F78}"/>
                </a:ext>
              </a:extLst>
            </p:cNvPr>
            <p:cNvSpPr/>
            <p:nvPr/>
          </p:nvSpPr>
          <p:spPr>
            <a:xfrm>
              <a:off x="1919084" y="1616184"/>
              <a:ext cx="940553" cy="617867"/>
            </a:xfrm>
            <a:custGeom>
              <a:avLst/>
              <a:gdLst/>
              <a:ahLst/>
              <a:cxnLst/>
              <a:rect l="0" t="0" r="0" b="0"/>
              <a:pathLst>
                <a:path w="940553" h="617867">
                  <a:moveTo>
                    <a:pt x="178019" y="617867"/>
                  </a:moveTo>
                  <a:lnTo>
                    <a:pt x="0" y="270486"/>
                  </a:lnTo>
                  <a:lnTo>
                    <a:pt x="214434" y="0"/>
                  </a:lnTo>
                  <a:lnTo>
                    <a:pt x="940553" y="18652"/>
                  </a:lnTo>
                  <a:close/>
                </a:path>
              </a:pathLst>
            </a:custGeom>
            <a:solidFill>
              <a:srgbClr val="E6F598">
                <a:alpha val="21960"/>
              </a:srgbClr>
            </a:solidFill>
            <a:ln w="6775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g7">
              <a:extLst>
                <a:ext uri="{FF2B5EF4-FFF2-40B4-BE49-F238E27FC236}">
                  <a16:creationId xmlns:a16="http://schemas.microsoft.com/office/drawing/2014/main" id="{AEE65ADD-78E0-0BC9-4672-C9C88F8A9F41}"/>
                </a:ext>
              </a:extLst>
            </p:cNvPr>
            <p:cNvSpPr/>
            <p:nvPr/>
          </p:nvSpPr>
          <p:spPr>
            <a:xfrm>
              <a:off x="2182286" y="1719599"/>
              <a:ext cx="552324" cy="300049"/>
            </a:xfrm>
            <a:custGeom>
              <a:avLst/>
              <a:gdLst/>
              <a:ahLst/>
              <a:cxnLst/>
              <a:rect l="0" t="0" r="0" b="0"/>
              <a:pathLst>
                <a:path w="552324" h="300049">
                  <a:moveTo>
                    <a:pt x="190707" y="300049"/>
                  </a:moveTo>
                  <a:lnTo>
                    <a:pt x="0" y="87559"/>
                  </a:lnTo>
                  <a:lnTo>
                    <a:pt x="219362" y="42979"/>
                  </a:lnTo>
                  <a:lnTo>
                    <a:pt x="293412" y="32561"/>
                  </a:lnTo>
                  <a:lnTo>
                    <a:pt x="552324" y="0"/>
                  </a:lnTo>
                  <a:close/>
                </a:path>
              </a:pathLst>
            </a:custGeom>
            <a:solidFill>
              <a:srgbClr val="FEE08B">
                <a:alpha val="21960"/>
              </a:srgbClr>
            </a:solidFill>
            <a:ln w="6775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g8">
              <a:extLst>
                <a:ext uri="{FF2B5EF4-FFF2-40B4-BE49-F238E27FC236}">
                  <a16:creationId xmlns:a16="http://schemas.microsoft.com/office/drawing/2014/main" id="{64D1383A-3916-F568-D7B2-8249DD00B57C}"/>
                </a:ext>
              </a:extLst>
            </p:cNvPr>
            <p:cNvSpPr/>
            <p:nvPr/>
          </p:nvSpPr>
          <p:spPr>
            <a:xfrm>
              <a:off x="2049377" y="962985"/>
              <a:ext cx="881478" cy="669195"/>
            </a:xfrm>
            <a:custGeom>
              <a:avLst/>
              <a:gdLst/>
              <a:ahLst/>
              <a:cxnLst/>
              <a:rect l="0" t="0" r="0" b="0"/>
              <a:pathLst>
                <a:path w="881478" h="669195">
                  <a:moveTo>
                    <a:pt x="792838" y="669195"/>
                  </a:moveTo>
                  <a:lnTo>
                    <a:pt x="423397" y="552277"/>
                  </a:lnTo>
                  <a:lnTo>
                    <a:pt x="0" y="260692"/>
                  </a:lnTo>
                  <a:lnTo>
                    <a:pt x="81218" y="0"/>
                  </a:lnTo>
                  <a:lnTo>
                    <a:pt x="881478" y="93942"/>
                  </a:lnTo>
                  <a:close/>
                </a:path>
              </a:pathLst>
            </a:custGeom>
            <a:solidFill>
              <a:srgbClr val="FC8D59">
                <a:alpha val="21960"/>
              </a:srgbClr>
            </a:solidFill>
            <a:ln w="677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g9">
              <a:extLst>
                <a:ext uri="{FF2B5EF4-FFF2-40B4-BE49-F238E27FC236}">
                  <a16:creationId xmlns:a16="http://schemas.microsoft.com/office/drawing/2014/main" id="{6B574A47-8BD9-30B9-91AE-1364E3BF0D9E}"/>
                </a:ext>
              </a:extLst>
            </p:cNvPr>
            <p:cNvSpPr/>
            <p:nvPr/>
          </p:nvSpPr>
          <p:spPr>
            <a:xfrm>
              <a:off x="834289" y="741373"/>
              <a:ext cx="971790" cy="413480"/>
            </a:xfrm>
            <a:custGeom>
              <a:avLst/>
              <a:gdLst/>
              <a:ahLst/>
              <a:cxnLst/>
              <a:rect l="0" t="0" r="0" b="0"/>
              <a:pathLst>
                <a:path w="971790" h="413480">
                  <a:moveTo>
                    <a:pt x="601092" y="413480"/>
                  </a:moveTo>
                  <a:lnTo>
                    <a:pt x="0" y="411567"/>
                  </a:lnTo>
                  <a:lnTo>
                    <a:pt x="875234" y="0"/>
                  </a:lnTo>
                  <a:lnTo>
                    <a:pt x="971790" y="133254"/>
                  </a:lnTo>
                  <a:close/>
                </a:path>
              </a:pathLst>
            </a:custGeom>
            <a:solidFill>
              <a:srgbClr val="D53E4F">
                <a:alpha val="21960"/>
              </a:srgbClr>
            </a:solidFill>
            <a:ln w="6775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g10">
              <a:extLst>
                <a:ext uri="{FF2B5EF4-FFF2-40B4-BE49-F238E27FC236}">
                  <a16:creationId xmlns:a16="http://schemas.microsoft.com/office/drawing/2014/main" id="{2FA2CA7D-FBF4-815B-95DC-263CC65D5E81}"/>
                </a:ext>
              </a:extLst>
            </p:cNvPr>
            <p:cNvSpPr/>
            <p:nvPr/>
          </p:nvSpPr>
          <p:spPr>
            <a:xfrm>
              <a:off x="1892101" y="1534886"/>
              <a:ext cx="995631" cy="1558546"/>
            </a:xfrm>
            <a:custGeom>
              <a:avLst/>
              <a:gdLst/>
              <a:ahLst/>
              <a:cxnLst/>
              <a:rect l="0" t="0" r="0" b="0"/>
              <a:pathLst>
                <a:path w="995631" h="1558546">
                  <a:moveTo>
                    <a:pt x="531751" y="1558546"/>
                  </a:moveTo>
                  <a:lnTo>
                    <a:pt x="0" y="972855"/>
                  </a:lnTo>
                  <a:lnTo>
                    <a:pt x="482385" y="252011"/>
                  </a:lnTo>
                  <a:lnTo>
                    <a:pt x="961107" y="8312"/>
                  </a:lnTo>
                  <a:lnTo>
                    <a:pt x="995631" y="0"/>
                  </a:lnTo>
                  <a:close/>
                </a:path>
              </a:pathLst>
            </a:custGeom>
            <a:solidFill>
              <a:srgbClr val="3288BD">
                <a:alpha val="60000"/>
              </a:srgbClr>
            </a:solidFill>
            <a:ln w="6775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g11">
              <a:extLst>
                <a:ext uri="{FF2B5EF4-FFF2-40B4-BE49-F238E27FC236}">
                  <a16:creationId xmlns:a16="http://schemas.microsoft.com/office/drawing/2014/main" id="{E518E8F8-683F-41E2-BB4A-E0C478F37ED9}"/>
                </a:ext>
              </a:extLst>
            </p:cNvPr>
            <p:cNvSpPr/>
            <p:nvPr/>
          </p:nvSpPr>
          <p:spPr>
            <a:xfrm>
              <a:off x="2409587" y="1499117"/>
              <a:ext cx="714720" cy="1402043"/>
            </a:xfrm>
            <a:custGeom>
              <a:avLst/>
              <a:gdLst/>
              <a:ahLst/>
              <a:cxnLst/>
              <a:rect l="0" t="0" r="0" b="0"/>
              <a:pathLst>
                <a:path w="714720" h="1402043">
                  <a:moveTo>
                    <a:pt x="315418" y="1402043"/>
                  </a:moveTo>
                  <a:lnTo>
                    <a:pt x="0" y="416140"/>
                  </a:lnTo>
                  <a:lnTo>
                    <a:pt x="398837" y="0"/>
                  </a:lnTo>
                  <a:lnTo>
                    <a:pt x="712554" y="290023"/>
                  </a:lnTo>
                  <a:lnTo>
                    <a:pt x="714720" y="434036"/>
                  </a:lnTo>
                  <a:close/>
                </a:path>
              </a:pathLst>
            </a:custGeom>
            <a:solidFill>
              <a:srgbClr val="99D594">
                <a:alpha val="60000"/>
              </a:srgbClr>
            </a:solidFill>
            <a:ln w="6775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g12">
              <a:extLst>
                <a:ext uri="{FF2B5EF4-FFF2-40B4-BE49-F238E27FC236}">
                  <a16:creationId xmlns:a16="http://schemas.microsoft.com/office/drawing/2014/main" id="{D16EEB0E-35A9-B660-53F6-EC599C39F1D0}"/>
                </a:ext>
              </a:extLst>
            </p:cNvPr>
            <p:cNvSpPr/>
            <p:nvPr/>
          </p:nvSpPr>
          <p:spPr>
            <a:xfrm>
              <a:off x="2341512" y="1073386"/>
              <a:ext cx="995294" cy="925758"/>
            </a:xfrm>
            <a:custGeom>
              <a:avLst/>
              <a:gdLst/>
              <a:ahLst/>
              <a:cxnLst/>
              <a:rect l="0" t="0" r="0" b="0"/>
              <a:pathLst>
                <a:path w="995294" h="925758">
                  <a:moveTo>
                    <a:pt x="935251" y="593103"/>
                  </a:moveTo>
                  <a:lnTo>
                    <a:pt x="673720" y="925758"/>
                  </a:lnTo>
                  <a:lnTo>
                    <a:pt x="0" y="783964"/>
                  </a:lnTo>
                  <a:lnTo>
                    <a:pt x="215145" y="433661"/>
                  </a:lnTo>
                  <a:lnTo>
                    <a:pt x="995294" y="0"/>
                  </a:lnTo>
                  <a:close/>
                </a:path>
              </a:pathLst>
            </a:custGeom>
            <a:solidFill>
              <a:srgbClr val="E6F598">
                <a:alpha val="60000"/>
              </a:srgbClr>
            </a:solidFill>
            <a:ln w="6775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g13">
              <a:extLst>
                <a:ext uri="{FF2B5EF4-FFF2-40B4-BE49-F238E27FC236}">
                  <a16:creationId xmlns:a16="http://schemas.microsoft.com/office/drawing/2014/main" id="{5FC29520-E4C9-F803-C5D2-879F157AC54B}"/>
                </a:ext>
              </a:extLst>
            </p:cNvPr>
            <p:cNvSpPr/>
            <p:nvPr/>
          </p:nvSpPr>
          <p:spPr>
            <a:xfrm>
              <a:off x="2963693" y="1086685"/>
              <a:ext cx="717697" cy="430453"/>
            </a:xfrm>
            <a:custGeom>
              <a:avLst/>
              <a:gdLst/>
              <a:ahLst/>
              <a:cxnLst/>
              <a:rect l="0" t="0" r="0" b="0"/>
              <a:pathLst>
                <a:path w="717697" h="430453">
                  <a:moveTo>
                    <a:pt x="717697" y="430453"/>
                  </a:moveTo>
                  <a:lnTo>
                    <a:pt x="0" y="258532"/>
                  </a:lnTo>
                  <a:lnTo>
                    <a:pt x="26044" y="113878"/>
                  </a:lnTo>
                  <a:lnTo>
                    <a:pt x="112251" y="0"/>
                  </a:lnTo>
                  <a:close/>
                </a:path>
              </a:pathLst>
            </a:custGeom>
            <a:solidFill>
              <a:srgbClr val="FEE08B">
                <a:alpha val="60000"/>
              </a:srgbClr>
            </a:solidFill>
            <a:ln w="6775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g14">
              <a:extLst>
                <a:ext uri="{FF2B5EF4-FFF2-40B4-BE49-F238E27FC236}">
                  <a16:creationId xmlns:a16="http://schemas.microsoft.com/office/drawing/2014/main" id="{6425290F-1EFD-D474-EF5F-65C4AAEFA865}"/>
                </a:ext>
              </a:extLst>
            </p:cNvPr>
            <p:cNvSpPr/>
            <p:nvPr/>
          </p:nvSpPr>
          <p:spPr>
            <a:xfrm>
              <a:off x="2735016" y="840086"/>
              <a:ext cx="602525" cy="393640"/>
            </a:xfrm>
            <a:custGeom>
              <a:avLst/>
              <a:gdLst/>
              <a:ahLst/>
              <a:cxnLst/>
              <a:rect l="0" t="0" r="0" b="0"/>
              <a:pathLst>
                <a:path w="602525" h="393640">
                  <a:moveTo>
                    <a:pt x="573720" y="191767"/>
                  </a:moveTo>
                  <a:lnTo>
                    <a:pt x="519270" y="393640"/>
                  </a:lnTo>
                  <a:lnTo>
                    <a:pt x="0" y="0"/>
                  </a:lnTo>
                  <a:lnTo>
                    <a:pt x="602525" y="23768"/>
                  </a:lnTo>
                  <a:close/>
                </a:path>
              </a:pathLst>
            </a:custGeom>
            <a:solidFill>
              <a:srgbClr val="FC8D59">
                <a:alpha val="60000"/>
              </a:srgbClr>
            </a:solidFill>
            <a:ln w="677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g15">
              <a:extLst>
                <a:ext uri="{FF2B5EF4-FFF2-40B4-BE49-F238E27FC236}">
                  <a16:creationId xmlns:a16="http://schemas.microsoft.com/office/drawing/2014/main" id="{F9FC4520-02F2-6A0D-D574-6421A58DB0FD}"/>
                </a:ext>
              </a:extLst>
            </p:cNvPr>
            <p:cNvSpPr/>
            <p:nvPr/>
          </p:nvSpPr>
          <p:spPr>
            <a:xfrm>
              <a:off x="1539768" y="745377"/>
              <a:ext cx="838372" cy="234500"/>
            </a:xfrm>
            <a:custGeom>
              <a:avLst/>
              <a:gdLst/>
              <a:ahLst/>
              <a:cxnLst/>
              <a:rect l="0" t="0" r="0" b="0"/>
              <a:pathLst>
                <a:path w="838372" h="234500">
                  <a:moveTo>
                    <a:pt x="0" y="234500"/>
                  </a:moveTo>
                  <a:lnTo>
                    <a:pt x="315843" y="71947"/>
                  </a:lnTo>
                  <a:lnTo>
                    <a:pt x="702401" y="275"/>
                  </a:lnTo>
                  <a:lnTo>
                    <a:pt x="838372" y="0"/>
                  </a:lnTo>
                  <a:lnTo>
                    <a:pt x="819267" y="18937"/>
                  </a:lnTo>
                  <a:close/>
                </a:path>
              </a:pathLst>
            </a:custGeom>
            <a:solidFill>
              <a:srgbClr val="D53E4F">
                <a:alpha val="60000"/>
              </a:srgbClr>
            </a:solidFill>
            <a:ln w="6775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16">
              <a:extLst>
                <a:ext uri="{FF2B5EF4-FFF2-40B4-BE49-F238E27FC236}">
                  <a16:creationId xmlns:a16="http://schemas.microsoft.com/office/drawing/2014/main" id="{5DF891DC-C0D0-54A9-568E-849E86E36CA3}"/>
                </a:ext>
              </a:extLst>
            </p:cNvPr>
            <p:cNvSpPr/>
            <p:nvPr/>
          </p:nvSpPr>
          <p:spPr>
            <a:xfrm>
              <a:off x="2768679" y="813286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0" name="pt17">
              <a:extLst>
                <a:ext uri="{FF2B5EF4-FFF2-40B4-BE49-F238E27FC236}">
                  <a16:creationId xmlns:a16="http://schemas.microsoft.com/office/drawing/2014/main" id="{45ACA653-9B4C-633C-81A5-D7A232550ECB}"/>
                </a:ext>
              </a:extLst>
            </p:cNvPr>
            <p:cNvSpPr/>
            <p:nvPr/>
          </p:nvSpPr>
          <p:spPr>
            <a:xfrm>
              <a:off x="2327434" y="732713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1" name="pt18">
              <a:extLst>
                <a:ext uri="{FF2B5EF4-FFF2-40B4-BE49-F238E27FC236}">
                  <a16:creationId xmlns:a16="http://schemas.microsoft.com/office/drawing/2014/main" id="{2CAD0BD0-570D-903E-BDC3-DC7101084940}"/>
                </a:ext>
              </a:extLst>
            </p:cNvPr>
            <p:cNvSpPr/>
            <p:nvPr/>
          </p:nvSpPr>
          <p:spPr>
            <a:xfrm>
              <a:off x="2210569" y="714052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2" name="pg19">
              <a:extLst>
                <a:ext uri="{FF2B5EF4-FFF2-40B4-BE49-F238E27FC236}">
                  <a16:creationId xmlns:a16="http://schemas.microsoft.com/office/drawing/2014/main" id="{9484DAA8-C95C-214B-219F-DF1406872479}"/>
                </a:ext>
              </a:extLst>
            </p:cNvPr>
            <p:cNvSpPr/>
            <p:nvPr/>
          </p:nvSpPr>
          <p:spPr>
            <a:xfrm>
              <a:off x="2088036" y="913841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3" name="pt20">
              <a:extLst>
                <a:ext uri="{FF2B5EF4-FFF2-40B4-BE49-F238E27FC236}">
                  <a16:creationId xmlns:a16="http://schemas.microsoft.com/office/drawing/2014/main" id="{C4BF0354-8CBD-0B2E-74AB-448721202967}"/>
                </a:ext>
              </a:extLst>
            </p:cNvPr>
            <p:cNvSpPr/>
            <p:nvPr/>
          </p:nvSpPr>
          <p:spPr>
            <a:xfrm>
              <a:off x="2342885" y="1755296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4" name="pt21">
              <a:extLst>
                <a:ext uri="{FF2B5EF4-FFF2-40B4-BE49-F238E27FC236}">
                  <a16:creationId xmlns:a16="http://schemas.microsoft.com/office/drawing/2014/main" id="{9C30950A-17A8-FEC0-892F-9B08C73A7BBA}"/>
                </a:ext>
              </a:extLst>
            </p:cNvPr>
            <p:cNvSpPr/>
            <p:nvPr/>
          </p:nvSpPr>
          <p:spPr>
            <a:xfrm>
              <a:off x="2856131" y="1503285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5" name="pt22">
              <a:extLst>
                <a:ext uri="{FF2B5EF4-FFF2-40B4-BE49-F238E27FC236}">
                  <a16:creationId xmlns:a16="http://schemas.microsoft.com/office/drawing/2014/main" id="{49D1A0E4-EDEB-4B03-8F1D-995E4D8CA5F8}"/>
                </a:ext>
              </a:extLst>
            </p:cNvPr>
            <p:cNvSpPr/>
            <p:nvPr/>
          </p:nvSpPr>
          <p:spPr>
            <a:xfrm>
              <a:off x="2776823" y="1467516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6" name="pt23">
              <a:extLst>
                <a:ext uri="{FF2B5EF4-FFF2-40B4-BE49-F238E27FC236}">
                  <a16:creationId xmlns:a16="http://schemas.microsoft.com/office/drawing/2014/main" id="{4FAC4C79-C5B5-2DA3-1AAA-7C3F8D2D4A5D}"/>
                </a:ext>
              </a:extLst>
            </p:cNvPr>
            <p:cNvSpPr/>
            <p:nvPr/>
          </p:nvSpPr>
          <p:spPr>
            <a:xfrm>
              <a:off x="2678405" y="1756846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7" name="pg24">
              <a:extLst>
                <a:ext uri="{FF2B5EF4-FFF2-40B4-BE49-F238E27FC236}">
                  <a16:creationId xmlns:a16="http://schemas.microsoft.com/office/drawing/2014/main" id="{4BF6BD8E-BEF8-D3A6-BA7A-13A17CAFDFE9}"/>
                </a:ext>
              </a:extLst>
            </p:cNvPr>
            <p:cNvSpPr/>
            <p:nvPr/>
          </p:nvSpPr>
          <p:spPr>
            <a:xfrm>
              <a:off x="1763520" y="82548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8" name="pt25">
              <a:extLst>
                <a:ext uri="{FF2B5EF4-FFF2-40B4-BE49-F238E27FC236}">
                  <a16:creationId xmlns:a16="http://schemas.microsoft.com/office/drawing/2014/main" id="{1A602046-3E34-7FFD-A038-425175AD92D1}"/>
                </a:ext>
              </a:extLst>
            </p:cNvPr>
            <p:cNvSpPr/>
            <p:nvPr/>
          </p:nvSpPr>
          <p:spPr>
            <a:xfrm>
              <a:off x="2876679" y="1674370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9" name="pt26">
              <a:extLst>
                <a:ext uri="{FF2B5EF4-FFF2-40B4-BE49-F238E27FC236}">
                  <a16:creationId xmlns:a16="http://schemas.microsoft.com/office/drawing/2014/main" id="{EC39854E-50CD-DE6B-F38D-05BD35DFCD40}"/>
                </a:ext>
              </a:extLst>
            </p:cNvPr>
            <p:cNvSpPr/>
            <p:nvPr/>
          </p:nvSpPr>
          <p:spPr>
            <a:xfrm>
              <a:off x="2813599" y="1401398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0" name="pt27">
              <a:extLst>
                <a:ext uri="{FF2B5EF4-FFF2-40B4-BE49-F238E27FC236}">
                  <a16:creationId xmlns:a16="http://schemas.microsoft.com/office/drawing/2014/main" id="{AA6C91EA-C579-C429-2DF6-9E74D926E2D7}"/>
                </a:ext>
              </a:extLst>
            </p:cNvPr>
            <p:cNvSpPr/>
            <p:nvPr/>
          </p:nvSpPr>
          <p:spPr>
            <a:xfrm>
              <a:off x="3305205" y="1041784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1" name="pt28">
              <a:extLst>
                <a:ext uri="{FF2B5EF4-FFF2-40B4-BE49-F238E27FC236}">
                  <a16:creationId xmlns:a16="http://schemas.microsoft.com/office/drawing/2014/main" id="{9FA430CE-E995-726E-8CB8-173E331F907A}"/>
                </a:ext>
              </a:extLst>
            </p:cNvPr>
            <p:cNvSpPr/>
            <p:nvPr/>
          </p:nvSpPr>
          <p:spPr>
            <a:xfrm>
              <a:off x="3086367" y="1154941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2" name="pg29">
              <a:extLst>
                <a:ext uri="{FF2B5EF4-FFF2-40B4-BE49-F238E27FC236}">
                  <a16:creationId xmlns:a16="http://schemas.microsoft.com/office/drawing/2014/main" id="{7E875B09-FF14-F60E-F446-147FA237D54F}"/>
                </a:ext>
              </a:extLst>
            </p:cNvPr>
            <p:cNvSpPr/>
            <p:nvPr/>
          </p:nvSpPr>
          <p:spPr>
            <a:xfrm>
              <a:off x="791729" y="110379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3" name="pt30">
              <a:extLst>
                <a:ext uri="{FF2B5EF4-FFF2-40B4-BE49-F238E27FC236}">
                  <a16:creationId xmlns:a16="http://schemas.microsoft.com/office/drawing/2014/main" id="{6D773D2B-F85E-3E26-4111-2147CB11D635}"/>
                </a:ext>
              </a:extLst>
            </p:cNvPr>
            <p:cNvSpPr/>
            <p:nvPr/>
          </p:nvSpPr>
          <p:spPr>
            <a:xfrm>
              <a:off x="3044343" y="1055084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4" name="pt31">
              <a:extLst>
                <a:ext uri="{FF2B5EF4-FFF2-40B4-BE49-F238E27FC236}">
                  <a16:creationId xmlns:a16="http://schemas.microsoft.com/office/drawing/2014/main" id="{3FD109FF-1D90-D394-8F6C-DA77F574B78F}"/>
                </a:ext>
              </a:extLst>
            </p:cNvPr>
            <p:cNvSpPr/>
            <p:nvPr/>
          </p:nvSpPr>
          <p:spPr>
            <a:xfrm>
              <a:off x="2703415" y="808485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5" name="pt32">
              <a:extLst>
                <a:ext uri="{FF2B5EF4-FFF2-40B4-BE49-F238E27FC236}">
                  <a16:creationId xmlns:a16="http://schemas.microsoft.com/office/drawing/2014/main" id="{53DF8B88-4002-5862-9932-AFF14A9FF8D2}"/>
                </a:ext>
              </a:extLst>
            </p:cNvPr>
            <p:cNvSpPr/>
            <p:nvPr/>
          </p:nvSpPr>
          <p:spPr>
            <a:xfrm>
              <a:off x="3305941" y="832253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6" name="pg33">
              <a:extLst>
                <a:ext uri="{FF2B5EF4-FFF2-40B4-BE49-F238E27FC236}">
                  <a16:creationId xmlns:a16="http://schemas.microsoft.com/office/drawing/2014/main" id="{4F4D7CD8-641E-E454-4775-9874B6197C50}"/>
                </a:ext>
              </a:extLst>
            </p:cNvPr>
            <p:cNvSpPr/>
            <p:nvPr/>
          </p:nvSpPr>
          <p:spPr>
            <a:xfrm>
              <a:off x="1843303" y="1711740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7" name="pt34">
              <a:extLst>
                <a:ext uri="{FF2B5EF4-FFF2-40B4-BE49-F238E27FC236}">
                  <a16:creationId xmlns:a16="http://schemas.microsoft.com/office/drawing/2014/main" id="{3CE01CE7-7CB8-EA4D-4351-7A1C916E76F4}"/>
                </a:ext>
              </a:extLst>
            </p:cNvPr>
            <p:cNvSpPr/>
            <p:nvPr/>
          </p:nvSpPr>
          <p:spPr>
            <a:xfrm>
              <a:off x="1508167" y="948276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8" name="pt35">
              <a:extLst>
                <a:ext uri="{FF2B5EF4-FFF2-40B4-BE49-F238E27FC236}">
                  <a16:creationId xmlns:a16="http://schemas.microsoft.com/office/drawing/2014/main" id="{DA3F0922-97EA-0642-DB59-E2259314281E}"/>
                </a:ext>
              </a:extLst>
            </p:cNvPr>
            <p:cNvSpPr/>
            <p:nvPr/>
          </p:nvSpPr>
          <p:spPr>
            <a:xfrm>
              <a:off x="2197594" y="762567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9" name="pg36">
              <a:extLst>
                <a:ext uri="{FF2B5EF4-FFF2-40B4-BE49-F238E27FC236}">
                  <a16:creationId xmlns:a16="http://schemas.microsoft.com/office/drawing/2014/main" id="{10B5A6E3-D803-D111-6ADC-0A53A74B8B7B}"/>
                </a:ext>
              </a:extLst>
            </p:cNvPr>
            <p:cNvSpPr/>
            <p:nvPr/>
          </p:nvSpPr>
          <p:spPr>
            <a:xfrm>
              <a:off x="2359196" y="1552696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0" name="pg37">
              <a:extLst>
                <a:ext uri="{FF2B5EF4-FFF2-40B4-BE49-F238E27FC236}">
                  <a16:creationId xmlns:a16="http://schemas.microsoft.com/office/drawing/2014/main" id="{D085D889-A3FD-3AC4-B90B-F957EF2D3DC0}"/>
                </a:ext>
              </a:extLst>
            </p:cNvPr>
            <p:cNvSpPr/>
            <p:nvPr/>
          </p:nvSpPr>
          <p:spPr>
            <a:xfrm>
              <a:off x="2215996" y="187462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1" name="pg38">
              <a:extLst>
                <a:ext uri="{FF2B5EF4-FFF2-40B4-BE49-F238E27FC236}">
                  <a16:creationId xmlns:a16="http://schemas.microsoft.com/office/drawing/2014/main" id="{8262F357-9169-B0B5-D3BA-548B19A2F6E3}"/>
                </a:ext>
              </a:extLst>
            </p:cNvPr>
            <p:cNvSpPr/>
            <p:nvPr/>
          </p:nvSpPr>
          <p:spPr>
            <a:xfrm>
              <a:off x="1362589" y="184512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2" name="pg39">
              <a:extLst>
                <a:ext uri="{FF2B5EF4-FFF2-40B4-BE49-F238E27FC236}">
                  <a16:creationId xmlns:a16="http://schemas.microsoft.com/office/drawing/2014/main" id="{29988458-EE61-1F8F-C0C5-C7200C207369}"/>
                </a:ext>
              </a:extLst>
            </p:cNvPr>
            <p:cNvSpPr/>
            <p:nvPr/>
          </p:nvSpPr>
          <p:spPr>
            <a:xfrm>
              <a:off x="2054544" y="218490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3" name="pg40">
              <a:extLst>
                <a:ext uri="{FF2B5EF4-FFF2-40B4-BE49-F238E27FC236}">
                  <a16:creationId xmlns:a16="http://schemas.microsoft.com/office/drawing/2014/main" id="{EE2646DE-5C4F-FB9A-FA91-44924904854B}"/>
                </a:ext>
              </a:extLst>
            </p:cNvPr>
            <p:cNvSpPr/>
            <p:nvPr/>
          </p:nvSpPr>
          <p:spPr>
            <a:xfrm>
              <a:off x="2165988" y="169995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4" name="pg41">
              <a:extLst>
                <a:ext uri="{FF2B5EF4-FFF2-40B4-BE49-F238E27FC236}">
                  <a16:creationId xmlns:a16="http://schemas.microsoft.com/office/drawing/2014/main" id="{812D7E71-F8A3-4EF8-9B0F-86C7C34CF514}"/>
                </a:ext>
              </a:extLst>
            </p:cNvPr>
            <p:cNvSpPr/>
            <p:nvPr/>
          </p:nvSpPr>
          <p:spPr>
            <a:xfrm>
              <a:off x="1922870" y="166790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5" name="pg42">
              <a:extLst>
                <a:ext uri="{FF2B5EF4-FFF2-40B4-BE49-F238E27FC236}">
                  <a16:creationId xmlns:a16="http://schemas.microsoft.com/office/drawing/2014/main" id="{0355FE02-DA52-D3EA-39B0-B5D6488E4A45}"/>
                </a:ext>
              </a:extLst>
            </p:cNvPr>
            <p:cNvSpPr/>
            <p:nvPr/>
          </p:nvSpPr>
          <p:spPr>
            <a:xfrm>
              <a:off x="2330474" y="164188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6" name="pg43">
              <a:extLst>
                <a:ext uri="{FF2B5EF4-FFF2-40B4-BE49-F238E27FC236}">
                  <a16:creationId xmlns:a16="http://schemas.microsoft.com/office/drawing/2014/main" id="{BBC44F1F-1C25-FA5B-57F7-10806C707D82}"/>
                </a:ext>
              </a:extLst>
            </p:cNvPr>
            <p:cNvSpPr/>
            <p:nvPr/>
          </p:nvSpPr>
          <p:spPr>
            <a:xfrm>
              <a:off x="1306469" y="275950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7" name="pg44">
              <a:extLst>
                <a:ext uri="{FF2B5EF4-FFF2-40B4-BE49-F238E27FC236}">
                  <a16:creationId xmlns:a16="http://schemas.microsoft.com/office/drawing/2014/main" id="{1860275B-C10F-69E3-4936-FCF457CF2CB5}"/>
                </a:ext>
              </a:extLst>
            </p:cNvPr>
            <p:cNvSpPr/>
            <p:nvPr/>
          </p:nvSpPr>
          <p:spPr>
            <a:xfrm>
              <a:off x="2120561" y="1774183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8" name="pg45">
              <a:extLst>
                <a:ext uri="{FF2B5EF4-FFF2-40B4-BE49-F238E27FC236}">
                  <a16:creationId xmlns:a16="http://schemas.microsoft.com/office/drawing/2014/main" id="{EB383465-A512-5C7C-0A65-528C5E02B7C3}"/>
                </a:ext>
              </a:extLst>
            </p:cNvPr>
            <p:cNvSpPr/>
            <p:nvPr/>
          </p:nvSpPr>
          <p:spPr>
            <a:xfrm>
              <a:off x="2359090" y="171343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9" name="pg46">
              <a:extLst>
                <a:ext uri="{FF2B5EF4-FFF2-40B4-BE49-F238E27FC236}">
                  <a16:creationId xmlns:a16="http://schemas.microsoft.com/office/drawing/2014/main" id="{06C1F5E5-CA31-BFCD-8123-B3F7313B48AA}"/>
                </a:ext>
              </a:extLst>
            </p:cNvPr>
            <p:cNvSpPr/>
            <p:nvPr/>
          </p:nvSpPr>
          <p:spPr>
            <a:xfrm>
              <a:off x="2139727" y="175801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0" name="pg47">
              <a:extLst>
                <a:ext uri="{FF2B5EF4-FFF2-40B4-BE49-F238E27FC236}">
                  <a16:creationId xmlns:a16="http://schemas.microsoft.com/office/drawing/2014/main" id="{DCA8573B-7F03-15F4-FF41-65152520CC58}"/>
                </a:ext>
              </a:extLst>
            </p:cNvPr>
            <p:cNvSpPr/>
            <p:nvPr/>
          </p:nvSpPr>
          <p:spPr>
            <a:xfrm>
              <a:off x="2006817" y="117453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1" name="pg48">
              <a:extLst>
                <a:ext uri="{FF2B5EF4-FFF2-40B4-BE49-F238E27FC236}">
                  <a16:creationId xmlns:a16="http://schemas.microsoft.com/office/drawing/2014/main" id="{1B87C087-0A4E-B452-5DFF-0F6738B1B557}"/>
                </a:ext>
              </a:extLst>
            </p:cNvPr>
            <p:cNvSpPr/>
            <p:nvPr/>
          </p:nvSpPr>
          <p:spPr>
            <a:xfrm>
              <a:off x="2430215" y="1466118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2" name="pg49">
              <a:extLst>
                <a:ext uri="{FF2B5EF4-FFF2-40B4-BE49-F238E27FC236}">
                  <a16:creationId xmlns:a16="http://schemas.microsoft.com/office/drawing/2014/main" id="{2F863B3F-E47E-C20D-9A18-D3E13156E5C3}"/>
                </a:ext>
              </a:extLst>
            </p:cNvPr>
            <p:cNvSpPr/>
            <p:nvPr/>
          </p:nvSpPr>
          <p:spPr>
            <a:xfrm>
              <a:off x="1199517" y="104489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3" name="pg50">
              <a:extLst>
                <a:ext uri="{FF2B5EF4-FFF2-40B4-BE49-F238E27FC236}">
                  <a16:creationId xmlns:a16="http://schemas.microsoft.com/office/drawing/2014/main" id="{EE6C538E-E0A5-A63F-41FA-67DFE0E4EA12}"/>
                </a:ext>
              </a:extLst>
            </p:cNvPr>
            <p:cNvSpPr/>
            <p:nvPr/>
          </p:nvSpPr>
          <p:spPr>
            <a:xfrm>
              <a:off x="1666964" y="69222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4" name="pg51">
              <a:extLst>
                <a:ext uri="{FF2B5EF4-FFF2-40B4-BE49-F238E27FC236}">
                  <a16:creationId xmlns:a16="http://schemas.microsoft.com/office/drawing/2014/main" id="{E2058635-C173-C0FA-1A57-12D48062FB24}"/>
                </a:ext>
              </a:extLst>
            </p:cNvPr>
            <p:cNvSpPr/>
            <p:nvPr/>
          </p:nvSpPr>
          <p:spPr>
            <a:xfrm>
              <a:off x="1540713" y="249832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5" name="pg52">
              <a:extLst>
                <a:ext uri="{FF2B5EF4-FFF2-40B4-BE49-F238E27FC236}">
                  <a16:creationId xmlns:a16="http://schemas.microsoft.com/office/drawing/2014/main" id="{09C257E5-AE06-147E-5A0C-D090B410944F}"/>
                </a:ext>
              </a:extLst>
            </p:cNvPr>
            <p:cNvSpPr/>
            <p:nvPr/>
          </p:nvSpPr>
          <p:spPr>
            <a:xfrm>
              <a:off x="1481069" y="289185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6" name="pg53">
              <a:extLst>
                <a:ext uri="{FF2B5EF4-FFF2-40B4-BE49-F238E27FC236}">
                  <a16:creationId xmlns:a16="http://schemas.microsoft.com/office/drawing/2014/main" id="{C20CBD4A-6F6A-0A27-CC76-1567F9EE2C67}"/>
                </a:ext>
              </a:extLst>
            </p:cNvPr>
            <p:cNvSpPr/>
            <p:nvPr/>
          </p:nvSpPr>
          <p:spPr>
            <a:xfrm>
              <a:off x="1703616" y="243642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7" name="pg54">
              <a:extLst>
                <a:ext uri="{FF2B5EF4-FFF2-40B4-BE49-F238E27FC236}">
                  <a16:creationId xmlns:a16="http://schemas.microsoft.com/office/drawing/2014/main" id="{54163633-357B-D916-342D-28D7B5574BC5}"/>
                </a:ext>
              </a:extLst>
            </p:cNvPr>
            <p:cNvSpPr/>
            <p:nvPr/>
          </p:nvSpPr>
          <p:spPr>
            <a:xfrm>
              <a:off x="1808715" y="1969476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8" name="pg55">
              <a:extLst>
                <a:ext uri="{FF2B5EF4-FFF2-40B4-BE49-F238E27FC236}">
                  <a16:creationId xmlns:a16="http://schemas.microsoft.com/office/drawing/2014/main" id="{5A67F7FA-65AE-BE37-AD7E-22E503A4FF67}"/>
                </a:ext>
              </a:extLst>
            </p:cNvPr>
            <p:cNvSpPr/>
            <p:nvPr/>
          </p:nvSpPr>
          <p:spPr>
            <a:xfrm>
              <a:off x="1395863" y="255565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9" name="pg56">
              <a:extLst>
                <a:ext uri="{FF2B5EF4-FFF2-40B4-BE49-F238E27FC236}">
                  <a16:creationId xmlns:a16="http://schemas.microsoft.com/office/drawing/2014/main" id="{DD955F89-3783-85C3-849E-3F847A94FC35}"/>
                </a:ext>
              </a:extLst>
            </p:cNvPr>
            <p:cNvSpPr/>
            <p:nvPr/>
          </p:nvSpPr>
          <p:spPr>
            <a:xfrm>
              <a:off x="2090959" y="1567040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0" name="pg57">
              <a:extLst>
                <a:ext uri="{FF2B5EF4-FFF2-40B4-BE49-F238E27FC236}">
                  <a16:creationId xmlns:a16="http://schemas.microsoft.com/office/drawing/2014/main" id="{764D6D09-9643-04BA-009F-54F45AEDC8BA}"/>
                </a:ext>
              </a:extLst>
            </p:cNvPr>
            <p:cNvSpPr/>
            <p:nvPr/>
          </p:nvSpPr>
          <p:spPr>
            <a:xfrm>
              <a:off x="1876525" y="183752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1" name="pg58">
              <a:extLst>
                <a:ext uri="{FF2B5EF4-FFF2-40B4-BE49-F238E27FC236}">
                  <a16:creationId xmlns:a16="http://schemas.microsoft.com/office/drawing/2014/main" id="{3FAF757B-290C-C6FC-2134-7A533E0AA444}"/>
                </a:ext>
              </a:extLst>
            </p:cNvPr>
            <p:cNvSpPr/>
            <p:nvPr/>
          </p:nvSpPr>
          <p:spPr>
            <a:xfrm>
              <a:off x="2228266" y="1814478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2" name="pg59">
              <a:extLst>
                <a:ext uri="{FF2B5EF4-FFF2-40B4-BE49-F238E27FC236}">
                  <a16:creationId xmlns:a16="http://schemas.microsoft.com/office/drawing/2014/main" id="{24D53FDA-E03F-B687-AF9C-87EFA702B80E}"/>
                </a:ext>
              </a:extLst>
            </p:cNvPr>
            <p:cNvSpPr/>
            <p:nvPr/>
          </p:nvSpPr>
          <p:spPr>
            <a:xfrm>
              <a:off x="2330434" y="197050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3" name="pg60">
              <a:extLst>
                <a:ext uri="{FF2B5EF4-FFF2-40B4-BE49-F238E27FC236}">
                  <a16:creationId xmlns:a16="http://schemas.microsoft.com/office/drawing/2014/main" id="{1DE02D44-D7F8-FDA2-D37A-86D596746530}"/>
                </a:ext>
              </a:extLst>
            </p:cNvPr>
            <p:cNvSpPr/>
            <p:nvPr/>
          </p:nvSpPr>
          <p:spPr>
            <a:xfrm>
              <a:off x="2888296" y="100778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4" name="pg61">
              <a:extLst>
                <a:ext uri="{FF2B5EF4-FFF2-40B4-BE49-F238E27FC236}">
                  <a16:creationId xmlns:a16="http://schemas.microsoft.com/office/drawing/2014/main" id="{23B381CC-240D-1907-0DC6-9A155488C3BD}"/>
                </a:ext>
              </a:extLst>
            </p:cNvPr>
            <p:cNvSpPr/>
            <p:nvPr/>
          </p:nvSpPr>
          <p:spPr>
            <a:xfrm>
              <a:off x="2799656" y="158303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5" name="pg62">
              <a:extLst>
                <a:ext uri="{FF2B5EF4-FFF2-40B4-BE49-F238E27FC236}">
                  <a16:creationId xmlns:a16="http://schemas.microsoft.com/office/drawing/2014/main" id="{54B5131B-D336-BFF8-09EB-346F9500E7ED}"/>
                </a:ext>
              </a:extLst>
            </p:cNvPr>
            <p:cNvSpPr/>
            <p:nvPr/>
          </p:nvSpPr>
          <p:spPr>
            <a:xfrm>
              <a:off x="1392822" y="1105710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6" name="pg63">
              <a:extLst>
                <a:ext uri="{FF2B5EF4-FFF2-40B4-BE49-F238E27FC236}">
                  <a16:creationId xmlns:a16="http://schemas.microsoft.com/office/drawing/2014/main" id="{6483939D-4820-1737-031D-74286C8D6770}"/>
                </a:ext>
              </a:extLst>
            </p:cNvPr>
            <p:cNvSpPr/>
            <p:nvPr/>
          </p:nvSpPr>
          <p:spPr>
            <a:xfrm>
              <a:off x="1516334" y="86390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7" name="pt64">
              <a:extLst>
                <a:ext uri="{FF2B5EF4-FFF2-40B4-BE49-F238E27FC236}">
                  <a16:creationId xmlns:a16="http://schemas.microsoft.com/office/drawing/2014/main" id="{119B4716-4C3F-77E7-E24B-FE53C52AE2DE}"/>
                </a:ext>
              </a:extLst>
            </p:cNvPr>
            <p:cNvSpPr/>
            <p:nvPr/>
          </p:nvSpPr>
          <p:spPr>
            <a:xfrm>
              <a:off x="2711018" y="1791772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8" name="pt65">
              <a:extLst>
                <a:ext uri="{FF2B5EF4-FFF2-40B4-BE49-F238E27FC236}">
                  <a16:creationId xmlns:a16="http://schemas.microsoft.com/office/drawing/2014/main" id="{C9EA6569-21A5-E99D-2EB1-5918CF195290}"/>
                </a:ext>
              </a:extLst>
            </p:cNvPr>
            <p:cNvSpPr/>
            <p:nvPr/>
          </p:nvSpPr>
          <p:spPr>
            <a:xfrm>
              <a:off x="2821607" y="1511598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9" name="pt66">
              <a:extLst>
                <a:ext uri="{FF2B5EF4-FFF2-40B4-BE49-F238E27FC236}">
                  <a16:creationId xmlns:a16="http://schemas.microsoft.com/office/drawing/2014/main" id="{436FC5C2-8E9F-7F62-7288-9DA271748A16}"/>
                </a:ext>
              </a:extLst>
            </p:cNvPr>
            <p:cNvSpPr/>
            <p:nvPr/>
          </p:nvSpPr>
          <p:spPr>
            <a:xfrm>
              <a:off x="3092706" y="1901552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0" name="pt67">
              <a:extLst>
                <a:ext uri="{FF2B5EF4-FFF2-40B4-BE49-F238E27FC236}">
                  <a16:creationId xmlns:a16="http://schemas.microsoft.com/office/drawing/2014/main" id="{1222151C-F2C1-2CF8-977D-066200FF3B0E}"/>
                </a:ext>
              </a:extLst>
            </p:cNvPr>
            <p:cNvSpPr/>
            <p:nvPr/>
          </p:nvSpPr>
          <p:spPr>
            <a:xfrm>
              <a:off x="3090540" y="1757539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1" name="pt68">
              <a:extLst>
                <a:ext uri="{FF2B5EF4-FFF2-40B4-BE49-F238E27FC236}">
                  <a16:creationId xmlns:a16="http://schemas.microsoft.com/office/drawing/2014/main" id="{CFC1BB47-6F08-CE95-AD99-ACC599EC2CB4}"/>
                </a:ext>
              </a:extLst>
            </p:cNvPr>
            <p:cNvSpPr/>
            <p:nvPr/>
          </p:nvSpPr>
          <p:spPr>
            <a:xfrm>
              <a:off x="2377985" y="1883656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2" name="pg69">
              <a:extLst>
                <a:ext uri="{FF2B5EF4-FFF2-40B4-BE49-F238E27FC236}">
                  <a16:creationId xmlns:a16="http://schemas.microsoft.com/office/drawing/2014/main" id="{FE2E83E3-A52E-8F1D-BCC9-11416B193336}"/>
                </a:ext>
              </a:extLst>
            </p:cNvPr>
            <p:cNvSpPr/>
            <p:nvPr/>
          </p:nvSpPr>
          <p:spPr>
            <a:xfrm>
              <a:off x="2457201" y="184823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3" name="pt70">
              <a:extLst>
                <a:ext uri="{FF2B5EF4-FFF2-40B4-BE49-F238E27FC236}">
                  <a16:creationId xmlns:a16="http://schemas.microsoft.com/office/drawing/2014/main" id="{D98A4C79-6CE1-DF2C-7C0A-A883AD2FCA9B}"/>
                </a:ext>
              </a:extLst>
            </p:cNvPr>
            <p:cNvSpPr/>
            <p:nvPr/>
          </p:nvSpPr>
          <p:spPr>
            <a:xfrm>
              <a:off x="3245162" y="1634888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4" name="pt71">
              <a:extLst>
                <a:ext uri="{FF2B5EF4-FFF2-40B4-BE49-F238E27FC236}">
                  <a16:creationId xmlns:a16="http://schemas.microsoft.com/office/drawing/2014/main" id="{C45DDC9B-1450-A331-8354-612E4DB53CF3}"/>
                </a:ext>
              </a:extLst>
            </p:cNvPr>
            <p:cNvSpPr/>
            <p:nvPr/>
          </p:nvSpPr>
          <p:spPr>
            <a:xfrm>
              <a:off x="3049683" y="1741784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5" name="pt72">
              <a:extLst>
                <a:ext uri="{FF2B5EF4-FFF2-40B4-BE49-F238E27FC236}">
                  <a16:creationId xmlns:a16="http://schemas.microsoft.com/office/drawing/2014/main" id="{AC48956B-B553-2217-E401-D3634ECE80EA}"/>
                </a:ext>
              </a:extLst>
            </p:cNvPr>
            <p:cNvSpPr/>
            <p:nvPr/>
          </p:nvSpPr>
          <p:spPr>
            <a:xfrm>
              <a:off x="2983632" y="1967542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6" name="pt73">
              <a:extLst>
                <a:ext uri="{FF2B5EF4-FFF2-40B4-BE49-F238E27FC236}">
                  <a16:creationId xmlns:a16="http://schemas.microsoft.com/office/drawing/2014/main" id="{D614761F-D5A7-0EAB-5F77-8FD0F2B4DDBC}"/>
                </a:ext>
              </a:extLst>
            </p:cNvPr>
            <p:cNvSpPr/>
            <p:nvPr/>
          </p:nvSpPr>
          <p:spPr>
            <a:xfrm>
              <a:off x="3361271" y="1392690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7" name="pt74">
              <a:extLst>
                <a:ext uri="{FF2B5EF4-FFF2-40B4-BE49-F238E27FC236}">
                  <a16:creationId xmlns:a16="http://schemas.microsoft.com/office/drawing/2014/main" id="{0BF17415-71FF-2595-2814-24A89D0C0551}"/>
                </a:ext>
              </a:extLst>
            </p:cNvPr>
            <p:cNvSpPr/>
            <p:nvPr/>
          </p:nvSpPr>
          <p:spPr>
            <a:xfrm>
              <a:off x="3649789" y="1485537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8" name="pt75">
              <a:extLst>
                <a:ext uri="{FF2B5EF4-FFF2-40B4-BE49-F238E27FC236}">
                  <a16:creationId xmlns:a16="http://schemas.microsoft.com/office/drawing/2014/main" id="{782A0180-3E39-5061-5864-59935AAAC53A}"/>
                </a:ext>
              </a:extLst>
            </p:cNvPr>
            <p:cNvSpPr/>
            <p:nvPr/>
          </p:nvSpPr>
          <p:spPr>
            <a:xfrm>
              <a:off x="3308033" y="1385669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9" name="pg76">
              <a:extLst>
                <a:ext uri="{FF2B5EF4-FFF2-40B4-BE49-F238E27FC236}">
                  <a16:creationId xmlns:a16="http://schemas.microsoft.com/office/drawing/2014/main" id="{1D6AD999-7DC4-8426-1CE0-A928A9E16957}"/>
                </a:ext>
              </a:extLst>
            </p:cNvPr>
            <p:cNvSpPr/>
            <p:nvPr/>
          </p:nvSpPr>
          <p:spPr>
            <a:xfrm>
              <a:off x="2817078" y="1585693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0" name="pt77">
              <a:extLst>
                <a:ext uri="{FF2B5EF4-FFF2-40B4-BE49-F238E27FC236}">
                  <a16:creationId xmlns:a16="http://schemas.microsoft.com/office/drawing/2014/main" id="{9536EA2A-AF27-EA7D-AF02-6AB35CF5A1C0}"/>
                </a:ext>
              </a:extLst>
            </p:cNvPr>
            <p:cNvSpPr/>
            <p:nvPr/>
          </p:nvSpPr>
          <p:spPr>
            <a:xfrm>
              <a:off x="3222685" y="1202125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1" name="pt78">
              <a:extLst>
                <a:ext uri="{FF2B5EF4-FFF2-40B4-BE49-F238E27FC236}">
                  <a16:creationId xmlns:a16="http://schemas.microsoft.com/office/drawing/2014/main" id="{A05BF84C-A7B9-9A6E-2347-B56E6BA3B101}"/>
                </a:ext>
              </a:extLst>
            </p:cNvPr>
            <p:cNvSpPr/>
            <p:nvPr/>
          </p:nvSpPr>
          <p:spPr>
            <a:xfrm>
              <a:off x="3277135" y="1000252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2" name="pt79">
              <a:extLst>
                <a:ext uri="{FF2B5EF4-FFF2-40B4-BE49-F238E27FC236}">
                  <a16:creationId xmlns:a16="http://schemas.microsoft.com/office/drawing/2014/main" id="{67C9926C-306F-A221-283D-EC208F7E81A4}"/>
                </a:ext>
              </a:extLst>
            </p:cNvPr>
            <p:cNvSpPr/>
            <p:nvPr/>
          </p:nvSpPr>
          <p:spPr>
            <a:xfrm>
              <a:off x="1824011" y="785724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3" name="pg80">
              <a:extLst>
                <a:ext uri="{FF2B5EF4-FFF2-40B4-BE49-F238E27FC236}">
                  <a16:creationId xmlns:a16="http://schemas.microsoft.com/office/drawing/2014/main" id="{3A162B94-EE26-AB45-243A-30A2D5419914}"/>
                </a:ext>
              </a:extLst>
            </p:cNvPr>
            <p:cNvSpPr/>
            <p:nvPr/>
          </p:nvSpPr>
          <p:spPr>
            <a:xfrm>
              <a:off x="2692051" y="167045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4" name="pt81">
              <a:extLst>
                <a:ext uri="{FF2B5EF4-FFF2-40B4-BE49-F238E27FC236}">
                  <a16:creationId xmlns:a16="http://schemas.microsoft.com/office/drawing/2014/main" id="{A9410753-D7A4-C4B2-9808-5D460ED3D7FD}"/>
                </a:ext>
              </a:extLst>
            </p:cNvPr>
            <p:cNvSpPr/>
            <p:nvPr/>
          </p:nvSpPr>
          <p:spPr>
            <a:xfrm>
              <a:off x="2346540" y="713776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5" name="pt82">
              <a:extLst>
                <a:ext uri="{FF2B5EF4-FFF2-40B4-BE49-F238E27FC236}">
                  <a16:creationId xmlns:a16="http://schemas.microsoft.com/office/drawing/2014/main" id="{9782DE09-306C-0B05-32D8-1E882F60CB1E}"/>
                </a:ext>
              </a:extLst>
            </p:cNvPr>
            <p:cNvSpPr/>
            <p:nvPr/>
          </p:nvSpPr>
          <p:spPr>
            <a:xfrm>
              <a:off x="1860499" y="2476141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6" name="pt83">
              <a:extLst>
                <a:ext uri="{FF2B5EF4-FFF2-40B4-BE49-F238E27FC236}">
                  <a16:creationId xmlns:a16="http://schemas.microsoft.com/office/drawing/2014/main" id="{99567CA9-5C21-39E5-841B-FCB4E079CD73}"/>
                </a:ext>
              </a:extLst>
            </p:cNvPr>
            <p:cNvSpPr/>
            <p:nvPr/>
          </p:nvSpPr>
          <p:spPr>
            <a:xfrm>
              <a:off x="2392251" y="3061831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7" name="pg84">
              <a:extLst>
                <a:ext uri="{FF2B5EF4-FFF2-40B4-BE49-F238E27FC236}">
                  <a16:creationId xmlns:a16="http://schemas.microsoft.com/office/drawing/2014/main" id="{D13D2C76-E717-2E0D-141B-5159FCC25E03}"/>
                </a:ext>
              </a:extLst>
            </p:cNvPr>
            <p:cNvSpPr/>
            <p:nvPr/>
          </p:nvSpPr>
          <p:spPr>
            <a:xfrm>
              <a:off x="2433139" y="170301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8" name="pt85">
              <a:extLst>
                <a:ext uri="{FF2B5EF4-FFF2-40B4-BE49-F238E27FC236}">
                  <a16:creationId xmlns:a16="http://schemas.microsoft.com/office/drawing/2014/main" id="{71350BB0-8924-0BF0-47CD-C223285DFFC5}"/>
                </a:ext>
              </a:extLst>
            </p:cNvPr>
            <p:cNvSpPr/>
            <p:nvPr/>
          </p:nvSpPr>
          <p:spPr>
            <a:xfrm>
              <a:off x="2585625" y="1993937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9" name="pt86">
              <a:extLst>
                <a:ext uri="{FF2B5EF4-FFF2-40B4-BE49-F238E27FC236}">
                  <a16:creationId xmlns:a16="http://schemas.microsoft.com/office/drawing/2014/main" id="{D7E0CCAF-10EF-9BD0-5C51-A8E3D95531A3}"/>
                </a:ext>
              </a:extLst>
            </p:cNvPr>
            <p:cNvSpPr/>
            <p:nvPr/>
          </p:nvSpPr>
          <p:spPr>
            <a:xfrm>
              <a:off x="2693404" y="2869559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0" name="pt87">
              <a:extLst>
                <a:ext uri="{FF2B5EF4-FFF2-40B4-BE49-F238E27FC236}">
                  <a16:creationId xmlns:a16="http://schemas.microsoft.com/office/drawing/2014/main" id="{AA7CF0F3-2425-6704-72C2-48ECD4523CEB}"/>
                </a:ext>
              </a:extLst>
            </p:cNvPr>
            <p:cNvSpPr/>
            <p:nvPr/>
          </p:nvSpPr>
          <p:spPr>
            <a:xfrm>
              <a:off x="2309911" y="1825749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1" name="pt88">
              <a:extLst>
                <a:ext uri="{FF2B5EF4-FFF2-40B4-BE49-F238E27FC236}">
                  <a16:creationId xmlns:a16="http://schemas.microsoft.com/office/drawing/2014/main" id="{8351712B-6BBF-ED10-5049-5324ADF06507}"/>
                </a:ext>
              </a:extLst>
            </p:cNvPr>
            <p:cNvSpPr/>
            <p:nvPr/>
          </p:nvSpPr>
          <p:spPr>
            <a:xfrm>
              <a:off x="2525057" y="1475446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2" name="pg89">
              <a:extLst>
                <a:ext uri="{FF2B5EF4-FFF2-40B4-BE49-F238E27FC236}">
                  <a16:creationId xmlns:a16="http://schemas.microsoft.com/office/drawing/2014/main" id="{1E436F46-0DA1-A170-E5E8-4DE400AF7A99}"/>
                </a:ext>
              </a:extLst>
            </p:cNvPr>
            <p:cNvSpPr/>
            <p:nvPr/>
          </p:nvSpPr>
          <p:spPr>
            <a:xfrm>
              <a:off x="2160589" y="108961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3" name="pt90">
              <a:extLst>
                <a:ext uri="{FF2B5EF4-FFF2-40B4-BE49-F238E27FC236}">
                  <a16:creationId xmlns:a16="http://schemas.microsoft.com/office/drawing/2014/main" id="{4FC56FCC-F709-89AA-CCFE-68BD5327FFA1}"/>
                </a:ext>
              </a:extLst>
            </p:cNvPr>
            <p:cNvSpPr/>
            <p:nvPr/>
          </p:nvSpPr>
          <p:spPr>
            <a:xfrm>
              <a:off x="2958136" y="1168962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4" name="pt91">
              <a:extLst>
                <a:ext uri="{FF2B5EF4-FFF2-40B4-BE49-F238E27FC236}">
                  <a16:creationId xmlns:a16="http://schemas.microsoft.com/office/drawing/2014/main" id="{E99D3EAE-D7ED-8B3C-CBF8-E4E233FC72D3}"/>
                </a:ext>
              </a:extLst>
            </p:cNvPr>
            <p:cNvSpPr/>
            <p:nvPr/>
          </p:nvSpPr>
          <p:spPr>
            <a:xfrm>
              <a:off x="2932092" y="1313616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5" name="pt92">
              <a:extLst>
                <a:ext uri="{FF2B5EF4-FFF2-40B4-BE49-F238E27FC236}">
                  <a16:creationId xmlns:a16="http://schemas.microsoft.com/office/drawing/2014/main" id="{7A9F6A34-2F2B-7987-B593-4AC0553134B4}"/>
                </a:ext>
              </a:extLst>
            </p:cNvPr>
            <p:cNvSpPr/>
            <p:nvPr/>
          </p:nvSpPr>
          <p:spPr>
            <a:xfrm>
              <a:off x="3021221" y="895427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6" name="pl93">
              <a:extLst>
                <a:ext uri="{FF2B5EF4-FFF2-40B4-BE49-F238E27FC236}">
                  <a16:creationId xmlns:a16="http://schemas.microsoft.com/office/drawing/2014/main" id="{471754F9-1D69-74AF-669D-7EEEC7BE6191}"/>
                </a:ext>
              </a:extLst>
            </p:cNvPr>
            <p:cNvSpPr/>
            <p:nvPr/>
          </p:nvSpPr>
          <p:spPr>
            <a:xfrm>
              <a:off x="1667583" y="2048255"/>
              <a:ext cx="861416" cy="264419"/>
            </a:xfrm>
            <a:custGeom>
              <a:avLst/>
              <a:gdLst/>
              <a:ahLst/>
              <a:cxnLst/>
              <a:rect l="0" t="0" r="0" b="0"/>
              <a:pathLst>
                <a:path w="861416" h="264419">
                  <a:moveTo>
                    <a:pt x="0" y="264419"/>
                  </a:moveTo>
                  <a:lnTo>
                    <a:pt x="861416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g94">
              <a:extLst>
                <a:ext uri="{FF2B5EF4-FFF2-40B4-BE49-F238E27FC236}">
                  <a16:creationId xmlns:a16="http://schemas.microsoft.com/office/drawing/2014/main" id="{DB8DA985-1B9F-41B9-7205-E14A3FB4F233}"/>
                </a:ext>
              </a:extLst>
            </p:cNvPr>
            <p:cNvSpPr/>
            <p:nvPr/>
          </p:nvSpPr>
          <p:spPr>
            <a:xfrm>
              <a:off x="2387349" y="2043468"/>
              <a:ext cx="141651" cy="88224"/>
            </a:xfrm>
            <a:custGeom>
              <a:avLst/>
              <a:gdLst/>
              <a:ahLst/>
              <a:cxnLst/>
              <a:rect l="0" t="0" r="0" b="0"/>
              <a:pathLst>
                <a:path w="141651" h="88224">
                  <a:moveTo>
                    <a:pt x="27081" y="88224"/>
                  </a:moveTo>
                  <a:lnTo>
                    <a:pt x="141651" y="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l95">
              <a:extLst>
                <a:ext uri="{FF2B5EF4-FFF2-40B4-BE49-F238E27FC236}">
                  <a16:creationId xmlns:a16="http://schemas.microsoft.com/office/drawing/2014/main" id="{4D4E67F0-60CD-6B41-C15B-D3A7DA0FF54F}"/>
                </a:ext>
              </a:extLst>
            </p:cNvPr>
            <p:cNvSpPr/>
            <p:nvPr/>
          </p:nvSpPr>
          <p:spPr>
            <a:xfrm>
              <a:off x="1935268" y="1944723"/>
              <a:ext cx="867854" cy="84774"/>
            </a:xfrm>
            <a:custGeom>
              <a:avLst/>
              <a:gdLst/>
              <a:ahLst/>
              <a:cxnLst/>
              <a:rect l="0" t="0" r="0" b="0"/>
              <a:pathLst>
                <a:path w="867854" h="84774">
                  <a:moveTo>
                    <a:pt x="0" y="84774"/>
                  </a:moveTo>
                  <a:lnTo>
                    <a:pt x="867854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g96">
              <a:extLst>
                <a:ext uri="{FF2B5EF4-FFF2-40B4-BE49-F238E27FC236}">
                  <a16:creationId xmlns:a16="http://schemas.microsoft.com/office/drawing/2014/main" id="{BD4E4E91-75A2-2BB3-AE6E-1EF0DDCA19AD}"/>
                </a:ext>
              </a:extLst>
            </p:cNvPr>
            <p:cNvSpPr/>
            <p:nvPr/>
          </p:nvSpPr>
          <p:spPr>
            <a:xfrm>
              <a:off x="2665261" y="1911827"/>
              <a:ext cx="137861" cy="91849"/>
            </a:xfrm>
            <a:custGeom>
              <a:avLst/>
              <a:gdLst/>
              <a:ahLst/>
              <a:cxnLst/>
              <a:rect l="0" t="0" r="0" b="0"/>
              <a:pathLst>
                <a:path w="137861" h="91849">
                  <a:moveTo>
                    <a:pt x="8972" y="91849"/>
                  </a:moveTo>
                  <a:lnTo>
                    <a:pt x="137861" y="32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l97">
              <a:extLst>
                <a:ext uri="{FF2B5EF4-FFF2-40B4-BE49-F238E27FC236}">
                  <a16:creationId xmlns:a16="http://schemas.microsoft.com/office/drawing/2014/main" id="{C5FB8225-7A10-17EC-9BF1-22565B41F1EC}"/>
                </a:ext>
              </a:extLst>
            </p:cNvPr>
            <p:cNvSpPr/>
            <p:nvPr/>
          </p:nvSpPr>
          <p:spPr>
            <a:xfrm>
              <a:off x="2292180" y="1615686"/>
              <a:ext cx="629742" cy="210524"/>
            </a:xfrm>
            <a:custGeom>
              <a:avLst/>
              <a:gdLst/>
              <a:ahLst/>
              <a:cxnLst/>
              <a:rect l="0" t="0" r="0" b="0"/>
              <a:pathLst>
                <a:path w="629742" h="210524">
                  <a:moveTo>
                    <a:pt x="0" y="210524"/>
                  </a:moveTo>
                  <a:lnTo>
                    <a:pt x="629742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g98">
              <a:extLst>
                <a:ext uri="{FF2B5EF4-FFF2-40B4-BE49-F238E27FC236}">
                  <a16:creationId xmlns:a16="http://schemas.microsoft.com/office/drawing/2014/main" id="{E43A23A1-BC4F-2482-B052-ACA1D58FDF1F}"/>
                </a:ext>
              </a:extLst>
            </p:cNvPr>
            <p:cNvSpPr/>
            <p:nvPr/>
          </p:nvSpPr>
          <p:spPr>
            <a:xfrm>
              <a:off x="2780196" y="1614412"/>
              <a:ext cx="141726" cy="87525"/>
            </a:xfrm>
            <a:custGeom>
              <a:avLst/>
              <a:gdLst/>
              <a:ahLst/>
              <a:cxnLst/>
              <a:rect l="0" t="0" r="0" b="0"/>
              <a:pathLst>
                <a:path w="141726" h="87525">
                  <a:moveTo>
                    <a:pt x="29260" y="87525"/>
                  </a:moveTo>
                  <a:lnTo>
                    <a:pt x="141726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l99">
              <a:extLst>
                <a:ext uri="{FF2B5EF4-FFF2-40B4-BE49-F238E27FC236}">
                  <a16:creationId xmlns:a16="http://schemas.microsoft.com/office/drawing/2014/main" id="{DAF3629D-7280-3A76-7233-4D252EC2628D}"/>
                </a:ext>
              </a:extLst>
            </p:cNvPr>
            <p:cNvSpPr/>
            <p:nvPr/>
          </p:nvSpPr>
          <p:spPr>
            <a:xfrm>
              <a:off x="2406344" y="1311101"/>
              <a:ext cx="816690" cy="509693"/>
            </a:xfrm>
            <a:custGeom>
              <a:avLst/>
              <a:gdLst/>
              <a:ahLst/>
              <a:cxnLst/>
              <a:rect l="0" t="0" r="0" b="0"/>
              <a:pathLst>
                <a:path w="816690" h="509693">
                  <a:moveTo>
                    <a:pt x="0" y="509693"/>
                  </a:moveTo>
                  <a:lnTo>
                    <a:pt x="816690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g100">
              <a:extLst>
                <a:ext uri="{FF2B5EF4-FFF2-40B4-BE49-F238E27FC236}">
                  <a16:creationId xmlns:a16="http://schemas.microsoft.com/office/drawing/2014/main" id="{6309EF0C-20AC-F8E6-F48F-F72FD5D3D16E}"/>
                </a:ext>
              </a:extLst>
            </p:cNvPr>
            <p:cNvSpPr/>
            <p:nvPr/>
          </p:nvSpPr>
          <p:spPr>
            <a:xfrm>
              <a:off x="3084917" y="1311101"/>
              <a:ext cx="138117" cy="110096"/>
            </a:xfrm>
            <a:custGeom>
              <a:avLst/>
              <a:gdLst/>
              <a:ahLst/>
              <a:cxnLst/>
              <a:rect l="0" t="0" r="0" b="0"/>
              <a:pathLst>
                <a:path w="138117" h="110096">
                  <a:moveTo>
                    <a:pt x="48861" y="110096"/>
                  </a:moveTo>
                  <a:lnTo>
                    <a:pt x="138117" y="0"/>
                  </a:lnTo>
                  <a:lnTo>
                    <a:pt x="0" y="3180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l101">
              <a:extLst>
                <a:ext uri="{FF2B5EF4-FFF2-40B4-BE49-F238E27FC236}">
                  <a16:creationId xmlns:a16="http://schemas.microsoft.com/office/drawing/2014/main" id="{5D6DC417-BAD4-5518-AFBB-EEED0AB75BA2}"/>
                </a:ext>
              </a:extLst>
            </p:cNvPr>
            <p:cNvSpPr/>
            <p:nvPr/>
          </p:nvSpPr>
          <p:spPr>
            <a:xfrm>
              <a:off x="2438161" y="956906"/>
              <a:ext cx="643285" cy="298059"/>
            </a:xfrm>
            <a:custGeom>
              <a:avLst/>
              <a:gdLst/>
              <a:ahLst/>
              <a:cxnLst/>
              <a:rect l="0" t="0" r="0" b="0"/>
              <a:pathLst>
                <a:path w="643285" h="298059">
                  <a:moveTo>
                    <a:pt x="0" y="298059"/>
                  </a:moveTo>
                  <a:lnTo>
                    <a:pt x="643285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g102">
              <a:extLst>
                <a:ext uri="{FF2B5EF4-FFF2-40B4-BE49-F238E27FC236}">
                  <a16:creationId xmlns:a16="http://schemas.microsoft.com/office/drawing/2014/main" id="{391D452A-DEC6-03E2-67AD-B1FD95B58B0D}"/>
                </a:ext>
              </a:extLst>
            </p:cNvPr>
            <p:cNvSpPr/>
            <p:nvPr/>
          </p:nvSpPr>
          <p:spPr>
            <a:xfrm>
              <a:off x="2940456" y="956906"/>
              <a:ext cx="140991" cy="98206"/>
            </a:xfrm>
            <a:custGeom>
              <a:avLst/>
              <a:gdLst/>
              <a:ahLst/>
              <a:cxnLst/>
              <a:rect l="0" t="0" r="0" b="0"/>
              <a:pathLst>
                <a:path w="140991" h="98206">
                  <a:moveTo>
                    <a:pt x="38797" y="98206"/>
                  </a:moveTo>
                  <a:lnTo>
                    <a:pt x="140991" y="0"/>
                  </a:lnTo>
                  <a:lnTo>
                    <a:pt x="0" y="1447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l103">
              <a:extLst>
                <a:ext uri="{FF2B5EF4-FFF2-40B4-BE49-F238E27FC236}">
                  <a16:creationId xmlns:a16="http://schemas.microsoft.com/office/drawing/2014/main" id="{198F62A0-BAF7-F99C-C41A-C74A9A35C30B}"/>
                </a:ext>
              </a:extLst>
            </p:cNvPr>
            <p:cNvSpPr/>
            <p:nvPr/>
          </p:nvSpPr>
          <p:spPr>
            <a:xfrm>
              <a:off x="1431041" y="807786"/>
              <a:ext cx="669613" cy="180695"/>
            </a:xfrm>
            <a:custGeom>
              <a:avLst/>
              <a:gdLst/>
              <a:ahLst/>
              <a:cxnLst/>
              <a:rect l="0" t="0" r="0" b="0"/>
              <a:pathLst>
                <a:path w="669613" h="180695">
                  <a:moveTo>
                    <a:pt x="0" y="180695"/>
                  </a:moveTo>
                  <a:lnTo>
                    <a:pt x="669613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g104">
              <a:extLst>
                <a:ext uri="{FF2B5EF4-FFF2-40B4-BE49-F238E27FC236}">
                  <a16:creationId xmlns:a16="http://schemas.microsoft.com/office/drawing/2014/main" id="{8EA2E1B4-C220-E911-4474-7D55EB29B77F}"/>
                </a:ext>
              </a:extLst>
            </p:cNvPr>
            <p:cNvSpPr/>
            <p:nvPr/>
          </p:nvSpPr>
          <p:spPr>
            <a:xfrm>
              <a:off x="1959250" y="798150"/>
              <a:ext cx="141404" cy="89099"/>
            </a:xfrm>
            <a:custGeom>
              <a:avLst/>
              <a:gdLst/>
              <a:ahLst/>
              <a:cxnLst/>
              <a:rect l="0" t="0" r="0" b="0"/>
              <a:pathLst>
                <a:path w="141404" h="89099">
                  <a:moveTo>
                    <a:pt x="24043" y="89099"/>
                  </a:moveTo>
                  <a:lnTo>
                    <a:pt x="141404" y="96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l105">
              <a:extLst>
                <a:ext uri="{FF2B5EF4-FFF2-40B4-BE49-F238E27FC236}">
                  <a16:creationId xmlns:a16="http://schemas.microsoft.com/office/drawing/2014/main" id="{BBD0CC14-A576-F053-58F8-CEEFB1E60DE0}"/>
                </a:ext>
              </a:extLst>
            </p:cNvPr>
            <p:cNvSpPr/>
            <p:nvPr/>
          </p:nvSpPr>
          <p:spPr>
            <a:xfrm>
              <a:off x="1667583" y="2048255"/>
              <a:ext cx="861416" cy="264419"/>
            </a:xfrm>
            <a:custGeom>
              <a:avLst/>
              <a:gdLst/>
              <a:ahLst/>
              <a:cxnLst/>
              <a:rect l="0" t="0" r="0" b="0"/>
              <a:pathLst>
                <a:path w="861416" h="264419">
                  <a:moveTo>
                    <a:pt x="0" y="264419"/>
                  </a:moveTo>
                  <a:lnTo>
                    <a:pt x="861416" y="0"/>
                  </a:lnTo>
                </a:path>
              </a:pathLst>
            </a:custGeom>
            <a:ln w="34689" cap="rnd">
              <a:solidFill>
                <a:srgbClr val="2461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g106">
              <a:extLst>
                <a:ext uri="{FF2B5EF4-FFF2-40B4-BE49-F238E27FC236}">
                  <a16:creationId xmlns:a16="http://schemas.microsoft.com/office/drawing/2014/main" id="{DEE8DB89-1937-2B53-4ECB-FB66954168CC}"/>
                </a:ext>
              </a:extLst>
            </p:cNvPr>
            <p:cNvSpPr/>
            <p:nvPr/>
          </p:nvSpPr>
          <p:spPr>
            <a:xfrm>
              <a:off x="2387349" y="2043468"/>
              <a:ext cx="141651" cy="88224"/>
            </a:xfrm>
            <a:custGeom>
              <a:avLst/>
              <a:gdLst/>
              <a:ahLst/>
              <a:cxnLst/>
              <a:rect l="0" t="0" r="0" b="0"/>
              <a:pathLst>
                <a:path w="141651" h="88224">
                  <a:moveTo>
                    <a:pt x="27081" y="88224"/>
                  </a:moveTo>
                  <a:lnTo>
                    <a:pt x="141651" y="4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46188">
                <a:alpha val="100000"/>
              </a:srgbClr>
            </a:solidFill>
            <a:ln w="34689" cap="rnd">
              <a:solidFill>
                <a:srgbClr val="2461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l107">
              <a:extLst>
                <a:ext uri="{FF2B5EF4-FFF2-40B4-BE49-F238E27FC236}">
                  <a16:creationId xmlns:a16="http://schemas.microsoft.com/office/drawing/2014/main" id="{DACB98C7-BD44-50F1-7428-171D119DD218}"/>
                </a:ext>
              </a:extLst>
            </p:cNvPr>
            <p:cNvSpPr/>
            <p:nvPr/>
          </p:nvSpPr>
          <p:spPr>
            <a:xfrm>
              <a:off x="1935268" y="1944723"/>
              <a:ext cx="867854" cy="84774"/>
            </a:xfrm>
            <a:custGeom>
              <a:avLst/>
              <a:gdLst/>
              <a:ahLst/>
              <a:cxnLst/>
              <a:rect l="0" t="0" r="0" b="0"/>
              <a:pathLst>
                <a:path w="867854" h="84774">
                  <a:moveTo>
                    <a:pt x="0" y="84774"/>
                  </a:moveTo>
                  <a:lnTo>
                    <a:pt x="867854" y="0"/>
                  </a:lnTo>
                </a:path>
              </a:pathLst>
            </a:custGeom>
            <a:ln w="34689" cap="rnd">
              <a:solidFill>
                <a:srgbClr val="6E99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g108">
              <a:extLst>
                <a:ext uri="{FF2B5EF4-FFF2-40B4-BE49-F238E27FC236}">
                  <a16:creationId xmlns:a16="http://schemas.microsoft.com/office/drawing/2014/main" id="{C9C965C9-D174-0EB8-D1F4-8E46C4BD57D0}"/>
                </a:ext>
              </a:extLst>
            </p:cNvPr>
            <p:cNvSpPr/>
            <p:nvPr/>
          </p:nvSpPr>
          <p:spPr>
            <a:xfrm>
              <a:off x="2665261" y="1911827"/>
              <a:ext cx="137861" cy="91849"/>
            </a:xfrm>
            <a:custGeom>
              <a:avLst/>
              <a:gdLst/>
              <a:ahLst/>
              <a:cxnLst/>
              <a:rect l="0" t="0" r="0" b="0"/>
              <a:pathLst>
                <a:path w="137861" h="91849">
                  <a:moveTo>
                    <a:pt x="8972" y="91849"/>
                  </a:moveTo>
                  <a:lnTo>
                    <a:pt x="137861" y="328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E996A">
                <a:alpha val="100000"/>
              </a:srgbClr>
            </a:solidFill>
            <a:ln w="34689" cap="rnd">
              <a:solidFill>
                <a:srgbClr val="6E99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l109">
              <a:extLst>
                <a:ext uri="{FF2B5EF4-FFF2-40B4-BE49-F238E27FC236}">
                  <a16:creationId xmlns:a16="http://schemas.microsoft.com/office/drawing/2014/main" id="{AD6A5916-0A71-00AC-AD19-B38879A55714}"/>
                </a:ext>
              </a:extLst>
            </p:cNvPr>
            <p:cNvSpPr/>
            <p:nvPr/>
          </p:nvSpPr>
          <p:spPr>
            <a:xfrm>
              <a:off x="2292180" y="1615686"/>
              <a:ext cx="629742" cy="210524"/>
            </a:xfrm>
            <a:custGeom>
              <a:avLst/>
              <a:gdLst/>
              <a:ahLst/>
              <a:cxnLst/>
              <a:rect l="0" t="0" r="0" b="0"/>
              <a:pathLst>
                <a:path w="629742" h="210524">
                  <a:moveTo>
                    <a:pt x="0" y="210524"/>
                  </a:moveTo>
                  <a:lnTo>
                    <a:pt x="629742" y="0"/>
                  </a:lnTo>
                </a:path>
              </a:pathLst>
            </a:custGeom>
            <a:ln w="34689" cap="rnd">
              <a:solidFill>
                <a:srgbClr val="A5B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g110">
              <a:extLst>
                <a:ext uri="{FF2B5EF4-FFF2-40B4-BE49-F238E27FC236}">
                  <a16:creationId xmlns:a16="http://schemas.microsoft.com/office/drawing/2014/main" id="{19078B80-569E-3459-D4F6-E69F4698E965}"/>
                </a:ext>
              </a:extLst>
            </p:cNvPr>
            <p:cNvSpPr/>
            <p:nvPr/>
          </p:nvSpPr>
          <p:spPr>
            <a:xfrm>
              <a:off x="2780196" y="1614412"/>
              <a:ext cx="141726" cy="87525"/>
            </a:xfrm>
            <a:custGeom>
              <a:avLst/>
              <a:gdLst/>
              <a:ahLst/>
              <a:cxnLst/>
              <a:rect l="0" t="0" r="0" b="0"/>
              <a:pathLst>
                <a:path w="141726" h="87525">
                  <a:moveTo>
                    <a:pt x="29260" y="87525"/>
                  </a:moveTo>
                  <a:lnTo>
                    <a:pt x="141726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B06D">
                <a:alpha val="100000"/>
              </a:srgbClr>
            </a:solidFill>
            <a:ln w="34689" cap="rnd">
              <a:solidFill>
                <a:srgbClr val="A5B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l111">
              <a:extLst>
                <a:ext uri="{FF2B5EF4-FFF2-40B4-BE49-F238E27FC236}">
                  <a16:creationId xmlns:a16="http://schemas.microsoft.com/office/drawing/2014/main" id="{D6345F28-D144-DEAB-1842-52C18108E744}"/>
                </a:ext>
              </a:extLst>
            </p:cNvPr>
            <p:cNvSpPr/>
            <p:nvPr/>
          </p:nvSpPr>
          <p:spPr>
            <a:xfrm>
              <a:off x="2406344" y="1311101"/>
              <a:ext cx="816690" cy="509693"/>
            </a:xfrm>
            <a:custGeom>
              <a:avLst/>
              <a:gdLst/>
              <a:ahLst/>
              <a:cxnLst/>
              <a:rect l="0" t="0" r="0" b="0"/>
              <a:pathLst>
                <a:path w="816690" h="509693">
                  <a:moveTo>
                    <a:pt x="0" y="509693"/>
                  </a:moveTo>
                  <a:lnTo>
                    <a:pt x="816690" y="0"/>
                  </a:lnTo>
                </a:path>
              </a:pathLst>
            </a:custGeom>
            <a:ln w="34689" cap="rnd">
              <a:solidFill>
                <a:srgbClr val="B6A1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g112">
              <a:extLst>
                <a:ext uri="{FF2B5EF4-FFF2-40B4-BE49-F238E27FC236}">
                  <a16:creationId xmlns:a16="http://schemas.microsoft.com/office/drawing/2014/main" id="{D7974F32-E4CA-32EF-8502-71D678E32A20}"/>
                </a:ext>
              </a:extLst>
            </p:cNvPr>
            <p:cNvSpPr/>
            <p:nvPr/>
          </p:nvSpPr>
          <p:spPr>
            <a:xfrm>
              <a:off x="3084917" y="1311101"/>
              <a:ext cx="138117" cy="110096"/>
            </a:xfrm>
            <a:custGeom>
              <a:avLst/>
              <a:gdLst/>
              <a:ahLst/>
              <a:cxnLst/>
              <a:rect l="0" t="0" r="0" b="0"/>
              <a:pathLst>
                <a:path w="138117" h="110096">
                  <a:moveTo>
                    <a:pt x="48861" y="110096"/>
                  </a:moveTo>
                  <a:lnTo>
                    <a:pt x="138117" y="0"/>
                  </a:lnTo>
                  <a:lnTo>
                    <a:pt x="0" y="31806"/>
                  </a:lnTo>
                  <a:close/>
                </a:path>
              </a:pathLst>
            </a:custGeom>
            <a:solidFill>
              <a:srgbClr val="B6A164">
                <a:alpha val="100000"/>
              </a:srgbClr>
            </a:solidFill>
            <a:ln w="34689" cap="rnd">
              <a:solidFill>
                <a:srgbClr val="B6A1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l113">
              <a:extLst>
                <a:ext uri="{FF2B5EF4-FFF2-40B4-BE49-F238E27FC236}">
                  <a16:creationId xmlns:a16="http://schemas.microsoft.com/office/drawing/2014/main" id="{53FD8224-FF2F-8D1D-801B-5A65F2BB8E1E}"/>
                </a:ext>
              </a:extLst>
            </p:cNvPr>
            <p:cNvSpPr/>
            <p:nvPr/>
          </p:nvSpPr>
          <p:spPr>
            <a:xfrm>
              <a:off x="2438161" y="956906"/>
              <a:ext cx="643285" cy="298059"/>
            </a:xfrm>
            <a:custGeom>
              <a:avLst/>
              <a:gdLst/>
              <a:ahLst/>
              <a:cxnLst/>
              <a:rect l="0" t="0" r="0" b="0"/>
              <a:pathLst>
                <a:path w="643285" h="298059">
                  <a:moveTo>
                    <a:pt x="0" y="298059"/>
                  </a:moveTo>
                  <a:lnTo>
                    <a:pt x="643285" y="0"/>
                  </a:lnTo>
                </a:path>
              </a:pathLst>
            </a:custGeom>
            <a:ln w="34689" cap="rnd">
              <a:solidFill>
                <a:srgbClr val="B56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g114">
              <a:extLst>
                <a:ext uri="{FF2B5EF4-FFF2-40B4-BE49-F238E27FC236}">
                  <a16:creationId xmlns:a16="http://schemas.microsoft.com/office/drawing/2014/main" id="{AD6ADE54-8B6D-C78F-4640-438CB844E5E3}"/>
                </a:ext>
              </a:extLst>
            </p:cNvPr>
            <p:cNvSpPr/>
            <p:nvPr/>
          </p:nvSpPr>
          <p:spPr>
            <a:xfrm>
              <a:off x="2940456" y="956906"/>
              <a:ext cx="140991" cy="98206"/>
            </a:xfrm>
            <a:custGeom>
              <a:avLst/>
              <a:gdLst/>
              <a:ahLst/>
              <a:cxnLst/>
              <a:rect l="0" t="0" r="0" b="0"/>
              <a:pathLst>
                <a:path w="140991" h="98206">
                  <a:moveTo>
                    <a:pt x="38797" y="98206"/>
                  </a:moveTo>
                  <a:lnTo>
                    <a:pt x="140991" y="0"/>
                  </a:lnTo>
                  <a:lnTo>
                    <a:pt x="0" y="14470"/>
                  </a:lnTo>
                  <a:close/>
                </a:path>
              </a:pathLst>
            </a:custGeom>
            <a:solidFill>
              <a:srgbClr val="B56540">
                <a:alpha val="100000"/>
              </a:srgbClr>
            </a:solidFill>
            <a:ln w="34689" cap="rnd">
              <a:solidFill>
                <a:srgbClr val="B56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l115">
              <a:extLst>
                <a:ext uri="{FF2B5EF4-FFF2-40B4-BE49-F238E27FC236}">
                  <a16:creationId xmlns:a16="http://schemas.microsoft.com/office/drawing/2014/main" id="{BA856A1B-A78E-BBFF-BEC2-01408BC1823C}"/>
                </a:ext>
              </a:extLst>
            </p:cNvPr>
            <p:cNvSpPr/>
            <p:nvPr/>
          </p:nvSpPr>
          <p:spPr>
            <a:xfrm>
              <a:off x="1431041" y="807786"/>
              <a:ext cx="669613" cy="180695"/>
            </a:xfrm>
            <a:custGeom>
              <a:avLst/>
              <a:gdLst/>
              <a:ahLst/>
              <a:cxnLst/>
              <a:rect l="0" t="0" r="0" b="0"/>
              <a:pathLst>
                <a:path w="669613" h="180695">
                  <a:moveTo>
                    <a:pt x="0" y="180695"/>
                  </a:moveTo>
                  <a:lnTo>
                    <a:pt x="669613" y="0"/>
                  </a:lnTo>
                </a:path>
              </a:pathLst>
            </a:custGeom>
            <a:ln w="34689" cap="rnd">
              <a:solidFill>
                <a:srgbClr val="992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g116">
              <a:extLst>
                <a:ext uri="{FF2B5EF4-FFF2-40B4-BE49-F238E27FC236}">
                  <a16:creationId xmlns:a16="http://schemas.microsoft.com/office/drawing/2014/main" id="{54FD6B07-9342-7B71-0585-C9D8D41186B1}"/>
                </a:ext>
              </a:extLst>
            </p:cNvPr>
            <p:cNvSpPr/>
            <p:nvPr/>
          </p:nvSpPr>
          <p:spPr>
            <a:xfrm>
              <a:off x="1959250" y="798150"/>
              <a:ext cx="141404" cy="89099"/>
            </a:xfrm>
            <a:custGeom>
              <a:avLst/>
              <a:gdLst/>
              <a:ahLst/>
              <a:cxnLst/>
              <a:rect l="0" t="0" r="0" b="0"/>
              <a:pathLst>
                <a:path w="141404" h="89099">
                  <a:moveTo>
                    <a:pt x="24043" y="89099"/>
                  </a:moveTo>
                  <a:lnTo>
                    <a:pt x="141404" y="96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2C38">
                <a:alpha val="100000"/>
              </a:srgbClr>
            </a:solidFill>
            <a:ln w="34689" cap="rnd">
              <a:solidFill>
                <a:srgbClr val="992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l117">
              <a:extLst>
                <a:ext uri="{FF2B5EF4-FFF2-40B4-BE49-F238E27FC236}">
                  <a16:creationId xmlns:a16="http://schemas.microsoft.com/office/drawing/2014/main" id="{1A63F9A8-E626-3CDC-2874-DF062272E8FB}"/>
                </a:ext>
              </a:extLst>
            </p:cNvPr>
            <p:cNvSpPr/>
            <p:nvPr/>
          </p:nvSpPr>
          <p:spPr>
            <a:xfrm>
              <a:off x="3008958" y="3055383"/>
              <a:ext cx="573693" cy="0"/>
            </a:xfrm>
            <a:custGeom>
              <a:avLst/>
              <a:gdLst/>
              <a:ahLst/>
              <a:cxnLst/>
              <a:rect l="0" t="0" r="0" b="0"/>
              <a:pathLst>
                <a:path w="573693">
                  <a:moveTo>
                    <a:pt x="0" y="0"/>
                  </a:moveTo>
                  <a:lnTo>
                    <a:pt x="573693" y="0"/>
                  </a:lnTo>
                </a:path>
              </a:pathLst>
            </a:custGeom>
            <a:ln w="21681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g118">
              <a:extLst>
                <a:ext uri="{FF2B5EF4-FFF2-40B4-BE49-F238E27FC236}">
                  <a16:creationId xmlns:a16="http://schemas.microsoft.com/office/drawing/2014/main" id="{F85FC874-48C5-C257-5B63-3E6E292A0522}"/>
                </a:ext>
              </a:extLst>
            </p:cNvPr>
            <p:cNvSpPr/>
            <p:nvPr/>
          </p:nvSpPr>
          <p:spPr>
            <a:xfrm>
              <a:off x="3478901" y="3019659"/>
              <a:ext cx="103749" cy="71447"/>
            </a:xfrm>
            <a:custGeom>
              <a:avLst/>
              <a:gdLst/>
              <a:ahLst/>
              <a:cxnLst/>
              <a:rect l="0" t="0" r="0" b="0"/>
              <a:pathLst>
                <a:path w="103749" h="71447">
                  <a:moveTo>
                    <a:pt x="0" y="71447"/>
                  </a:moveTo>
                  <a:lnTo>
                    <a:pt x="103749" y="35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21681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tx119">
              <a:extLst>
                <a:ext uri="{FF2B5EF4-FFF2-40B4-BE49-F238E27FC236}">
                  <a16:creationId xmlns:a16="http://schemas.microsoft.com/office/drawing/2014/main" id="{9B3CF316-57BE-3B27-8FBB-728BDEEF0B0F}"/>
                </a:ext>
              </a:extLst>
            </p:cNvPr>
            <p:cNvSpPr/>
            <p:nvPr/>
          </p:nvSpPr>
          <p:spPr>
            <a:xfrm>
              <a:off x="2910326" y="2822102"/>
              <a:ext cx="770956" cy="802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7F7F7F">
                      <a:alpha val="100000"/>
                    </a:srgbClr>
                  </a:solidFill>
                  <a:latin typeface="Arial"/>
                  <a:cs typeface="Arial"/>
                </a:rPr>
                <a:t>LATE SEASON</a:t>
              </a:r>
            </a:p>
          </p:txBody>
        </p:sp>
        <p:sp>
          <p:nvSpPr>
            <p:cNvPr id="593" name="rc120">
              <a:extLst>
                <a:ext uri="{FF2B5EF4-FFF2-40B4-BE49-F238E27FC236}">
                  <a16:creationId xmlns:a16="http://schemas.microsoft.com/office/drawing/2014/main" id="{822D4287-6EC3-47E9-9D81-6392B2E3FF50}"/>
                </a:ext>
              </a:extLst>
            </p:cNvPr>
            <p:cNvSpPr/>
            <p:nvPr/>
          </p:nvSpPr>
          <p:spPr>
            <a:xfrm>
              <a:off x="691934" y="313238"/>
              <a:ext cx="3131811" cy="2912584"/>
            </a:xfrm>
            <a:prstGeom prst="rect">
              <a:avLst/>
            </a:prstGeom>
            <a:ln w="1273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g121">
              <a:extLst>
                <a:ext uri="{FF2B5EF4-FFF2-40B4-BE49-F238E27FC236}">
                  <a16:creationId xmlns:a16="http://schemas.microsoft.com/office/drawing/2014/main" id="{747B52D5-70B6-9B52-41B2-E88578B7F1DF}"/>
                </a:ext>
              </a:extLst>
            </p:cNvPr>
            <p:cNvSpPr/>
            <p:nvPr/>
          </p:nvSpPr>
          <p:spPr>
            <a:xfrm>
              <a:off x="1915144" y="5313018"/>
              <a:ext cx="439725" cy="337338"/>
            </a:xfrm>
            <a:custGeom>
              <a:avLst/>
              <a:gdLst/>
              <a:ahLst/>
              <a:cxnLst/>
              <a:rect l="0" t="0" r="0" b="0"/>
              <a:pathLst>
                <a:path w="439725" h="337338">
                  <a:moveTo>
                    <a:pt x="387768" y="272733"/>
                  </a:moveTo>
                  <a:lnTo>
                    <a:pt x="439725" y="323949"/>
                  </a:lnTo>
                  <a:lnTo>
                    <a:pt x="225055" y="337338"/>
                  </a:lnTo>
                  <a:lnTo>
                    <a:pt x="0" y="0"/>
                  </a:lnTo>
                  <a:lnTo>
                    <a:pt x="92778" y="44795"/>
                  </a:lnTo>
                  <a:close/>
                </a:path>
              </a:pathLst>
            </a:custGeom>
            <a:solidFill>
              <a:srgbClr val="3288BD">
                <a:alpha val="21960"/>
              </a:srgbClr>
            </a:solidFill>
            <a:ln w="6775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g122">
              <a:extLst>
                <a:ext uri="{FF2B5EF4-FFF2-40B4-BE49-F238E27FC236}">
                  <a16:creationId xmlns:a16="http://schemas.microsoft.com/office/drawing/2014/main" id="{D22B1F2F-09E6-0DA8-0B7C-AB678F322CE5}"/>
                </a:ext>
              </a:extLst>
            </p:cNvPr>
            <p:cNvSpPr/>
            <p:nvPr/>
          </p:nvSpPr>
          <p:spPr>
            <a:xfrm>
              <a:off x="2249896" y="5318142"/>
              <a:ext cx="363027" cy="342565"/>
            </a:xfrm>
            <a:custGeom>
              <a:avLst/>
              <a:gdLst/>
              <a:ahLst/>
              <a:cxnLst/>
              <a:rect l="0" t="0" r="0" b="0"/>
              <a:pathLst>
                <a:path w="363027" h="342565">
                  <a:moveTo>
                    <a:pt x="363027" y="144341"/>
                  </a:moveTo>
                  <a:lnTo>
                    <a:pt x="0" y="342565"/>
                  </a:lnTo>
                  <a:lnTo>
                    <a:pt x="163602" y="0"/>
                  </a:lnTo>
                  <a:lnTo>
                    <a:pt x="236986" y="49220"/>
                  </a:lnTo>
                  <a:close/>
                </a:path>
              </a:pathLst>
            </a:custGeom>
            <a:solidFill>
              <a:srgbClr val="99D594">
                <a:alpha val="21960"/>
              </a:srgbClr>
            </a:solidFill>
            <a:ln w="6775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g123">
              <a:extLst>
                <a:ext uri="{FF2B5EF4-FFF2-40B4-BE49-F238E27FC236}">
                  <a16:creationId xmlns:a16="http://schemas.microsoft.com/office/drawing/2014/main" id="{2B808332-797C-007B-EC99-9A7EA7885811}"/>
                </a:ext>
              </a:extLst>
            </p:cNvPr>
            <p:cNvSpPr/>
            <p:nvPr/>
          </p:nvSpPr>
          <p:spPr>
            <a:xfrm>
              <a:off x="2433930" y="4568721"/>
              <a:ext cx="123881" cy="571255"/>
            </a:xfrm>
            <a:custGeom>
              <a:avLst/>
              <a:gdLst/>
              <a:ahLst/>
              <a:cxnLst/>
              <a:rect l="0" t="0" r="0" b="0"/>
              <a:pathLst>
                <a:path w="123881" h="571255">
                  <a:moveTo>
                    <a:pt x="123881" y="571255"/>
                  </a:moveTo>
                  <a:lnTo>
                    <a:pt x="64182" y="521757"/>
                  </a:lnTo>
                  <a:lnTo>
                    <a:pt x="0" y="4918"/>
                  </a:lnTo>
                  <a:lnTo>
                    <a:pt x="84212" y="0"/>
                  </a:lnTo>
                  <a:close/>
                </a:path>
              </a:pathLst>
            </a:custGeom>
            <a:solidFill>
              <a:srgbClr val="E6F598">
                <a:alpha val="21960"/>
              </a:srgbClr>
            </a:solidFill>
            <a:ln w="6775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g124">
              <a:extLst>
                <a:ext uri="{FF2B5EF4-FFF2-40B4-BE49-F238E27FC236}">
                  <a16:creationId xmlns:a16="http://schemas.microsoft.com/office/drawing/2014/main" id="{31091A9F-33BD-ADEF-49AF-044DED418693}"/>
                </a:ext>
              </a:extLst>
            </p:cNvPr>
            <p:cNvSpPr/>
            <p:nvPr/>
          </p:nvSpPr>
          <p:spPr>
            <a:xfrm>
              <a:off x="2461183" y="4198296"/>
              <a:ext cx="353521" cy="280301"/>
            </a:xfrm>
            <a:custGeom>
              <a:avLst/>
              <a:gdLst/>
              <a:ahLst/>
              <a:cxnLst/>
              <a:rect l="0" t="0" r="0" b="0"/>
              <a:pathLst>
                <a:path w="353521" h="280301">
                  <a:moveTo>
                    <a:pt x="353521" y="155643"/>
                  </a:moveTo>
                  <a:lnTo>
                    <a:pt x="270423" y="28030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08B">
                <a:alpha val="21960"/>
              </a:srgbClr>
            </a:solidFill>
            <a:ln w="6775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g125">
              <a:extLst>
                <a:ext uri="{FF2B5EF4-FFF2-40B4-BE49-F238E27FC236}">
                  <a16:creationId xmlns:a16="http://schemas.microsoft.com/office/drawing/2014/main" id="{785C3938-A63D-EE11-F29C-CD96E5471074}"/>
                </a:ext>
              </a:extLst>
            </p:cNvPr>
            <p:cNvSpPr/>
            <p:nvPr/>
          </p:nvSpPr>
          <p:spPr>
            <a:xfrm>
              <a:off x="2184457" y="3685641"/>
              <a:ext cx="375865" cy="387718"/>
            </a:xfrm>
            <a:custGeom>
              <a:avLst/>
              <a:gdLst/>
              <a:ahLst/>
              <a:cxnLst/>
              <a:rect l="0" t="0" r="0" b="0"/>
              <a:pathLst>
                <a:path w="375865" h="387718">
                  <a:moveTo>
                    <a:pt x="375865" y="325577"/>
                  </a:moveTo>
                  <a:lnTo>
                    <a:pt x="0" y="387718"/>
                  </a:lnTo>
                  <a:lnTo>
                    <a:pt x="189913" y="112161"/>
                  </a:lnTo>
                  <a:lnTo>
                    <a:pt x="260690" y="11538"/>
                  </a:lnTo>
                  <a:lnTo>
                    <a:pt x="273770" y="0"/>
                  </a:lnTo>
                  <a:lnTo>
                    <a:pt x="329593" y="49650"/>
                  </a:lnTo>
                  <a:close/>
                </a:path>
              </a:pathLst>
            </a:custGeom>
            <a:solidFill>
              <a:srgbClr val="FC8D59">
                <a:alpha val="21960"/>
              </a:srgbClr>
            </a:solidFill>
            <a:ln w="677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g126">
              <a:extLst>
                <a:ext uri="{FF2B5EF4-FFF2-40B4-BE49-F238E27FC236}">
                  <a16:creationId xmlns:a16="http://schemas.microsoft.com/office/drawing/2014/main" id="{258A2342-50FA-179D-599F-3484D1DFC44D}"/>
                </a:ext>
              </a:extLst>
            </p:cNvPr>
            <p:cNvSpPr/>
            <p:nvPr/>
          </p:nvSpPr>
          <p:spPr>
            <a:xfrm>
              <a:off x="1016740" y="3777598"/>
              <a:ext cx="831404" cy="401449"/>
            </a:xfrm>
            <a:custGeom>
              <a:avLst/>
              <a:gdLst/>
              <a:ahLst/>
              <a:cxnLst/>
              <a:rect l="0" t="0" r="0" b="0"/>
              <a:pathLst>
                <a:path w="831404" h="401449">
                  <a:moveTo>
                    <a:pt x="112669" y="354727"/>
                  </a:moveTo>
                  <a:lnTo>
                    <a:pt x="0" y="401449"/>
                  </a:lnTo>
                  <a:lnTo>
                    <a:pt x="171189" y="103943"/>
                  </a:lnTo>
                  <a:lnTo>
                    <a:pt x="831404" y="0"/>
                  </a:lnTo>
                  <a:close/>
                </a:path>
              </a:pathLst>
            </a:custGeom>
            <a:solidFill>
              <a:srgbClr val="D53E4F">
                <a:alpha val="21960"/>
              </a:srgbClr>
            </a:solidFill>
            <a:ln w="6775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g127">
              <a:extLst>
                <a:ext uri="{FF2B5EF4-FFF2-40B4-BE49-F238E27FC236}">
                  <a16:creationId xmlns:a16="http://schemas.microsoft.com/office/drawing/2014/main" id="{1A36F35C-A9A6-9203-7709-6A2116981CE4}"/>
                </a:ext>
              </a:extLst>
            </p:cNvPr>
            <p:cNvSpPr/>
            <p:nvPr/>
          </p:nvSpPr>
          <p:spPr>
            <a:xfrm>
              <a:off x="2043568" y="5429762"/>
              <a:ext cx="686547" cy="235434"/>
            </a:xfrm>
            <a:custGeom>
              <a:avLst/>
              <a:gdLst/>
              <a:ahLst/>
              <a:cxnLst/>
              <a:rect l="0" t="0" r="0" b="0"/>
              <a:pathLst>
                <a:path w="686547" h="235434">
                  <a:moveTo>
                    <a:pt x="686547" y="107772"/>
                  </a:moveTo>
                  <a:lnTo>
                    <a:pt x="424267" y="235434"/>
                  </a:lnTo>
                  <a:lnTo>
                    <a:pt x="223695" y="160550"/>
                  </a:lnTo>
                  <a:lnTo>
                    <a:pt x="0" y="0"/>
                  </a:lnTo>
                  <a:lnTo>
                    <a:pt x="269536" y="19506"/>
                  </a:lnTo>
                  <a:close/>
                </a:path>
              </a:pathLst>
            </a:custGeom>
            <a:solidFill>
              <a:srgbClr val="3288BD">
                <a:alpha val="60000"/>
              </a:srgbClr>
            </a:solidFill>
            <a:ln w="6775" cap="flat">
              <a:solidFill>
                <a:srgbClr val="3288B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g128">
              <a:extLst>
                <a:ext uri="{FF2B5EF4-FFF2-40B4-BE49-F238E27FC236}">
                  <a16:creationId xmlns:a16="http://schemas.microsoft.com/office/drawing/2014/main" id="{47A076E5-044E-52A4-738D-23DEA0DB112F}"/>
                </a:ext>
              </a:extLst>
            </p:cNvPr>
            <p:cNvSpPr/>
            <p:nvPr/>
          </p:nvSpPr>
          <p:spPr>
            <a:xfrm>
              <a:off x="2798064" y="4700786"/>
              <a:ext cx="281088" cy="951680"/>
            </a:xfrm>
            <a:custGeom>
              <a:avLst/>
              <a:gdLst/>
              <a:ahLst/>
              <a:cxnLst/>
              <a:rect l="0" t="0" r="0" b="0"/>
              <a:pathLst>
                <a:path w="281088" h="951680">
                  <a:moveTo>
                    <a:pt x="128374" y="951680"/>
                  </a:moveTo>
                  <a:lnTo>
                    <a:pt x="66671" y="841076"/>
                  </a:lnTo>
                  <a:lnTo>
                    <a:pt x="0" y="704932"/>
                  </a:lnTo>
                  <a:lnTo>
                    <a:pt x="33818" y="0"/>
                  </a:lnTo>
                  <a:lnTo>
                    <a:pt x="222628" y="81714"/>
                  </a:lnTo>
                  <a:lnTo>
                    <a:pt x="281088" y="448509"/>
                  </a:lnTo>
                  <a:close/>
                </a:path>
              </a:pathLst>
            </a:custGeom>
            <a:solidFill>
              <a:srgbClr val="99D594">
                <a:alpha val="60000"/>
              </a:srgbClr>
            </a:solidFill>
            <a:ln w="6775" cap="flat">
              <a:solidFill>
                <a:srgbClr val="99D59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g129">
              <a:extLst>
                <a:ext uri="{FF2B5EF4-FFF2-40B4-BE49-F238E27FC236}">
                  <a16:creationId xmlns:a16="http://schemas.microsoft.com/office/drawing/2014/main" id="{6F06FA23-5C41-3C1F-66FD-1861C041B421}"/>
                </a:ext>
              </a:extLst>
            </p:cNvPr>
            <p:cNvSpPr/>
            <p:nvPr/>
          </p:nvSpPr>
          <p:spPr>
            <a:xfrm>
              <a:off x="2835527" y="4604985"/>
              <a:ext cx="330823" cy="798175"/>
            </a:xfrm>
            <a:custGeom>
              <a:avLst/>
              <a:gdLst/>
              <a:ahLst/>
              <a:cxnLst/>
              <a:rect l="0" t="0" r="0" b="0"/>
              <a:pathLst>
                <a:path w="330823" h="798175">
                  <a:moveTo>
                    <a:pt x="0" y="798175"/>
                  </a:moveTo>
                  <a:lnTo>
                    <a:pt x="35345" y="9934"/>
                  </a:lnTo>
                  <a:lnTo>
                    <a:pt x="330823" y="0"/>
                  </a:lnTo>
                  <a:close/>
                </a:path>
              </a:pathLst>
            </a:custGeom>
            <a:solidFill>
              <a:srgbClr val="E6F598">
                <a:alpha val="60000"/>
              </a:srgbClr>
            </a:solidFill>
            <a:ln w="6775" cap="flat">
              <a:solidFill>
                <a:srgbClr val="E6F59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g130">
              <a:extLst>
                <a:ext uri="{FF2B5EF4-FFF2-40B4-BE49-F238E27FC236}">
                  <a16:creationId xmlns:a16="http://schemas.microsoft.com/office/drawing/2014/main" id="{321115A2-F8AA-8B31-292A-45EA3FBE709D}"/>
                </a:ext>
              </a:extLst>
            </p:cNvPr>
            <p:cNvSpPr/>
            <p:nvPr/>
          </p:nvSpPr>
          <p:spPr>
            <a:xfrm>
              <a:off x="2923597" y="4301857"/>
              <a:ext cx="323561" cy="271951"/>
            </a:xfrm>
            <a:custGeom>
              <a:avLst/>
              <a:gdLst/>
              <a:ahLst/>
              <a:cxnLst/>
              <a:rect l="0" t="0" r="0" b="0"/>
              <a:pathLst>
                <a:path w="323561" h="271951">
                  <a:moveTo>
                    <a:pt x="163962" y="271951"/>
                  </a:moveTo>
                  <a:lnTo>
                    <a:pt x="0" y="0"/>
                  </a:lnTo>
                  <a:lnTo>
                    <a:pt x="260592" y="28773"/>
                  </a:lnTo>
                  <a:lnTo>
                    <a:pt x="323561" y="91086"/>
                  </a:lnTo>
                  <a:close/>
                </a:path>
              </a:pathLst>
            </a:custGeom>
            <a:solidFill>
              <a:srgbClr val="FEE08B">
                <a:alpha val="60000"/>
              </a:srgbClr>
            </a:solidFill>
            <a:ln w="6775" cap="flat">
              <a:solidFill>
                <a:srgbClr val="FEE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g131">
              <a:extLst>
                <a:ext uri="{FF2B5EF4-FFF2-40B4-BE49-F238E27FC236}">
                  <a16:creationId xmlns:a16="http://schemas.microsoft.com/office/drawing/2014/main" id="{13052108-67A4-DF20-C1C5-A1778E900BA1}"/>
                </a:ext>
              </a:extLst>
            </p:cNvPr>
            <p:cNvSpPr/>
            <p:nvPr/>
          </p:nvSpPr>
          <p:spPr>
            <a:xfrm>
              <a:off x="2679247" y="4091798"/>
              <a:ext cx="163166" cy="216511"/>
            </a:xfrm>
            <a:custGeom>
              <a:avLst/>
              <a:gdLst/>
              <a:ahLst/>
              <a:cxnLst/>
              <a:rect l="0" t="0" r="0" b="0"/>
              <a:pathLst>
                <a:path w="163166" h="216511">
                  <a:moveTo>
                    <a:pt x="163166" y="216511"/>
                  </a:moveTo>
                  <a:lnTo>
                    <a:pt x="0" y="176571"/>
                  </a:lnTo>
                  <a:lnTo>
                    <a:pt x="6394" y="0"/>
                  </a:lnTo>
                  <a:lnTo>
                    <a:pt x="152491" y="32299"/>
                  </a:lnTo>
                  <a:close/>
                </a:path>
              </a:pathLst>
            </a:custGeom>
            <a:solidFill>
              <a:srgbClr val="FC8D59">
                <a:alpha val="60000"/>
              </a:srgbClr>
            </a:solidFill>
            <a:ln w="6775" cap="flat">
              <a:solidFill>
                <a:srgbClr val="FC8D5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g132">
              <a:extLst>
                <a:ext uri="{FF2B5EF4-FFF2-40B4-BE49-F238E27FC236}">
                  <a16:creationId xmlns:a16="http://schemas.microsoft.com/office/drawing/2014/main" id="{A9C81402-876A-7155-4CFA-9D36A8063813}"/>
                </a:ext>
              </a:extLst>
            </p:cNvPr>
            <p:cNvSpPr/>
            <p:nvPr/>
          </p:nvSpPr>
          <p:spPr>
            <a:xfrm>
              <a:off x="1732438" y="3770897"/>
              <a:ext cx="473383" cy="255324"/>
            </a:xfrm>
            <a:custGeom>
              <a:avLst/>
              <a:gdLst/>
              <a:ahLst/>
              <a:cxnLst/>
              <a:rect l="0" t="0" r="0" b="0"/>
              <a:pathLst>
                <a:path w="473383" h="255324">
                  <a:moveTo>
                    <a:pt x="232762" y="252016"/>
                  </a:moveTo>
                  <a:lnTo>
                    <a:pt x="0" y="255324"/>
                  </a:lnTo>
                  <a:lnTo>
                    <a:pt x="95992" y="126741"/>
                  </a:lnTo>
                  <a:lnTo>
                    <a:pt x="343319" y="0"/>
                  </a:lnTo>
                  <a:lnTo>
                    <a:pt x="473383" y="45932"/>
                  </a:lnTo>
                  <a:close/>
                </a:path>
              </a:pathLst>
            </a:custGeom>
            <a:solidFill>
              <a:srgbClr val="D53E4F">
                <a:alpha val="60000"/>
              </a:srgbClr>
            </a:solidFill>
            <a:ln w="6775" cap="flat">
              <a:solidFill>
                <a:srgbClr val="D53E4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g133">
              <a:extLst>
                <a:ext uri="{FF2B5EF4-FFF2-40B4-BE49-F238E27FC236}">
                  <a16:creationId xmlns:a16="http://schemas.microsoft.com/office/drawing/2014/main" id="{2ADB4B3F-B219-38EE-FBA0-F7657B720B4D}"/>
                </a:ext>
              </a:extLst>
            </p:cNvPr>
            <p:cNvSpPr/>
            <p:nvPr/>
          </p:nvSpPr>
          <p:spPr>
            <a:xfrm>
              <a:off x="1965363" y="5308670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7" name="pg134">
              <a:extLst>
                <a:ext uri="{FF2B5EF4-FFF2-40B4-BE49-F238E27FC236}">
                  <a16:creationId xmlns:a16="http://schemas.microsoft.com/office/drawing/2014/main" id="{74A4CE7E-4D58-E056-17C1-72B717723F13}"/>
                </a:ext>
              </a:extLst>
            </p:cNvPr>
            <p:cNvSpPr/>
            <p:nvPr/>
          </p:nvSpPr>
          <p:spPr>
            <a:xfrm>
              <a:off x="1872584" y="526387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8" name="pg135">
              <a:extLst>
                <a:ext uri="{FF2B5EF4-FFF2-40B4-BE49-F238E27FC236}">
                  <a16:creationId xmlns:a16="http://schemas.microsoft.com/office/drawing/2014/main" id="{032EDF31-F865-2C40-F8D9-C8A4297356D1}"/>
                </a:ext>
              </a:extLst>
            </p:cNvPr>
            <p:cNvSpPr/>
            <p:nvPr/>
          </p:nvSpPr>
          <p:spPr>
            <a:xfrm>
              <a:off x="2256933" y="552989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9" name="pg136">
              <a:extLst>
                <a:ext uri="{FF2B5EF4-FFF2-40B4-BE49-F238E27FC236}">
                  <a16:creationId xmlns:a16="http://schemas.microsoft.com/office/drawing/2014/main" id="{2FFB16CD-FFE9-1EDF-D7DA-0218A92BC520}"/>
                </a:ext>
              </a:extLst>
            </p:cNvPr>
            <p:cNvSpPr/>
            <p:nvPr/>
          </p:nvSpPr>
          <p:spPr>
            <a:xfrm>
              <a:off x="2392267" y="5321091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0" name="pg137">
              <a:extLst>
                <a:ext uri="{FF2B5EF4-FFF2-40B4-BE49-F238E27FC236}">
                  <a16:creationId xmlns:a16="http://schemas.microsoft.com/office/drawing/2014/main" id="{D689E69D-5ED5-9D33-FBCF-4CBB0C673B48}"/>
                </a:ext>
              </a:extLst>
            </p:cNvPr>
            <p:cNvSpPr/>
            <p:nvPr/>
          </p:nvSpPr>
          <p:spPr>
            <a:xfrm>
              <a:off x="2475583" y="451957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1" name="pg138">
              <a:extLst>
                <a:ext uri="{FF2B5EF4-FFF2-40B4-BE49-F238E27FC236}">
                  <a16:creationId xmlns:a16="http://schemas.microsoft.com/office/drawing/2014/main" id="{EAA01CC9-0F59-F727-F6E6-E540CC75EF87}"/>
                </a:ext>
              </a:extLst>
            </p:cNvPr>
            <p:cNvSpPr/>
            <p:nvPr/>
          </p:nvSpPr>
          <p:spPr>
            <a:xfrm>
              <a:off x="2391370" y="452449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2" name="pg139">
              <a:extLst>
                <a:ext uri="{FF2B5EF4-FFF2-40B4-BE49-F238E27FC236}">
                  <a16:creationId xmlns:a16="http://schemas.microsoft.com/office/drawing/2014/main" id="{B51E658F-87CF-9671-F878-A9C3D52770B3}"/>
                </a:ext>
              </a:extLst>
            </p:cNvPr>
            <p:cNvSpPr/>
            <p:nvPr/>
          </p:nvSpPr>
          <p:spPr>
            <a:xfrm>
              <a:off x="2471491" y="368614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3" name="pg140">
              <a:extLst>
                <a:ext uri="{FF2B5EF4-FFF2-40B4-BE49-F238E27FC236}">
                  <a16:creationId xmlns:a16="http://schemas.microsoft.com/office/drawing/2014/main" id="{716DFECC-C2D4-7EA2-AA3D-F0DE12E91925}"/>
                </a:ext>
              </a:extLst>
            </p:cNvPr>
            <p:cNvSpPr/>
            <p:nvPr/>
          </p:nvSpPr>
          <p:spPr>
            <a:xfrm>
              <a:off x="2415668" y="363649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4" name="pg141">
              <a:extLst>
                <a:ext uri="{FF2B5EF4-FFF2-40B4-BE49-F238E27FC236}">
                  <a16:creationId xmlns:a16="http://schemas.microsoft.com/office/drawing/2014/main" id="{5D9DFF05-B317-67B0-6A02-023E05CC2240}"/>
                </a:ext>
              </a:extLst>
            </p:cNvPr>
            <p:cNvSpPr/>
            <p:nvPr/>
          </p:nvSpPr>
          <p:spPr>
            <a:xfrm>
              <a:off x="1145370" y="3832398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5" name="pg142">
              <a:extLst>
                <a:ext uri="{FF2B5EF4-FFF2-40B4-BE49-F238E27FC236}">
                  <a16:creationId xmlns:a16="http://schemas.microsoft.com/office/drawing/2014/main" id="{FB6E7565-833B-3C12-E142-3E5085D2B5CD}"/>
                </a:ext>
              </a:extLst>
            </p:cNvPr>
            <p:cNvSpPr/>
            <p:nvPr/>
          </p:nvSpPr>
          <p:spPr>
            <a:xfrm>
              <a:off x="1129248" y="3870271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6" name="pg143">
              <a:extLst>
                <a:ext uri="{FF2B5EF4-FFF2-40B4-BE49-F238E27FC236}">
                  <a16:creationId xmlns:a16="http://schemas.microsoft.com/office/drawing/2014/main" id="{DB541193-3030-CDB8-C442-8599973B1C40}"/>
                </a:ext>
              </a:extLst>
            </p:cNvPr>
            <p:cNvSpPr/>
            <p:nvPr/>
          </p:nvSpPr>
          <p:spPr>
            <a:xfrm>
              <a:off x="2312310" y="5587823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7" name="pg144">
              <a:extLst>
                <a:ext uri="{FF2B5EF4-FFF2-40B4-BE49-F238E27FC236}">
                  <a16:creationId xmlns:a16="http://schemas.microsoft.com/office/drawing/2014/main" id="{933E55B8-F7A5-1ED4-0254-4CF5E05FD55E}"/>
                </a:ext>
              </a:extLst>
            </p:cNvPr>
            <p:cNvSpPr/>
            <p:nvPr/>
          </p:nvSpPr>
          <p:spPr>
            <a:xfrm>
              <a:off x="2097640" y="5601213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8" name="pg145">
              <a:extLst>
                <a:ext uri="{FF2B5EF4-FFF2-40B4-BE49-F238E27FC236}">
                  <a16:creationId xmlns:a16="http://schemas.microsoft.com/office/drawing/2014/main" id="{8F015C9A-23F4-186A-DDAA-5C96AA1B50A1}"/>
                </a:ext>
              </a:extLst>
            </p:cNvPr>
            <p:cNvSpPr/>
            <p:nvPr/>
          </p:nvSpPr>
          <p:spPr>
            <a:xfrm>
              <a:off x="2444323" y="531821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9" name="pg146">
              <a:extLst>
                <a:ext uri="{FF2B5EF4-FFF2-40B4-BE49-F238E27FC236}">
                  <a16:creationId xmlns:a16="http://schemas.microsoft.com/office/drawing/2014/main" id="{31748498-47DA-CCCE-02E9-F22509A4B36D}"/>
                </a:ext>
              </a:extLst>
            </p:cNvPr>
            <p:cNvSpPr/>
            <p:nvPr/>
          </p:nvSpPr>
          <p:spPr>
            <a:xfrm>
              <a:off x="2370939" y="5268998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0" name="pg147">
              <a:extLst>
                <a:ext uri="{FF2B5EF4-FFF2-40B4-BE49-F238E27FC236}">
                  <a16:creationId xmlns:a16="http://schemas.microsoft.com/office/drawing/2014/main" id="{62D96A90-59C2-F8D2-8D81-8BB938A42610}"/>
                </a:ext>
              </a:extLst>
            </p:cNvPr>
            <p:cNvSpPr/>
            <p:nvPr/>
          </p:nvSpPr>
          <p:spPr>
            <a:xfrm>
              <a:off x="2772145" y="4304796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1" name="pg148">
              <a:extLst>
                <a:ext uri="{FF2B5EF4-FFF2-40B4-BE49-F238E27FC236}">
                  <a16:creationId xmlns:a16="http://schemas.microsoft.com/office/drawing/2014/main" id="{D1E9FD5D-F0F1-7131-1585-6F3E86D2BA36}"/>
                </a:ext>
              </a:extLst>
            </p:cNvPr>
            <p:cNvSpPr/>
            <p:nvPr/>
          </p:nvSpPr>
          <p:spPr>
            <a:xfrm>
              <a:off x="2402588" y="3648036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2" name="pg149">
              <a:extLst>
                <a:ext uri="{FF2B5EF4-FFF2-40B4-BE49-F238E27FC236}">
                  <a16:creationId xmlns:a16="http://schemas.microsoft.com/office/drawing/2014/main" id="{801FA75D-27C4-E3CD-7317-682DF8AB5117}"/>
                </a:ext>
              </a:extLst>
            </p:cNvPr>
            <p:cNvSpPr/>
            <p:nvPr/>
          </p:nvSpPr>
          <p:spPr>
            <a:xfrm>
              <a:off x="2331811" y="3748658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3" name="pg150">
              <a:extLst>
                <a:ext uri="{FF2B5EF4-FFF2-40B4-BE49-F238E27FC236}">
                  <a16:creationId xmlns:a16="http://schemas.microsoft.com/office/drawing/2014/main" id="{1DFDE701-19E4-30DB-9D76-6A07B256A383}"/>
                </a:ext>
              </a:extLst>
            </p:cNvPr>
            <p:cNvSpPr/>
            <p:nvPr/>
          </p:nvSpPr>
          <p:spPr>
            <a:xfrm>
              <a:off x="974180" y="412990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4" name="pg151">
              <a:extLst>
                <a:ext uri="{FF2B5EF4-FFF2-40B4-BE49-F238E27FC236}">
                  <a16:creationId xmlns:a16="http://schemas.microsoft.com/office/drawing/2014/main" id="{9437FB8B-C6BF-9E59-557E-AB4524D75B17}"/>
                </a:ext>
              </a:extLst>
            </p:cNvPr>
            <p:cNvSpPr/>
            <p:nvPr/>
          </p:nvSpPr>
          <p:spPr>
            <a:xfrm>
              <a:off x="1097481" y="391612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5" name="pg152">
              <a:extLst>
                <a:ext uri="{FF2B5EF4-FFF2-40B4-BE49-F238E27FC236}">
                  <a16:creationId xmlns:a16="http://schemas.microsoft.com/office/drawing/2014/main" id="{1B2347F1-5FC4-FAC0-3BAD-F93D4117432F}"/>
                </a:ext>
              </a:extLst>
            </p:cNvPr>
            <p:cNvSpPr/>
            <p:nvPr/>
          </p:nvSpPr>
          <p:spPr>
            <a:xfrm>
              <a:off x="2260353" y="5536607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6" name="pg153">
              <a:extLst>
                <a:ext uri="{FF2B5EF4-FFF2-40B4-BE49-F238E27FC236}">
                  <a16:creationId xmlns:a16="http://schemas.microsoft.com/office/drawing/2014/main" id="{EA3E390D-8E24-5358-F51E-E50A0C55F4B2}"/>
                </a:ext>
              </a:extLst>
            </p:cNvPr>
            <p:cNvSpPr/>
            <p:nvPr/>
          </p:nvSpPr>
          <p:spPr>
            <a:xfrm>
              <a:off x="2084089" y="550145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7" name="pg154">
              <a:extLst>
                <a:ext uri="{FF2B5EF4-FFF2-40B4-BE49-F238E27FC236}">
                  <a16:creationId xmlns:a16="http://schemas.microsoft.com/office/drawing/2014/main" id="{8CCE2802-2CC7-847B-2ECA-7A67C0E9FFEF}"/>
                </a:ext>
              </a:extLst>
            </p:cNvPr>
            <p:cNvSpPr/>
            <p:nvPr/>
          </p:nvSpPr>
          <p:spPr>
            <a:xfrm>
              <a:off x="2570365" y="5413339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8" name="pg155">
              <a:extLst>
                <a:ext uri="{FF2B5EF4-FFF2-40B4-BE49-F238E27FC236}">
                  <a16:creationId xmlns:a16="http://schemas.microsoft.com/office/drawing/2014/main" id="{ECC465EA-4B20-D069-AE36-56A8747DFF58}"/>
                </a:ext>
              </a:extLst>
            </p:cNvPr>
            <p:cNvSpPr/>
            <p:nvPr/>
          </p:nvSpPr>
          <p:spPr>
            <a:xfrm>
              <a:off x="2207337" y="5611563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9" name="pg156">
              <a:extLst>
                <a:ext uri="{FF2B5EF4-FFF2-40B4-BE49-F238E27FC236}">
                  <a16:creationId xmlns:a16="http://schemas.microsoft.com/office/drawing/2014/main" id="{7895F5F4-3474-EE11-FC63-A8F61F4FAB12}"/>
                </a:ext>
              </a:extLst>
            </p:cNvPr>
            <p:cNvSpPr/>
            <p:nvPr/>
          </p:nvSpPr>
          <p:spPr>
            <a:xfrm>
              <a:off x="2455552" y="5041335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0" name="pg157">
              <a:extLst>
                <a:ext uri="{FF2B5EF4-FFF2-40B4-BE49-F238E27FC236}">
                  <a16:creationId xmlns:a16="http://schemas.microsoft.com/office/drawing/2014/main" id="{BD4791A7-07F6-989A-B35D-46CB21D6F223}"/>
                </a:ext>
              </a:extLst>
            </p:cNvPr>
            <p:cNvSpPr/>
            <p:nvPr/>
          </p:nvSpPr>
          <p:spPr>
            <a:xfrm>
              <a:off x="2515252" y="5090832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1" name="pg158">
              <a:extLst>
                <a:ext uri="{FF2B5EF4-FFF2-40B4-BE49-F238E27FC236}">
                  <a16:creationId xmlns:a16="http://schemas.microsoft.com/office/drawing/2014/main" id="{CCD381F7-2E35-185E-30C6-2FFD1D80D7A2}"/>
                </a:ext>
              </a:extLst>
            </p:cNvPr>
            <p:cNvSpPr/>
            <p:nvPr/>
          </p:nvSpPr>
          <p:spPr>
            <a:xfrm>
              <a:off x="2689046" y="442945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2" name="pg159">
              <a:extLst>
                <a:ext uri="{FF2B5EF4-FFF2-40B4-BE49-F238E27FC236}">
                  <a16:creationId xmlns:a16="http://schemas.microsoft.com/office/drawing/2014/main" id="{6F0103BD-103E-ACF7-7CDC-E58995017088}"/>
                </a:ext>
              </a:extLst>
            </p:cNvPr>
            <p:cNvSpPr/>
            <p:nvPr/>
          </p:nvSpPr>
          <p:spPr>
            <a:xfrm>
              <a:off x="2418623" y="4149152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3" name="pg160">
              <a:extLst>
                <a:ext uri="{FF2B5EF4-FFF2-40B4-BE49-F238E27FC236}">
                  <a16:creationId xmlns:a16="http://schemas.microsoft.com/office/drawing/2014/main" id="{B8C000A2-ABAB-35F2-C801-0DA51276DD26}"/>
                </a:ext>
              </a:extLst>
            </p:cNvPr>
            <p:cNvSpPr/>
            <p:nvPr/>
          </p:nvSpPr>
          <p:spPr>
            <a:xfrm>
              <a:off x="2517763" y="396207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4" name="pg161">
              <a:extLst>
                <a:ext uri="{FF2B5EF4-FFF2-40B4-BE49-F238E27FC236}">
                  <a16:creationId xmlns:a16="http://schemas.microsoft.com/office/drawing/2014/main" id="{B539C19C-325F-5C05-B9B9-2B11B41530AD}"/>
                </a:ext>
              </a:extLst>
            </p:cNvPr>
            <p:cNvSpPr/>
            <p:nvPr/>
          </p:nvSpPr>
          <p:spPr>
            <a:xfrm>
              <a:off x="2141897" y="4024216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5" name="pg162">
              <a:extLst>
                <a:ext uri="{FF2B5EF4-FFF2-40B4-BE49-F238E27FC236}">
                  <a16:creationId xmlns:a16="http://schemas.microsoft.com/office/drawing/2014/main" id="{71042302-C42E-66A8-747F-3078CC834EEE}"/>
                </a:ext>
              </a:extLst>
            </p:cNvPr>
            <p:cNvSpPr/>
            <p:nvPr/>
          </p:nvSpPr>
          <p:spPr>
            <a:xfrm>
              <a:off x="1805585" y="3728454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6" name="pg163">
              <a:extLst>
                <a:ext uri="{FF2B5EF4-FFF2-40B4-BE49-F238E27FC236}">
                  <a16:creationId xmlns:a16="http://schemas.microsoft.com/office/drawing/2014/main" id="{51F3AAFD-A67B-E94A-A4E7-4B47272EB966}"/>
                </a:ext>
              </a:extLst>
            </p:cNvPr>
            <p:cNvSpPr/>
            <p:nvPr/>
          </p:nvSpPr>
          <p:spPr>
            <a:xfrm>
              <a:off x="1086850" y="4083182"/>
              <a:ext cx="85119" cy="73715"/>
            </a:xfrm>
            <a:custGeom>
              <a:avLst/>
              <a:gdLst/>
              <a:ahLst/>
              <a:cxnLst/>
              <a:rect l="0" t="0" r="0" b="0"/>
              <a:pathLst>
                <a:path w="85119" h="73715">
                  <a:moveTo>
                    <a:pt x="42559" y="0"/>
                  </a:moveTo>
                  <a:lnTo>
                    <a:pt x="85119" y="73715"/>
                  </a:lnTo>
                  <a:lnTo>
                    <a:pt x="0" y="73715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7" name="pt164">
              <a:extLst>
                <a:ext uri="{FF2B5EF4-FFF2-40B4-BE49-F238E27FC236}">
                  <a16:creationId xmlns:a16="http://schemas.microsoft.com/office/drawing/2014/main" id="{B9B364FC-90E3-6AC9-93D0-836BA19AF819}"/>
                </a:ext>
              </a:extLst>
            </p:cNvPr>
            <p:cNvSpPr/>
            <p:nvPr/>
          </p:nvSpPr>
          <p:spPr>
            <a:xfrm>
              <a:off x="2235663" y="5558711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8" name="pt165">
              <a:extLst>
                <a:ext uri="{FF2B5EF4-FFF2-40B4-BE49-F238E27FC236}">
                  <a16:creationId xmlns:a16="http://schemas.microsoft.com/office/drawing/2014/main" id="{32EFF5C1-3FCB-548E-9B4B-094654BE79E1}"/>
                </a:ext>
              </a:extLst>
            </p:cNvPr>
            <p:cNvSpPr/>
            <p:nvPr/>
          </p:nvSpPr>
          <p:spPr>
            <a:xfrm>
              <a:off x="2271258" y="5508325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9" name="pt166">
              <a:extLst>
                <a:ext uri="{FF2B5EF4-FFF2-40B4-BE49-F238E27FC236}">
                  <a16:creationId xmlns:a16="http://schemas.microsoft.com/office/drawing/2014/main" id="{BA3E028E-5100-7B6B-577C-ED8580D753EA}"/>
                </a:ext>
              </a:extLst>
            </p:cNvPr>
            <p:cNvSpPr/>
            <p:nvPr/>
          </p:nvSpPr>
          <p:spPr>
            <a:xfrm>
              <a:off x="2894838" y="5620865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0" name="pt167">
              <a:extLst>
                <a:ext uri="{FF2B5EF4-FFF2-40B4-BE49-F238E27FC236}">
                  <a16:creationId xmlns:a16="http://schemas.microsoft.com/office/drawing/2014/main" id="{E507C88F-1E13-5802-7EC3-81BB8E9F79B7}"/>
                </a:ext>
              </a:extLst>
            </p:cNvPr>
            <p:cNvSpPr/>
            <p:nvPr/>
          </p:nvSpPr>
          <p:spPr>
            <a:xfrm>
              <a:off x="2833135" y="5510261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1" name="pt168">
              <a:extLst>
                <a:ext uri="{FF2B5EF4-FFF2-40B4-BE49-F238E27FC236}">
                  <a16:creationId xmlns:a16="http://schemas.microsoft.com/office/drawing/2014/main" id="{348EF937-1526-B3F3-81A2-2F2F6AE87853}"/>
                </a:ext>
              </a:extLst>
            </p:cNvPr>
            <p:cNvSpPr/>
            <p:nvPr/>
          </p:nvSpPr>
          <p:spPr>
            <a:xfrm>
              <a:off x="2803925" y="5371560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2" name="pt169">
              <a:extLst>
                <a:ext uri="{FF2B5EF4-FFF2-40B4-BE49-F238E27FC236}">
                  <a16:creationId xmlns:a16="http://schemas.microsoft.com/office/drawing/2014/main" id="{0E994CEC-BADA-A25D-1EE8-80D92DC8C61F}"/>
                </a:ext>
              </a:extLst>
            </p:cNvPr>
            <p:cNvSpPr/>
            <p:nvPr/>
          </p:nvSpPr>
          <p:spPr>
            <a:xfrm>
              <a:off x="2839836" y="4909472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3" name="pt170">
              <a:extLst>
                <a:ext uri="{FF2B5EF4-FFF2-40B4-BE49-F238E27FC236}">
                  <a16:creationId xmlns:a16="http://schemas.microsoft.com/office/drawing/2014/main" id="{8E0B8A88-4FCA-A5CC-C3E8-C780FF1C9D1E}"/>
                </a:ext>
              </a:extLst>
            </p:cNvPr>
            <p:cNvSpPr/>
            <p:nvPr/>
          </p:nvSpPr>
          <p:spPr>
            <a:xfrm>
              <a:off x="3055958" y="4542207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4" name="pt171">
              <a:extLst>
                <a:ext uri="{FF2B5EF4-FFF2-40B4-BE49-F238E27FC236}">
                  <a16:creationId xmlns:a16="http://schemas.microsoft.com/office/drawing/2014/main" id="{5B54D1BD-84F3-17E8-BBF3-723EF72151E1}"/>
                </a:ext>
              </a:extLst>
            </p:cNvPr>
            <p:cNvSpPr/>
            <p:nvPr/>
          </p:nvSpPr>
          <p:spPr>
            <a:xfrm>
              <a:off x="3215558" y="4361342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5" name="pt172">
              <a:extLst>
                <a:ext uri="{FF2B5EF4-FFF2-40B4-BE49-F238E27FC236}">
                  <a16:creationId xmlns:a16="http://schemas.microsoft.com/office/drawing/2014/main" id="{35A94E6C-584C-A79E-F3CB-A647E24A3AEE}"/>
                </a:ext>
              </a:extLst>
            </p:cNvPr>
            <p:cNvSpPr/>
            <p:nvPr/>
          </p:nvSpPr>
          <p:spPr>
            <a:xfrm>
              <a:off x="2654040" y="4060197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6" name="pt173">
              <a:extLst>
                <a:ext uri="{FF2B5EF4-FFF2-40B4-BE49-F238E27FC236}">
                  <a16:creationId xmlns:a16="http://schemas.microsoft.com/office/drawing/2014/main" id="{FE61F564-1107-8BEA-E49E-47473AADA85F}"/>
                </a:ext>
              </a:extLst>
            </p:cNvPr>
            <p:cNvSpPr/>
            <p:nvPr/>
          </p:nvSpPr>
          <p:spPr>
            <a:xfrm>
              <a:off x="2661807" y="4129947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7" name="pt174">
              <a:extLst>
                <a:ext uri="{FF2B5EF4-FFF2-40B4-BE49-F238E27FC236}">
                  <a16:creationId xmlns:a16="http://schemas.microsoft.com/office/drawing/2014/main" id="{00CC5150-7795-D16B-6251-062C85F45BD6}"/>
                </a:ext>
              </a:extLst>
            </p:cNvPr>
            <p:cNvSpPr/>
            <p:nvPr/>
          </p:nvSpPr>
          <p:spPr>
            <a:xfrm>
              <a:off x="1700837" y="3994621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8" name="pt175">
              <a:extLst>
                <a:ext uri="{FF2B5EF4-FFF2-40B4-BE49-F238E27FC236}">
                  <a16:creationId xmlns:a16="http://schemas.microsoft.com/office/drawing/2014/main" id="{FA8280EE-B006-03E9-F556-50DD6989A8B2}"/>
                </a:ext>
              </a:extLst>
            </p:cNvPr>
            <p:cNvSpPr/>
            <p:nvPr/>
          </p:nvSpPr>
          <p:spPr>
            <a:xfrm>
              <a:off x="1933600" y="3991313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49" name="pt176">
              <a:extLst>
                <a:ext uri="{FF2B5EF4-FFF2-40B4-BE49-F238E27FC236}">
                  <a16:creationId xmlns:a16="http://schemas.microsoft.com/office/drawing/2014/main" id="{137F361B-DA69-0B69-F862-BDAC75089119}"/>
                </a:ext>
              </a:extLst>
            </p:cNvPr>
            <p:cNvSpPr/>
            <p:nvPr/>
          </p:nvSpPr>
          <p:spPr>
            <a:xfrm>
              <a:off x="2011967" y="5398161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0" name="pt177">
              <a:extLst>
                <a:ext uri="{FF2B5EF4-FFF2-40B4-BE49-F238E27FC236}">
                  <a16:creationId xmlns:a16="http://schemas.microsoft.com/office/drawing/2014/main" id="{2A7E5EC1-5D3A-7365-004D-702773FD9637}"/>
                </a:ext>
              </a:extLst>
            </p:cNvPr>
            <p:cNvSpPr/>
            <p:nvPr/>
          </p:nvSpPr>
          <p:spPr>
            <a:xfrm>
              <a:off x="2281503" y="5417668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1" name="pt178">
              <a:extLst>
                <a:ext uri="{FF2B5EF4-FFF2-40B4-BE49-F238E27FC236}">
                  <a16:creationId xmlns:a16="http://schemas.microsoft.com/office/drawing/2014/main" id="{CF61BED8-9B78-D333-DD12-18DE54B49E13}"/>
                </a:ext>
              </a:extLst>
            </p:cNvPr>
            <p:cNvSpPr/>
            <p:nvPr/>
          </p:nvSpPr>
          <p:spPr>
            <a:xfrm>
              <a:off x="2989091" y="4750899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2" name="pt179">
              <a:extLst>
                <a:ext uri="{FF2B5EF4-FFF2-40B4-BE49-F238E27FC236}">
                  <a16:creationId xmlns:a16="http://schemas.microsoft.com/office/drawing/2014/main" id="{3F8FBE7A-3B19-C0B6-2AC5-A0BDE12BDCD4}"/>
                </a:ext>
              </a:extLst>
            </p:cNvPr>
            <p:cNvSpPr/>
            <p:nvPr/>
          </p:nvSpPr>
          <p:spPr>
            <a:xfrm>
              <a:off x="2766463" y="5374117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3" name="pt180">
              <a:extLst>
                <a:ext uri="{FF2B5EF4-FFF2-40B4-BE49-F238E27FC236}">
                  <a16:creationId xmlns:a16="http://schemas.microsoft.com/office/drawing/2014/main" id="{F0364F81-DCCE-19C5-C59F-BB264FF23F28}"/>
                </a:ext>
              </a:extLst>
            </p:cNvPr>
            <p:cNvSpPr/>
            <p:nvPr/>
          </p:nvSpPr>
          <p:spPr>
            <a:xfrm>
              <a:off x="2853883" y="4685732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4" name="pt181">
              <a:extLst>
                <a:ext uri="{FF2B5EF4-FFF2-40B4-BE49-F238E27FC236}">
                  <a16:creationId xmlns:a16="http://schemas.microsoft.com/office/drawing/2014/main" id="{16D5E72C-B43D-8705-5E3E-FAF85806B614}"/>
                </a:ext>
              </a:extLst>
            </p:cNvPr>
            <p:cNvSpPr/>
            <p:nvPr/>
          </p:nvSpPr>
          <p:spPr>
            <a:xfrm>
              <a:off x="2839271" y="4583319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5" name="pt182">
              <a:extLst>
                <a:ext uri="{FF2B5EF4-FFF2-40B4-BE49-F238E27FC236}">
                  <a16:creationId xmlns:a16="http://schemas.microsoft.com/office/drawing/2014/main" id="{2188716F-82D9-5280-77DE-BF40C273A7DB}"/>
                </a:ext>
              </a:extLst>
            </p:cNvPr>
            <p:cNvSpPr/>
            <p:nvPr/>
          </p:nvSpPr>
          <p:spPr>
            <a:xfrm>
              <a:off x="3112171" y="4364817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6" name="pt183">
              <a:extLst>
                <a:ext uri="{FF2B5EF4-FFF2-40B4-BE49-F238E27FC236}">
                  <a16:creationId xmlns:a16="http://schemas.microsoft.com/office/drawing/2014/main" id="{CD7E7EDC-FAA4-47CD-218E-CAB6007C8404}"/>
                </a:ext>
              </a:extLst>
            </p:cNvPr>
            <p:cNvSpPr/>
            <p:nvPr/>
          </p:nvSpPr>
          <p:spPr>
            <a:xfrm>
              <a:off x="2891996" y="4270256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7" name="pt184">
              <a:extLst>
                <a:ext uri="{FF2B5EF4-FFF2-40B4-BE49-F238E27FC236}">
                  <a16:creationId xmlns:a16="http://schemas.microsoft.com/office/drawing/2014/main" id="{AB042FEB-ADA1-04DA-90BE-4D23B739176C}"/>
                </a:ext>
              </a:extLst>
            </p:cNvPr>
            <p:cNvSpPr/>
            <p:nvPr/>
          </p:nvSpPr>
          <p:spPr>
            <a:xfrm>
              <a:off x="2810812" y="4276708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8" name="pt185">
              <a:extLst>
                <a:ext uri="{FF2B5EF4-FFF2-40B4-BE49-F238E27FC236}">
                  <a16:creationId xmlns:a16="http://schemas.microsoft.com/office/drawing/2014/main" id="{80151A82-EAC3-11C3-A9ED-CA329A92F696}"/>
                </a:ext>
              </a:extLst>
            </p:cNvPr>
            <p:cNvSpPr/>
            <p:nvPr/>
          </p:nvSpPr>
          <p:spPr>
            <a:xfrm>
              <a:off x="2174220" y="3785228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59" name="pt186">
              <a:extLst>
                <a:ext uri="{FF2B5EF4-FFF2-40B4-BE49-F238E27FC236}">
                  <a16:creationId xmlns:a16="http://schemas.microsoft.com/office/drawing/2014/main" id="{3C54F866-4AAD-3648-200A-A1684EC466C7}"/>
                </a:ext>
              </a:extLst>
            </p:cNvPr>
            <p:cNvSpPr/>
            <p:nvPr/>
          </p:nvSpPr>
          <p:spPr>
            <a:xfrm>
              <a:off x="2080125" y="3773181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0" name="pt187">
              <a:extLst>
                <a:ext uri="{FF2B5EF4-FFF2-40B4-BE49-F238E27FC236}">
                  <a16:creationId xmlns:a16="http://schemas.microsoft.com/office/drawing/2014/main" id="{92EEF735-F3C5-CCAA-EE05-A47B48B04E7A}"/>
                </a:ext>
              </a:extLst>
            </p:cNvPr>
            <p:cNvSpPr/>
            <p:nvPr/>
          </p:nvSpPr>
          <p:spPr>
            <a:xfrm>
              <a:off x="2698514" y="5505933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1" name="pt188">
              <a:extLst>
                <a:ext uri="{FF2B5EF4-FFF2-40B4-BE49-F238E27FC236}">
                  <a16:creationId xmlns:a16="http://schemas.microsoft.com/office/drawing/2014/main" id="{89ABAFBF-FEA4-9E4A-3F85-E32FED8BB19D}"/>
                </a:ext>
              </a:extLst>
            </p:cNvPr>
            <p:cNvSpPr/>
            <p:nvPr/>
          </p:nvSpPr>
          <p:spPr>
            <a:xfrm>
              <a:off x="2436234" y="5633596"/>
              <a:ext cx="63202" cy="63202"/>
            </a:xfrm>
            <a:prstGeom prst="ellipse">
              <a:avLst/>
            </a:pr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2" name="pt189">
              <a:extLst>
                <a:ext uri="{FF2B5EF4-FFF2-40B4-BE49-F238E27FC236}">
                  <a16:creationId xmlns:a16="http://schemas.microsoft.com/office/drawing/2014/main" id="{65BAD37F-4FB6-0C4D-091D-FB9BE9FD5DFE}"/>
                </a:ext>
              </a:extLst>
            </p:cNvPr>
            <p:cNvSpPr/>
            <p:nvPr/>
          </p:nvSpPr>
          <p:spPr>
            <a:xfrm>
              <a:off x="3047552" y="5117695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3" name="pt190">
              <a:extLst>
                <a:ext uri="{FF2B5EF4-FFF2-40B4-BE49-F238E27FC236}">
                  <a16:creationId xmlns:a16="http://schemas.microsoft.com/office/drawing/2014/main" id="{610B6290-3DB1-DBCF-BEDF-CCF46BE4F7E9}"/>
                </a:ext>
              </a:extLst>
            </p:cNvPr>
            <p:cNvSpPr/>
            <p:nvPr/>
          </p:nvSpPr>
          <p:spPr>
            <a:xfrm>
              <a:off x="2800281" y="4669185"/>
              <a:ext cx="63202" cy="63202"/>
            </a:xfrm>
            <a:prstGeom prst="ellipse">
              <a:avLst/>
            </a:pr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4" name="pt191">
              <a:extLst>
                <a:ext uri="{FF2B5EF4-FFF2-40B4-BE49-F238E27FC236}">
                  <a16:creationId xmlns:a16="http://schemas.microsoft.com/office/drawing/2014/main" id="{6F64E452-45F5-50E2-2621-A18613A33635}"/>
                </a:ext>
              </a:extLst>
            </p:cNvPr>
            <p:cNvSpPr/>
            <p:nvPr/>
          </p:nvSpPr>
          <p:spPr>
            <a:xfrm>
              <a:off x="3103377" y="4624381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5" name="pt192">
              <a:extLst>
                <a:ext uri="{FF2B5EF4-FFF2-40B4-BE49-F238E27FC236}">
                  <a16:creationId xmlns:a16="http://schemas.microsoft.com/office/drawing/2014/main" id="{80F4D6B9-2A21-A97E-0122-18F9C05B88CF}"/>
                </a:ext>
              </a:extLst>
            </p:cNvPr>
            <p:cNvSpPr/>
            <p:nvPr/>
          </p:nvSpPr>
          <p:spPr>
            <a:xfrm>
              <a:off x="3134749" y="4573384"/>
              <a:ext cx="63202" cy="63202"/>
            </a:xfrm>
            <a:prstGeom prst="ellipse">
              <a:avLst/>
            </a:pr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6" name="pt193">
              <a:extLst>
                <a:ext uri="{FF2B5EF4-FFF2-40B4-BE49-F238E27FC236}">
                  <a16:creationId xmlns:a16="http://schemas.microsoft.com/office/drawing/2014/main" id="{0327066E-0F0E-2A39-1B01-C2EA6FED350D}"/>
                </a:ext>
              </a:extLst>
            </p:cNvPr>
            <p:cNvSpPr/>
            <p:nvPr/>
          </p:nvSpPr>
          <p:spPr>
            <a:xfrm>
              <a:off x="3152589" y="4299029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7" name="pt194">
              <a:extLst>
                <a:ext uri="{FF2B5EF4-FFF2-40B4-BE49-F238E27FC236}">
                  <a16:creationId xmlns:a16="http://schemas.microsoft.com/office/drawing/2014/main" id="{14103E47-6969-48D3-2766-5CE8C5925B81}"/>
                </a:ext>
              </a:extLst>
            </p:cNvPr>
            <p:cNvSpPr/>
            <p:nvPr/>
          </p:nvSpPr>
          <p:spPr>
            <a:xfrm>
              <a:off x="3149441" y="4402434"/>
              <a:ext cx="63202" cy="63202"/>
            </a:xfrm>
            <a:prstGeom prst="ellipse">
              <a:avLst/>
            </a:pr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8" name="pt195">
              <a:extLst>
                <a:ext uri="{FF2B5EF4-FFF2-40B4-BE49-F238E27FC236}">
                  <a16:creationId xmlns:a16="http://schemas.microsoft.com/office/drawing/2014/main" id="{248FFE71-D257-63DF-43C8-A278119D32AC}"/>
                </a:ext>
              </a:extLst>
            </p:cNvPr>
            <p:cNvSpPr/>
            <p:nvPr/>
          </p:nvSpPr>
          <p:spPr>
            <a:xfrm>
              <a:off x="2800137" y="4092496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69" name="pt196">
              <a:extLst>
                <a:ext uri="{FF2B5EF4-FFF2-40B4-BE49-F238E27FC236}">
                  <a16:creationId xmlns:a16="http://schemas.microsoft.com/office/drawing/2014/main" id="{8D8D71F6-8479-518A-1C90-639128A2C0C1}"/>
                </a:ext>
              </a:extLst>
            </p:cNvPr>
            <p:cNvSpPr/>
            <p:nvPr/>
          </p:nvSpPr>
          <p:spPr>
            <a:xfrm>
              <a:off x="2647645" y="4236768"/>
              <a:ext cx="63202" cy="63202"/>
            </a:xfrm>
            <a:prstGeom prst="ellipse">
              <a:avLst/>
            </a:pr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70" name="pt197">
              <a:extLst>
                <a:ext uri="{FF2B5EF4-FFF2-40B4-BE49-F238E27FC236}">
                  <a16:creationId xmlns:a16="http://schemas.microsoft.com/office/drawing/2014/main" id="{498358ED-CCA6-5D9C-FEFF-7E7AA63213B7}"/>
                </a:ext>
              </a:extLst>
            </p:cNvPr>
            <p:cNvSpPr/>
            <p:nvPr/>
          </p:nvSpPr>
          <p:spPr>
            <a:xfrm>
              <a:off x="1796829" y="3866037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71" name="pt198">
              <a:extLst>
                <a:ext uri="{FF2B5EF4-FFF2-40B4-BE49-F238E27FC236}">
                  <a16:creationId xmlns:a16="http://schemas.microsoft.com/office/drawing/2014/main" id="{A57D91CD-2BED-01C9-F8A2-9B6D2EC44071}"/>
                </a:ext>
              </a:extLst>
            </p:cNvPr>
            <p:cNvSpPr/>
            <p:nvPr/>
          </p:nvSpPr>
          <p:spPr>
            <a:xfrm>
              <a:off x="2044157" y="3739296"/>
              <a:ext cx="63202" cy="63202"/>
            </a:xfrm>
            <a:prstGeom prst="ellipse">
              <a:avLst/>
            </a:pr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72" name="pl199">
              <a:extLst>
                <a:ext uri="{FF2B5EF4-FFF2-40B4-BE49-F238E27FC236}">
                  <a16:creationId xmlns:a16="http://schemas.microsoft.com/office/drawing/2014/main" id="{F0CFAFEF-121D-B2CB-0002-C845BCCDD9BF}"/>
                </a:ext>
              </a:extLst>
            </p:cNvPr>
            <p:cNvSpPr/>
            <p:nvPr/>
          </p:nvSpPr>
          <p:spPr>
            <a:xfrm>
              <a:off x="2141283" y="5515751"/>
              <a:ext cx="212841" cy="19582"/>
            </a:xfrm>
            <a:custGeom>
              <a:avLst/>
              <a:gdLst/>
              <a:ahLst/>
              <a:cxnLst/>
              <a:rect l="0" t="0" r="0" b="0"/>
              <a:pathLst>
                <a:path w="212841" h="19582">
                  <a:moveTo>
                    <a:pt x="0" y="0"/>
                  </a:moveTo>
                  <a:lnTo>
                    <a:pt x="212841" y="19582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g200">
              <a:extLst>
                <a:ext uri="{FF2B5EF4-FFF2-40B4-BE49-F238E27FC236}">
                  <a16:creationId xmlns:a16="http://schemas.microsoft.com/office/drawing/2014/main" id="{26A44DD2-455E-F851-D26F-DF9A4FE1EE72}"/>
                </a:ext>
              </a:extLst>
            </p:cNvPr>
            <p:cNvSpPr/>
            <p:nvPr/>
          </p:nvSpPr>
          <p:spPr>
            <a:xfrm>
              <a:off x="2216450" y="5477107"/>
              <a:ext cx="137674" cy="91898"/>
            </a:xfrm>
            <a:custGeom>
              <a:avLst/>
              <a:gdLst/>
              <a:ahLst/>
              <a:cxnLst/>
              <a:rect l="0" t="0" r="0" b="0"/>
              <a:pathLst>
                <a:path w="137674" h="91898">
                  <a:moveTo>
                    <a:pt x="0" y="91898"/>
                  </a:moveTo>
                  <a:lnTo>
                    <a:pt x="137674" y="58226"/>
                  </a:lnTo>
                  <a:lnTo>
                    <a:pt x="845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l201">
              <a:extLst>
                <a:ext uri="{FF2B5EF4-FFF2-40B4-BE49-F238E27FC236}">
                  <a16:creationId xmlns:a16="http://schemas.microsoft.com/office/drawing/2014/main" id="{BBC3B037-785F-D9F2-23A7-4510D2B65257}"/>
                </a:ext>
              </a:extLst>
            </p:cNvPr>
            <p:cNvSpPr/>
            <p:nvPr/>
          </p:nvSpPr>
          <p:spPr>
            <a:xfrm>
              <a:off x="2416254" y="5205438"/>
              <a:ext cx="503907" cy="254222"/>
            </a:xfrm>
            <a:custGeom>
              <a:avLst/>
              <a:gdLst/>
              <a:ahLst/>
              <a:cxnLst/>
              <a:rect l="0" t="0" r="0" b="0"/>
              <a:pathLst>
                <a:path w="503907" h="254222">
                  <a:moveTo>
                    <a:pt x="0" y="254222"/>
                  </a:moveTo>
                  <a:lnTo>
                    <a:pt x="503907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g202">
              <a:extLst>
                <a:ext uri="{FF2B5EF4-FFF2-40B4-BE49-F238E27FC236}">
                  <a16:creationId xmlns:a16="http://schemas.microsoft.com/office/drawing/2014/main" id="{1E25AB2A-D9E3-4588-7DFA-1F81F78D6AE7}"/>
                </a:ext>
              </a:extLst>
            </p:cNvPr>
            <p:cNvSpPr/>
            <p:nvPr/>
          </p:nvSpPr>
          <p:spPr>
            <a:xfrm>
              <a:off x="2779731" y="5205438"/>
              <a:ext cx="140430" cy="101559"/>
            </a:xfrm>
            <a:custGeom>
              <a:avLst/>
              <a:gdLst/>
              <a:ahLst/>
              <a:cxnLst/>
              <a:rect l="0" t="0" r="0" b="0"/>
              <a:pathLst>
                <a:path w="140430" h="101559">
                  <a:moveTo>
                    <a:pt x="41568" y="101559"/>
                  </a:moveTo>
                  <a:lnTo>
                    <a:pt x="140430" y="0"/>
                  </a:lnTo>
                  <a:lnTo>
                    <a:pt x="0" y="1916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l203">
              <a:extLst>
                <a:ext uri="{FF2B5EF4-FFF2-40B4-BE49-F238E27FC236}">
                  <a16:creationId xmlns:a16="http://schemas.microsoft.com/office/drawing/2014/main" id="{C7622585-5538-18B7-F195-B46C4C34BD66}"/>
                </a:ext>
              </a:extLst>
            </p:cNvPr>
            <p:cNvSpPr/>
            <p:nvPr/>
          </p:nvSpPr>
          <p:spPr>
            <a:xfrm>
              <a:off x="2501999" y="4822909"/>
              <a:ext cx="458775" cy="20294"/>
            </a:xfrm>
            <a:custGeom>
              <a:avLst/>
              <a:gdLst/>
              <a:ahLst/>
              <a:cxnLst/>
              <a:rect l="0" t="0" r="0" b="0"/>
              <a:pathLst>
                <a:path w="458775" h="20294">
                  <a:moveTo>
                    <a:pt x="0" y="20294"/>
                  </a:moveTo>
                  <a:lnTo>
                    <a:pt x="458775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g204">
              <a:extLst>
                <a:ext uri="{FF2B5EF4-FFF2-40B4-BE49-F238E27FC236}">
                  <a16:creationId xmlns:a16="http://schemas.microsoft.com/office/drawing/2014/main" id="{550ABCC9-53C5-44FA-30F4-23849602E011}"/>
                </a:ext>
              </a:extLst>
            </p:cNvPr>
            <p:cNvSpPr/>
            <p:nvPr/>
          </p:nvSpPr>
          <p:spPr>
            <a:xfrm>
              <a:off x="2824856" y="4782733"/>
              <a:ext cx="135918" cy="92196"/>
            </a:xfrm>
            <a:custGeom>
              <a:avLst/>
              <a:gdLst/>
              <a:ahLst/>
              <a:cxnLst/>
              <a:rect l="0" t="0" r="0" b="0"/>
              <a:pathLst>
                <a:path w="135918" h="92196">
                  <a:moveTo>
                    <a:pt x="4078" y="92196"/>
                  </a:moveTo>
                  <a:lnTo>
                    <a:pt x="135918" y="40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l205">
              <a:extLst>
                <a:ext uri="{FF2B5EF4-FFF2-40B4-BE49-F238E27FC236}">
                  <a16:creationId xmlns:a16="http://schemas.microsoft.com/office/drawing/2014/main" id="{1445C3E3-7348-9791-26EF-475A1B3E31D9}"/>
                </a:ext>
              </a:extLst>
            </p:cNvPr>
            <p:cNvSpPr/>
            <p:nvPr/>
          </p:nvSpPr>
          <p:spPr>
            <a:xfrm>
              <a:off x="2669164" y="4343611"/>
              <a:ext cx="458722" cy="61337"/>
            </a:xfrm>
            <a:custGeom>
              <a:avLst/>
              <a:gdLst/>
              <a:ahLst/>
              <a:cxnLst/>
              <a:rect l="0" t="0" r="0" b="0"/>
              <a:pathLst>
                <a:path w="458722" h="61337">
                  <a:moveTo>
                    <a:pt x="0" y="0"/>
                  </a:moveTo>
                  <a:lnTo>
                    <a:pt x="458722" y="61337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g206">
              <a:extLst>
                <a:ext uri="{FF2B5EF4-FFF2-40B4-BE49-F238E27FC236}">
                  <a16:creationId xmlns:a16="http://schemas.microsoft.com/office/drawing/2014/main" id="{C7683302-623D-8353-7000-4F3145D25609}"/>
                </a:ext>
              </a:extLst>
            </p:cNvPr>
            <p:cNvSpPr/>
            <p:nvPr/>
          </p:nvSpPr>
          <p:spPr>
            <a:xfrm>
              <a:off x="2988943" y="4341451"/>
              <a:ext cx="138943" cy="91472"/>
            </a:xfrm>
            <a:custGeom>
              <a:avLst/>
              <a:gdLst/>
              <a:ahLst/>
              <a:cxnLst/>
              <a:rect l="0" t="0" r="0" b="0"/>
              <a:pathLst>
                <a:path w="138943" h="91472">
                  <a:moveTo>
                    <a:pt x="0" y="91472"/>
                  </a:moveTo>
                  <a:lnTo>
                    <a:pt x="138943" y="63497"/>
                  </a:lnTo>
                  <a:lnTo>
                    <a:pt x="1223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l207">
              <a:extLst>
                <a:ext uri="{FF2B5EF4-FFF2-40B4-BE49-F238E27FC236}">
                  <a16:creationId xmlns:a16="http://schemas.microsoft.com/office/drawing/2014/main" id="{C18BE3B7-357F-47C6-B827-395B7A82A438}"/>
                </a:ext>
              </a:extLst>
            </p:cNvPr>
            <p:cNvSpPr/>
            <p:nvPr/>
          </p:nvSpPr>
          <p:spPr>
            <a:xfrm>
              <a:off x="2422763" y="3833415"/>
              <a:ext cx="323726" cy="357409"/>
            </a:xfrm>
            <a:custGeom>
              <a:avLst/>
              <a:gdLst/>
              <a:ahLst/>
              <a:cxnLst/>
              <a:rect l="0" t="0" r="0" b="0"/>
              <a:pathLst>
                <a:path w="323726" h="357409">
                  <a:moveTo>
                    <a:pt x="0" y="0"/>
                  </a:moveTo>
                  <a:lnTo>
                    <a:pt x="323726" y="357409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g208">
              <a:extLst>
                <a:ext uri="{FF2B5EF4-FFF2-40B4-BE49-F238E27FC236}">
                  <a16:creationId xmlns:a16="http://schemas.microsoft.com/office/drawing/2014/main" id="{1616DF5F-4383-6272-BB12-85D6A3B9C24B}"/>
                </a:ext>
              </a:extLst>
            </p:cNvPr>
            <p:cNvSpPr/>
            <p:nvPr/>
          </p:nvSpPr>
          <p:spPr>
            <a:xfrm>
              <a:off x="2622326" y="4060524"/>
              <a:ext cx="124163" cy="130301"/>
            </a:xfrm>
            <a:custGeom>
              <a:avLst/>
              <a:gdLst/>
              <a:ahLst/>
              <a:cxnLst/>
              <a:rect l="0" t="0" r="0" b="0"/>
              <a:pathLst>
                <a:path w="124163" h="130301">
                  <a:moveTo>
                    <a:pt x="0" y="61953"/>
                  </a:moveTo>
                  <a:lnTo>
                    <a:pt x="124163" y="130301"/>
                  </a:lnTo>
                  <a:lnTo>
                    <a:pt x="6840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l209">
              <a:extLst>
                <a:ext uri="{FF2B5EF4-FFF2-40B4-BE49-F238E27FC236}">
                  <a16:creationId xmlns:a16="http://schemas.microsoft.com/office/drawing/2014/main" id="{F596313D-0BB7-B656-24D6-3FBB15908607}"/>
                </a:ext>
              </a:extLst>
            </p:cNvPr>
            <p:cNvSpPr/>
            <p:nvPr/>
          </p:nvSpPr>
          <p:spPr>
            <a:xfrm>
              <a:off x="1249012" y="3889881"/>
              <a:ext cx="737550" cy="85984"/>
            </a:xfrm>
            <a:custGeom>
              <a:avLst/>
              <a:gdLst/>
              <a:ahLst/>
              <a:cxnLst/>
              <a:rect l="0" t="0" r="0" b="0"/>
              <a:pathLst>
                <a:path w="737550" h="85984">
                  <a:moveTo>
                    <a:pt x="0" y="85984"/>
                  </a:moveTo>
                  <a:lnTo>
                    <a:pt x="737550" y="0"/>
                  </a:lnTo>
                </a:path>
              </a:pathLst>
            </a:custGeom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g210">
              <a:extLst>
                <a:ext uri="{FF2B5EF4-FFF2-40B4-BE49-F238E27FC236}">
                  <a16:creationId xmlns:a16="http://schemas.microsoft.com/office/drawing/2014/main" id="{EDF64A37-235E-730F-D75A-7BDB2DE68935}"/>
                </a:ext>
              </a:extLst>
            </p:cNvPr>
            <p:cNvSpPr/>
            <p:nvPr/>
          </p:nvSpPr>
          <p:spPr>
            <a:xfrm>
              <a:off x="1848110" y="3859566"/>
              <a:ext cx="138452" cy="91666"/>
            </a:xfrm>
            <a:custGeom>
              <a:avLst/>
              <a:gdLst/>
              <a:ahLst/>
              <a:cxnLst/>
              <a:rect l="0" t="0" r="0" b="0"/>
              <a:pathLst>
                <a:path w="138452" h="91666">
                  <a:moveTo>
                    <a:pt x="10686" y="91666"/>
                  </a:moveTo>
                  <a:lnTo>
                    <a:pt x="138452" y="30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59622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l211">
              <a:extLst>
                <a:ext uri="{FF2B5EF4-FFF2-40B4-BE49-F238E27FC236}">
                  <a16:creationId xmlns:a16="http://schemas.microsoft.com/office/drawing/2014/main" id="{8AA27A8F-DFE3-0AC5-F707-48192233DAC1}"/>
                </a:ext>
              </a:extLst>
            </p:cNvPr>
            <p:cNvSpPr/>
            <p:nvPr/>
          </p:nvSpPr>
          <p:spPr>
            <a:xfrm>
              <a:off x="2141283" y="5515751"/>
              <a:ext cx="212841" cy="19582"/>
            </a:xfrm>
            <a:custGeom>
              <a:avLst/>
              <a:gdLst/>
              <a:ahLst/>
              <a:cxnLst/>
              <a:rect l="0" t="0" r="0" b="0"/>
              <a:pathLst>
                <a:path w="212841" h="19582">
                  <a:moveTo>
                    <a:pt x="0" y="0"/>
                  </a:moveTo>
                  <a:lnTo>
                    <a:pt x="212841" y="19582"/>
                  </a:lnTo>
                </a:path>
              </a:pathLst>
            </a:custGeom>
            <a:ln w="34689" cap="rnd">
              <a:solidFill>
                <a:srgbClr val="2461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g212">
              <a:extLst>
                <a:ext uri="{FF2B5EF4-FFF2-40B4-BE49-F238E27FC236}">
                  <a16:creationId xmlns:a16="http://schemas.microsoft.com/office/drawing/2014/main" id="{AE70187E-9092-C6A8-0C61-00EBA8C9DF32}"/>
                </a:ext>
              </a:extLst>
            </p:cNvPr>
            <p:cNvSpPr/>
            <p:nvPr/>
          </p:nvSpPr>
          <p:spPr>
            <a:xfrm>
              <a:off x="2216450" y="5477107"/>
              <a:ext cx="137674" cy="91898"/>
            </a:xfrm>
            <a:custGeom>
              <a:avLst/>
              <a:gdLst/>
              <a:ahLst/>
              <a:cxnLst/>
              <a:rect l="0" t="0" r="0" b="0"/>
              <a:pathLst>
                <a:path w="137674" h="91898">
                  <a:moveTo>
                    <a:pt x="0" y="91898"/>
                  </a:moveTo>
                  <a:lnTo>
                    <a:pt x="137674" y="58226"/>
                  </a:lnTo>
                  <a:lnTo>
                    <a:pt x="8454" y="0"/>
                  </a:lnTo>
                  <a:close/>
                </a:path>
              </a:pathLst>
            </a:custGeom>
            <a:solidFill>
              <a:srgbClr val="246188">
                <a:alpha val="100000"/>
              </a:srgbClr>
            </a:solidFill>
            <a:ln w="34689" cap="rnd">
              <a:solidFill>
                <a:srgbClr val="2461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l213">
              <a:extLst>
                <a:ext uri="{FF2B5EF4-FFF2-40B4-BE49-F238E27FC236}">
                  <a16:creationId xmlns:a16="http://schemas.microsoft.com/office/drawing/2014/main" id="{8A244064-B64B-DB87-12EB-51515DE1E145}"/>
                </a:ext>
              </a:extLst>
            </p:cNvPr>
            <p:cNvSpPr/>
            <p:nvPr/>
          </p:nvSpPr>
          <p:spPr>
            <a:xfrm>
              <a:off x="2416254" y="5205438"/>
              <a:ext cx="503907" cy="254222"/>
            </a:xfrm>
            <a:custGeom>
              <a:avLst/>
              <a:gdLst/>
              <a:ahLst/>
              <a:cxnLst/>
              <a:rect l="0" t="0" r="0" b="0"/>
              <a:pathLst>
                <a:path w="503907" h="254222">
                  <a:moveTo>
                    <a:pt x="0" y="254222"/>
                  </a:moveTo>
                  <a:lnTo>
                    <a:pt x="503907" y="0"/>
                  </a:lnTo>
                </a:path>
              </a:pathLst>
            </a:custGeom>
            <a:ln w="34689" cap="rnd">
              <a:solidFill>
                <a:srgbClr val="6E99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g214">
              <a:extLst>
                <a:ext uri="{FF2B5EF4-FFF2-40B4-BE49-F238E27FC236}">
                  <a16:creationId xmlns:a16="http://schemas.microsoft.com/office/drawing/2014/main" id="{51CC8986-6316-2D2B-0568-07AC09A2D527}"/>
                </a:ext>
              </a:extLst>
            </p:cNvPr>
            <p:cNvSpPr/>
            <p:nvPr/>
          </p:nvSpPr>
          <p:spPr>
            <a:xfrm>
              <a:off x="2779731" y="5205438"/>
              <a:ext cx="140430" cy="101559"/>
            </a:xfrm>
            <a:custGeom>
              <a:avLst/>
              <a:gdLst/>
              <a:ahLst/>
              <a:cxnLst/>
              <a:rect l="0" t="0" r="0" b="0"/>
              <a:pathLst>
                <a:path w="140430" h="101559">
                  <a:moveTo>
                    <a:pt x="41568" y="101559"/>
                  </a:moveTo>
                  <a:lnTo>
                    <a:pt x="140430" y="0"/>
                  </a:lnTo>
                  <a:lnTo>
                    <a:pt x="0" y="19164"/>
                  </a:lnTo>
                  <a:close/>
                </a:path>
              </a:pathLst>
            </a:custGeom>
            <a:solidFill>
              <a:srgbClr val="6E996A">
                <a:alpha val="100000"/>
              </a:srgbClr>
            </a:solidFill>
            <a:ln w="34689" cap="rnd">
              <a:solidFill>
                <a:srgbClr val="6E996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l215">
              <a:extLst>
                <a:ext uri="{FF2B5EF4-FFF2-40B4-BE49-F238E27FC236}">
                  <a16:creationId xmlns:a16="http://schemas.microsoft.com/office/drawing/2014/main" id="{B3C49AEC-67B0-C987-B317-CF8F7B3ED245}"/>
                </a:ext>
              </a:extLst>
            </p:cNvPr>
            <p:cNvSpPr/>
            <p:nvPr/>
          </p:nvSpPr>
          <p:spPr>
            <a:xfrm>
              <a:off x="2501999" y="4822909"/>
              <a:ext cx="458775" cy="20294"/>
            </a:xfrm>
            <a:custGeom>
              <a:avLst/>
              <a:gdLst/>
              <a:ahLst/>
              <a:cxnLst/>
              <a:rect l="0" t="0" r="0" b="0"/>
              <a:pathLst>
                <a:path w="458775" h="20294">
                  <a:moveTo>
                    <a:pt x="0" y="20294"/>
                  </a:moveTo>
                  <a:lnTo>
                    <a:pt x="458775" y="0"/>
                  </a:lnTo>
                </a:path>
              </a:pathLst>
            </a:custGeom>
            <a:ln w="34689" cap="rnd">
              <a:solidFill>
                <a:srgbClr val="A5B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g216">
              <a:extLst>
                <a:ext uri="{FF2B5EF4-FFF2-40B4-BE49-F238E27FC236}">
                  <a16:creationId xmlns:a16="http://schemas.microsoft.com/office/drawing/2014/main" id="{996289C6-BE38-7250-A899-ABAC7D6C019D}"/>
                </a:ext>
              </a:extLst>
            </p:cNvPr>
            <p:cNvSpPr/>
            <p:nvPr/>
          </p:nvSpPr>
          <p:spPr>
            <a:xfrm>
              <a:off x="2824856" y="4782733"/>
              <a:ext cx="135918" cy="92196"/>
            </a:xfrm>
            <a:custGeom>
              <a:avLst/>
              <a:gdLst/>
              <a:ahLst/>
              <a:cxnLst/>
              <a:rect l="0" t="0" r="0" b="0"/>
              <a:pathLst>
                <a:path w="135918" h="92196">
                  <a:moveTo>
                    <a:pt x="4078" y="92196"/>
                  </a:moveTo>
                  <a:lnTo>
                    <a:pt x="135918" y="40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5B06D">
                <a:alpha val="100000"/>
              </a:srgbClr>
            </a:solidFill>
            <a:ln w="34689" cap="rnd">
              <a:solidFill>
                <a:srgbClr val="A5B0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l217">
              <a:extLst>
                <a:ext uri="{FF2B5EF4-FFF2-40B4-BE49-F238E27FC236}">
                  <a16:creationId xmlns:a16="http://schemas.microsoft.com/office/drawing/2014/main" id="{555631CA-C8DC-F2D8-34F9-40D4E8E89721}"/>
                </a:ext>
              </a:extLst>
            </p:cNvPr>
            <p:cNvSpPr/>
            <p:nvPr/>
          </p:nvSpPr>
          <p:spPr>
            <a:xfrm>
              <a:off x="2669164" y="4343611"/>
              <a:ext cx="458722" cy="61337"/>
            </a:xfrm>
            <a:custGeom>
              <a:avLst/>
              <a:gdLst/>
              <a:ahLst/>
              <a:cxnLst/>
              <a:rect l="0" t="0" r="0" b="0"/>
              <a:pathLst>
                <a:path w="458722" h="61337">
                  <a:moveTo>
                    <a:pt x="0" y="0"/>
                  </a:moveTo>
                  <a:lnTo>
                    <a:pt x="458722" y="61337"/>
                  </a:lnTo>
                </a:path>
              </a:pathLst>
            </a:custGeom>
            <a:ln w="34689" cap="rnd">
              <a:solidFill>
                <a:srgbClr val="B6A1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g218">
              <a:extLst>
                <a:ext uri="{FF2B5EF4-FFF2-40B4-BE49-F238E27FC236}">
                  <a16:creationId xmlns:a16="http://schemas.microsoft.com/office/drawing/2014/main" id="{45643E63-06E2-CCE3-0698-E5DA7D9D492C}"/>
                </a:ext>
              </a:extLst>
            </p:cNvPr>
            <p:cNvSpPr/>
            <p:nvPr/>
          </p:nvSpPr>
          <p:spPr>
            <a:xfrm>
              <a:off x="2988943" y="4341451"/>
              <a:ext cx="138943" cy="91472"/>
            </a:xfrm>
            <a:custGeom>
              <a:avLst/>
              <a:gdLst/>
              <a:ahLst/>
              <a:cxnLst/>
              <a:rect l="0" t="0" r="0" b="0"/>
              <a:pathLst>
                <a:path w="138943" h="91472">
                  <a:moveTo>
                    <a:pt x="0" y="91472"/>
                  </a:moveTo>
                  <a:lnTo>
                    <a:pt x="138943" y="63497"/>
                  </a:lnTo>
                  <a:lnTo>
                    <a:pt x="12231" y="0"/>
                  </a:lnTo>
                  <a:close/>
                </a:path>
              </a:pathLst>
            </a:custGeom>
            <a:solidFill>
              <a:srgbClr val="B6A164">
                <a:alpha val="100000"/>
              </a:srgbClr>
            </a:solidFill>
            <a:ln w="34689" cap="rnd">
              <a:solidFill>
                <a:srgbClr val="B6A16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l219">
              <a:extLst>
                <a:ext uri="{FF2B5EF4-FFF2-40B4-BE49-F238E27FC236}">
                  <a16:creationId xmlns:a16="http://schemas.microsoft.com/office/drawing/2014/main" id="{4FC370C4-B796-0DEE-30FE-4293A23C041B}"/>
                </a:ext>
              </a:extLst>
            </p:cNvPr>
            <p:cNvSpPr/>
            <p:nvPr/>
          </p:nvSpPr>
          <p:spPr>
            <a:xfrm>
              <a:off x="2422763" y="3833415"/>
              <a:ext cx="323726" cy="357409"/>
            </a:xfrm>
            <a:custGeom>
              <a:avLst/>
              <a:gdLst/>
              <a:ahLst/>
              <a:cxnLst/>
              <a:rect l="0" t="0" r="0" b="0"/>
              <a:pathLst>
                <a:path w="323726" h="357409">
                  <a:moveTo>
                    <a:pt x="0" y="0"/>
                  </a:moveTo>
                  <a:lnTo>
                    <a:pt x="323726" y="357409"/>
                  </a:lnTo>
                </a:path>
              </a:pathLst>
            </a:custGeom>
            <a:ln w="34689" cap="rnd">
              <a:solidFill>
                <a:srgbClr val="B56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g220">
              <a:extLst>
                <a:ext uri="{FF2B5EF4-FFF2-40B4-BE49-F238E27FC236}">
                  <a16:creationId xmlns:a16="http://schemas.microsoft.com/office/drawing/2014/main" id="{B7A143DC-ECE0-49C2-8DEE-BC2143434C14}"/>
                </a:ext>
              </a:extLst>
            </p:cNvPr>
            <p:cNvSpPr/>
            <p:nvPr/>
          </p:nvSpPr>
          <p:spPr>
            <a:xfrm>
              <a:off x="2622326" y="4060524"/>
              <a:ext cx="124163" cy="130301"/>
            </a:xfrm>
            <a:custGeom>
              <a:avLst/>
              <a:gdLst/>
              <a:ahLst/>
              <a:cxnLst/>
              <a:rect l="0" t="0" r="0" b="0"/>
              <a:pathLst>
                <a:path w="124163" h="130301">
                  <a:moveTo>
                    <a:pt x="0" y="61953"/>
                  </a:moveTo>
                  <a:lnTo>
                    <a:pt x="124163" y="130301"/>
                  </a:lnTo>
                  <a:lnTo>
                    <a:pt x="68400" y="0"/>
                  </a:lnTo>
                  <a:close/>
                </a:path>
              </a:pathLst>
            </a:custGeom>
            <a:solidFill>
              <a:srgbClr val="B56540">
                <a:alpha val="100000"/>
              </a:srgbClr>
            </a:solidFill>
            <a:ln w="34689" cap="rnd">
              <a:solidFill>
                <a:srgbClr val="B565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l221">
              <a:extLst>
                <a:ext uri="{FF2B5EF4-FFF2-40B4-BE49-F238E27FC236}">
                  <a16:creationId xmlns:a16="http://schemas.microsoft.com/office/drawing/2014/main" id="{5463011D-B50D-CCAF-A342-E452FD4DE945}"/>
                </a:ext>
              </a:extLst>
            </p:cNvPr>
            <p:cNvSpPr/>
            <p:nvPr/>
          </p:nvSpPr>
          <p:spPr>
            <a:xfrm>
              <a:off x="1249012" y="3889881"/>
              <a:ext cx="737550" cy="85984"/>
            </a:xfrm>
            <a:custGeom>
              <a:avLst/>
              <a:gdLst/>
              <a:ahLst/>
              <a:cxnLst/>
              <a:rect l="0" t="0" r="0" b="0"/>
              <a:pathLst>
                <a:path w="737550" h="85984">
                  <a:moveTo>
                    <a:pt x="0" y="85984"/>
                  </a:moveTo>
                  <a:lnTo>
                    <a:pt x="737550" y="0"/>
                  </a:lnTo>
                </a:path>
              </a:pathLst>
            </a:custGeom>
            <a:ln w="34689" cap="rnd">
              <a:solidFill>
                <a:srgbClr val="992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g222">
              <a:extLst>
                <a:ext uri="{FF2B5EF4-FFF2-40B4-BE49-F238E27FC236}">
                  <a16:creationId xmlns:a16="http://schemas.microsoft.com/office/drawing/2014/main" id="{C98861B8-AED9-9B03-7F7E-0DD5EE253EB8}"/>
                </a:ext>
              </a:extLst>
            </p:cNvPr>
            <p:cNvSpPr/>
            <p:nvPr/>
          </p:nvSpPr>
          <p:spPr>
            <a:xfrm>
              <a:off x="1848110" y="3859566"/>
              <a:ext cx="138452" cy="91666"/>
            </a:xfrm>
            <a:custGeom>
              <a:avLst/>
              <a:gdLst/>
              <a:ahLst/>
              <a:cxnLst/>
              <a:rect l="0" t="0" r="0" b="0"/>
              <a:pathLst>
                <a:path w="138452" h="91666">
                  <a:moveTo>
                    <a:pt x="10686" y="91666"/>
                  </a:moveTo>
                  <a:lnTo>
                    <a:pt x="138452" y="303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2C38">
                <a:alpha val="100000"/>
              </a:srgbClr>
            </a:solidFill>
            <a:ln w="34689" cap="rnd">
              <a:solidFill>
                <a:srgbClr val="992C3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tx223">
              <a:extLst>
                <a:ext uri="{FF2B5EF4-FFF2-40B4-BE49-F238E27FC236}">
                  <a16:creationId xmlns:a16="http://schemas.microsoft.com/office/drawing/2014/main" id="{99F18037-FBAA-8608-C7C8-748ECFA4F226}"/>
                </a:ext>
              </a:extLst>
            </p:cNvPr>
            <p:cNvSpPr/>
            <p:nvPr/>
          </p:nvSpPr>
          <p:spPr>
            <a:xfrm>
              <a:off x="875536" y="4312541"/>
              <a:ext cx="292735" cy="10512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Stage</a:t>
              </a:r>
            </a:p>
          </p:txBody>
        </p:sp>
        <p:sp>
          <p:nvSpPr>
            <p:cNvPr id="697" name="pg224">
              <a:extLst>
                <a:ext uri="{FF2B5EF4-FFF2-40B4-BE49-F238E27FC236}">
                  <a16:creationId xmlns:a16="http://schemas.microsoft.com/office/drawing/2014/main" id="{6630B223-0ADB-68CA-50AA-6CBBA6A4A1F8}"/>
                </a:ext>
              </a:extLst>
            </p:cNvPr>
            <p:cNvSpPr/>
            <p:nvPr/>
          </p:nvSpPr>
          <p:spPr>
            <a:xfrm>
              <a:off x="902095" y="4562562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53E4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98" name="pg225">
              <a:extLst>
                <a:ext uri="{FF2B5EF4-FFF2-40B4-BE49-F238E27FC236}">
                  <a16:creationId xmlns:a16="http://schemas.microsoft.com/office/drawing/2014/main" id="{E23B9F1C-A056-74D5-72CA-D6B6B0DD72B8}"/>
                </a:ext>
              </a:extLst>
            </p:cNvPr>
            <p:cNvSpPr/>
            <p:nvPr/>
          </p:nvSpPr>
          <p:spPr>
            <a:xfrm>
              <a:off x="902095" y="4715987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C8D59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99" name="pg226">
              <a:extLst>
                <a:ext uri="{FF2B5EF4-FFF2-40B4-BE49-F238E27FC236}">
                  <a16:creationId xmlns:a16="http://schemas.microsoft.com/office/drawing/2014/main" id="{ACBDB13F-8B0F-0609-0D0E-7506832F64AA}"/>
                </a:ext>
              </a:extLst>
            </p:cNvPr>
            <p:cNvSpPr/>
            <p:nvPr/>
          </p:nvSpPr>
          <p:spPr>
            <a:xfrm>
              <a:off x="902095" y="4869413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EE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00" name="pg227">
              <a:extLst>
                <a:ext uri="{FF2B5EF4-FFF2-40B4-BE49-F238E27FC236}">
                  <a16:creationId xmlns:a16="http://schemas.microsoft.com/office/drawing/2014/main" id="{0C8789E2-35C3-95BA-00E1-E51AF79D6557}"/>
                </a:ext>
              </a:extLst>
            </p:cNvPr>
            <p:cNvSpPr/>
            <p:nvPr/>
          </p:nvSpPr>
          <p:spPr>
            <a:xfrm>
              <a:off x="902095" y="5022839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F59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01" name="pg228">
              <a:extLst>
                <a:ext uri="{FF2B5EF4-FFF2-40B4-BE49-F238E27FC236}">
                  <a16:creationId xmlns:a16="http://schemas.microsoft.com/office/drawing/2014/main" id="{06B9D1AA-6C35-0DFC-30D8-46B7D53085A7}"/>
                </a:ext>
              </a:extLst>
            </p:cNvPr>
            <p:cNvSpPr/>
            <p:nvPr/>
          </p:nvSpPr>
          <p:spPr>
            <a:xfrm>
              <a:off x="902095" y="5176264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D59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02" name="pg229">
              <a:extLst>
                <a:ext uri="{FF2B5EF4-FFF2-40B4-BE49-F238E27FC236}">
                  <a16:creationId xmlns:a16="http://schemas.microsoft.com/office/drawing/2014/main" id="{8BB21782-B6E6-B4F4-738D-561AEC06E651}"/>
                </a:ext>
              </a:extLst>
            </p:cNvPr>
            <p:cNvSpPr/>
            <p:nvPr/>
          </p:nvSpPr>
          <p:spPr>
            <a:xfrm>
              <a:off x="902095" y="5329690"/>
              <a:ext cx="90303" cy="90303"/>
            </a:xfrm>
            <a:custGeom>
              <a:avLst/>
              <a:gdLst/>
              <a:ahLst/>
              <a:cxnLst/>
              <a:rect l="0" t="0" r="0" b="0"/>
              <a:pathLst>
                <a:path w="90303" h="90303">
                  <a:moveTo>
                    <a:pt x="0" y="90303"/>
                  </a:moveTo>
                  <a:lnTo>
                    <a:pt x="90303" y="90303"/>
                  </a:lnTo>
                  <a:lnTo>
                    <a:pt x="9030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288B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03" name="tx230">
              <a:extLst>
                <a:ext uri="{FF2B5EF4-FFF2-40B4-BE49-F238E27FC236}">
                  <a16:creationId xmlns:a16="http://schemas.microsoft.com/office/drawing/2014/main" id="{20B1BE53-B2F2-E27E-3F9F-ABF3A45887FF}"/>
                </a:ext>
              </a:extLst>
            </p:cNvPr>
            <p:cNvSpPr/>
            <p:nvPr/>
          </p:nvSpPr>
          <p:spPr>
            <a:xfrm>
              <a:off x="1090671" y="4572794"/>
              <a:ext cx="65074" cy="698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704" name="tx231">
              <a:extLst>
                <a:ext uri="{FF2B5EF4-FFF2-40B4-BE49-F238E27FC236}">
                  <a16:creationId xmlns:a16="http://schemas.microsoft.com/office/drawing/2014/main" id="{BA8305E7-12D1-38A6-29E1-15C087B89A50}"/>
                </a:ext>
              </a:extLst>
            </p:cNvPr>
            <p:cNvSpPr/>
            <p:nvPr/>
          </p:nvSpPr>
          <p:spPr>
            <a:xfrm>
              <a:off x="1090671" y="4725029"/>
              <a:ext cx="108521" cy="7102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L5</a:t>
              </a:r>
            </a:p>
          </p:txBody>
        </p:sp>
        <p:sp>
          <p:nvSpPr>
            <p:cNvPr id="705" name="tx232">
              <a:extLst>
                <a:ext uri="{FF2B5EF4-FFF2-40B4-BE49-F238E27FC236}">
                  <a16:creationId xmlns:a16="http://schemas.microsoft.com/office/drawing/2014/main" id="{178AD032-E7A0-0BF4-EC8B-7C5BABF4268E}"/>
                </a:ext>
              </a:extLst>
            </p:cNvPr>
            <p:cNvSpPr/>
            <p:nvPr/>
          </p:nvSpPr>
          <p:spPr>
            <a:xfrm>
              <a:off x="1090671" y="4879646"/>
              <a:ext cx="108521" cy="698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L4</a:t>
              </a:r>
            </a:p>
          </p:txBody>
        </p:sp>
        <p:sp>
          <p:nvSpPr>
            <p:cNvPr id="706" name="tx233">
              <a:extLst>
                <a:ext uri="{FF2B5EF4-FFF2-40B4-BE49-F238E27FC236}">
                  <a16:creationId xmlns:a16="http://schemas.microsoft.com/office/drawing/2014/main" id="{A6AA3B94-04DB-9B3C-6735-7B49E2626FC3}"/>
                </a:ext>
              </a:extLst>
            </p:cNvPr>
            <p:cNvSpPr/>
            <p:nvPr/>
          </p:nvSpPr>
          <p:spPr>
            <a:xfrm>
              <a:off x="1090671" y="5031547"/>
              <a:ext cx="108521" cy="713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L3</a:t>
              </a:r>
            </a:p>
          </p:txBody>
        </p:sp>
        <p:sp>
          <p:nvSpPr>
            <p:cNvPr id="707" name="tx234">
              <a:extLst>
                <a:ext uri="{FF2B5EF4-FFF2-40B4-BE49-F238E27FC236}">
                  <a16:creationId xmlns:a16="http://schemas.microsoft.com/office/drawing/2014/main" id="{C27DB18D-8888-7E53-C76E-081B9B368C21}"/>
                </a:ext>
              </a:extLst>
            </p:cNvPr>
            <p:cNvSpPr/>
            <p:nvPr/>
          </p:nvSpPr>
          <p:spPr>
            <a:xfrm>
              <a:off x="1090671" y="5186211"/>
              <a:ext cx="108521" cy="701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L2</a:t>
              </a:r>
            </a:p>
          </p:txBody>
        </p:sp>
        <p:sp>
          <p:nvSpPr>
            <p:cNvPr id="708" name="tx235">
              <a:extLst>
                <a:ext uri="{FF2B5EF4-FFF2-40B4-BE49-F238E27FC236}">
                  <a16:creationId xmlns:a16="http://schemas.microsoft.com/office/drawing/2014/main" id="{0857CF8D-7613-A702-BBB0-32A2D0CF781E}"/>
                </a:ext>
              </a:extLst>
            </p:cNvPr>
            <p:cNvSpPr/>
            <p:nvPr/>
          </p:nvSpPr>
          <p:spPr>
            <a:xfrm>
              <a:off x="1090671" y="5339637"/>
              <a:ext cx="108521" cy="701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L1</a:t>
              </a:r>
            </a:p>
          </p:txBody>
        </p:sp>
        <p:sp>
          <p:nvSpPr>
            <p:cNvPr id="709" name="tx236">
              <a:extLst>
                <a:ext uri="{FF2B5EF4-FFF2-40B4-BE49-F238E27FC236}">
                  <a16:creationId xmlns:a16="http://schemas.microsoft.com/office/drawing/2014/main" id="{0D019FE4-15C7-3E00-D271-C41C211C9A23}"/>
                </a:ext>
              </a:extLst>
            </p:cNvPr>
            <p:cNvSpPr/>
            <p:nvPr/>
          </p:nvSpPr>
          <p:spPr>
            <a:xfrm>
              <a:off x="875536" y="5562153"/>
              <a:ext cx="765915" cy="8291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2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Season / Caste</a:t>
              </a:r>
            </a:p>
          </p:txBody>
        </p:sp>
        <p:sp>
          <p:nvSpPr>
            <p:cNvPr id="710" name="pg237">
              <a:extLst>
                <a:ext uri="{FF2B5EF4-FFF2-40B4-BE49-F238E27FC236}">
                  <a16:creationId xmlns:a16="http://schemas.microsoft.com/office/drawing/2014/main" id="{8D22C8E2-ECE9-3314-26B7-1E3EB5AD668F}"/>
                </a:ext>
              </a:extLst>
            </p:cNvPr>
            <p:cNvSpPr/>
            <p:nvPr/>
          </p:nvSpPr>
          <p:spPr>
            <a:xfrm>
              <a:off x="886438" y="5745724"/>
              <a:ext cx="121618" cy="105324"/>
            </a:xfrm>
            <a:custGeom>
              <a:avLst/>
              <a:gdLst/>
              <a:ahLst/>
              <a:cxnLst/>
              <a:rect l="0" t="0" r="0" b="0"/>
              <a:pathLst>
                <a:path w="121618" h="105324">
                  <a:moveTo>
                    <a:pt x="60809" y="0"/>
                  </a:moveTo>
                  <a:lnTo>
                    <a:pt x="121618" y="105324"/>
                  </a:lnTo>
                  <a:lnTo>
                    <a:pt x="0" y="105324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11" name="pt238">
              <a:extLst>
                <a:ext uri="{FF2B5EF4-FFF2-40B4-BE49-F238E27FC236}">
                  <a16:creationId xmlns:a16="http://schemas.microsoft.com/office/drawing/2014/main" id="{ABB5DB99-5CAE-4078-83F1-E3C6EEAAE885}"/>
                </a:ext>
              </a:extLst>
            </p:cNvPr>
            <p:cNvSpPr/>
            <p:nvPr/>
          </p:nvSpPr>
          <p:spPr>
            <a:xfrm>
              <a:off x="902095" y="6000928"/>
              <a:ext cx="90303" cy="9030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712" name="tx239">
              <a:extLst>
                <a:ext uri="{FF2B5EF4-FFF2-40B4-BE49-F238E27FC236}">
                  <a16:creationId xmlns:a16="http://schemas.microsoft.com/office/drawing/2014/main" id="{C1788F7F-D3BC-C003-775C-5467954EF7BF}"/>
                </a:ext>
              </a:extLst>
            </p:cNvPr>
            <p:cNvSpPr/>
            <p:nvPr/>
          </p:nvSpPr>
          <p:spPr>
            <a:xfrm>
              <a:off x="1090671" y="5759298"/>
              <a:ext cx="617972" cy="915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Early / Worker</a:t>
              </a:r>
            </a:p>
          </p:txBody>
        </p:sp>
        <p:sp>
          <p:nvSpPr>
            <p:cNvPr id="713" name="tx240">
              <a:extLst>
                <a:ext uri="{FF2B5EF4-FFF2-40B4-BE49-F238E27FC236}">
                  <a16:creationId xmlns:a16="http://schemas.microsoft.com/office/drawing/2014/main" id="{20A5B5B3-7C6F-83DE-D400-BD0190F92B99}"/>
                </a:ext>
              </a:extLst>
            </p:cNvPr>
            <p:cNvSpPr/>
            <p:nvPr/>
          </p:nvSpPr>
          <p:spPr>
            <a:xfrm>
              <a:off x="1090671" y="6004491"/>
              <a:ext cx="564140" cy="7650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76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6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Late / Queen</a:t>
              </a:r>
            </a:p>
          </p:txBody>
        </p:sp>
        <p:sp>
          <p:nvSpPr>
            <p:cNvPr id="714" name="pl241">
              <a:extLst>
                <a:ext uri="{FF2B5EF4-FFF2-40B4-BE49-F238E27FC236}">
                  <a16:creationId xmlns:a16="http://schemas.microsoft.com/office/drawing/2014/main" id="{A62C5EB1-623D-4C72-209F-7F24C949CAB7}"/>
                </a:ext>
              </a:extLst>
            </p:cNvPr>
            <p:cNvSpPr/>
            <p:nvPr/>
          </p:nvSpPr>
          <p:spPr>
            <a:xfrm>
              <a:off x="3008958" y="6295396"/>
              <a:ext cx="573693" cy="0"/>
            </a:xfrm>
            <a:custGeom>
              <a:avLst/>
              <a:gdLst/>
              <a:ahLst/>
              <a:cxnLst/>
              <a:rect l="0" t="0" r="0" b="0"/>
              <a:pathLst>
                <a:path w="573693">
                  <a:moveTo>
                    <a:pt x="0" y="0"/>
                  </a:moveTo>
                  <a:lnTo>
                    <a:pt x="573693" y="0"/>
                  </a:lnTo>
                </a:path>
              </a:pathLst>
            </a:custGeom>
            <a:ln w="21681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g242">
              <a:extLst>
                <a:ext uri="{FF2B5EF4-FFF2-40B4-BE49-F238E27FC236}">
                  <a16:creationId xmlns:a16="http://schemas.microsoft.com/office/drawing/2014/main" id="{0031F93A-2944-EB3A-56A4-A9B3DCD91C3C}"/>
                </a:ext>
              </a:extLst>
            </p:cNvPr>
            <p:cNvSpPr/>
            <p:nvPr/>
          </p:nvSpPr>
          <p:spPr>
            <a:xfrm>
              <a:off x="3478901" y="6259672"/>
              <a:ext cx="103749" cy="71447"/>
            </a:xfrm>
            <a:custGeom>
              <a:avLst/>
              <a:gdLst/>
              <a:ahLst/>
              <a:cxnLst/>
              <a:rect l="0" t="0" r="0" b="0"/>
              <a:pathLst>
                <a:path w="103749" h="71447">
                  <a:moveTo>
                    <a:pt x="0" y="71447"/>
                  </a:moveTo>
                  <a:lnTo>
                    <a:pt x="103749" y="35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>
                <a:alpha val="100000"/>
              </a:srgbClr>
            </a:solidFill>
            <a:ln w="21681" cap="rnd">
              <a:solidFill>
                <a:srgbClr val="7F7F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tx243">
              <a:extLst>
                <a:ext uri="{FF2B5EF4-FFF2-40B4-BE49-F238E27FC236}">
                  <a16:creationId xmlns:a16="http://schemas.microsoft.com/office/drawing/2014/main" id="{3D9D7F33-A3B3-57BF-44C0-0572272B1EE7}"/>
                </a:ext>
              </a:extLst>
            </p:cNvPr>
            <p:cNvSpPr/>
            <p:nvPr/>
          </p:nvSpPr>
          <p:spPr>
            <a:xfrm>
              <a:off x="2880208" y="6055710"/>
              <a:ext cx="831193" cy="8670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5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3" b="1">
                  <a:solidFill>
                    <a:srgbClr val="7F7F7F">
                      <a:alpha val="100000"/>
                    </a:srgbClr>
                  </a:solidFill>
                  <a:latin typeface="Arial"/>
                  <a:cs typeface="Arial"/>
                </a:rPr>
                <a:t>QUEEN-BIASED</a:t>
              </a:r>
            </a:p>
          </p:txBody>
        </p:sp>
        <p:sp>
          <p:nvSpPr>
            <p:cNvPr id="717" name="rc244">
              <a:extLst>
                <a:ext uri="{FF2B5EF4-FFF2-40B4-BE49-F238E27FC236}">
                  <a16:creationId xmlns:a16="http://schemas.microsoft.com/office/drawing/2014/main" id="{D55A5AC8-3FA6-C3BF-0539-DB6574B70381}"/>
                </a:ext>
              </a:extLst>
            </p:cNvPr>
            <p:cNvSpPr/>
            <p:nvPr/>
          </p:nvSpPr>
          <p:spPr>
            <a:xfrm>
              <a:off x="691934" y="3553251"/>
              <a:ext cx="3131811" cy="2912584"/>
            </a:xfrm>
            <a:prstGeom prst="rect">
              <a:avLst/>
            </a:prstGeom>
            <a:ln w="12737" cap="rnd">
              <a:solidFill>
                <a:srgbClr val="4D4D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tx245">
              <a:extLst>
                <a:ext uri="{FF2B5EF4-FFF2-40B4-BE49-F238E27FC236}">
                  <a16:creationId xmlns:a16="http://schemas.microsoft.com/office/drawing/2014/main" id="{C016311B-D093-2A67-BBD2-E1EDC7C44DFA}"/>
                </a:ext>
              </a:extLst>
            </p:cNvPr>
            <p:cNvSpPr/>
            <p:nvPr/>
          </p:nvSpPr>
          <p:spPr>
            <a:xfrm>
              <a:off x="1698730" y="3335765"/>
              <a:ext cx="1118220" cy="1407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i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Vespula vulgaris</a:t>
              </a:r>
            </a:p>
          </p:txBody>
        </p:sp>
        <p:sp>
          <p:nvSpPr>
            <p:cNvPr id="719" name="tx246">
              <a:extLst>
                <a:ext uri="{FF2B5EF4-FFF2-40B4-BE49-F238E27FC236}">
                  <a16:creationId xmlns:a16="http://schemas.microsoft.com/office/drawing/2014/main" id="{90630FF8-DF2E-3F24-C46B-E572D30676CD}"/>
                </a:ext>
              </a:extLst>
            </p:cNvPr>
            <p:cNvSpPr/>
            <p:nvPr/>
          </p:nvSpPr>
          <p:spPr>
            <a:xfrm>
              <a:off x="1660630" y="125592"/>
              <a:ext cx="1194420" cy="11087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i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Polistes dominula</a:t>
              </a:r>
            </a:p>
          </p:txBody>
        </p:sp>
        <p:sp>
          <p:nvSpPr>
            <p:cNvPr id="720" name="pl247">
              <a:extLst>
                <a:ext uri="{FF2B5EF4-FFF2-40B4-BE49-F238E27FC236}">
                  <a16:creationId xmlns:a16="http://schemas.microsoft.com/office/drawing/2014/main" id="{676D9CD2-9FE4-BFF8-DAFE-683CA6A3E68E}"/>
                </a:ext>
              </a:extLst>
            </p:cNvPr>
            <p:cNvSpPr/>
            <p:nvPr/>
          </p:nvSpPr>
          <p:spPr>
            <a:xfrm>
              <a:off x="1001031" y="6465835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l248">
              <a:extLst>
                <a:ext uri="{FF2B5EF4-FFF2-40B4-BE49-F238E27FC236}">
                  <a16:creationId xmlns:a16="http://schemas.microsoft.com/office/drawing/2014/main" id="{AD584DAB-E41C-E953-8D11-3821A7A08D7D}"/>
                </a:ext>
              </a:extLst>
            </p:cNvPr>
            <p:cNvSpPr/>
            <p:nvPr/>
          </p:nvSpPr>
          <p:spPr>
            <a:xfrm>
              <a:off x="1718148" y="6465835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l249">
              <a:extLst>
                <a:ext uri="{FF2B5EF4-FFF2-40B4-BE49-F238E27FC236}">
                  <a16:creationId xmlns:a16="http://schemas.microsoft.com/office/drawing/2014/main" id="{9405B4BA-772F-3745-EDEB-878D33F79F96}"/>
                </a:ext>
              </a:extLst>
            </p:cNvPr>
            <p:cNvSpPr/>
            <p:nvPr/>
          </p:nvSpPr>
          <p:spPr>
            <a:xfrm>
              <a:off x="2435264" y="6465835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l250">
              <a:extLst>
                <a:ext uri="{FF2B5EF4-FFF2-40B4-BE49-F238E27FC236}">
                  <a16:creationId xmlns:a16="http://schemas.microsoft.com/office/drawing/2014/main" id="{2F385A30-0DEF-6116-8532-BC4CDDE64B4E}"/>
                </a:ext>
              </a:extLst>
            </p:cNvPr>
            <p:cNvSpPr/>
            <p:nvPr/>
          </p:nvSpPr>
          <p:spPr>
            <a:xfrm>
              <a:off x="3152381" y="6465835"/>
              <a:ext cx="0" cy="37957"/>
            </a:xfrm>
            <a:custGeom>
              <a:avLst/>
              <a:gdLst/>
              <a:ahLst/>
              <a:cxnLst/>
              <a:rect l="0" t="0" r="0" b="0"/>
              <a:pathLst>
                <a:path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tx251">
              <a:extLst>
                <a:ext uri="{FF2B5EF4-FFF2-40B4-BE49-F238E27FC236}">
                  <a16:creationId xmlns:a16="http://schemas.microsoft.com/office/drawing/2014/main" id="{F04C0BBE-ABA3-0A5A-8A18-3AD1285EFCFA}"/>
                </a:ext>
              </a:extLst>
            </p:cNvPr>
            <p:cNvSpPr/>
            <p:nvPr/>
          </p:nvSpPr>
          <p:spPr>
            <a:xfrm>
              <a:off x="918431" y="6532429"/>
              <a:ext cx="165199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-40</a:t>
              </a:r>
            </a:p>
          </p:txBody>
        </p:sp>
        <p:sp>
          <p:nvSpPr>
            <p:cNvPr id="725" name="tx252">
              <a:extLst>
                <a:ext uri="{FF2B5EF4-FFF2-40B4-BE49-F238E27FC236}">
                  <a16:creationId xmlns:a16="http://schemas.microsoft.com/office/drawing/2014/main" id="{451C2846-3A1D-B657-48BE-3C8413B7EA2B}"/>
                </a:ext>
              </a:extLst>
            </p:cNvPr>
            <p:cNvSpPr/>
            <p:nvPr/>
          </p:nvSpPr>
          <p:spPr>
            <a:xfrm>
              <a:off x="1635548" y="6532429"/>
              <a:ext cx="165199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-20</a:t>
              </a:r>
            </a:p>
          </p:txBody>
        </p:sp>
        <p:sp>
          <p:nvSpPr>
            <p:cNvPr id="726" name="tx253">
              <a:extLst>
                <a:ext uri="{FF2B5EF4-FFF2-40B4-BE49-F238E27FC236}">
                  <a16:creationId xmlns:a16="http://schemas.microsoft.com/office/drawing/2014/main" id="{70825DD5-3193-A9DB-097F-2878A527DF5A}"/>
                </a:ext>
              </a:extLst>
            </p:cNvPr>
            <p:cNvSpPr/>
            <p:nvPr/>
          </p:nvSpPr>
          <p:spPr>
            <a:xfrm>
              <a:off x="2403480" y="6532429"/>
              <a:ext cx="63568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27" name="tx254">
              <a:extLst>
                <a:ext uri="{FF2B5EF4-FFF2-40B4-BE49-F238E27FC236}">
                  <a16:creationId xmlns:a16="http://schemas.microsoft.com/office/drawing/2014/main" id="{50CA24DA-8907-529B-3138-6BF6B349AB38}"/>
                </a:ext>
              </a:extLst>
            </p:cNvPr>
            <p:cNvSpPr/>
            <p:nvPr/>
          </p:nvSpPr>
          <p:spPr>
            <a:xfrm>
              <a:off x="3088813" y="6532429"/>
              <a:ext cx="127136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728" name="tx255">
              <a:extLst>
                <a:ext uri="{FF2B5EF4-FFF2-40B4-BE49-F238E27FC236}">
                  <a16:creationId xmlns:a16="http://schemas.microsoft.com/office/drawing/2014/main" id="{63963931-D871-6A9E-F024-F76D58F12F2B}"/>
                </a:ext>
              </a:extLst>
            </p:cNvPr>
            <p:cNvSpPr/>
            <p:nvPr/>
          </p:nvSpPr>
          <p:spPr>
            <a:xfrm>
              <a:off x="458411" y="2437398"/>
              <a:ext cx="165199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-50</a:t>
              </a:r>
            </a:p>
          </p:txBody>
        </p:sp>
        <p:sp>
          <p:nvSpPr>
            <p:cNvPr id="729" name="tx256">
              <a:extLst>
                <a:ext uri="{FF2B5EF4-FFF2-40B4-BE49-F238E27FC236}">
                  <a16:creationId xmlns:a16="http://schemas.microsoft.com/office/drawing/2014/main" id="{178A3DDF-CFB1-67DC-0DD0-B5BF5201AB07}"/>
                </a:ext>
              </a:extLst>
            </p:cNvPr>
            <p:cNvSpPr/>
            <p:nvPr/>
          </p:nvSpPr>
          <p:spPr>
            <a:xfrm>
              <a:off x="560042" y="1478487"/>
              <a:ext cx="63568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30" name="tx257">
              <a:extLst>
                <a:ext uri="{FF2B5EF4-FFF2-40B4-BE49-F238E27FC236}">
                  <a16:creationId xmlns:a16="http://schemas.microsoft.com/office/drawing/2014/main" id="{154F4126-AA31-7E06-8252-5E520401B4EB}"/>
                </a:ext>
              </a:extLst>
            </p:cNvPr>
            <p:cNvSpPr/>
            <p:nvPr/>
          </p:nvSpPr>
          <p:spPr>
            <a:xfrm>
              <a:off x="496474" y="519576"/>
              <a:ext cx="127136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731" name="pl258">
              <a:extLst>
                <a:ext uri="{FF2B5EF4-FFF2-40B4-BE49-F238E27FC236}">
                  <a16:creationId xmlns:a16="http://schemas.microsoft.com/office/drawing/2014/main" id="{27B81A0C-CBA6-970F-20FF-878849500396}"/>
                </a:ext>
              </a:extLst>
            </p:cNvPr>
            <p:cNvSpPr/>
            <p:nvPr/>
          </p:nvSpPr>
          <p:spPr>
            <a:xfrm>
              <a:off x="653976" y="2480037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l259">
              <a:extLst>
                <a:ext uri="{FF2B5EF4-FFF2-40B4-BE49-F238E27FC236}">
                  <a16:creationId xmlns:a16="http://schemas.microsoft.com/office/drawing/2014/main" id="{47AB0F9F-852E-1AC5-B516-E0EC3B032D32}"/>
                </a:ext>
              </a:extLst>
            </p:cNvPr>
            <p:cNvSpPr/>
            <p:nvPr/>
          </p:nvSpPr>
          <p:spPr>
            <a:xfrm>
              <a:off x="653976" y="1521126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l260">
              <a:extLst>
                <a:ext uri="{FF2B5EF4-FFF2-40B4-BE49-F238E27FC236}">
                  <a16:creationId xmlns:a16="http://schemas.microsoft.com/office/drawing/2014/main" id="{B9EC0543-9297-CB96-9EAC-73BEB0011CB4}"/>
                </a:ext>
              </a:extLst>
            </p:cNvPr>
            <p:cNvSpPr/>
            <p:nvPr/>
          </p:nvSpPr>
          <p:spPr>
            <a:xfrm>
              <a:off x="653976" y="562216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tx261">
              <a:extLst>
                <a:ext uri="{FF2B5EF4-FFF2-40B4-BE49-F238E27FC236}">
                  <a16:creationId xmlns:a16="http://schemas.microsoft.com/office/drawing/2014/main" id="{FB19BF52-6461-567A-6009-52E889176808}"/>
                </a:ext>
              </a:extLst>
            </p:cNvPr>
            <p:cNvSpPr/>
            <p:nvPr/>
          </p:nvSpPr>
          <p:spPr>
            <a:xfrm>
              <a:off x="458411" y="5677411"/>
              <a:ext cx="165199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-50</a:t>
              </a:r>
            </a:p>
          </p:txBody>
        </p:sp>
        <p:sp>
          <p:nvSpPr>
            <p:cNvPr id="735" name="tx262">
              <a:extLst>
                <a:ext uri="{FF2B5EF4-FFF2-40B4-BE49-F238E27FC236}">
                  <a16:creationId xmlns:a16="http://schemas.microsoft.com/office/drawing/2014/main" id="{493CEC47-AE5E-4FD7-4F54-973ED348DB3B}"/>
                </a:ext>
              </a:extLst>
            </p:cNvPr>
            <p:cNvSpPr/>
            <p:nvPr/>
          </p:nvSpPr>
          <p:spPr>
            <a:xfrm>
              <a:off x="560042" y="4718500"/>
              <a:ext cx="63568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36" name="tx263">
              <a:extLst>
                <a:ext uri="{FF2B5EF4-FFF2-40B4-BE49-F238E27FC236}">
                  <a16:creationId xmlns:a16="http://schemas.microsoft.com/office/drawing/2014/main" id="{C7E8BC43-A3FB-1F71-23DF-DE0F655FCA0B}"/>
                </a:ext>
              </a:extLst>
            </p:cNvPr>
            <p:cNvSpPr/>
            <p:nvPr/>
          </p:nvSpPr>
          <p:spPr>
            <a:xfrm>
              <a:off x="496474" y="3759589"/>
              <a:ext cx="127136" cy="835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50</a:t>
              </a:r>
            </a:p>
          </p:txBody>
        </p:sp>
        <p:sp>
          <p:nvSpPr>
            <p:cNvPr id="737" name="pl264">
              <a:extLst>
                <a:ext uri="{FF2B5EF4-FFF2-40B4-BE49-F238E27FC236}">
                  <a16:creationId xmlns:a16="http://schemas.microsoft.com/office/drawing/2014/main" id="{295CB33F-6E16-BB0E-6C68-1FCAB7DDE904}"/>
                </a:ext>
              </a:extLst>
            </p:cNvPr>
            <p:cNvSpPr/>
            <p:nvPr/>
          </p:nvSpPr>
          <p:spPr>
            <a:xfrm>
              <a:off x="653976" y="5720050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l265">
              <a:extLst>
                <a:ext uri="{FF2B5EF4-FFF2-40B4-BE49-F238E27FC236}">
                  <a16:creationId xmlns:a16="http://schemas.microsoft.com/office/drawing/2014/main" id="{ECF0B689-D3A6-03D8-96B5-18BDFF3C3B8F}"/>
                </a:ext>
              </a:extLst>
            </p:cNvPr>
            <p:cNvSpPr/>
            <p:nvPr/>
          </p:nvSpPr>
          <p:spPr>
            <a:xfrm>
              <a:off x="653976" y="4761139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l266">
              <a:extLst>
                <a:ext uri="{FF2B5EF4-FFF2-40B4-BE49-F238E27FC236}">
                  <a16:creationId xmlns:a16="http://schemas.microsoft.com/office/drawing/2014/main" id="{CE797C96-759E-BC91-DA06-B4FE77E0B6DC}"/>
                </a:ext>
              </a:extLst>
            </p:cNvPr>
            <p:cNvSpPr/>
            <p:nvPr/>
          </p:nvSpPr>
          <p:spPr>
            <a:xfrm>
              <a:off x="653976" y="3802229"/>
              <a:ext cx="37957" cy="0"/>
            </a:xfrm>
            <a:custGeom>
              <a:avLst/>
              <a:gdLst/>
              <a:ahLst/>
              <a:cxnLst/>
              <a:rect l="0" t="0" r="0" b="0"/>
              <a:pathLst>
                <a:path w="37957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12737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tx267">
              <a:extLst>
                <a:ext uri="{FF2B5EF4-FFF2-40B4-BE49-F238E27FC236}">
                  <a16:creationId xmlns:a16="http://schemas.microsoft.com/office/drawing/2014/main" id="{1F5C2CAE-ED94-42E3-79D9-676FF928ABFF}"/>
                </a:ext>
              </a:extLst>
            </p:cNvPr>
            <p:cNvSpPr/>
            <p:nvPr/>
          </p:nvSpPr>
          <p:spPr>
            <a:xfrm>
              <a:off x="1551222" y="6674579"/>
              <a:ext cx="1413234" cy="10341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Axis 1: Season / Caste</a:t>
              </a:r>
            </a:p>
          </p:txBody>
        </p:sp>
        <p:sp>
          <p:nvSpPr>
            <p:cNvPr id="741" name="tx268">
              <a:extLst>
                <a:ext uri="{FF2B5EF4-FFF2-40B4-BE49-F238E27FC236}">
                  <a16:creationId xmlns:a16="http://schemas.microsoft.com/office/drawing/2014/main" id="{2DC10DE7-FC1B-32FA-1BCE-32FF39D35A82}"/>
                </a:ext>
              </a:extLst>
            </p:cNvPr>
            <p:cNvSpPr/>
            <p:nvPr/>
          </p:nvSpPr>
          <p:spPr>
            <a:xfrm rot="-5400000">
              <a:off x="-86061" y="3323984"/>
              <a:ext cx="823124" cy="1311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Axis 2: Stage</a:t>
              </a:r>
            </a:p>
          </p:txBody>
        </p:sp>
      </p:grpSp>
      <p:grpSp>
        <p:nvGrpSpPr>
          <p:cNvPr id="269" name="Group 268"/>
          <p:cNvGrpSpPr/>
          <p:nvPr/>
        </p:nvGrpSpPr>
        <p:grpSpPr>
          <a:xfrm>
            <a:off x="3931920" y="164592"/>
            <a:ext cx="5074920" cy="6510528"/>
            <a:chOff x="3931920" y="164592"/>
            <a:chExt cx="5074920" cy="6510528"/>
          </a:xfrm>
        </p:grpSpPr>
        <p:sp>
          <p:nvSpPr>
            <p:cNvPr id="270" name="rc3"/>
            <p:cNvSpPr/>
            <p:nvPr/>
          </p:nvSpPr>
          <p:spPr>
            <a:xfrm>
              <a:off x="3931919" y="164592"/>
              <a:ext cx="5074920" cy="65105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rc4"/>
            <p:cNvSpPr/>
            <p:nvPr/>
          </p:nvSpPr>
          <p:spPr>
            <a:xfrm>
              <a:off x="3931919" y="164592"/>
              <a:ext cx="5074920" cy="651052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2" name="pl5"/>
            <p:cNvSpPr/>
            <p:nvPr/>
          </p:nvSpPr>
          <p:spPr>
            <a:xfrm>
              <a:off x="6117980" y="6169830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l6"/>
            <p:cNvSpPr/>
            <p:nvPr/>
          </p:nvSpPr>
          <p:spPr>
            <a:xfrm>
              <a:off x="6117980" y="6054675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l7"/>
            <p:cNvSpPr/>
            <p:nvPr/>
          </p:nvSpPr>
          <p:spPr>
            <a:xfrm>
              <a:off x="6117980" y="5939521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l8"/>
            <p:cNvSpPr/>
            <p:nvPr/>
          </p:nvSpPr>
          <p:spPr>
            <a:xfrm>
              <a:off x="6117980" y="5824366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l9"/>
            <p:cNvSpPr/>
            <p:nvPr/>
          </p:nvSpPr>
          <p:spPr>
            <a:xfrm>
              <a:off x="6117980" y="5709212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l10"/>
            <p:cNvSpPr/>
            <p:nvPr/>
          </p:nvSpPr>
          <p:spPr>
            <a:xfrm>
              <a:off x="6117980" y="5594057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l11"/>
            <p:cNvSpPr/>
            <p:nvPr/>
          </p:nvSpPr>
          <p:spPr>
            <a:xfrm>
              <a:off x="6117980" y="5478902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l12"/>
            <p:cNvSpPr/>
            <p:nvPr/>
          </p:nvSpPr>
          <p:spPr>
            <a:xfrm>
              <a:off x="6117980" y="5363748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l13"/>
            <p:cNvSpPr/>
            <p:nvPr/>
          </p:nvSpPr>
          <p:spPr>
            <a:xfrm>
              <a:off x="6117980" y="5248593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l14"/>
            <p:cNvSpPr/>
            <p:nvPr/>
          </p:nvSpPr>
          <p:spPr>
            <a:xfrm>
              <a:off x="6117980" y="5133439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l15"/>
            <p:cNvSpPr/>
            <p:nvPr/>
          </p:nvSpPr>
          <p:spPr>
            <a:xfrm>
              <a:off x="6117980" y="5018284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l16"/>
            <p:cNvSpPr/>
            <p:nvPr/>
          </p:nvSpPr>
          <p:spPr>
            <a:xfrm>
              <a:off x="6117980" y="4903130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l17"/>
            <p:cNvSpPr/>
            <p:nvPr/>
          </p:nvSpPr>
          <p:spPr>
            <a:xfrm>
              <a:off x="6117980" y="4787975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l18"/>
            <p:cNvSpPr/>
            <p:nvPr/>
          </p:nvSpPr>
          <p:spPr>
            <a:xfrm>
              <a:off x="6117980" y="4672820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l19"/>
            <p:cNvSpPr/>
            <p:nvPr/>
          </p:nvSpPr>
          <p:spPr>
            <a:xfrm>
              <a:off x="6117980" y="4557666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l20"/>
            <p:cNvSpPr/>
            <p:nvPr/>
          </p:nvSpPr>
          <p:spPr>
            <a:xfrm>
              <a:off x="6117980" y="4442511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l21"/>
            <p:cNvSpPr/>
            <p:nvPr/>
          </p:nvSpPr>
          <p:spPr>
            <a:xfrm>
              <a:off x="6117980" y="4327357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l22"/>
            <p:cNvSpPr/>
            <p:nvPr/>
          </p:nvSpPr>
          <p:spPr>
            <a:xfrm>
              <a:off x="6117980" y="4212202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l23"/>
            <p:cNvSpPr/>
            <p:nvPr/>
          </p:nvSpPr>
          <p:spPr>
            <a:xfrm>
              <a:off x="6117980" y="4097048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l24"/>
            <p:cNvSpPr/>
            <p:nvPr/>
          </p:nvSpPr>
          <p:spPr>
            <a:xfrm>
              <a:off x="6117980" y="3981893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l25"/>
            <p:cNvSpPr/>
            <p:nvPr/>
          </p:nvSpPr>
          <p:spPr>
            <a:xfrm>
              <a:off x="6117980" y="3866739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l26"/>
            <p:cNvSpPr/>
            <p:nvPr/>
          </p:nvSpPr>
          <p:spPr>
            <a:xfrm>
              <a:off x="6117980" y="3751584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l27"/>
            <p:cNvSpPr/>
            <p:nvPr/>
          </p:nvSpPr>
          <p:spPr>
            <a:xfrm>
              <a:off x="6117980" y="3636429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l28"/>
            <p:cNvSpPr/>
            <p:nvPr/>
          </p:nvSpPr>
          <p:spPr>
            <a:xfrm>
              <a:off x="6117980" y="3521275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l29"/>
            <p:cNvSpPr/>
            <p:nvPr/>
          </p:nvSpPr>
          <p:spPr>
            <a:xfrm>
              <a:off x="6117980" y="3406120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l30"/>
            <p:cNvSpPr/>
            <p:nvPr/>
          </p:nvSpPr>
          <p:spPr>
            <a:xfrm>
              <a:off x="6117980" y="3290966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l31"/>
            <p:cNvSpPr/>
            <p:nvPr/>
          </p:nvSpPr>
          <p:spPr>
            <a:xfrm>
              <a:off x="6117980" y="3175811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l32"/>
            <p:cNvSpPr/>
            <p:nvPr/>
          </p:nvSpPr>
          <p:spPr>
            <a:xfrm>
              <a:off x="6117980" y="3060657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l33"/>
            <p:cNvSpPr/>
            <p:nvPr/>
          </p:nvSpPr>
          <p:spPr>
            <a:xfrm>
              <a:off x="6117980" y="2945502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l34"/>
            <p:cNvSpPr/>
            <p:nvPr/>
          </p:nvSpPr>
          <p:spPr>
            <a:xfrm>
              <a:off x="6117980" y="2830347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l35"/>
            <p:cNvSpPr/>
            <p:nvPr/>
          </p:nvSpPr>
          <p:spPr>
            <a:xfrm>
              <a:off x="6117980" y="2715193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l36"/>
            <p:cNvSpPr/>
            <p:nvPr/>
          </p:nvSpPr>
          <p:spPr>
            <a:xfrm>
              <a:off x="6117980" y="2600038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l37"/>
            <p:cNvSpPr/>
            <p:nvPr/>
          </p:nvSpPr>
          <p:spPr>
            <a:xfrm>
              <a:off x="6117980" y="2484884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l38"/>
            <p:cNvSpPr/>
            <p:nvPr/>
          </p:nvSpPr>
          <p:spPr>
            <a:xfrm>
              <a:off x="6117980" y="2369729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l39"/>
            <p:cNvSpPr/>
            <p:nvPr/>
          </p:nvSpPr>
          <p:spPr>
            <a:xfrm>
              <a:off x="6117980" y="2254575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l40"/>
            <p:cNvSpPr/>
            <p:nvPr/>
          </p:nvSpPr>
          <p:spPr>
            <a:xfrm>
              <a:off x="6117980" y="2139420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l41"/>
            <p:cNvSpPr/>
            <p:nvPr/>
          </p:nvSpPr>
          <p:spPr>
            <a:xfrm>
              <a:off x="6117980" y="2024265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l42"/>
            <p:cNvSpPr/>
            <p:nvPr/>
          </p:nvSpPr>
          <p:spPr>
            <a:xfrm>
              <a:off x="6117980" y="1909111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l43"/>
            <p:cNvSpPr/>
            <p:nvPr/>
          </p:nvSpPr>
          <p:spPr>
            <a:xfrm>
              <a:off x="6117980" y="1793956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l44"/>
            <p:cNvSpPr/>
            <p:nvPr/>
          </p:nvSpPr>
          <p:spPr>
            <a:xfrm>
              <a:off x="6117980" y="1678802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l45"/>
            <p:cNvSpPr/>
            <p:nvPr/>
          </p:nvSpPr>
          <p:spPr>
            <a:xfrm>
              <a:off x="6117980" y="1563647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l46"/>
            <p:cNvSpPr/>
            <p:nvPr/>
          </p:nvSpPr>
          <p:spPr>
            <a:xfrm>
              <a:off x="6117980" y="1448493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l47"/>
            <p:cNvSpPr/>
            <p:nvPr/>
          </p:nvSpPr>
          <p:spPr>
            <a:xfrm>
              <a:off x="6117980" y="1333338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l48"/>
            <p:cNvSpPr/>
            <p:nvPr/>
          </p:nvSpPr>
          <p:spPr>
            <a:xfrm>
              <a:off x="6117980" y="1218184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l49"/>
            <p:cNvSpPr/>
            <p:nvPr/>
          </p:nvSpPr>
          <p:spPr>
            <a:xfrm>
              <a:off x="6117980" y="1103029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l50"/>
            <p:cNvSpPr/>
            <p:nvPr/>
          </p:nvSpPr>
          <p:spPr>
            <a:xfrm>
              <a:off x="6117980" y="987874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l51"/>
            <p:cNvSpPr/>
            <p:nvPr/>
          </p:nvSpPr>
          <p:spPr>
            <a:xfrm>
              <a:off x="6117980" y="872720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l52"/>
            <p:cNvSpPr/>
            <p:nvPr/>
          </p:nvSpPr>
          <p:spPr>
            <a:xfrm>
              <a:off x="6117980" y="757565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l53"/>
            <p:cNvSpPr/>
            <p:nvPr/>
          </p:nvSpPr>
          <p:spPr>
            <a:xfrm>
              <a:off x="6117980" y="642411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l54"/>
            <p:cNvSpPr/>
            <p:nvPr/>
          </p:nvSpPr>
          <p:spPr>
            <a:xfrm>
              <a:off x="6117980" y="527256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l55"/>
            <p:cNvSpPr/>
            <p:nvPr/>
          </p:nvSpPr>
          <p:spPr>
            <a:xfrm>
              <a:off x="6117980" y="412102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l56"/>
            <p:cNvSpPr/>
            <p:nvPr/>
          </p:nvSpPr>
          <p:spPr>
            <a:xfrm>
              <a:off x="6117980" y="296947"/>
              <a:ext cx="1323045" cy="0"/>
            </a:xfrm>
            <a:custGeom>
              <a:avLst/>
              <a:gdLst/>
              <a:ahLst/>
              <a:cxnLst/>
              <a:rect l="0" t="0" r="0" b="0"/>
              <a:pathLst>
                <a:path w="1323045">
                  <a:moveTo>
                    <a:pt x="0" y="0"/>
                  </a:moveTo>
                  <a:lnTo>
                    <a:pt x="1323045" y="0"/>
                  </a:lnTo>
                  <a:lnTo>
                    <a:pt x="13230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l57"/>
            <p:cNvSpPr/>
            <p:nvPr/>
          </p:nvSpPr>
          <p:spPr>
            <a:xfrm>
              <a:off x="6178118" y="227854"/>
              <a:ext cx="0" cy="6011068"/>
            </a:xfrm>
            <a:custGeom>
              <a:avLst/>
              <a:gdLst/>
              <a:ahLst/>
              <a:cxnLst/>
              <a:rect l="0" t="0" r="0" b="0"/>
              <a:pathLst>
                <a:path h="6011068">
                  <a:moveTo>
                    <a:pt x="0" y="60110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l58"/>
            <p:cNvSpPr/>
            <p:nvPr/>
          </p:nvSpPr>
          <p:spPr>
            <a:xfrm>
              <a:off x="6467906" y="227854"/>
              <a:ext cx="0" cy="6011068"/>
            </a:xfrm>
            <a:custGeom>
              <a:avLst/>
              <a:gdLst/>
              <a:ahLst/>
              <a:cxnLst/>
              <a:rect l="0" t="0" r="0" b="0"/>
              <a:pathLst>
                <a:path h="6011068">
                  <a:moveTo>
                    <a:pt x="0" y="60110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l59"/>
            <p:cNvSpPr/>
            <p:nvPr/>
          </p:nvSpPr>
          <p:spPr>
            <a:xfrm>
              <a:off x="6757694" y="227854"/>
              <a:ext cx="0" cy="6011068"/>
            </a:xfrm>
            <a:custGeom>
              <a:avLst/>
              <a:gdLst/>
              <a:ahLst/>
              <a:cxnLst/>
              <a:rect l="0" t="0" r="0" b="0"/>
              <a:pathLst>
                <a:path h="6011068">
                  <a:moveTo>
                    <a:pt x="0" y="60110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l60"/>
            <p:cNvSpPr/>
            <p:nvPr/>
          </p:nvSpPr>
          <p:spPr>
            <a:xfrm>
              <a:off x="7047482" y="227854"/>
              <a:ext cx="0" cy="6011068"/>
            </a:xfrm>
            <a:custGeom>
              <a:avLst/>
              <a:gdLst/>
              <a:ahLst/>
              <a:cxnLst/>
              <a:rect l="0" t="0" r="0" b="0"/>
              <a:pathLst>
                <a:path h="6011068">
                  <a:moveTo>
                    <a:pt x="0" y="60110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l61"/>
            <p:cNvSpPr/>
            <p:nvPr/>
          </p:nvSpPr>
          <p:spPr>
            <a:xfrm>
              <a:off x="7337270" y="227854"/>
              <a:ext cx="0" cy="6011068"/>
            </a:xfrm>
            <a:custGeom>
              <a:avLst/>
              <a:gdLst/>
              <a:ahLst/>
              <a:cxnLst/>
              <a:rect l="0" t="0" r="0" b="0"/>
              <a:pathLst>
                <a:path h="6011068">
                  <a:moveTo>
                    <a:pt x="0" y="601106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t62"/>
            <p:cNvSpPr/>
            <p:nvPr/>
          </p:nvSpPr>
          <p:spPr>
            <a:xfrm>
              <a:off x="7325190" y="6140090"/>
              <a:ext cx="59480" cy="59480"/>
            </a:xfrm>
            <a:prstGeom prst="ellipse">
              <a:avLst/>
            </a:prstGeom>
            <a:solidFill>
              <a:srgbClr val="E02020">
                <a:alpha val="100000"/>
              </a:srgbClr>
            </a:solidFill>
            <a:ln w="9818" cap="rnd">
              <a:solidFill>
                <a:srgbClr val="E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t63"/>
            <p:cNvSpPr/>
            <p:nvPr/>
          </p:nvSpPr>
          <p:spPr>
            <a:xfrm>
              <a:off x="7285456" y="6021385"/>
              <a:ext cx="66579" cy="66579"/>
            </a:xfrm>
            <a:prstGeom prst="ellipse">
              <a:avLst/>
            </a:prstGeom>
            <a:solidFill>
              <a:srgbClr val="E02020">
                <a:alpha val="100000"/>
              </a:srgbClr>
            </a:solidFill>
            <a:ln w="9818" cap="rnd">
              <a:solidFill>
                <a:srgbClr val="E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t64"/>
            <p:cNvSpPr/>
            <p:nvPr/>
          </p:nvSpPr>
          <p:spPr>
            <a:xfrm>
              <a:off x="7242761" y="5906231"/>
              <a:ext cx="66579" cy="6657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t65"/>
            <p:cNvSpPr/>
            <p:nvPr/>
          </p:nvSpPr>
          <p:spPr>
            <a:xfrm>
              <a:off x="7242761" y="5791076"/>
              <a:ext cx="66579" cy="6657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t66"/>
            <p:cNvSpPr/>
            <p:nvPr/>
          </p:nvSpPr>
          <p:spPr>
            <a:xfrm>
              <a:off x="7230282" y="5679472"/>
              <a:ext cx="59480" cy="59480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t67"/>
            <p:cNvSpPr/>
            <p:nvPr/>
          </p:nvSpPr>
          <p:spPr>
            <a:xfrm>
              <a:off x="7216558" y="5551895"/>
              <a:ext cx="84324" cy="84324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68"/>
            <p:cNvSpPr/>
            <p:nvPr/>
          </p:nvSpPr>
          <p:spPr>
            <a:xfrm>
              <a:off x="7215228" y="5436740"/>
              <a:ext cx="84324" cy="84324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69"/>
            <p:cNvSpPr/>
            <p:nvPr/>
          </p:nvSpPr>
          <p:spPr>
            <a:xfrm>
              <a:off x="7201940" y="5308297"/>
              <a:ext cx="110901" cy="110901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70"/>
            <p:cNvSpPr/>
            <p:nvPr/>
          </p:nvSpPr>
          <p:spPr>
            <a:xfrm>
              <a:off x="7230357" y="5227423"/>
              <a:ext cx="42339" cy="42339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71"/>
            <p:cNvSpPr/>
            <p:nvPr/>
          </p:nvSpPr>
          <p:spPr>
            <a:xfrm>
              <a:off x="7210395" y="5097425"/>
              <a:ext cx="72027" cy="72027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72"/>
            <p:cNvSpPr/>
            <p:nvPr/>
          </p:nvSpPr>
          <p:spPr>
            <a:xfrm>
              <a:off x="7210395" y="4982270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73"/>
            <p:cNvSpPr/>
            <p:nvPr/>
          </p:nvSpPr>
          <p:spPr>
            <a:xfrm>
              <a:off x="7212820" y="4873390"/>
              <a:ext cx="59480" cy="59480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74"/>
            <p:cNvSpPr/>
            <p:nvPr/>
          </p:nvSpPr>
          <p:spPr>
            <a:xfrm>
              <a:off x="7212820" y="4758235"/>
              <a:ext cx="59480" cy="59480"/>
            </a:xfrm>
            <a:prstGeom prst="ellipse">
              <a:avLst/>
            </a:prstGeom>
            <a:solidFill>
              <a:srgbClr val="E02020">
                <a:alpha val="100000"/>
              </a:srgbClr>
            </a:solidFill>
            <a:ln w="9818" cap="rnd">
              <a:solidFill>
                <a:srgbClr val="E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75"/>
            <p:cNvSpPr/>
            <p:nvPr/>
          </p:nvSpPr>
          <p:spPr>
            <a:xfrm>
              <a:off x="7196581" y="4627411"/>
              <a:ext cx="90819" cy="9081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76"/>
            <p:cNvSpPr/>
            <p:nvPr/>
          </p:nvSpPr>
          <p:spPr>
            <a:xfrm>
              <a:off x="7170596" y="4494511"/>
              <a:ext cx="126309" cy="12630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77"/>
            <p:cNvSpPr/>
            <p:nvPr/>
          </p:nvSpPr>
          <p:spPr>
            <a:xfrm>
              <a:off x="7176573" y="4404201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78"/>
            <p:cNvSpPr/>
            <p:nvPr/>
          </p:nvSpPr>
          <p:spPr>
            <a:xfrm>
              <a:off x="7158028" y="4276499"/>
              <a:ext cx="101715" cy="101715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79"/>
            <p:cNvSpPr/>
            <p:nvPr/>
          </p:nvSpPr>
          <p:spPr>
            <a:xfrm>
              <a:off x="7169898" y="4176188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80"/>
            <p:cNvSpPr/>
            <p:nvPr/>
          </p:nvSpPr>
          <p:spPr>
            <a:xfrm>
              <a:off x="7157641" y="4048777"/>
              <a:ext cx="96542" cy="96542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81"/>
            <p:cNvSpPr/>
            <p:nvPr/>
          </p:nvSpPr>
          <p:spPr>
            <a:xfrm>
              <a:off x="7166061" y="3943583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82"/>
            <p:cNvSpPr/>
            <p:nvPr/>
          </p:nvSpPr>
          <p:spPr>
            <a:xfrm>
              <a:off x="7167881" y="3833449"/>
              <a:ext cx="66579" cy="66579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83"/>
            <p:cNvSpPr/>
            <p:nvPr/>
          </p:nvSpPr>
          <p:spPr>
            <a:xfrm>
              <a:off x="7158609" y="3711251"/>
              <a:ext cx="80666" cy="80666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84"/>
            <p:cNvSpPr/>
            <p:nvPr/>
          </p:nvSpPr>
          <p:spPr>
            <a:xfrm>
              <a:off x="7125526" y="3582067"/>
              <a:ext cx="108723" cy="108723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85"/>
            <p:cNvSpPr/>
            <p:nvPr/>
          </p:nvSpPr>
          <p:spPr>
            <a:xfrm>
              <a:off x="7123160" y="3485261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86"/>
            <p:cNvSpPr/>
            <p:nvPr/>
          </p:nvSpPr>
          <p:spPr>
            <a:xfrm>
              <a:off x="7110448" y="3367810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87"/>
            <p:cNvSpPr/>
            <p:nvPr/>
          </p:nvSpPr>
          <p:spPr>
            <a:xfrm>
              <a:off x="7108425" y="3250632"/>
              <a:ext cx="80666" cy="80666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88"/>
            <p:cNvSpPr/>
            <p:nvPr/>
          </p:nvSpPr>
          <p:spPr>
            <a:xfrm>
              <a:off x="7111575" y="3142521"/>
              <a:ext cx="66579" cy="6657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89"/>
            <p:cNvSpPr/>
            <p:nvPr/>
          </p:nvSpPr>
          <p:spPr>
            <a:xfrm>
              <a:off x="7081240" y="2998386"/>
              <a:ext cx="124541" cy="124541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90"/>
            <p:cNvSpPr/>
            <p:nvPr/>
          </p:nvSpPr>
          <p:spPr>
            <a:xfrm>
              <a:off x="7059409" y="2875100"/>
              <a:ext cx="140803" cy="140803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91"/>
            <p:cNvSpPr/>
            <p:nvPr/>
          </p:nvSpPr>
          <p:spPr>
            <a:xfrm>
              <a:off x="7072769" y="2786503"/>
              <a:ext cx="87688" cy="87688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t92"/>
            <p:cNvSpPr/>
            <p:nvPr/>
          </p:nvSpPr>
          <p:spPr>
            <a:xfrm>
              <a:off x="7021353" y="2648674"/>
              <a:ext cx="133037" cy="13303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t93"/>
            <p:cNvSpPr/>
            <p:nvPr/>
          </p:nvSpPr>
          <p:spPr>
            <a:xfrm>
              <a:off x="7016585" y="2547968"/>
              <a:ext cx="104140" cy="104140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t94"/>
            <p:cNvSpPr/>
            <p:nvPr/>
          </p:nvSpPr>
          <p:spPr>
            <a:xfrm>
              <a:off x="7027978" y="2448870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t95"/>
            <p:cNvSpPr/>
            <p:nvPr/>
          </p:nvSpPr>
          <p:spPr>
            <a:xfrm>
              <a:off x="7025681" y="2331419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t96"/>
            <p:cNvSpPr/>
            <p:nvPr/>
          </p:nvSpPr>
          <p:spPr>
            <a:xfrm>
              <a:off x="7021829" y="2212412"/>
              <a:ext cx="84324" cy="84324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t97"/>
            <p:cNvSpPr/>
            <p:nvPr/>
          </p:nvSpPr>
          <p:spPr>
            <a:xfrm>
              <a:off x="7018582" y="2094010"/>
              <a:ext cx="90819" cy="9081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t98"/>
            <p:cNvSpPr/>
            <p:nvPr/>
          </p:nvSpPr>
          <p:spPr>
            <a:xfrm>
              <a:off x="7002622" y="1973408"/>
              <a:ext cx="101715" cy="101715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t99"/>
            <p:cNvSpPr/>
            <p:nvPr/>
          </p:nvSpPr>
          <p:spPr>
            <a:xfrm>
              <a:off x="7009635" y="1865267"/>
              <a:ext cx="87688" cy="87688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t100"/>
            <p:cNvSpPr/>
            <p:nvPr/>
          </p:nvSpPr>
          <p:spPr>
            <a:xfrm>
              <a:off x="6995949" y="1736426"/>
              <a:ext cx="115059" cy="115059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t101"/>
            <p:cNvSpPr/>
            <p:nvPr/>
          </p:nvSpPr>
          <p:spPr>
            <a:xfrm>
              <a:off x="6980364" y="1642788"/>
              <a:ext cx="72027" cy="72027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t102"/>
            <p:cNvSpPr/>
            <p:nvPr/>
          </p:nvSpPr>
          <p:spPr>
            <a:xfrm>
              <a:off x="6918786" y="1491056"/>
              <a:ext cx="145181" cy="145181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t103"/>
            <p:cNvSpPr/>
            <p:nvPr/>
          </p:nvSpPr>
          <p:spPr>
            <a:xfrm>
              <a:off x="6943110" y="1410182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t104"/>
            <p:cNvSpPr/>
            <p:nvPr/>
          </p:nvSpPr>
          <p:spPr>
            <a:xfrm>
              <a:off x="6885087" y="1260747"/>
              <a:ext cx="145181" cy="145181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t105"/>
            <p:cNvSpPr/>
            <p:nvPr/>
          </p:nvSpPr>
          <p:spPr>
            <a:xfrm>
              <a:off x="6905872" y="1177850"/>
              <a:ext cx="80666" cy="80666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t106"/>
            <p:cNvSpPr/>
            <p:nvPr/>
          </p:nvSpPr>
          <p:spPr>
            <a:xfrm>
              <a:off x="6899133" y="1059185"/>
              <a:ext cx="87688" cy="87688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t107"/>
            <p:cNvSpPr/>
            <p:nvPr/>
          </p:nvSpPr>
          <p:spPr>
            <a:xfrm>
              <a:off x="6883428" y="947541"/>
              <a:ext cx="80666" cy="80666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t108"/>
            <p:cNvSpPr/>
            <p:nvPr/>
          </p:nvSpPr>
          <p:spPr>
            <a:xfrm>
              <a:off x="6840731" y="827310"/>
              <a:ext cx="90819" cy="9081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t109"/>
            <p:cNvSpPr/>
            <p:nvPr/>
          </p:nvSpPr>
          <p:spPr>
            <a:xfrm>
              <a:off x="6806619" y="719255"/>
              <a:ext cx="76620" cy="76620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t110"/>
            <p:cNvSpPr/>
            <p:nvPr/>
          </p:nvSpPr>
          <p:spPr>
            <a:xfrm>
              <a:off x="6773590" y="589174"/>
              <a:ext cx="106472" cy="106472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t111"/>
            <p:cNvSpPr/>
            <p:nvPr/>
          </p:nvSpPr>
          <p:spPr>
            <a:xfrm>
              <a:off x="6544368" y="480376"/>
              <a:ext cx="93760" cy="93760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t112"/>
            <p:cNvSpPr/>
            <p:nvPr/>
          </p:nvSpPr>
          <p:spPr>
            <a:xfrm>
              <a:off x="6409044" y="336729"/>
              <a:ext cx="150744" cy="150744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t113"/>
            <p:cNvSpPr/>
            <p:nvPr/>
          </p:nvSpPr>
          <p:spPr>
            <a:xfrm>
              <a:off x="6380125" y="251537"/>
              <a:ext cx="90819" cy="90819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tx114"/>
            <p:cNvSpPr/>
            <p:nvPr/>
          </p:nvSpPr>
          <p:spPr>
            <a:xfrm>
              <a:off x="4522974" y="6137140"/>
              <a:ext cx="1526682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E02020">
                      <a:alpha val="100000"/>
                    </a:srgbClr>
                  </a:solidFill>
                  <a:latin typeface="Arial"/>
                  <a:cs typeface="Arial"/>
                </a:rPr>
                <a:t>morphogenesis of follicular epithelium</a:t>
              </a:r>
            </a:p>
          </p:txBody>
        </p:sp>
        <p:sp>
          <p:nvSpPr>
            <p:cNvPr id="382" name="tx115"/>
            <p:cNvSpPr/>
            <p:nvPr/>
          </p:nvSpPr>
          <p:spPr>
            <a:xfrm>
              <a:off x="4948901" y="6021985"/>
              <a:ext cx="1100754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E02020">
                      <a:alpha val="100000"/>
                    </a:srgbClr>
                  </a:solidFill>
                  <a:latin typeface="Arial"/>
                  <a:cs typeface="Arial"/>
                </a:rPr>
                <a:t>female gonad development</a:t>
              </a:r>
            </a:p>
          </p:txBody>
        </p:sp>
        <p:sp>
          <p:nvSpPr>
            <p:cNvPr id="383" name="tx116"/>
            <p:cNvSpPr/>
            <p:nvPr/>
          </p:nvSpPr>
          <p:spPr>
            <a:xfrm>
              <a:off x="4178337" y="5906831"/>
              <a:ext cx="1871319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aspartate family amino acid metabolic process</a:t>
              </a:r>
            </a:p>
          </p:txBody>
        </p:sp>
        <p:sp>
          <p:nvSpPr>
            <p:cNvPr id="384" name="tx117"/>
            <p:cNvSpPr/>
            <p:nvPr/>
          </p:nvSpPr>
          <p:spPr>
            <a:xfrm>
              <a:off x="4091834" y="5791676"/>
              <a:ext cx="195782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non-proteinogenic amino acid metabolic process</a:t>
              </a:r>
            </a:p>
          </p:txBody>
        </p:sp>
        <p:sp>
          <p:nvSpPr>
            <p:cNvPr id="385" name="tx118"/>
            <p:cNvSpPr/>
            <p:nvPr/>
          </p:nvSpPr>
          <p:spPr>
            <a:xfrm>
              <a:off x="4533398" y="5676522"/>
              <a:ext cx="1516258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intra-Golgi vesicle-mediated transport</a:t>
              </a:r>
            </a:p>
          </p:txBody>
        </p:sp>
        <p:sp>
          <p:nvSpPr>
            <p:cNvPr id="386" name="tx119"/>
            <p:cNvSpPr/>
            <p:nvPr/>
          </p:nvSpPr>
          <p:spPr>
            <a:xfrm>
              <a:off x="4507612" y="5561367"/>
              <a:ext cx="1542044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ribonucleoprotein complex localization</a:t>
              </a:r>
            </a:p>
          </p:txBody>
        </p:sp>
        <p:sp>
          <p:nvSpPr>
            <p:cNvPr id="387" name="tx120"/>
            <p:cNvSpPr/>
            <p:nvPr/>
          </p:nvSpPr>
          <p:spPr>
            <a:xfrm>
              <a:off x="4979534" y="5446213"/>
              <a:ext cx="1070122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 import into nucleus</a:t>
              </a:r>
            </a:p>
          </p:txBody>
        </p:sp>
        <p:sp>
          <p:nvSpPr>
            <p:cNvPr id="388" name="tx121"/>
            <p:cNvSpPr/>
            <p:nvPr/>
          </p:nvSpPr>
          <p:spPr>
            <a:xfrm>
              <a:off x="4918726" y="5331058"/>
              <a:ext cx="1130929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response to oxidative stress</a:t>
              </a:r>
            </a:p>
          </p:txBody>
        </p:sp>
        <p:sp>
          <p:nvSpPr>
            <p:cNvPr id="389" name="tx122"/>
            <p:cNvSpPr/>
            <p:nvPr/>
          </p:nvSpPr>
          <p:spPr>
            <a:xfrm>
              <a:off x="4721124" y="5215903"/>
              <a:ext cx="132853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 transmembrane transport</a:t>
              </a:r>
            </a:p>
          </p:txBody>
        </p:sp>
        <p:sp>
          <p:nvSpPr>
            <p:cNvPr id="390" name="tx123"/>
            <p:cNvSpPr/>
            <p:nvPr/>
          </p:nvSpPr>
          <p:spPr>
            <a:xfrm>
              <a:off x="5430790" y="5100749"/>
              <a:ext cx="618865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ERAD pathway</a:t>
              </a:r>
            </a:p>
          </p:txBody>
        </p:sp>
        <p:sp>
          <p:nvSpPr>
            <p:cNvPr id="391" name="tx124"/>
            <p:cNvSpPr/>
            <p:nvPr/>
          </p:nvSpPr>
          <p:spPr>
            <a:xfrm>
              <a:off x="4908394" y="4985594"/>
              <a:ext cx="1141262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xenobiotic catabolic process</a:t>
              </a:r>
            </a:p>
          </p:txBody>
        </p:sp>
        <p:sp>
          <p:nvSpPr>
            <p:cNvPr id="392" name="tx125"/>
            <p:cNvSpPr/>
            <p:nvPr/>
          </p:nvSpPr>
          <p:spPr>
            <a:xfrm>
              <a:off x="4847677" y="4870440"/>
              <a:ext cx="1201978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pyruvate biosynthetic process</a:t>
              </a:r>
            </a:p>
          </p:txBody>
        </p:sp>
        <p:sp>
          <p:nvSpPr>
            <p:cNvPr id="393" name="tx126"/>
            <p:cNvSpPr/>
            <p:nvPr/>
          </p:nvSpPr>
          <p:spPr>
            <a:xfrm>
              <a:off x="4279744" y="4705908"/>
              <a:ext cx="1769912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E02020">
                      <a:alpha val="100000"/>
                    </a:srgbClr>
                  </a:solidFill>
                  <a:latin typeface="Arial"/>
                  <a:cs typeface="Arial"/>
                </a:rPr>
                <a:t>cellular response to epidermal growth factor</a:t>
              </a:r>
            </a:p>
          </p:txBody>
        </p:sp>
        <p:sp>
          <p:nvSpPr>
            <p:cNvPr id="394" name="tx127"/>
            <p:cNvSpPr/>
            <p:nvPr/>
          </p:nvSpPr>
          <p:spPr>
            <a:xfrm>
              <a:off x="5714986" y="4804663"/>
              <a:ext cx="334670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E02020">
                      <a:alpha val="100000"/>
                    </a:srgbClr>
                  </a:solidFill>
                  <a:latin typeface="Arial"/>
                  <a:cs typeface="Arial"/>
                </a:rPr>
                <a:t>stimulus</a:t>
              </a:r>
            </a:p>
          </p:txBody>
        </p:sp>
        <p:sp>
          <p:nvSpPr>
            <p:cNvPr id="395" name="tx128"/>
            <p:cNvSpPr/>
            <p:nvPr/>
          </p:nvSpPr>
          <p:spPr>
            <a:xfrm>
              <a:off x="5288784" y="4640131"/>
              <a:ext cx="760872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response to insulin</a:t>
              </a:r>
            </a:p>
          </p:txBody>
        </p:sp>
        <p:sp>
          <p:nvSpPr>
            <p:cNvPr id="396" name="tx129"/>
            <p:cNvSpPr/>
            <p:nvPr/>
          </p:nvSpPr>
          <p:spPr>
            <a:xfrm>
              <a:off x="4720850" y="4524976"/>
              <a:ext cx="1328806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carboxylic acid catabolic process</a:t>
              </a:r>
            </a:p>
          </p:txBody>
        </p:sp>
        <p:sp>
          <p:nvSpPr>
            <p:cNvPr id="397" name="tx130"/>
            <p:cNvSpPr/>
            <p:nvPr/>
          </p:nvSpPr>
          <p:spPr>
            <a:xfrm>
              <a:off x="4502674" y="4409822"/>
              <a:ext cx="154698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alpha-amino acid biosynthetic process</a:t>
              </a:r>
            </a:p>
          </p:txBody>
        </p:sp>
        <p:sp>
          <p:nvSpPr>
            <p:cNvPr id="398" name="tx131"/>
            <p:cNvSpPr/>
            <p:nvPr/>
          </p:nvSpPr>
          <p:spPr>
            <a:xfrm>
              <a:off x="5233006" y="4294667"/>
              <a:ext cx="816650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response to hypoxia</a:t>
              </a:r>
            </a:p>
          </p:txBody>
        </p:sp>
        <p:sp>
          <p:nvSpPr>
            <p:cNvPr id="399" name="tx132"/>
            <p:cNvSpPr/>
            <p:nvPr/>
          </p:nvSpPr>
          <p:spPr>
            <a:xfrm>
              <a:off x="4832498" y="4179512"/>
              <a:ext cx="1217157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fatty acid biosynthetic process</a:t>
              </a:r>
            </a:p>
          </p:txBody>
        </p:sp>
        <p:sp>
          <p:nvSpPr>
            <p:cNvPr id="400" name="tx133"/>
            <p:cNvSpPr/>
            <p:nvPr/>
          </p:nvSpPr>
          <p:spPr>
            <a:xfrm>
              <a:off x="4482283" y="4064358"/>
              <a:ext cx="1567373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protein-containing complex localization</a:t>
              </a:r>
            </a:p>
          </p:txBody>
        </p:sp>
        <p:sp>
          <p:nvSpPr>
            <p:cNvPr id="401" name="tx134"/>
            <p:cNvSpPr/>
            <p:nvPr/>
          </p:nvSpPr>
          <p:spPr>
            <a:xfrm>
              <a:off x="4446896" y="3949203"/>
              <a:ext cx="1602760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regulation of glucose metabolic process</a:t>
              </a:r>
            </a:p>
          </p:txBody>
        </p:sp>
        <p:sp>
          <p:nvSpPr>
            <p:cNvPr id="402" name="tx135"/>
            <p:cNvSpPr/>
            <p:nvPr/>
          </p:nvSpPr>
          <p:spPr>
            <a:xfrm>
              <a:off x="5263455" y="3834049"/>
              <a:ext cx="78620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body fluid secretion</a:t>
              </a:r>
            </a:p>
          </p:txBody>
        </p:sp>
        <p:sp>
          <p:nvSpPr>
            <p:cNvPr id="403" name="tx136"/>
            <p:cNvSpPr/>
            <p:nvPr/>
          </p:nvSpPr>
          <p:spPr>
            <a:xfrm>
              <a:off x="4959417" y="3718894"/>
              <a:ext cx="1090239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mRNA export from nucleus</a:t>
              </a:r>
            </a:p>
          </p:txBody>
        </p:sp>
        <p:sp>
          <p:nvSpPr>
            <p:cNvPr id="404" name="tx137"/>
            <p:cNvSpPr/>
            <p:nvPr/>
          </p:nvSpPr>
          <p:spPr>
            <a:xfrm>
              <a:off x="4350427" y="3603740"/>
              <a:ext cx="1699229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purine ribonucleotide biosynthetic process</a:t>
              </a:r>
            </a:p>
          </p:txBody>
        </p:sp>
        <p:sp>
          <p:nvSpPr>
            <p:cNvPr id="405" name="tx138"/>
            <p:cNvSpPr/>
            <p:nvPr/>
          </p:nvSpPr>
          <p:spPr>
            <a:xfrm>
              <a:off x="4243899" y="3488585"/>
              <a:ext cx="1805757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nicotinamide nucleotide biosynthetic process</a:t>
              </a:r>
            </a:p>
          </p:txBody>
        </p:sp>
        <p:sp>
          <p:nvSpPr>
            <p:cNvPr id="406" name="tx139"/>
            <p:cNvSpPr/>
            <p:nvPr/>
          </p:nvSpPr>
          <p:spPr>
            <a:xfrm>
              <a:off x="5364679" y="3373430"/>
              <a:ext cx="684977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gluconeogenesis</a:t>
              </a:r>
            </a:p>
          </p:txBody>
        </p:sp>
        <p:sp>
          <p:nvSpPr>
            <p:cNvPr id="407" name="tx140"/>
            <p:cNvSpPr/>
            <p:nvPr/>
          </p:nvSpPr>
          <p:spPr>
            <a:xfrm>
              <a:off x="4928785" y="3258276"/>
              <a:ext cx="112087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antibiotic metabolic process</a:t>
              </a:r>
            </a:p>
          </p:txBody>
        </p:sp>
        <p:sp>
          <p:nvSpPr>
            <p:cNvPr id="408" name="tx141"/>
            <p:cNvSpPr/>
            <p:nvPr/>
          </p:nvSpPr>
          <p:spPr>
            <a:xfrm>
              <a:off x="4310193" y="3143121"/>
              <a:ext cx="1739463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serine family amino acid metabolic process</a:t>
              </a:r>
            </a:p>
          </p:txBody>
        </p:sp>
        <p:sp>
          <p:nvSpPr>
            <p:cNvPr id="409" name="tx142"/>
            <p:cNvSpPr/>
            <p:nvPr/>
          </p:nvSpPr>
          <p:spPr>
            <a:xfrm>
              <a:off x="4599143" y="3027967"/>
              <a:ext cx="1450512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carboxylic acid biosynthetic process</a:t>
              </a:r>
            </a:p>
          </p:txBody>
        </p:sp>
        <p:sp>
          <p:nvSpPr>
            <p:cNvPr id="410" name="tx143"/>
            <p:cNvSpPr/>
            <p:nvPr/>
          </p:nvSpPr>
          <p:spPr>
            <a:xfrm>
              <a:off x="4462258" y="2912812"/>
              <a:ext cx="1587398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monocarboxylic acid metabolic process</a:t>
              </a:r>
            </a:p>
          </p:txBody>
        </p:sp>
        <p:sp>
          <p:nvSpPr>
            <p:cNvPr id="411" name="tx144"/>
            <p:cNvSpPr/>
            <p:nvPr/>
          </p:nvSpPr>
          <p:spPr>
            <a:xfrm>
              <a:off x="4315039" y="2748280"/>
              <a:ext cx="1734616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regulation of alternative mRNA splicing, via</a:t>
              </a:r>
            </a:p>
          </p:txBody>
        </p:sp>
        <p:sp>
          <p:nvSpPr>
            <p:cNvPr id="412" name="tx145"/>
            <p:cNvSpPr/>
            <p:nvPr/>
          </p:nvSpPr>
          <p:spPr>
            <a:xfrm>
              <a:off x="5542439" y="2847035"/>
              <a:ext cx="507217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spliceosome</a:t>
              </a:r>
            </a:p>
          </p:txBody>
        </p:sp>
        <p:sp>
          <p:nvSpPr>
            <p:cNvPr id="413" name="tx146"/>
            <p:cNvSpPr/>
            <p:nvPr/>
          </p:nvSpPr>
          <p:spPr>
            <a:xfrm>
              <a:off x="4132525" y="2682503"/>
              <a:ext cx="191713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generation of precursor metabolites and energy</a:t>
              </a:r>
            </a:p>
          </p:txBody>
        </p:sp>
        <p:sp>
          <p:nvSpPr>
            <p:cNvPr id="414" name="tx147"/>
            <p:cNvSpPr/>
            <p:nvPr/>
          </p:nvSpPr>
          <p:spPr>
            <a:xfrm>
              <a:off x="4796928" y="2567348"/>
              <a:ext cx="1252728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glycoprotein metabolic process</a:t>
              </a:r>
            </a:p>
          </p:txBody>
        </p:sp>
        <p:sp>
          <p:nvSpPr>
            <p:cNvPr id="415" name="tx148"/>
            <p:cNvSpPr/>
            <p:nvPr/>
          </p:nvSpPr>
          <p:spPr>
            <a:xfrm>
              <a:off x="5096211" y="2452194"/>
              <a:ext cx="953444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NAD metabolic process</a:t>
              </a:r>
            </a:p>
          </p:txBody>
        </p:sp>
        <p:sp>
          <p:nvSpPr>
            <p:cNvPr id="416" name="tx149"/>
            <p:cNvSpPr/>
            <p:nvPr/>
          </p:nvSpPr>
          <p:spPr>
            <a:xfrm>
              <a:off x="4304798" y="2337039"/>
              <a:ext cx="1744858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proteinogenic amino acid catabolic process</a:t>
              </a:r>
            </a:p>
          </p:txBody>
        </p:sp>
        <p:sp>
          <p:nvSpPr>
            <p:cNvPr id="417" name="tx150"/>
            <p:cNvSpPr/>
            <p:nvPr/>
          </p:nvSpPr>
          <p:spPr>
            <a:xfrm>
              <a:off x="5030100" y="2221885"/>
              <a:ext cx="1019556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regulation of lipid storage</a:t>
              </a:r>
            </a:p>
          </p:txBody>
        </p:sp>
        <p:sp>
          <p:nvSpPr>
            <p:cNvPr id="418" name="tx151"/>
            <p:cNvSpPr/>
            <p:nvPr/>
          </p:nvSpPr>
          <p:spPr>
            <a:xfrm>
              <a:off x="4000394" y="2057353"/>
              <a:ext cx="204926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nucleobase-containing small molecule biosynthetic</a:t>
              </a:r>
            </a:p>
          </p:txBody>
        </p:sp>
        <p:sp>
          <p:nvSpPr>
            <p:cNvPr id="419" name="tx152"/>
            <p:cNvSpPr/>
            <p:nvPr/>
          </p:nvSpPr>
          <p:spPr>
            <a:xfrm>
              <a:off x="5730165" y="2156108"/>
              <a:ext cx="31949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process</a:t>
              </a:r>
            </a:p>
          </p:txBody>
        </p:sp>
        <p:sp>
          <p:nvSpPr>
            <p:cNvPr id="420" name="tx153"/>
            <p:cNvSpPr/>
            <p:nvPr/>
          </p:nvSpPr>
          <p:spPr>
            <a:xfrm>
              <a:off x="4492616" y="1991576"/>
              <a:ext cx="1557040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monocarboxylic acid catabolic process</a:t>
              </a:r>
            </a:p>
          </p:txBody>
        </p:sp>
        <p:sp>
          <p:nvSpPr>
            <p:cNvPr id="421" name="tx154"/>
            <p:cNvSpPr/>
            <p:nvPr/>
          </p:nvSpPr>
          <p:spPr>
            <a:xfrm>
              <a:off x="4477437" y="1876421"/>
              <a:ext cx="1572219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modified amino acid metabolic process</a:t>
              </a:r>
            </a:p>
          </p:txBody>
        </p:sp>
        <p:sp>
          <p:nvSpPr>
            <p:cNvPr id="422" name="tx155"/>
            <p:cNvSpPr/>
            <p:nvPr/>
          </p:nvSpPr>
          <p:spPr>
            <a:xfrm>
              <a:off x="4832315" y="1761267"/>
              <a:ext cx="1217340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59230">
                      <a:alpha val="100000"/>
                    </a:srgbClr>
                  </a:solidFill>
                  <a:latin typeface="Arial"/>
                  <a:cs typeface="Arial"/>
                </a:rPr>
                <a:t>determination of adult lifespan</a:t>
              </a:r>
            </a:p>
          </p:txBody>
        </p:sp>
        <p:sp>
          <p:nvSpPr>
            <p:cNvPr id="423" name="tx156"/>
            <p:cNvSpPr/>
            <p:nvPr/>
          </p:nvSpPr>
          <p:spPr>
            <a:xfrm>
              <a:off x="4822166" y="1646112"/>
              <a:ext cx="1227490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nucleobase metabolic process</a:t>
              </a:r>
            </a:p>
          </p:txBody>
        </p:sp>
        <p:sp>
          <p:nvSpPr>
            <p:cNvPr id="424" name="tx157"/>
            <p:cNvSpPr/>
            <p:nvPr/>
          </p:nvSpPr>
          <p:spPr>
            <a:xfrm>
              <a:off x="4487312" y="1530957"/>
              <a:ext cx="1562343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organophosphate biosynthetic process</a:t>
              </a:r>
            </a:p>
          </p:txBody>
        </p:sp>
        <p:sp>
          <p:nvSpPr>
            <p:cNvPr id="425" name="tx158"/>
            <p:cNvSpPr/>
            <p:nvPr/>
          </p:nvSpPr>
          <p:spPr>
            <a:xfrm>
              <a:off x="4918543" y="1415803"/>
              <a:ext cx="1131112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aldehyde metabolic process</a:t>
              </a:r>
            </a:p>
          </p:txBody>
        </p:sp>
        <p:sp>
          <p:nvSpPr>
            <p:cNvPr id="426" name="tx159"/>
            <p:cNvSpPr/>
            <p:nvPr/>
          </p:nvSpPr>
          <p:spPr>
            <a:xfrm>
              <a:off x="4249203" y="1300648"/>
              <a:ext cx="1800453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carbohydrate derivative biosynthetic process</a:t>
              </a:r>
            </a:p>
          </p:txBody>
        </p:sp>
        <p:sp>
          <p:nvSpPr>
            <p:cNvPr id="427" name="tx160"/>
            <p:cNvSpPr/>
            <p:nvPr/>
          </p:nvSpPr>
          <p:spPr>
            <a:xfrm>
              <a:off x="4796928" y="1185494"/>
              <a:ext cx="1252728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L-amino acid catabolic process</a:t>
              </a:r>
            </a:p>
          </p:txBody>
        </p:sp>
        <p:sp>
          <p:nvSpPr>
            <p:cNvPr id="428" name="tx161"/>
            <p:cNvSpPr/>
            <p:nvPr/>
          </p:nvSpPr>
          <p:spPr>
            <a:xfrm>
              <a:off x="4619443" y="1070339"/>
              <a:ext cx="1430213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dicarboxylic acid metabolic process</a:t>
              </a:r>
            </a:p>
          </p:txBody>
        </p:sp>
        <p:sp>
          <p:nvSpPr>
            <p:cNvPr id="429" name="tx162"/>
            <p:cNvSpPr/>
            <p:nvPr/>
          </p:nvSpPr>
          <p:spPr>
            <a:xfrm>
              <a:off x="4431900" y="955185"/>
              <a:ext cx="1617756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water-soluble vitamin metabolic process</a:t>
              </a:r>
            </a:p>
          </p:txBody>
        </p:sp>
        <p:sp>
          <p:nvSpPr>
            <p:cNvPr id="430" name="tx163"/>
            <p:cNvSpPr/>
            <p:nvPr/>
          </p:nvSpPr>
          <p:spPr>
            <a:xfrm>
              <a:off x="3995182" y="790652"/>
              <a:ext cx="2054473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purine ribonucleoside monophosphate biosynthetic</a:t>
              </a:r>
            </a:p>
          </p:txBody>
        </p:sp>
        <p:sp>
          <p:nvSpPr>
            <p:cNvPr id="431" name="tx164"/>
            <p:cNvSpPr/>
            <p:nvPr/>
          </p:nvSpPr>
          <p:spPr>
            <a:xfrm>
              <a:off x="5730165" y="889408"/>
              <a:ext cx="31949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process</a:t>
              </a:r>
            </a:p>
          </p:txBody>
        </p:sp>
        <p:sp>
          <p:nvSpPr>
            <p:cNvPr id="432" name="tx165"/>
            <p:cNvSpPr/>
            <p:nvPr/>
          </p:nvSpPr>
          <p:spPr>
            <a:xfrm>
              <a:off x="4649801" y="724875"/>
              <a:ext cx="1399854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monosaccharide catabolic process</a:t>
              </a:r>
            </a:p>
          </p:txBody>
        </p:sp>
        <p:sp>
          <p:nvSpPr>
            <p:cNvPr id="433" name="tx166"/>
            <p:cNvSpPr/>
            <p:nvPr/>
          </p:nvSpPr>
          <p:spPr>
            <a:xfrm>
              <a:off x="4903364" y="609721"/>
              <a:ext cx="1146291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 homooligomerization</a:t>
              </a:r>
            </a:p>
          </p:txBody>
        </p:sp>
        <p:sp>
          <p:nvSpPr>
            <p:cNvPr id="434" name="tx167"/>
            <p:cNvSpPr/>
            <p:nvPr/>
          </p:nvSpPr>
          <p:spPr>
            <a:xfrm>
              <a:off x="5141931" y="494566"/>
              <a:ext cx="907724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protein tetramerization</a:t>
              </a:r>
            </a:p>
          </p:txBody>
        </p:sp>
        <p:sp>
          <p:nvSpPr>
            <p:cNvPr id="435" name="tx168"/>
            <p:cNvSpPr/>
            <p:nvPr/>
          </p:nvSpPr>
          <p:spPr>
            <a:xfrm>
              <a:off x="4878035" y="379412"/>
              <a:ext cx="1171620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xenobiotic metabolic process</a:t>
              </a:r>
            </a:p>
          </p:txBody>
        </p:sp>
        <p:sp>
          <p:nvSpPr>
            <p:cNvPr id="436" name="tx169"/>
            <p:cNvSpPr/>
            <p:nvPr/>
          </p:nvSpPr>
          <p:spPr>
            <a:xfrm>
              <a:off x="5085970" y="264257"/>
              <a:ext cx="963686" cy="6537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720" b="0" i="0">
                  <a:solidFill>
                    <a:srgbClr val="164BCE">
                      <a:alpha val="100000"/>
                    </a:srgbClr>
                  </a:solidFill>
                  <a:latin typeface="Arial"/>
                  <a:cs typeface="Arial"/>
                </a:rPr>
                <a:t>fatty acid beta-oxidation</a:t>
              </a:r>
            </a:p>
          </p:txBody>
        </p:sp>
        <p:sp>
          <p:nvSpPr>
            <p:cNvPr id="437" name="tx170"/>
            <p:cNvSpPr/>
            <p:nvPr/>
          </p:nvSpPr>
          <p:spPr>
            <a:xfrm>
              <a:off x="6057829" y="6335606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8" name="tx171"/>
            <p:cNvSpPr/>
            <p:nvPr/>
          </p:nvSpPr>
          <p:spPr>
            <a:xfrm>
              <a:off x="6170849" y="6308526"/>
              <a:ext cx="48554" cy="497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439" name="tx172"/>
            <p:cNvSpPr/>
            <p:nvPr/>
          </p:nvSpPr>
          <p:spPr>
            <a:xfrm>
              <a:off x="6219404" y="6307429"/>
              <a:ext cx="79004" cy="50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40" name="tx173"/>
            <p:cNvSpPr/>
            <p:nvPr/>
          </p:nvSpPr>
          <p:spPr>
            <a:xfrm>
              <a:off x="6367368" y="6335606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41" name="tx174"/>
            <p:cNvSpPr/>
            <p:nvPr/>
          </p:nvSpPr>
          <p:spPr>
            <a:xfrm>
              <a:off x="6480388" y="6308526"/>
              <a:ext cx="48554" cy="497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442" name="tx175"/>
            <p:cNvSpPr/>
            <p:nvPr/>
          </p:nvSpPr>
          <p:spPr>
            <a:xfrm>
              <a:off x="6528942" y="6307429"/>
              <a:ext cx="39502" cy="50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43" name="tx176"/>
            <p:cNvSpPr/>
            <p:nvPr/>
          </p:nvSpPr>
          <p:spPr>
            <a:xfrm>
              <a:off x="6657156" y="6335606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44" name="tx177"/>
            <p:cNvSpPr/>
            <p:nvPr/>
          </p:nvSpPr>
          <p:spPr>
            <a:xfrm>
              <a:off x="6770176" y="6308526"/>
              <a:ext cx="48554" cy="497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445" name="tx178"/>
            <p:cNvSpPr/>
            <p:nvPr/>
          </p:nvSpPr>
          <p:spPr>
            <a:xfrm>
              <a:off x="6818730" y="6307429"/>
              <a:ext cx="39502" cy="50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446" name="tx179"/>
            <p:cNvSpPr/>
            <p:nvPr/>
          </p:nvSpPr>
          <p:spPr>
            <a:xfrm>
              <a:off x="6946944" y="6335424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47" name="tx180"/>
            <p:cNvSpPr/>
            <p:nvPr/>
          </p:nvSpPr>
          <p:spPr>
            <a:xfrm>
              <a:off x="7059963" y="6308344"/>
              <a:ext cx="48554" cy="497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448" name="tx181"/>
            <p:cNvSpPr/>
            <p:nvPr/>
          </p:nvSpPr>
          <p:spPr>
            <a:xfrm>
              <a:off x="7108518" y="6307246"/>
              <a:ext cx="39502" cy="50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49" name="tx182"/>
            <p:cNvSpPr/>
            <p:nvPr/>
          </p:nvSpPr>
          <p:spPr>
            <a:xfrm>
              <a:off x="7236731" y="6335606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50" name="tx183"/>
            <p:cNvSpPr/>
            <p:nvPr/>
          </p:nvSpPr>
          <p:spPr>
            <a:xfrm>
              <a:off x="7349751" y="6308526"/>
              <a:ext cx="48554" cy="4974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Symbol"/>
                  <a:cs typeface="Symbol"/>
                </a:rPr>
                <a:t>−</a:t>
              </a:r>
            </a:p>
          </p:txBody>
        </p:sp>
        <p:sp>
          <p:nvSpPr>
            <p:cNvPr id="451" name="tx184"/>
            <p:cNvSpPr/>
            <p:nvPr/>
          </p:nvSpPr>
          <p:spPr>
            <a:xfrm>
              <a:off x="7398306" y="6307429"/>
              <a:ext cx="39502" cy="508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560" b="0" i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452" name="tx185"/>
            <p:cNvSpPr/>
            <p:nvPr/>
          </p:nvSpPr>
          <p:spPr>
            <a:xfrm>
              <a:off x="6557212" y="6468936"/>
              <a:ext cx="70683" cy="909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453" name="tx186"/>
            <p:cNvSpPr/>
            <p:nvPr/>
          </p:nvSpPr>
          <p:spPr>
            <a:xfrm>
              <a:off x="6627895" y="6470948"/>
              <a:ext cx="34747" cy="88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454" name="tx187"/>
            <p:cNvSpPr/>
            <p:nvPr/>
          </p:nvSpPr>
          <p:spPr>
            <a:xfrm>
              <a:off x="6662642" y="6468936"/>
              <a:ext cx="339150" cy="9098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10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 value</a:t>
              </a:r>
            </a:p>
          </p:txBody>
        </p:sp>
        <p:sp>
          <p:nvSpPr>
            <p:cNvPr id="455" name="tx188"/>
            <p:cNvSpPr/>
            <p:nvPr/>
          </p:nvSpPr>
          <p:spPr>
            <a:xfrm>
              <a:off x="7668771" y="2034001"/>
              <a:ext cx="717621" cy="818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Nr. of features</a:t>
              </a:r>
            </a:p>
          </p:txBody>
        </p:sp>
        <p:sp>
          <p:nvSpPr>
            <p:cNvPr id="456" name="pt189"/>
            <p:cNvSpPr/>
            <p:nvPr/>
          </p:nvSpPr>
          <p:spPr>
            <a:xfrm>
              <a:off x="7738166" y="2273128"/>
              <a:ext cx="80666" cy="80666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t190"/>
            <p:cNvSpPr/>
            <p:nvPr/>
          </p:nvSpPr>
          <p:spPr>
            <a:xfrm>
              <a:off x="7724138" y="2478556"/>
              <a:ext cx="108723" cy="10872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t191"/>
            <p:cNvSpPr/>
            <p:nvPr/>
          </p:nvSpPr>
          <p:spPr>
            <a:xfrm>
              <a:off x="7714479" y="2688353"/>
              <a:ext cx="128041" cy="12804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t192"/>
            <p:cNvSpPr/>
            <p:nvPr/>
          </p:nvSpPr>
          <p:spPr>
            <a:xfrm>
              <a:off x="7706628" y="2899958"/>
              <a:ext cx="143743" cy="143743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tx193"/>
            <p:cNvSpPr/>
            <p:nvPr/>
          </p:nvSpPr>
          <p:spPr>
            <a:xfrm>
              <a:off x="7964143" y="2277069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61" name="tx194"/>
            <p:cNvSpPr/>
            <p:nvPr/>
          </p:nvSpPr>
          <p:spPr>
            <a:xfrm>
              <a:off x="7964143" y="2496525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462" name="tx195"/>
            <p:cNvSpPr/>
            <p:nvPr/>
          </p:nvSpPr>
          <p:spPr>
            <a:xfrm>
              <a:off x="7964143" y="2715981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463" name="tx196"/>
            <p:cNvSpPr/>
            <p:nvPr/>
          </p:nvSpPr>
          <p:spPr>
            <a:xfrm>
              <a:off x="7964143" y="2935437"/>
              <a:ext cx="113019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464" name="tx197"/>
            <p:cNvSpPr/>
            <p:nvPr/>
          </p:nvSpPr>
          <p:spPr>
            <a:xfrm>
              <a:off x="7668771" y="3397198"/>
              <a:ext cx="463692" cy="8183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Category</a:t>
              </a:r>
            </a:p>
          </p:txBody>
        </p:sp>
        <p:sp>
          <p:nvSpPr>
            <p:cNvPr id="465" name="pt198"/>
            <p:cNvSpPr/>
            <p:nvPr/>
          </p:nvSpPr>
          <p:spPr>
            <a:xfrm>
              <a:off x="7751417" y="3649576"/>
              <a:ext cx="54165" cy="54165"/>
            </a:xfrm>
            <a:prstGeom prst="ellipse">
              <a:avLst/>
            </a:prstGeom>
            <a:solidFill>
              <a:srgbClr val="164BCE">
                <a:alpha val="100000"/>
              </a:srgbClr>
            </a:solidFill>
            <a:ln w="9818" cap="rnd">
              <a:solidFill>
                <a:srgbClr val="164BC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t199"/>
            <p:cNvSpPr/>
            <p:nvPr/>
          </p:nvSpPr>
          <p:spPr>
            <a:xfrm>
              <a:off x="7751417" y="3869032"/>
              <a:ext cx="54165" cy="54165"/>
            </a:xfrm>
            <a:prstGeom prst="ellipse">
              <a:avLst/>
            </a:prstGeom>
            <a:solidFill>
              <a:srgbClr val="159230">
                <a:alpha val="100000"/>
              </a:srgbClr>
            </a:solidFill>
            <a:ln w="9818" cap="rnd">
              <a:solidFill>
                <a:srgbClr val="15923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t200"/>
            <p:cNvSpPr/>
            <p:nvPr/>
          </p:nvSpPr>
          <p:spPr>
            <a:xfrm>
              <a:off x="7751417" y="4088488"/>
              <a:ext cx="54165" cy="54165"/>
            </a:xfrm>
            <a:prstGeom prst="ellipse">
              <a:avLst/>
            </a:prstGeom>
            <a:solidFill>
              <a:srgbClr val="E02020">
                <a:alpha val="100000"/>
              </a:srgbClr>
            </a:solidFill>
            <a:ln w="9818" cap="rnd">
              <a:solidFill>
                <a:srgbClr val="E0202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t201"/>
            <p:cNvSpPr/>
            <p:nvPr/>
          </p:nvSpPr>
          <p:spPr>
            <a:xfrm>
              <a:off x="7751417" y="4307944"/>
              <a:ext cx="54165" cy="54165"/>
            </a:xfrm>
            <a:prstGeom prst="ellipse">
              <a:avLst/>
            </a:prstGeom>
            <a:solidFill>
              <a:srgbClr val="111111">
                <a:alpha val="100000"/>
              </a:srgbClr>
            </a:solidFill>
            <a:ln w="9818" cap="rnd">
              <a:solidFill>
                <a:srgbClr val="11111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tx202"/>
            <p:cNvSpPr/>
            <p:nvPr/>
          </p:nvSpPr>
          <p:spPr>
            <a:xfrm>
              <a:off x="7964143" y="3640265"/>
              <a:ext cx="903518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Nutrient metabolism</a:t>
              </a:r>
            </a:p>
          </p:txBody>
        </p:sp>
        <p:sp>
          <p:nvSpPr>
            <p:cNvPr id="470" name="tx203"/>
            <p:cNvSpPr/>
            <p:nvPr/>
          </p:nvSpPr>
          <p:spPr>
            <a:xfrm>
              <a:off x="7964143" y="3859721"/>
              <a:ext cx="519653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Hibernation</a:t>
              </a:r>
            </a:p>
          </p:txBody>
        </p:sp>
        <p:sp>
          <p:nvSpPr>
            <p:cNvPr id="471" name="tx204"/>
            <p:cNvSpPr/>
            <p:nvPr/>
          </p:nvSpPr>
          <p:spPr>
            <a:xfrm>
              <a:off x="7964143" y="4079177"/>
              <a:ext cx="604418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Reproduction</a:t>
              </a:r>
            </a:p>
          </p:txBody>
        </p:sp>
        <p:sp>
          <p:nvSpPr>
            <p:cNvPr id="472" name="tx205"/>
            <p:cNvSpPr/>
            <p:nvPr/>
          </p:nvSpPr>
          <p:spPr>
            <a:xfrm>
              <a:off x="7964143" y="4298633"/>
              <a:ext cx="254111" cy="7278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spcBef>
                  <a:spcPts val="0"/>
                </a:spcBef>
                <a:spcAft>
                  <a:spcPts val="0"/>
                </a:spcAft>
              </a:pPr>
              <a:r>
                <a:rPr sz="800" b="0" i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Other</a:t>
              </a:r>
            </a:p>
          </p:txBody>
        </p:sp>
      </p:grpSp>
      <p:sp>
        <p:nvSpPr>
          <p:cNvPr id="473" name="Content Placeholder 472"/>
          <p:cNvSpPr>
            <a:spLocks noGrp="1"/>
          </p:cNvSpPr>
          <p:nvPr>
            <p:ph/>
          </p:nvPr>
        </p:nvSpPr>
        <p:spPr>
          <a:xfrm>
            <a:off x="201168" y="73152"/>
            <a:ext cx="502920" cy="4389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A</a:t>
            </a:r>
          </a:p>
        </p:txBody>
      </p:sp>
      <p:sp>
        <p:nvSpPr>
          <p:cNvPr id="474" name="Content Placeholder 473"/>
          <p:cNvSpPr>
            <a:spLocks noGrp="1"/>
          </p:cNvSpPr>
          <p:nvPr>
            <p:ph/>
          </p:nvPr>
        </p:nvSpPr>
        <p:spPr>
          <a:xfrm>
            <a:off x="3950208" y="73152"/>
            <a:ext cx="502920" cy="438912"/>
          </a:xfrm>
        </p:spPr>
        <p:txBody>
          <a:bodyPr/>
          <a:lstStyle/>
          <a:p>
            <a:pPr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  <a:sym typeface="Arial"/>
              </a:rPr>
              <a:t>B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281</Words>
  <Application>Microsoft Office PowerPoint</Application>
  <PresentationFormat>On-screen Show (4:3)</PresentationFormat>
  <Paragraphs>112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Symbol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Tom Wenseleers</cp:lastModifiedBy>
  <cp:revision>4</cp:revision>
  <dcterms:created xsi:type="dcterms:W3CDTF">2017-02-13T16:18:36Z</dcterms:created>
  <dcterms:modified xsi:type="dcterms:W3CDTF">2026-09-12T11:29:16Z</dcterms:modified>
  <cp:category/>
</cp:coreProperties>
</file>