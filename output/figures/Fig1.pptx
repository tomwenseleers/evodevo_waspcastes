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64592"/>
            <a:ext cx="3794760" cy="6510528"/>
            <a:chOff x="182880" y="164592"/>
            <a:chExt cx="3794760" cy="6510528"/>
          </a:xfrm>
        </p:grpSpPr>
        <p:sp>
          <p:nvSpPr>
            <p:cNvPr id="3" name="rc3"/>
            <p:cNvSpPr/>
            <p:nvPr/>
          </p:nvSpPr>
          <p:spPr>
            <a:xfrm>
              <a:off x="182880" y="164592"/>
              <a:ext cx="379476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325229" y="1836371"/>
              <a:ext cx="956233" cy="1107462"/>
            </a:xfrm>
            <a:custGeom>
              <a:avLst/>
              <a:pathLst>
                <a:path w="956233" h="1107462">
                  <a:moveTo>
                    <a:pt x="183566" y="1107462"/>
                  </a:moveTo>
                  <a:lnTo>
                    <a:pt x="0" y="983262"/>
                  </a:lnTo>
                  <a:lnTo>
                    <a:pt x="59001" y="125172"/>
                  </a:lnTo>
                  <a:lnTo>
                    <a:pt x="564401" y="0"/>
                  </a:lnTo>
                  <a:lnTo>
                    <a:pt x="956233" y="152859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19214" y="1687118"/>
              <a:ext cx="1012802" cy="941215"/>
            </a:xfrm>
            <a:custGeom>
              <a:avLst/>
              <a:pathLst>
                <a:path w="1012802" h="941215">
                  <a:moveTo>
                    <a:pt x="323556" y="829325"/>
                  </a:moveTo>
                  <a:lnTo>
                    <a:pt x="0" y="941215"/>
                  </a:lnTo>
                  <a:lnTo>
                    <a:pt x="554069" y="108115"/>
                  </a:lnTo>
                  <a:lnTo>
                    <a:pt x="101280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924559" y="1700579"/>
              <a:ext cx="988853" cy="579827"/>
            </a:xfrm>
            <a:custGeom>
              <a:avLst/>
              <a:pathLst>
                <a:path w="988853" h="579827">
                  <a:moveTo>
                    <a:pt x="187161" y="579827"/>
                  </a:moveTo>
                  <a:lnTo>
                    <a:pt x="0" y="253834"/>
                  </a:lnTo>
                  <a:lnTo>
                    <a:pt x="225446" y="0"/>
                  </a:lnTo>
                  <a:lnTo>
                    <a:pt x="988853" y="17503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201277" y="1797628"/>
              <a:ext cx="580687" cy="281576"/>
            </a:xfrm>
            <a:custGeom>
              <a:avLst/>
              <a:pathLst>
                <a:path w="580687" h="281576">
                  <a:moveTo>
                    <a:pt x="200500" y="281576"/>
                  </a:moveTo>
                  <a:lnTo>
                    <a:pt x="0" y="82169"/>
                  </a:lnTo>
                  <a:lnTo>
                    <a:pt x="230627" y="40333"/>
                  </a:lnTo>
                  <a:lnTo>
                    <a:pt x="308480" y="30557"/>
                  </a:lnTo>
                  <a:lnTo>
                    <a:pt x="580687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61542" y="1087595"/>
              <a:ext cx="926745" cy="627995"/>
            </a:xfrm>
            <a:custGeom>
              <a:avLst/>
              <a:pathLst>
                <a:path w="926745" h="627995">
                  <a:moveTo>
                    <a:pt x="833552" y="627995"/>
                  </a:moveTo>
                  <a:lnTo>
                    <a:pt x="445139" y="518275"/>
                  </a:lnTo>
                  <a:lnTo>
                    <a:pt x="0" y="244642"/>
                  </a:lnTo>
                  <a:lnTo>
                    <a:pt x="85389" y="0"/>
                  </a:lnTo>
                  <a:lnTo>
                    <a:pt x="926745" y="8815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784056" y="879627"/>
              <a:ext cx="1021694" cy="388024"/>
            </a:xfrm>
            <a:custGeom>
              <a:avLst/>
              <a:pathLst>
                <a:path w="1021694" h="388024">
                  <a:moveTo>
                    <a:pt x="631960" y="388024"/>
                  </a:moveTo>
                  <a:lnTo>
                    <a:pt x="0" y="386229"/>
                  </a:lnTo>
                  <a:lnTo>
                    <a:pt x="920179" y="0"/>
                  </a:lnTo>
                  <a:lnTo>
                    <a:pt x="1021694" y="12505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96189" y="1624286"/>
              <a:ext cx="1046760" cy="1462593"/>
            </a:xfrm>
            <a:custGeom>
              <a:avLst/>
              <a:pathLst>
                <a:path w="1046760" h="1462593">
                  <a:moveTo>
                    <a:pt x="559058" y="1462593"/>
                  </a:moveTo>
                  <a:lnTo>
                    <a:pt x="0" y="912961"/>
                  </a:lnTo>
                  <a:lnTo>
                    <a:pt x="507157" y="236495"/>
                  </a:lnTo>
                  <a:lnTo>
                    <a:pt x="1010462" y="7800"/>
                  </a:lnTo>
                  <a:lnTo>
                    <a:pt x="1046760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440249" y="1590720"/>
              <a:ext cx="751423" cy="1315725"/>
            </a:xfrm>
            <a:custGeom>
              <a:avLst/>
              <a:pathLst>
                <a:path w="751423" h="1315725">
                  <a:moveTo>
                    <a:pt x="331616" y="1315725"/>
                  </a:moveTo>
                  <a:lnTo>
                    <a:pt x="0" y="390520"/>
                  </a:lnTo>
                  <a:lnTo>
                    <a:pt x="419319" y="0"/>
                  </a:lnTo>
                  <a:lnTo>
                    <a:pt x="749146" y="272168"/>
                  </a:lnTo>
                  <a:lnTo>
                    <a:pt x="751423" y="40731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368679" y="1191199"/>
              <a:ext cx="1046405" cy="868763"/>
            </a:xfrm>
            <a:custGeom>
              <a:avLst/>
              <a:pathLst>
                <a:path w="1046405" h="868763">
                  <a:moveTo>
                    <a:pt x="983278" y="556588"/>
                  </a:moveTo>
                  <a:lnTo>
                    <a:pt x="708317" y="868763"/>
                  </a:lnTo>
                  <a:lnTo>
                    <a:pt x="0" y="735699"/>
                  </a:lnTo>
                  <a:lnTo>
                    <a:pt x="226194" y="406963"/>
                  </a:lnTo>
                  <a:lnTo>
                    <a:pt x="1046405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3022811" y="1203679"/>
              <a:ext cx="754553" cy="403952"/>
            </a:xfrm>
            <a:custGeom>
              <a:avLst/>
              <a:pathLst>
                <a:path w="754553" h="403952">
                  <a:moveTo>
                    <a:pt x="754553" y="403952"/>
                  </a:moveTo>
                  <a:lnTo>
                    <a:pt x="0" y="242615"/>
                  </a:lnTo>
                  <a:lnTo>
                    <a:pt x="27382" y="106867"/>
                  </a:lnTo>
                  <a:lnTo>
                    <a:pt x="1180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782391" y="972262"/>
              <a:ext cx="633467" cy="369405"/>
            </a:xfrm>
            <a:custGeom>
              <a:avLst/>
              <a:pathLst>
                <a:path w="633467" h="369405">
                  <a:moveTo>
                    <a:pt x="603182" y="179961"/>
                  </a:moveTo>
                  <a:lnTo>
                    <a:pt x="545935" y="369405"/>
                  </a:lnTo>
                  <a:lnTo>
                    <a:pt x="0" y="0"/>
                  </a:lnTo>
                  <a:lnTo>
                    <a:pt x="633467" y="22305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525764" y="883384"/>
              <a:ext cx="881425" cy="220063"/>
            </a:xfrm>
            <a:custGeom>
              <a:avLst/>
              <a:pathLst>
                <a:path w="881425" h="220063">
                  <a:moveTo>
                    <a:pt x="0" y="220063"/>
                  </a:moveTo>
                  <a:lnTo>
                    <a:pt x="332063" y="67518"/>
                  </a:lnTo>
                  <a:lnTo>
                    <a:pt x="738472" y="258"/>
                  </a:lnTo>
                  <a:lnTo>
                    <a:pt x="881425" y="0"/>
                  </a:lnTo>
                  <a:lnTo>
                    <a:pt x="861338" y="17771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18996" y="9447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355092" y="86914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232225" y="85163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103821" y="103781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371337" y="182877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10939" y="159227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27558" y="155870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4086" y="183022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62640" y="9548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2542" y="175282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66222" y="149666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83074" y="11591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2998" y="126537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40946" y="121607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08816" y="1171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50380" y="94025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383847" y="9625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846520" y="17865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493753" y="107143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18584" y="8971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388906" y="16373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238352" y="193945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341120" y="191176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68609" y="22306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185776" y="177553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930173" y="17454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358709" y="17210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282119" y="27698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138016" y="184518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388794" y="17881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158166" y="18300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18432" y="12824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463572" y="15560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169674" y="11608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661125" y="8298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528392" y="25247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65685" y="28940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699660" y="2466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810156" y="202845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376104" y="2578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6895" y="165079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881448" y="19046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251253" y="188300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358667" y="20294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945177" y="11259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851984" y="166581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372906" y="12178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502761" y="99095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58374" y="18630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74642" y="1600077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9662" y="196602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7385" y="183087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08239" y="19492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491943" y="1914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319948" y="171577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14430" y="18160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044987" y="202795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42020" y="14884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45354" y="157562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86047" y="148190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870301" y="166830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96316" y="13096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53563" y="112021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5816" y="9188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738854" y="17478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75179" y="85137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64179" y="25052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423238" y="305487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466646" y="177840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626541" y="205272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39855" y="2874435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336669" y="18948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62863" y="156615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180100" y="1202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018183" y="127853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90800" y="141428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084507" y="102184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921664" y="1491561"/>
              <a:ext cx="34920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94" name="pg94"/>
            <p:cNvSpPr/>
            <p:nvPr/>
          </p:nvSpPr>
          <p:spPr>
            <a:xfrm>
              <a:off x="947432" y="16877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947432" y="18677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947432" y="204768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947432" y="222765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947432" y="24076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947432" y="25876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1147846" y="1696026"/>
              <a:ext cx="7699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47846" y="18760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47846" y="205597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47846" y="223595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47846" y="241592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47846" y="25959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34391" y="477850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920416" y="5201109"/>
              <a:ext cx="462306" cy="316570"/>
            </a:xfrm>
            <a:custGeom>
              <a:avLst/>
              <a:pathLst>
                <a:path w="462306" h="316570">
                  <a:moveTo>
                    <a:pt x="407681" y="255942"/>
                  </a:moveTo>
                  <a:lnTo>
                    <a:pt x="462306" y="304005"/>
                  </a:lnTo>
                  <a:lnTo>
                    <a:pt x="236612" y="316570"/>
                  </a:lnTo>
                  <a:lnTo>
                    <a:pt x="0" y="0"/>
                  </a:lnTo>
                  <a:lnTo>
                    <a:pt x="97542" y="42037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272359" y="5205918"/>
              <a:ext cx="381670" cy="321475"/>
            </a:xfrm>
            <a:custGeom>
              <a:avLst/>
              <a:pathLst>
                <a:path w="381670" h="321475">
                  <a:moveTo>
                    <a:pt x="381670" y="135454"/>
                  </a:moveTo>
                  <a:lnTo>
                    <a:pt x="0" y="321475"/>
                  </a:lnTo>
                  <a:lnTo>
                    <a:pt x="172003" y="0"/>
                  </a:lnTo>
                  <a:lnTo>
                    <a:pt x="249156" y="4619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465843" y="4502635"/>
              <a:ext cx="130243" cy="536085"/>
            </a:xfrm>
            <a:custGeom>
              <a:avLst/>
              <a:pathLst>
                <a:path w="130243" h="536085">
                  <a:moveTo>
                    <a:pt x="130243" y="536085"/>
                  </a:moveTo>
                  <a:lnTo>
                    <a:pt x="67477" y="489635"/>
                  </a:lnTo>
                  <a:lnTo>
                    <a:pt x="0" y="4615"/>
                  </a:lnTo>
                  <a:lnTo>
                    <a:pt x="88536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494495" y="4155016"/>
              <a:ext cx="371676" cy="263044"/>
            </a:xfrm>
            <a:custGeom>
              <a:avLst/>
              <a:pathLst>
                <a:path w="371676" h="263044">
                  <a:moveTo>
                    <a:pt x="371676" y="146061"/>
                  </a:moveTo>
                  <a:lnTo>
                    <a:pt x="284310" y="263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203559" y="3673922"/>
              <a:ext cx="395167" cy="363848"/>
            </a:xfrm>
            <a:custGeom>
              <a:avLst/>
              <a:pathLst>
                <a:path w="395167" h="363848">
                  <a:moveTo>
                    <a:pt x="395167" y="305532"/>
                  </a:moveTo>
                  <a:lnTo>
                    <a:pt x="0" y="363848"/>
                  </a:lnTo>
                  <a:lnTo>
                    <a:pt x="199666" y="105256"/>
                  </a:lnTo>
                  <a:lnTo>
                    <a:pt x="274077" y="10828"/>
                  </a:lnTo>
                  <a:lnTo>
                    <a:pt x="287829" y="0"/>
                  </a:lnTo>
                  <a:lnTo>
                    <a:pt x="346518" y="46593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975877" y="3760218"/>
              <a:ext cx="874099" cy="376734"/>
            </a:xfrm>
            <a:custGeom>
              <a:avLst/>
              <a:pathLst>
                <a:path w="874099" h="376734">
                  <a:moveTo>
                    <a:pt x="118454" y="332888"/>
                  </a:moveTo>
                  <a:lnTo>
                    <a:pt x="0" y="376734"/>
                  </a:lnTo>
                  <a:lnTo>
                    <a:pt x="179980" y="97544"/>
                  </a:lnTo>
                  <a:lnTo>
                    <a:pt x="874099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5435" y="5310666"/>
              <a:ext cx="721803" cy="220939"/>
            </a:xfrm>
            <a:custGeom>
              <a:avLst/>
              <a:pathLst>
                <a:path w="721803" h="220939">
                  <a:moveTo>
                    <a:pt x="721803" y="101136"/>
                  </a:moveTo>
                  <a:lnTo>
                    <a:pt x="446054" y="220939"/>
                  </a:lnTo>
                  <a:lnTo>
                    <a:pt x="235183" y="150665"/>
                  </a:lnTo>
                  <a:lnTo>
                    <a:pt x="0" y="0"/>
                  </a:lnTo>
                  <a:lnTo>
                    <a:pt x="283377" y="18305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848676" y="4626570"/>
              <a:ext cx="295523" cy="893089"/>
            </a:xfrm>
            <a:custGeom>
              <a:avLst/>
              <a:pathLst>
                <a:path w="295523" h="893089">
                  <a:moveTo>
                    <a:pt x="134967" y="893089"/>
                  </a:moveTo>
                  <a:lnTo>
                    <a:pt x="70095" y="789294"/>
                  </a:lnTo>
                  <a:lnTo>
                    <a:pt x="0" y="661532"/>
                  </a:lnTo>
                  <a:lnTo>
                    <a:pt x="35554" y="0"/>
                  </a:lnTo>
                  <a:lnTo>
                    <a:pt x="234061" y="76683"/>
                  </a:lnTo>
                  <a:lnTo>
                    <a:pt x="295523" y="420897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888063" y="4536667"/>
              <a:ext cx="347811" cy="749035"/>
            </a:xfrm>
            <a:custGeom>
              <a:avLst/>
              <a:pathLst>
                <a:path w="347811" h="749035">
                  <a:moveTo>
                    <a:pt x="0" y="749035"/>
                  </a:moveTo>
                  <a:lnTo>
                    <a:pt x="37160" y="9322"/>
                  </a:lnTo>
                  <a:lnTo>
                    <a:pt x="347811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980656" y="4252201"/>
              <a:ext cx="340177" cy="255208"/>
            </a:xfrm>
            <a:custGeom>
              <a:avLst/>
              <a:pathLst>
                <a:path w="340177" h="255208">
                  <a:moveTo>
                    <a:pt x="172382" y="255208"/>
                  </a:moveTo>
                  <a:lnTo>
                    <a:pt x="0" y="0"/>
                  </a:lnTo>
                  <a:lnTo>
                    <a:pt x="273974" y="27001"/>
                  </a:lnTo>
                  <a:lnTo>
                    <a:pt x="340177" y="85478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723757" y="4055074"/>
              <a:ext cx="171546" cy="203181"/>
            </a:xfrm>
            <a:custGeom>
              <a:avLst/>
              <a:pathLst>
                <a:path w="171546" h="203181">
                  <a:moveTo>
                    <a:pt x="171546" y="203181"/>
                  </a:moveTo>
                  <a:lnTo>
                    <a:pt x="0" y="165701"/>
                  </a:lnTo>
                  <a:lnTo>
                    <a:pt x="6722" y="0"/>
                  </a:lnTo>
                  <a:lnTo>
                    <a:pt x="160322" y="30310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728328" y="3753930"/>
              <a:ext cx="497692" cy="239605"/>
            </a:xfrm>
            <a:custGeom>
              <a:avLst/>
              <a:pathLst>
                <a:path w="497692" h="239605">
                  <a:moveTo>
                    <a:pt x="244715" y="236501"/>
                  </a:moveTo>
                  <a:lnTo>
                    <a:pt x="0" y="239605"/>
                  </a:lnTo>
                  <a:lnTo>
                    <a:pt x="100921" y="118938"/>
                  </a:lnTo>
                  <a:lnTo>
                    <a:pt x="360950" y="0"/>
                  </a:lnTo>
                  <a:lnTo>
                    <a:pt x="497692" y="43104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974848" y="51933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877306" y="51513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281392" y="54009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423675" y="52050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511269" y="445285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422732" y="44574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506967" y="3670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448278" y="36241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112747" y="380798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095797" y="38435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339612" y="54553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113918" y="54679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478404" y="5202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401252" y="51561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823060" y="42512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434526" y="36349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360115" y="372939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932766" y="40871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062398" y="3886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284987" y="54072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99672" y="537428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610918" y="52915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229248" y="54776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490210" y="49424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552976" y="49889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735695" y="436828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2451384" y="41052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2555616" y="392967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160448" y="39879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806866" y="37104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051221" y="40433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258608" y="54293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96031" y="53820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951633" y="548764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86762" y="53838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856052" y="52536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893808" y="482005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21028" y="447539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88823" y="4305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698470" y="402306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706636" y="4088520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696317" y="396152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941033" y="395842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023425" y="527865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306802" y="529696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50727" y="467124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816666" y="525609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08576" y="46100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893213" y="4513979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80127" y="430893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948646" y="42201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63293" y="422624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194010" y="376502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095083" y="375371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745228" y="537979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69479" y="54995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2190" y="501545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52221" y="459455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170882" y="45525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203864" y="450465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222621" y="424719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19312" y="434423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852069" y="405337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691747" y="418876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797239" y="3840858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057267" y="3721920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921664" y="5247299"/>
              <a:ext cx="91375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186" name="pg186"/>
            <p:cNvSpPr/>
            <p:nvPr/>
          </p:nvSpPr>
          <p:spPr>
            <a:xfrm>
              <a:off x="930223" y="5433917"/>
              <a:ext cx="133670" cy="115761"/>
            </a:xfrm>
            <a:custGeom>
              <a:avLst/>
              <a:pathLst>
                <a:path w="133670" h="115761">
                  <a:moveTo>
                    <a:pt x="66835" y="0"/>
                  </a:moveTo>
                  <a:lnTo>
                    <a:pt x="133670" y="115761"/>
                  </a:lnTo>
                  <a:lnTo>
                    <a:pt x="0" y="115761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947432" y="5677436"/>
              <a:ext cx="99252" cy="9925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1147846" y="5469761"/>
              <a:ext cx="72950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47846" y="5685731"/>
              <a:ext cx="6675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634391" y="3549683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634391" y="3287035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724343" y="3363769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93" name="rc193"/>
            <p:cNvSpPr/>
            <p:nvPr/>
          </p:nvSpPr>
          <p:spPr>
            <a:xfrm>
              <a:off x="634391" y="215202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1683424" y="291936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95" name="pl195"/>
            <p:cNvSpPr/>
            <p:nvPr/>
          </p:nvSpPr>
          <p:spPr>
            <a:xfrm>
              <a:off x="959361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1713303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2467246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21188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876790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630733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35470" y="6351277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57637" y="635127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0926" y="2470329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02516" y="1570455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38965" y="670580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596433" y="25112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596433" y="16113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596433" y="7114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tx209"/>
            <p:cNvSpPr/>
            <p:nvPr/>
          </p:nvSpPr>
          <p:spPr>
            <a:xfrm>
              <a:off x="400926" y="5542162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02516" y="4642288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438965" y="3742413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12" name="pl212"/>
            <p:cNvSpPr/>
            <p:nvPr/>
          </p:nvSpPr>
          <p:spPr>
            <a:xfrm>
              <a:off x="596433" y="5583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96433" y="46832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96433" y="37833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573833" y="6495030"/>
              <a:ext cx="141375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128200" y="3330383"/>
              <a:ext cx="8234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</p:grpSp>
      <p:grpSp xmlns:pic="http://schemas.openxmlformats.org/drawingml/2006/picture">
        <p:nvGrpSpPr>
          <p:cNvPr id="217" name=""/>
          <p:cNvGrpSpPr/>
          <p:nvPr/>
        </p:nvGrpSpPr>
        <p:grpSpPr>
          <a:xfrm>
            <a:off x="3931920" y="164592"/>
            <a:ext cx="5074920" cy="6510528"/>
            <a:chOff x="3931920" y="164592"/>
            <a:chExt cx="5074920" cy="6510528"/>
          </a:xfrm>
        </p:grpSpPr>
        <p:sp>
          <p:nvSpPr>
            <p:cNvPr id="218" name="rc3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rc4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l5"/>
            <p:cNvSpPr/>
            <p:nvPr/>
          </p:nvSpPr>
          <p:spPr>
            <a:xfrm>
              <a:off x="6117980" y="61698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6"/>
            <p:cNvSpPr/>
            <p:nvPr/>
          </p:nvSpPr>
          <p:spPr>
            <a:xfrm>
              <a:off x="6117980" y="60546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7"/>
            <p:cNvSpPr/>
            <p:nvPr/>
          </p:nvSpPr>
          <p:spPr>
            <a:xfrm>
              <a:off x="6117980" y="593952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8"/>
            <p:cNvSpPr/>
            <p:nvPr/>
          </p:nvSpPr>
          <p:spPr>
            <a:xfrm>
              <a:off x="6117980" y="58243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9"/>
            <p:cNvSpPr/>
            <p:nvPr/>
          </p:nvSpPr>
          <p:spPr>
            <a:xfrm>
              <a:off x="6117980" y="570921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10"/>
            <p:cNvSpPr/>
            <p:nvPr/>
          </p:nvSpPr>
          <p:spPr>
            <a:xfrm>
              <a:off x="6117980" y="55940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11"/>
            <p:cNvSpPr/>
            <p:nvPr/>
          </p:nvSpPr>
          <p:spPr>
            <a:xfrm>
              <a:off x="6117980" y="54789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12"/>
            <p:cNvSpPr/>
            <p:nvPr/>
          </p:nvSpPr>
          <p:spPr>
            <a:xfrm>
              <a:off x="6117980" y="53637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13"/>
            <p:cNvSpPr/>
            <p:nvPr/>
          </p:nvSpPr>
          <p:spPr>
            <a:xfrm>
              <a:off x="6117980" y="52485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14"/>
            <p:cNvSpPr/>
            <p:nvPr/>
          </p:nvSpPr>
          <p:spPr>
            <a:xfrm>
              <a:off x="6117980" y="51334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15"/>
            <p:cNvSpPr/>
            <p:nvPr/>
          </p:nvSpPr>
          <p:spPr>
            <a:xfrm>
              <a:off x="6117980" y="50182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16"/>
            <p:cNvSpPr/>
            <p:nvPr/>
          </p:nvSpPr>
          <p:spPr>
            <a:xfrm>
              <a:off x="6117980" y="49031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17"/>
            <p:cNvSpPr/>
            <p:nvPr/>
          </p:nvSpPr>
          <p:spPr>
            <a:xfrm>
              <a:off x="6117980" y="47879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18"/>
            <p:cNvSpPr/>
            <p:nvPr/>
          </p:nvSpPr>
          <p:spPr>
            <a:xfrm>
              <a:off x="6117980" y="46728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19"/>
            <p:cNvSpPr/>
            <p:nvPr/>
          </p:nvSpPr>
          <p:spPr>
            <a:xfrm>
              <a:off x="6117980" y="45576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0"/>
            <p:cNvSpPr/>
            <p:nvPr/>
          </p:nvSpPr>
          <p:spPr>
            <a:xfrm>
              <a:off x="6117980" y="44425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1"/>
            <p:cNvSpPr/>
            <p:nvPr/>
          </p:nvSpPr>
          <p:spPr>
            <a:xfrm>
              <a:off x="6117980" y="43273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2"/>
            <p:cNvSpPr/>
            <p:nvPr/>
          </p:nvSpPr>
          <p:spPr>
            <a:xfrm>
              <a:off x="6117980" y="42122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"/>
            <p:cNvSpPr/>
            <p:nvPr/>
          </p:nvSpPr>
          <p:spPr>
            <a:xfrm>
              <a:off x="6117980" y="40970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4"/>
            <p:cNvSpPr/>
            <p:nvPr/>
          </p:nvSpPr>
          <p:spPr>
            <a:xfrm>
              <a:off x="6117980" y="39818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5"/>
            <p:cNvSpPr/>
            <p:nvPr/>
          </p:nvSpPr>
          <p:spPr>
            <a:xfrm>
              <a:off x="6117980" y="38667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6"/>
            <p:cNvSpPr/>
            <p:nvPr/>
          </p:nvSpPr>
          <p:spPr>
            <a:xfrm>
              <a:off x="6117980" y="37515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7"/>
            <p:cNvSpPr/>
            <p:nvPr/>
          </p:nvSpPr>
          <p:spPr>
            <a:xfrm>
              <a:off x="6117980" y="36364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8"/>
            <p:cNvSpPr/>
            <p:nvPr/>
          </p:nvSpPr>
          <p:spPr>
            <a:xfrm>
              <a:off x="6117980" y="35212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9"/>
            <p:cNvSpPr/>
            <p:nvPr/>
          </p:nvSpPr>
          <p:spPr>
            <a:xfrm>
              <a:off x="6117980" y="34061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30"/>
            <p:cNvSpPr/>
            <p:nvPr/>
          </p:nvSpPr>
          <p:spPr>
            <a:xfrm>
              <a:off x="6117980" y="32909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31"/>
            <p:cNvSpPr/>
            <p:nvPr/>
          </p:nvSpPr>
          <p:spPr>
            <a:xfrm>
              <a:off x="6117980" y="31758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32"/>
            <p:cNvSpPr/>
            <p:nvPr/>
          </p:nvSpPr>
          <p:spPr>
            <a:xfrm>
              <a:off x="6117980" y="30606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33"/>
            <p:cNvSpPr/>
            <p:nvPr/>
          </p:nvSpPr>
          <p:spPr>
            <a:xfrm>
              <a:off x="6117980" y="29455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34"/>
            <p:cNvSpPr/>
            <p:nvPr/>
          </p:nvSpPr>
          <p:spPr>
            <a:xfrm>
              <a:off x="6117980" y="28303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35"/>
            <p:cNvSpPr/>
            <p:nvPr/>
          </p:nvSpPr>
          <p:spPr>
            <a:xfrm>
              <a:off x="6117980" y="27151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36"/>
            <p:cNvSpPr/>
            <p:nvPr/>
          </p:nvSpPr>
          <p:spPr>
            <a:xfrm>
              <a:off x="6117980" y="26000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37"/>
            <p:cNvSpPr/>
            <p:nvPr/>
          </p:nvSpPr>
          <p:spPr>
            <a:xfrm>
              <a:off x="6117980" y="24848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38"/>
            <p:cNvSpPr/>
            <p:nvPr/>
          </p:nvSpPr>
          <p:spPr>
            <a:xfrm>
              <a:off x="6117980" y="23697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39"/>
            <p:cNvSpPr/>
            <p:nvPr/>
          </p:nvSpPr>
          <p:spPr>
            <a:xfrm>
              <a:off x="6117980" y="22545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40"/>
            <p:cNvSpPr/>
            <p:nvPr/>
          </p:nvSpPr>
          <p:spPr>
            <a:xfrm>
              <a:off x="6117980" y="21394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41"/>
            <p:cNvSpPr/>
            <p:nvPr/>
          </p:nvSpPr>
          <p:spPr>
            <a:xfrm>
              <a:off x="6117980" y="20242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42"/>
            <p:cNvSpPr/>
            <p:nvPr/>
          </p:nvSpPr>
          <p:spPr>
            <a:xfrm>
              <a:off x="6117980" y="19091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43"/>
            <p:cNvSpPr/>
            <p:nvPr/>
          </p:nvSpPr>
          <p:spPr>
            <a:xfrm>
              <a:off x="6117980" y="17939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44"/>
            <p:cNvSpPr/>
            <p:nvPr/>
          </p:nvSpPr>
          <p:spPr>
            <a:xfrm>
              <a:off x="6117980" y="16788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45"/>
            <p:cNvSpPr/>
            <p:nvPr/>
          </p:nvSpPr>
          <p:spPr>
            <a:xfrm>
              <a:off x="6117980" y="15636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46"/>
            <p:cNvSpPr/>
            <p:nvPr/>
          </p:nvSpPr>
          <p:spPr>
            <a:xfrm>
              <a:off x="6117980" y="14484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47"/>
            <p:cNvSpPr/>
            <p:nvPr/>
          </p:nvSpPr>
          <p:spPr>
            <a:xfrm>
              <a:off x="6117980" y="13333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48"/>
            <p:cNvSpPr/>
            <p:nvPr/>
          </p:nvSpPr>
          <p:spPr>
            <a:xfrm>
              <a:off x="6117980" y="12181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49"/>
            <p:cNvSpPr/>
            <p:nvPr/>
          </p:nvSpPr>
          <p:spPr>
            <a:xfrm>
              <a:off x="6117980" y="11030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50"/>
            <p:cNvSpPr/>
            <p:nvPr/>
          </p:nvSpPr>
          <p:spPr>
            <a:xfrm>
              <a:off x="6117980" y="98787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51"/>
            <p:cNvSpPr/>
            <p:nvPr/>
          </p:nvSpPr>
          <p:spPr>
            <a:xfrm>
              <a:off x="6117980" y="8727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52"/>
            <p:cNvSpPr/>
            <p:nvPr/>
          </p:nvSpPr>
          <p:spPr>
            <a:xfrm>
              <a:off x="6117980" y="7575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53"/>
            <p:cNvSpPr/>
            <p:nvPr/>
          </p:nvSpPr>
          <p:spPr>
            <a:xfrm>
              <a:off x="6117980" y="6424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54"/>
            <p:cNvSpPr/>
            <p:nvPr/>
          </p:nvSpPr>
          <p:spPr>
            <a:xfrm>
              <a:off x="6117980" y="5272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55"/>
            <p:cNvSpPr/>
            <p:nvPr/>
          </p:nvSpPr>
          <p:spPr>
            <a:xfrm>
              <a:off x="6117980" y="4121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56"/>
            <p:cNvSpPr/>
            <p:nvPr/>
          </p:nvSpPr>
          <p:spPr>
            <a:xfrm>
              <a:off x="6117980" y="2969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57"/>
            <p:cNvSpPr/>
            <p:nvPr/>
          </p:nvSpPr>
          <p:spPr>
            <a:xfrm>
              <a:off x="6178118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58"/>
            <p:cNvSpPr/>
            <p:nvPr/>
          </p:nvSpPr>
          <p:spPr>
            <a:xfrm>
              <a:off x="6467906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59"/>
            <p:cNvSpPr/>
            <p:nvPr/>
          </p:nvSpPr>
          <p:spPr>
            <a:xfrm>
              <a:off x="6757694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60"/>
            <p:cNvSpPr/>
            <p:nvPr/>
          </p:nvSpPr>
          <p:spPr>
            <a:xfrm>
              <a:off x="7047482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61"/>
            <p:cNvSpPr/>
            <p:nvPr/>
          </p:nvSpPr>
          <p:spPr>
            <a:xfrm>
              <a:off x="7337270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62"/>
            <p:cNvSpPr/>
            <p:nvPr/>
          </p:nvSpPr>
          <p:spPr>
            <a:xfrm>
              <a:off x="7325190" y="61400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63"/>
            <p:cNvSpPr/>
            <p:nvPr/>
          </p:nvSpPr>
          <p:spPr>
            <a:xfrm>
              <a:off x="7285456" y="6021385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64"/>
            <p:cNvSpPr/>
            <p:nvPr/>
          </p:nvSpPr>
          <p:spPr>
            <a:xfrm>
              <a:off x="7242761" y="590623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65"/>
            <p:cNvSpPr/>
            <p:nvPr/>
          </p:nvSpPr>
          <p:spPr>
            <a:xfrm>
              <a:off x="7242761" y="5791076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66"/>
            <p:cNvSpPr/>
            <p:nvPr/>
          </p:nvSpPr>
          <p:spPr>
            <a:xfrm>
              <a:off x="7230282" y="5679472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67"/>
            <p:cNvSpPr/>
            <p:nvPr/>
          </p:nvSpPr>
          <p:spPr>
            <a:xfrm>
              <a:off x="7216558" y="5551895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68"/>
            <p:cNvSpPr/>
            <p:nvPr/>
          </p:nvSpPr>
          <p:spPr>
            <a:xfrm>
              <a:off x="7215228" y="543674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69"/>
            <p:cNvSpPr/>
            <p:nvPr/>
          </p:nvSpPr>
          <p:spPr>
            <a:xfrm>
              <a:off x="7201940" y="5308297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70"/>
            <p:cNvSpPr/>
            <p:nvPr/>
          </p:nvSpPr>
          <p:spPr>
            <a:xfrm>
              <a:off x="7230357" y="5227423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71"/>
            <p:cNvSpPr/>
            <p:nvPr/>
          </p:nvSpPr>
          <p:spPr>
            <a:xfrm>
              <a:off x="7210395" y="5097425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72"/>
            <p:cNvSpPr/>
            <p:nvPr/>
          </p:nvSpPr>
          <p:spPr>
            <a:xfrm>
              <a:off x="7210395" y="49822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73"/>
            <p:cNvSpPr/>
            <p:nvPr/>
          </p:nvSpPr>
          <p:spPr>
            <a:xfrm>
              <a:off x="7212820" y="4873390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74"/>
            <p:cNvSpPr/>
            <p:nvPr/>
          </p:nvSpPr>
          <p:spPr>
            <a:xfrm>
              <a:off x="7212820" y="4758235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75"/>
            <p:cNvSpPr/>
            <p:nvPr/>
          </p:nvSpPr>
          <p:spPr>
            <a:xfrm>
              <a:off x="7196581" y="462741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76"/>
            <p:cNvSpPr/>
            <p:nvPr/>
          </p:nvSpPr>
          <p:spPr>
            <a:xfrm>
              <a:off x="7170596" y="4494511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77"/>
            <p:cNvSpPr/>
            <p:nvPr/>
          </p:nvSpPr>
          <p:spPr>
            <a:xfrm>
              <a:off x="7176573" y="440420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78"/>
            <p:cNvSpPr/>
            <p:nvPr/>
          </p:nvSpPr>
          <p:spPr>
            <a:xfrm>
              <a:off x="7158028" y="427649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79"/>
            <p:cNvSpPr/>
            <p:nvPr/>
          </p:nvSpPr>
          <p:spPr>
            <a:xfrm>
              <a:off x="7169898" y="41761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80"/>
            <p:cNvSpPr/>
            <p:nvPr/>
          </p:nvSpPr>
          <p:spPr>
            <a:xfrm>
              <a:off x="7157641" y="4048777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81"/>
            <p:cNvSpPr/>
            <p:nvPr/>
          </p:nvSpPr>
          <p:spPr>
            <a:xfrm>
              <a:off x="7166061" y="3943583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82"/>
            <p:cNvSpPr/>
            <p:nvPr/>
          </p:nvSpPr>
          <p:spPr>
            <a:xfrm>
              <a:off x="7167881" y="3833449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83"/>
            <p:cNvSpPr/>
            <p:nvPr/>
          </p:nvSpPr>
          <p:spPr>
            <a:xfrm>
              <a:off x="7158609" y="3711251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84"/>
            <p:cNvSpPr/>
            <p:nvPr/>
          </p:nvSpPr>
          <p:spPr>
            <a:xfrm>
              <a:off x="7125526" y="3582067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85"/>
            <p:cNvSpPr/>
            <p:nvPr/>
          </p:nvSpPr>
          <p:spPr>
            <a:xfrm>
              <a:off x="7123160" y="348526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86"/>
            <p:cNvSpPr/>
            <p:nvPr/>
          </p:nvSpPr>
          <p:spPr>
            <a:xfrm>
              <a:off x="7110448" y="336781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87"/>
            <p:cNvSpPr/>
            <p:nvPr/>
          </p:nvSpPr>
          <p:spPr>
            <a:xfrm>
              <a:off x="7108425" y="3250632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88"/>
            <p:cNvSpPr/>
            <p:nvPr/>
          </p:nvSpPr>
          <p:spPr>
            <a:xfrm>
              <a:off x="7111575" y="314252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89"/>
            <p:cNvSpPr/>
            <p:nvPr/>
          </p:nvSpPr>
          <p:spPr>
            <a:xfrm>
              <a:off x="7081240" y="2998386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90"/>
            <p:cNvSpPr/>
            <p:nvPr/>
          </p:nvSpPr>
          <p:spPr>
            <a:xfrm>
              <a:off x="7059409" y="2875100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91"/>
            <p:cNvSpPr/>
            <p:nvPr/>
          </p:nvSpPr>
          <p:spPr>
            <a:xfrm>
              <a:off x="7072769" y="278650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92"/>
            <p:cNvSpPr/>
            <p:nvPr/>
          </p:nvSpPr>
          <p:spPr>
            <a:xfrm>
              <a:off x="7021353" y="2648674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93"/>
            <p:cNvSpPr/>
            <p:nvPr/>
          </p:nvSpPr>
          <p:spPr>
            <a:xfrm>
              <a:off x="7016585" y="2547968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94"/>
            <p:cNvSpPr/>
            <p:nvPr/>
          </p:nvSpPr>
          <p:spPr>
            <a:xfrm>
              <a:off x="7027978" y="24488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95"/>
            <p:cNvSpPr/>
            <p:nvPr/>
          </p:nvSpPr>
          <p:spPr>
            <a:xfrm>
              <a:off x="7025681" y="2331419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96"/>
            <p:cNvSpPr/>
            <p:nvPr/>
          </p:nvSpPr>
          <p:spPr>
            <a:xfrm>
              <a:off x="7021829" y="2212412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97"/>
            <p:cNvSpPr/>
            <p:nvPr/>
          </p:nvSpPr>
          <p:spPr>
            <a:xfrm>
              <a:off x="7018582" y="20940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98"/>
            <p:cNvSpPr/>
            <p:nvPr/>
          </p:nvSpPr>
          <p:spPr>
            <a:xfrm>
              <a:off x="7002622" y="1973408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99"/>
            <p:cNvSpPr/>
            <p:nvPr/>
          </p:nvSpPr>
          <p:spPr>
            <a:xfrm>
              <a:off x="7009635" y="1865267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100"/>
            <p:cNvSpPr/>
            <p:nvPr/>
          </p:nvSpPr>
          <p:spPr>
            <a:xfrm>
              <a:off x="6995949" y="1736426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101"/>
            <p:cNvSpPr/>
            <p:nvPr/>
          </p:nvSpPr>
          <p:spPr>
            <a:xfrm>
              <a:off x="6980364" y="16427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102"/>
            <p:cNvSpPr/>
            <p:nvPr/>
          </p:nvSpPr>
          <p:spPr>
            <a:xfrm>
              <a:off x="6918786" y="1491056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103"/>
            <p:cNvSpPr/>
            <p:nvPr/>
          </p:nvSpPr>
          <p:spPr>
            <a:xfrm>
              <a:off x="6943110" y="141018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104"/>
            <p:cNvSpPr/>
            <p:nvPr/>
          </p:nvSpPr>
          <p:spPr>
            <a:xfrm>
              <a:off x="6885087" y="126074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105"/>
            <p:cNvSpPr/>
            <p:nvPr/>
          </p:nvSpPr>
          <p:spPr>
            <a:xfrm>
              <a:off x="6905872" y="117785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106"/>
            <p:cNvSpPr/>
            <p:nvPr/>
          </p:nvSpPr>
          <p:spPr>
            <a:xfrm>
              <a:off x="6899133" y="1059185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107"/>
            <p:cNvSpPr/>
            <p:nvPr/>
          </p:nvSpPr>
          <p:spPr>
            <a:xfrm>
              <a:off x="6883428" y="94754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108"/>
            <p:cNvSpPr/>
            <p:nvPr/>
          </p:nvSpPr>
          <p:spPr>
            <a:xfrm>
              <a:off x="6840731" y="8273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109"/>
            <p:cNvSpPr/>
            <p:nvPr/>
          </p:nvSpPr>
          <p:spPr>
            <a:xfrm>
              <a:off x="6806619" y="719255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110"/>
            <p:cNvSpPr/>
            <p:nvPr/>
          </p:nvSpPr>
          <p:spPr>
            <a:xfrm>
              <a:off x="6773590" y="589174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111"/>
            <p:cNvSpPr/>
            <p:nvPr/>
          </p:nvSpPr>
          <p:spPr>
            <a:xfrm>
              <a:off x="6544368" y="480376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112"/>
            <p:cNvSpPr/>
            <p:nvPr/>
          </p:nvSpPr>
          <p:spPr>
            <a:xfrm>
              <a:off x="6409044" y="336729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113"/>
            <p:cNvSpPr/>
            <p:nvPr/>
          </p:nvSpPr>
          <p:spPr>
            <a:xfrm>
              <a:off x="6380125" y="251537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tx114"/>
            <p:cNvSpPr/>
            <p:nvPr/>
          </p:nvSpPr>
          <p:spPr>
            <a:xfrm>
              <a:off x="4522974" y="61371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330" name="tx115"/>
            <p:cNvSpPr/>
            <p:nvPr/>
          </p:nvSpPr>
          <p:spPr>
            <a:xfrm>
              <a:off x="4948901" y="6021985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331" name="tx116"/>
            <p:cNvSpPr/>
            <p:nvPr/>
          </p:nvSpPr>
          <p:spPr>
            <a:xfrm>
              <a:off x="4178337" y="5906831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332" name="tx117"/>
            <p:cNvSpPr/>
            <p:nvPr/>
          </p:nvSpPr>
          <p:spPr>
            <a:xfrm>
              <a:off x="4091834" y="5791676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333" name="tx118"/>
            <p:cNvSpPr/>
            <p:nvPr/>
          </p:nvSpPr>
          <p:spPr>
            <a:xfrm>
              <a:off x="4533398" y="5676522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334" name="tx119"/>
            <p:cNvSpPr/>
            <p:nvPr/>
          </p:nvSpPr>
          <p:spPr>
            <a:xfrm>
              <a:off x="4507612" y="5561367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335" name="tx120"/>
            <p:cNvSpPr/>
            <p:nvPr/>
          </p:nvSpPr>
          <p:spPr>
            <a:xfrm>
              <a:off x="4979534" y="5446213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336" name="tx121"/>
            <p:cNvSpPr/>
            <p:nvPr/>
          </p:nvSpPr>
          <p:spPr>
            <a:xfrm>
              <a:off x="4918726" y="5331058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337" name="tx122"/>
            <p:cNvSpPr/>
            <p:nvPr/>
          </p:nvSpPr>
          <p:spPr>
            <a:xfrm>
              <a:off x="4721124" y="5215903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338" name="tx123"/>
            <p:cNvSpPr/>
            <p:nvPr/>
          </p:nvSpPr>
          <p:spPr>
            <a:xfrm>
              <a:off x="5430790" y="5100749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339" name="tx124"/>
            <p:cNvSpPr/>
            <p:nvPr/>
          </p:nvSpPr>
          <p:spPr>
            <a:xfrm>
              <a:off x="4908394" y="4985594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340" name="tx125"/>
            <p:cNvSpPr/>
            <p:nvPr/>
          </p:nvSpPr>
          <p:spPr>
            <a:xfrm>
              <a:off x="4847677" y="4870440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341" name="tx126"/>
            <p:cNvSpPr/>
            <p:nvPr/>
          </p:nvSpPr>
          <p:spPr>
            <a:xfrm>
              <a:off x="4279744" y="4705908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342" name="tx127"/>
            <p:cNvSpPr/>
            <p:nvPr/>
          </p:nvSpPr>
          <p:spPr>
            <a:xfrm>
              <a:off x="5714986" y="4804663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343" name="tx128"/>
            <p:cNvSpPr/>
            <p:nvPr/>
          </p:nvSpPr>
          <p:spPr>
            <a:xfrm>
              <a:off x="5288784" y="464013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344" name="tx129"/>
            <p:cNvSpPr/>
            <p:nvPr/>
          </p:nvSpPr>
          <p:spPr>
            <a:xfrm>
              <a:off x="4720850" y="4524976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345" name="tx130"/>
            <p:cNvSpPr/>
            <p:nvPr/>
          </p:nvSpPr>
          <p:spPr>
            <a:xfrm>
              <a:off x="4502674" y="4409822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346" name="tx131"/>
            <p:cNvSpPr/>
            <p:nvPr/>
          </p:nvSpPr>
          <p:spPr>
            <a:xfrm>
              <a:off x="5233006" y="4294667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347" name="tx132"/>
            <p:cNvSpPr/>
            <p:nvPr/>
          </p:nvSpPr>
          <p:spPr>
            <a:xfrm>
              <a:off x="4832498" y="4179512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348" name="tx133"/>
            <p:cNvSpPr/>
            <p:nvPr/>
          </p:nvSpPr>
          <p:spPr>
            <a:xfrm>
              <a:off x="4482283" y="4064358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349" name="tx134"/>
            <p:cNvSpPr/>
            <p:nvPr/>
          </p:nvSpPr>
          <p:spPr>
            <a:xfrm>
              <a:off x="4446896" y="3949203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350" name="tx135"/>
            <p:cNvSpPr/>
            <p:nvPr/>
          </p:nvSpPr>
          <p:spPr>
            <a:xfrm>
              <a:off x="5263455" y="3834049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351" name="tx136"/>
            <p:cNvSpPr/>
            <p:nvPr/>
          </p:nvSpPr>
          <p:spPr>
            <a:xfrm>
              <a:off x="4959417" y="3718894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352" name="tx137"/>
            <p:cNvSpPr/>
            <p:nvPr/>
          </p:nvSpPr>
          <p:spPr>
            <a:xfrm>
              <a:off x="4350427" y="3603740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353" name="tx138"/>
            <p:cNvSpPr/>
            <p:nvPr/>
          </p:nvSpPr>
          <p:spPr>
            <a:xfrm>
              <a:off x="4243899" y="3488585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354" name="tx139"/>
            <p:cNvSpPr/>
            <p:nvPr/>
          </p:nvSpPr>
          <p:spPr>
            <a:xfrm>
              <a:off x="5364679" y="3373430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355" name="tx140"/>
            <p:cNvSpPr/>
            <p:nvPr/>
          </p:nvSpPr>
          <p:spPr>
            <a:xfrm>
              <a:off x="4928785" y="3258276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356" name="tx141"/>
            <p:cNvSpPr/>
            <p:nvPr/>
          </p:nvSpPr>
          <p:spPr>
            <a:xfrm>
              <a:off x="4310193" y="3143121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357" name="tx142"/>
            <p:cNvSpPr/>
            <p:nvPr/>
          </p:nvSpPr>
          <p:spPr>
            <a:xfrm>
              <a:off x="4599143" y="3027967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358" name="tx143"/>
            <p:cNvSpPr/>
            <p:nvPr/>
          </p:nvSpPr>
          <p:spPr>
            <a:xfrm>
              <a:off x="4462258" y="2912812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359" name="tx144"/>
            <p:cNvSpPr/>
            <p:nvPr/>
          </p:nvSpPr>
          <p:spPr>
            <a:xfrm>
              <a:off x="4315039" y="274828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360" name="tx145"/>
            <p:cNvSpPr/>
            <p:nvPr/>
          </p:nvSpPr>
          <p:spPr>
            <a:xfrm>
              <a:off x="5542439" y="284703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361" name="tx146"/>
            <p:cNvSpPr/>
            <p:nvPr/>
          </p:nvSpPr>
          <p:spPr>
            <a:xfrm>
              <a:off x="4132525" y="2682503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362" name="tx147"/>
            <p:cNvSpPr/>
            <p:nvPr/>
          </p:nvSpPr>
          <p:spPr>
            <a:xfrm>
              <a:off x="4796928" y="2567348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363" name="tx148"/>
            <p:cNvSpPr/>
            <p:nvPr/>
          </p:nvSpPr>
          <p:spPr>
            <a:xfrm>
              <a:off x="5096211" y="2452194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364" name="tx149"/>
            <p:cNvSpPr/>
            <p:nvPr/>
          </p:nvSpPr>
          <p:spPr>
            <a:xfrm>
              <a:off x="4304798" y="2337039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365" name="tx150"/>
            <p:cNvSpPr/>
            <p:nvPr/>
          </p:nvSpPr>
          <p:spPr>
            <a:xfrm>
              <a:off x="5030100" y="2221885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366" name="tx151"/>
            <p:cNvSpPr/>
            <p:nvPr/>
          </p:nvSpPr>
          <p:spPr>
            <a:xfrm>
              <a:off x="4000394" y="2057353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367" name="tx152"/>
            <p:cNvSpPr/>
            <p:nvPr/>
          </p:nvSpPr>
          <p:spPr>
            <a:xfrm>
              <a:off x="5730165" y="21561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68" name="tx153"/>
            <p:cNvSpPr/>
            <p:nvPr/>
          </p:nvSpPr>
          <p:spPr>
            <a:xfrm>
              <a:off x="4492616" y="1991576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369" name="tx154"/>
            <p:cNvSpPr/>
            <p:nvPr/>
          </p:nvSpPr>
          <p:spPr>
            <a:xfrm>
              <a:off x="4477437" y="1876421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370" name="tx155"/>
            <p:cNvSpPr/>
            <p:nvPr/>
          </p:nvSpPr>
          <p:spPr>
            <a:xfrm>
              <a:off x="4832315" y="1761267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371" name="tx156"/>
            <p:cNvSpPr/>
            <p:nvPr/>
          </p:nvSpPr>
          <p:spPr>
            <a:xfrm>
              <a:off x="4822166" y="1646112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372" name="tx157"/>
            <p:cNvSpPr/>
            <p:nvPr/>
          </p:nvSpPr>
          <p:spPr>
            <a:xfrm>
              <a:off x="4487312" y="1530957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373" name="tx158"/>
            <p:cNvSpPr/>
            <p:nvPr/>
          </p:nvSpPr>
          <p:spPr>
            <a:xfrm>
              <a:off x="4918543" y="1415803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374" name="tx159"/>
            <p:cNvSpPr/>
            <p:nvPr/>
          </p:nvSpPr>
          <p:spPr>
            <a:xfrm>
              <a:off x="4249203" y="130064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375" name="tx160"/>
            <p:cNvSpPr/>
            <p:nvPr/>
          </p:nvSpPr>
          <p:spPr>
            <a:xfrm>
              <a:off x="4796928" y="1185494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376" name="tx161"/>
            <p:cNvSpPr/>
            <p:nvPr/>
          </p:nvSpPr>
          <p:spPr>
            <a:xfrm>
              <a:off x="4619443" y="1070339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377" name="tx162"/>
            <p:cNvSpPr/>
            <p:nvPr/>
          </p:nvSpPr>
          <p:spPr>
            <a:xfrm>
              <a:off x="4431900" y="955185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378" name="tx163"/>
            <p:cNvSpPr/>
            <p:nvPr/>
          </p:nvSpPr>
          <p:spPr>
            <a:xfrm>
              <a:off x="3995182" y="790652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379" name="tx164"/>
            <p:cNvSpPr/>
            <p:nvPr/>
          </p:nvSpPr>
          <p:spPr>
            <a:xfrm>
              <a:off x="5730165" y="8894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80" name="tx165"/>
            <p:cNvSpPr/>
            <p:nvPr/>
          </p:nvSpPr>
          <p:spPr>
            <a:xfrm>
              <a:off x="4649801" y="724875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381" name="tx166"/>
            <p:cNvSpPr/>
            <p:nvPr/>
          </p:nvSpPr>
          <p:spPr>
            <a:xfrm>
              <a:off x="4903364" y="609721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382" name="tx167"/>
            <p:cNvSpPr/>
            <p:nvPr/>
          </p:nvSpPr>
          <p:spPr>
            <a:xfrm>
              <a:off x="5141931" y="494566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383" name="tx168"/>
            <p:cNvSpPr/>
            <p:nvPr/>
          </p:nvSpPr>
          <p:spPr>
            <a:xfrm>
              <a:off x="4878035" y="379412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384" name="tx169"/>
            <p:cNvSpPr/>
            <p:nvPr/>
          </p:nvSpPr>
          <p:spPr>
            <a:xfrm>
              <a:off x="5085970" y="264257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385" name="tx170"/>
            <p:cNvSpPr/>
            <p:nvPr/>
          </p:nvSpPr>
          <p:spPr>
            <a:xfrm>
              <a:off x="6057829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6" name="tx171"/>
            <p:cNvSpPr/>
            <p:nvPr/>
          </p:nvSpPr>
          <p:spPr>
            <a:xfrm>
              <a:off x="6170849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87" name="tx172"/>
            <p:cNvSpPr/>
            <p:nvPr/>
          </p:nvSpPr>
          <p:spPr>
            <a:xfrm>
              <a:off x="6219404" y="630742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" name="tx173"/>
            <p:cNvSpPr/>
            <p:nvPr/>
          </p:nvSpPr>
          <p:spPr>
            <a:xfrm>
              <a:off x="6367368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9" name="tx174"/>
            <p:cNvSpPr/>
            <p:nvPr/>
          </p:nvSpPr>
          <p:spPr>
            <a:xfrm>
              <a:off x="6480388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0" name="tx175"/>
            <p:cNvSpPr/>
            <p:nvPr/>
          </p:nvSpPr>
          <p:spPr>
            <a:xfrm>
              <a:off x="6528942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91" name="tx176"/>
            <p:cNvSpPr/>
            <p:nvPr/>
          </p:nvSpPr>
          <p:spPr>
            <a:xfrm>
              <a:off x="6657156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2" name="tx177"/>
            <p:cNvSpPr/>
            <p:nvPr/>
          </p:nvSpPr>
          <p:spPr>
            <a:xfrm>
              <a:off x="6770176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3" name="tx178"/>
            <p:cNvSpPr/>
            <p:nvPr/>
          </p:nvSpPr>
          <p:spPr>
            <a:xfrm>
              <a:off x="6818730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94" name="tx179"/>
            <p:cNvSpPr/>
            <p:nvPr/>
          </p:nvSpPr>
          <p:spPr>
            <a:xfrm>
              <a:off x="6946944" y="633542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5" name="tx180"/>
            <p:cNvSpPr/>
            <p:nvPr/>
          </p:nvSpPr>
          <p:spPr>
            <a:xfrm>
              <a:off x="7059963" y="630834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6" name="tx181"/>
            <p:cNvSpPr/>
            <p:nvPr/>
          </p:nvSpPr>
          <p:spPr>
            <a:xfrm>
              <a:off x="7108518" y="630724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97" name="tx182"/>
            <p:cNvSpPr/>
            <p:nvPr/>
          </p:nvSpPr>
          <p:spPr>
            <a:xfrm>
              <a:off x="7236731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8" name="tx183"/>
            <p:cNvSpPr/>
            <p:nvPr/>
          </p:nvSpPr>
          <p:spPr>
            <a:xfrm>
              <a:off x="7349751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9" name="tx184"/>
            <p:cNvSpPr/>
            <p:nvPr/>
          </p:nvSpPr>
          <p:spPr>
            <a:xfrm>
              <a:off x="7398306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0" name="tx185"/>
            <p:cNvSpPr/>
            <p:nvPr/>
          </p:nvSpPr>
          <p:spPr>
            <a:xfrm>
              <a:off x="6557212" y="646893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01" name="tx186"/>
            <p:cNvSpPr/>
            <p:nvPr/>
          </p:nvSpPr>
          <p:spPr>
            <a:xfrm>
              <a:off x="6627895" y="647094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402" name="tx187"/>
            <p:cNvSpPr/>
            <p:nvPr/>
          </p:nvSpPr>
          <p:spPr>
            <a:xfrm>
              <a:off x="6662642" y="646893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403" name="tx188"/>
            <p:cNvSpPr/>
            <p:nvPr/>
          </p:nvSpPr>
          <p:spPr>
            <a:xfrm>
              <a:off x="7668771" y="2034001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404" name="pt189"/>
            <p:cNvSpPr/>
            <p:nvPr/>
          </p:nvSpPr>
          <p:spPr>
            <a:xfrm>
              <a:off x="7738166" y="2273128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190"/>
            <p:cNvSpPr/>
            <p:nvPr/>
          </p:nvSpPr>
          <p:spPr>
            <a:xfrm>
              <a:off x="7724138" y="2478556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191"/>
            <p:cNvSpPr/>
            <p:nvPr/>
          </p:nvSpPr>
          <p:spPr>
            <a:xfrm>
              <a:off x="7714479" y="2688353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192"/>
            <p:cNvSpPr/>
            <p:nvPr/>
          </p:nvSpPr>
          <p:spPr>
            <a:xfrm>
              <a:off x="7706628" y="2899958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tx193"/>
            <p:cNvSpPr/>
            <p:nvPr/>
          </p:nvSpPr>
          <p:spPr>
            <a:xfrm>
              <a:off x="7964143" y="22770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9" name="tx194"/>
            <p:cNvSpPr/>
            <p:nvPr/>
          </p:nvSpPr>
          <p:spPr>
            <a:xfrm>
              <a:off x="7964143" y="24965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0" name="tx195"/>
            <p:cNvSpPr/>
            <p:nvPr/>
          </p:nvSpPr>
          <p:spPr>
            <a:xfrm>
              <a:off x="7964143" y="27159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11" name="tx196"/>
            <p:cNvSpPr/>
            <p:nvPr/>
          </p:nvSpPr>
          <p:spPr>
            <a:xfrm>
              <a:off x="7964143" y="2935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12" name="tx197"/>
            <p:cNvSpPr/>
            <p:nvPr/>
          </p:nvSpPr>
          <p:spPr>
            <a:xfrm>
              <a:off x="7668771" y="3397198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413" name="pt198"/>
            <p:cNvSpPr/>
            <p:nvPr/>
          </p:nvSpPr>
          <p:spPr>
            <a:xfrm>
              <a:off x="7751417" y="3649576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199"/>
            <p:cNvSpPr/>
            <p:nvPr/>
          </p:nvSpPr>
          <p:spPr>
            <a:xfrm>
              <a:off x="7751417" y="3869032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200"/>
            <p:cNvSpPr/>
            <p:nvPr/>
          </p:nvSpPr>
          <p:spPr>
            <a:xfrm>
              <a:off x="7751417" y="4088488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201"/>
            <p:cNvSpPr/>
            <p:nvPr/>
          </p:nvSpPr>
          <p:spPr>
            <a:xfrm>
              <a:off x="7751417" y="4307944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tx202"/>
            <p:cNvSpPr/>
            <p:nvPr/>
          </p:nvSpPr>
          <p:spPr>
            <a:xfrm>
              <a:off x="7964143" y="3640265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418" name="tx203"/>
            <p:cNvSpPr/>
            <p:nvPr/>
          </p:nvSpPr>
          <p:spPr>
            <a:xfrm>
              <a:off x="7964143" y="3859721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419" name="tx204"/>
            <p:cNvSpPr/>
            <p:nvPr/>
          </p:nvSpPr>
          <p:spPr>
            <a:xfrm>
              <a:off x="7964143" y="4079177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420" name="tx205"/>
            <p:cNvSpPr/>
            <p:nvPr/>
          </p:nvSpPr>
          <p:spPr>
            <a:xfrm>
              <a:off x="7964143" y="4298633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  <p:sp>
        <p:nvSpPr>
          <p:cNvPr id="421" name=""/>
          <p:cNvSpPr>
            <a:spLocks noGrp="1"/>
          </p:cNvSpPr>
          <p:nvPr>
            <p:ph/>
          </p:nvPr>
        </p:nvSpPr>
        <p:spPr>
          <a:xfrm>
            <a:off x="20116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</a:t>
            </a:r>
          </a:p>
        </p:txBody>
      </p:sp>
      <p:sp>
        <p:nvSpPr>
          <p:cNvPr id="422" name=""/>
          <p:cNvSpPr>
            <a:spLocks noGrp="1"/>
          </p:cNvSpPr>
          <p:nvPr>
            <p:ph/>
          </p:nvPr>
        </p:nvSpPr>
        <p:spPr>
          <a:xfrm>
            <a:off x="395020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2026-09-08T17:31:06Z</dcterms:modified>
  <cp:category/>
</cp:coreProperties>
</file>